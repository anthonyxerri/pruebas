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0"/>
  </p:notesMasterIdLst>
  <p:handoutMasterIdLst>
    <p:handoutMasterId r:id="rId11"/>
  </p:handoutMasterIdLst>
  <p:sldIdLst>
    <p:sldId id="747" r:id="rId5"/>
    <p:sldId id="778" r:id="rId6"/>
    <p:sldId id="779" r:id="rId7"/>
    <p:sldId id="780" r:id="rId8"/>
    <p:sldId id="781" r:id="rId17"/>
    <p:sldId id="26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33A7141-2257-405D-AE98-A0AF81D980F4}">
          <p14:sldIdLst>
            <p14:sldId id="747"/>
            <p14:sldId id="778"/>
            <p14:sldId id="779"/>
            <p14:sldId id="780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pos="597" userDrawn="1">
          <p15:clr>
            <a:srgbClr val="A4A3A4"/>
          </p15:clr>
        </p15:guide>
        <p15:guide id="2" orient="horz" pos="232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4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AAAF"/>
    <a:srgbClr val="E6404A"/>
    <a:srgbClr val="FDF5F6"/>
    <a:srgbClr val="F2A9AF"/>
    <a:srgbClr val="F4A8AE"/>
    <a:srgbClr val="FFFFFF"/>
    <a:srgbClr val="F0F2F5"/>
    <a:srgbClr val="E3E6EA"/>
    <a:srgbClr val="F3F4F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F95B0-C697-42B6-A607-CAC17E2AF1C2}" v="7" dt="2026-06-23T14:45:41.681"/>
    <p1510:client id="{A5240753-603F-4EBC-A672-1C80063B1BD3}" v="665" dt="2026-06-23T06:57:4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pos="597"/>
        <p:guide orient="horz" pos="232"/>
        <p:guide orient="horz" pos="2160"/>
        <p:guide orient="horz" pos="4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1D22F8-09D7-4F28-A94F-09E10FB38141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236EE-0074-4CDB-8D8D-528E873BAF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322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03091-ED32-4FCD-80E5-44FA4B59B1A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909BA-59A5-46DD-938B-F57DDF61C8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172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28588" y="1339850"/>
            <a:ext cx="6426200" cy="3616325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6A3C6-5A25-4E8A-AE8E-FB93B36EB82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6074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va de 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rupo 1372"/>
          <p:cNvGrpSpPr/>
          <p:nvPr userDrawn="1"/>
        </p:nvGrpSpPr>
        <p:grpSpPr>
          <a:xfrm>
            <a:off x="1005421" y="0"/>
            <a:ext cx="4165800" cy="4189195"/>
            <a:chOff x="693738" y="-328613"/>
            <a:chExt cx="4837113" cy="4935539"/>
          </a:xfrm>
        </p:grpSpPr>
        <p:grpSp>
          <p:nvGrpSpPr>
            <p:cNvPr id="7" name="Group 205"/>
            <p:cNvGrpSpPr>
              <a:grpSpLocks/>
            </p:cNvGrpSpPr>
            <p:nvPr userDrawn="1"/>
          </p:nvGrpSpPr>
          <p:grpSpPr bwMode="auto">
            <a:xfrm>
              <a:off x="1204913" y="866775"/>
              <a:ext cx="3833813" cy="3740151"/>
              <a:chOff x="759" y="546"/>
              <a:chExt cx="2415" cy="2356"/>
            </a:xfrm>
          </p:grpSpPr>
          <p:sp>
            <p:nvSpPr>
              <p:cNvPr id="1173" name="Freeform 5"/>
              <p:cNvSpPr>
                <a:spLocks/>
              </p:cNvSpPr>
              <p:nvPr userDrawn="1"/>
            </p:nvSpPr>
            <p:spPr bwMode="auto">
              <a:xfrm>
                <a:off x="1160" y="119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4" name="Freeform 6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5" name="Freeform 7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6" name="Freeform 8"/>
              <p:cNvSpPr>
                <a:spLocks/>
              </p:cNvSpPr>
              <p:nvPr userDrawn="1"/>
            </p:nvSpPr>
            <p:spPr bwMode="auto">
              <a:xfrm>
                <a:off x="1243" y="1551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7" name="Freeform 9"/>
              <p:cNvSpPr>
                <a:spLocks noEditPoints="1"/>
              </p:cNvSpPr>
              <p:nvPr userDrawn="1"/>
            </p:nvSpPr>
            <p:spPr bwMode="auto">
              <a:xfrm>
                <a:off x="1234" y="161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8" name="Freeform 10"/>
              <p:cNvSpPr>
                <a:spLocks/>
              </p:cNvSpPr>
              <p:nvPr userDrawn="1"/>
            </p:nvSpPr>
            <p:spPr bwMode="auto">
              <a:xfrm>
                <a:off x="1243" y="176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9" name="Freeform 11"/>
              <p:cNvSpPr>
                <a:spLocks noEditPoints="1"/>
              </p:cNvSpPr>
              <p:nvPr userDrawn="1"/>
            </p:nvSpPr>
            <p:spPr bwMode="auto">
              <a:xfrm>
                <a:off x="1234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0" name="Freeform 12"/>
              <p:cNvSpPr>
                <a:spLocks/>
              </p:cNvSpPr>
              <p:nvPr userDrawn="1"/>
            </p:nvSpPr>
            <p:spPr bwMode="auto">
              <a:xfrm>
                <a:off x="1243" y="190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1" name="Freeform 13"/>
              <p:cNvSpPr>
                <a:spLocks/>
              </p:cNvSpPr>
              <p:nvPr userDrawn="1"/>
            </p:nvSpPr>
            <p:spPr bwMode="auto">
              <a:xfrm>
                <a:off x="1243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2" name="Freeform 14"/>
              <p:cNvSpPr>
                <a:spLocks noEditPoints="1"/>
              </p:cNvSpPr>
              <p:nvPr userDrawn="1"/>
            </p:nvSpPr>
            <p:spPr bwMode="auto">
              <a:xfrm>
                <a:off x="1234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3" name="Freeform 15"/>
              <p:cNvSpPr>
                <a:spLocks noEditPoints="1"/>
              </p:cNvSpPr>
              <p:nvPr userDrawn="1"/>
            </p:nvSpPr>
            <p:spPr bwMode="auto">
              <a:xfrm>
                <a:off x="1234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4" name="Freeform 16"/>
              <p:cNvSpPr>
                <a:spLocks/>
              </p:cNvSpPr>
              <p:nvPr userDrawn="1"/>
            </p:nvSpPr>
            <p:spPr bwMode="auto">
              <a:xfrm>
                <a:off x="1243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5" name="Freeform 17"/>
              <p:cNvSpPr>
                <a:spLocks noEditPoints="1"/>
              </p:cNvSpPr>
              <p:nvPr userDrawn="1"/>
            </p:nvSpPr>
            <p:spPr bwMode="auto">
              <a:xfrm>
                <a:off x="1234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6" name="Freeform 18"/>
              <p:cNvSpPr>
                <a:spLocks/>
              </p:cNvSpPr>
              <p:nvPr userDrawn="1"/>
            </p:nvSpPr>
            <p:spPr bwMode="auto">
              <a:xfrm>
                <a:off x="1243" y="232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7" name="Freeform 19"/>
              <p:cNvSpPr>
                <a:spLocks/>
              </p:cNvSpPr>
              <p:nvPr userDrawn="1"/>
            </p:nvSpPr>
            <p:spPr bwMode="auto">
              <a:xfrm>
                <a:off x="1243" y="239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8" name="Freeform 20"/>
              <p:cNvSpPr>
                <a:spLocks noEditPoints="1"/>
              </p:cNvSpPr>
              <p:nvPr userDrawn="1"/>
            </p:nvSpPr>
            <p:spPr bwMode="auto">
              <a:xfrm>
                <a:off x="1234" y="2460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9" name="Freeform 21"/>
              <p:cNvSpPr>
                <a:spLocks/>
              </p:cNvSpPr>
              <p:nvPr userDrawn="1"/>
            </p:nvSpPr>
            <p:spPr bwMode="auto">
              <a:xfrm>
                <a:off x="1243" y="253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0" name="Freeform 22"/>
              <p:cNvSpPr>
                <a:spLocks/>
              </p:cNvSpPr>
              <p:nvPr userDrawn="1"/>
            </p:nvSpPr>
            <p:spPr bwMode="auto">
              <a:xfrm>
                <a:off x="1243" y="2603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1" name="Freeform 23"/>
              <p:cNvSpPr>
                <a:spLocks noEditPoints="1"/>
              </p:cNvSpPr>
              <p:nvPr userDrawn="1"/>
            </p:nvSpPr>
            <p:spPr bwMode="auto">
              <a:xfrm>
                <a:off x="1234" y="267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2" name="Freeform 24"/>
              <p:cNvSpPr>
                <a:spLocks noEditPoints="1"/>
              </p:cNvSpPr>
              <p:nvPr userDrawn="1"/>
            </p:nvSpPr>
            <p:spPr bwMode="auto">
              <a:xfrm>
                <a:off x="1234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3" name="Freeform 25"/>
              <p:cNvSpPr>
                <a:spLocks noEditPoints="1"/>
              </p:cNvSpPr>
              <p:nvPr userDrawn="1"/>
            </p:nvSpPr>
            <p:spPr bwMode="auto">
              <a:xfrm>
                <a:off x="1234" y="281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4" name="Freeform 26"/>
              <p:cNvSpPr>
                <a:spLocks/>
              </p:cNvSpPr>
              <p:nvPr userDrawn="1"/>
            </p:nvSpPr>
            <p:spPr bwMode="auto">
              <a:xfrm>
                <a:off x="1243" y="2882"/>
                <a:ext cx="12" cy="20"/>
              </a:xfrm>
              <a:custGeom>
                <a:avLst/>
                <a:gdLst>
                  <a:gd name="T0" fmla="*/ 7 w 12"/>
                  <a:gd name="T1" fmla="*/ 20 h 20"/>
                  <a:gd name="T2" fmla="*/ 12 w 12"/>
                  <a:gd name="T3" fmla="*/ 20 h 20"/>
                  <a:gd name="T4" fmla="*/ 12 w 12"/>
                  <a:gd name="T5" fmla="*/ 0 h 20"/>
                  <a:gd name="T6" fmla="*/ 2 w 12"/>
                  <a:gd name="T7" fmla="*/ 0 h 20"/>
                  <a:gd name="T8" fmla="*/ 0 w 12"/>
                  <a:gd name="T9" fmla="*/ 5 h 20"/>
                  <a:gd name="T10" fmla="*/ 7 w 12"/>
                  <a:gd name="T11" fmla="*/ 5 h 20"/>
                  <a:gd name="T12" fmla="*/ 7 w 1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0">
                    <a:moveTo>
                      <a:pt x="7" y="20"/>
                    </a:moveTo>
                    <a:lnTo>
                      <a:pt x="12" y="20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5" name="Freeform 27"/>
              <p:cNvSpPr>
                <a:spLocks noEditPoints="1"/>
              </p:cNvSpPr>
              <p:nvPr userDrawn="1"/>
            </p:nvSpPr>
            <p:spPr bwMode="auto">
              <a:xfrm>
                <a:off x="2990" y="21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6" name="Freeform 28"/>
              <p:cNvSpPr>
                <a:spLocks noEditPoints="1"/>
              </p:cNvSpPr>
              <p:nvPr userDrawn="1"/>
            </p:nvSpPr>
            <p:spPr bwMode="auto">
              <a:xfrm>
                <a:off x="2990" y="226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7" name="Freeform 29"/>
              <p:cNvSpPr>
                <a:spLocks/>
              </p:cNvSpPr>
              <p:nvPr userDrawn="1"/>
            </p:nvSpPr>
            <p:spPr bwMode="auto">
              <a:xfrm>
                <a:off x="2999" y="2335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8" name="Freeform 30"/>
              <p:cNvSpPr>
                <a:spLocks noEditPoints="1"/>
              </p:cNvSpPr>
              <p:nvPr userDrawn="1"/>
            </p:nvSpPr>
            <p:spPr bwMode="auto">
              <a:xfrm>
                <a:off x="2990" y="240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9" name="Freeform 31"/>
              <p:cNvSpPr>
                <a:spLocks noEditPoints="1"/>
              </p:cNvSpPr>
              <p:nvPr userDrawn="1"/>
            </p:nvSpPr>
            <p:spPr bwMode="auto">
              <a:xfrm>
                <a:off x="2990" y="247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0" name="Freeform 32"/>
              <p:cNvSpPr>
                <a:spLocks/>
              </p:cNvSpPr>
              <p:nvPr userDrawn="1"/>
            </p:nvSpPr>
            <p:spPr bwMode="auto">
              <a:xfrm>
                <a:off x="2999" y="254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1" name="Freeform 33"/>
              <p:cNvSpPr>
                <a:spLocks/>
              </p:cNvSpPr>
              <p:nvPr userDrawn="1"/>
            </p:nvSpPr>
            <p:spPr bwMode="auto">
              <a:xfrm>
                <a:off x="2999" y="261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2" name="Freeform 34"/>
              <p:cNvSpPr>
                <a:spLocks noEditPoints="1"/>
              </p:cNvSpPr>
              <p:nvPr userDrawn="1"/>
            </p:nvSpPr>
            <p:spPr bwMode="auto">
              <a:xfrm>
                <a:off x="2990" y="268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3" name="Freeform 35"/>
              <p:cNvSpPr>
                <a:spLocks/>
              </p:cNvSpPr>
              <p:nvPr userDrawn="1"/>
            </p:nvSpPr>
            <p:spPr bwMode="auto">
              <a:xfrm>
                <a:off x="2999" y="275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4" name="Freeform 36"/>
              <p:cNvSpPr>
                <a:spLocks noEditPoints="1"/>
              </p:cNvSpPr>
              <p:nvPr userDrawn="1"/>
            </p:nvSpPr>
            <p:spPr bwMode="auto">
              <a:xfrm>
                <a:off x="2990" y="282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5" name="Freeform 37"/>
              <p:cNvSpPr>
                <a:spLocks/>
              </p:cNvSpPr>
              <p:nvPr userDrawn="1"/>
            </p:nvSpPr>
            <p:spPr bwMode="auto">
              <a:xfrm>
                <a:off x="2995" y="2895"/>
                <a:ext cx="25" cy="7"/>
              </a:xfrm>
              <a:custGeom>
                <a:avLst/>
                <a:gdLst>
                  <a:gd name="T0" fmla="*/ 5 w 20"/>
                  <a:gd name="T1" fmla="*/ 6 h 6"/>
                  <a:gd name="T2" fmla="*/ 10 w 20"/>
                  <a:gd name="T3" fmla="*/ 4 h 6"/>
                  <a:gd name="T4" fmla="*/ 15 w 20"/>
                  <a:gd name="T5" fmla="*/ 6 h 6"/>
                  <a:gd name="T6" fmla="*/ 20 w 20"/>
                  <a:gd name="T7" fmla="*/ 6 h 6"/>
                  <a:gd name="T8" fmla="*/ 17 w 20"/>
                  <a:gd name="T9" fmla="*/ 3 h 6"/>
                  <a:gd name="T10" fmla="*/ 10 w 20"/>
                  <a:gd name="T11" fmla="*/ 0 h 6"/>
                  <a:gd name="T12" fmla="*/ 3 w 20"/>
                  <a:gd name="T13" fmla="*/ 3 h 6"/>
                  <a:gd name="T14" fmla="*/ 0 w 20"/>
                  <a:gd name="T15" fmla="*/ 6 h 6"/>
                  <a:gd name="T16" fmla="*/ 5 w 20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6">
                    <a:moveTo>
                      <a:pt x="5" y="6"/>
                    </a:moveTo>
                    <a:cubicBezTo>
                      <a:pt x="7" y="5"/>
                      <a:pt x="8" y="4"/>
                      <a:pt x="10" y="4"/>
                    </a:cubicBezTo>
                    <a:cubicBezTo>
                      <a:pt x="12" y="4"/>
                      <a:pt x="13" y="5"/>
                      <a:pt x="15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5" y="1"/>
                      <a:pt x="13" y="0"/>
                      <a:pt x="10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1" y="5"/>
                      <a:pt x="0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6" name="Freeform 38"/>
              <p:cNvSpPr>
                <a:spLocks noEditPoints="1"/>
              </p:cNvSpPr>
              <p:nvPr userDrawn="1"/>
            </p:nvSpPr>
            <p:spPr bwMode="auto">
              <a:xfrm>
                <a:off x="1795" y="193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7" name="Freeform 39"/>
              <p:cNvSpPr>
                <a:spLocks noEditPoints="1"/>
              </p:cNvSpPr>
              <p:nvPr userDrawn="1"/>
            </p:nvSpPr>
            <p:spPr bwMode="auto">
              <a:xfrm>
                <a:off x="1795" y="1995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8" name="Freeform 40"/>
              <p:cNvSpPr>
                <a:spLocks/>
              </p:cNvSpPr>
              <p:nvPr userDrawn="1"/>
            </p:nvSpPr>
            <p:spPr bwMode="auto">
              <a:xfrm>
                <a:off x="1802" y="2058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9" name="Freeform 41"/>
              <p:cNvSpPr>
                <a:spLocks/>
              </p:cNvSpPr>
              <p:nvPr userDrawn="1"/>
            </p:nvSpPr>
            <p:spPr bwMode="auto">
              <a:xfrm>
                <a:off x="1802" y="2120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0" name="Freeform 42"/>
              <p:cNvSpPr>
                <a:spLocks/>
              </p:cNvSpPr>
              <p:nvPr userDrawn="1"/>
            </p:nvSpPr>
            <p:spPr bwMode="auto">
              <a:xfrm>
                <a:off x="1802" y="2182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4 h 44"/>
                  <a:gd name="T10" fmla="*/ 0 w 11"/>
                  <a:gd name="T11" fmla="*/ 4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1" name="Freeform 43"/>
              <p:cNvSpPr>
                <a:spLocks noEditPoints="1"/>
              </p:cNvSpPr>
              <p:nvPr userDrawn="1"/>
            </p:nvSpPr>
            <p:spPr bwMode="auto">
              <a:xfrm>
                <a:off x="1795" y="224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5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4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1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4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5"/>
                      <a:pt x="3" y="33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5"/>
                      <a:pt x="13" y="35"/>
                    </a:cubicBezTo>
                    <a:cubicBezTo>
                      <a:pt x="14" y="35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3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1" y="4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2" name="Freeform 44"/>
              <p:cNvSpPr>
                <a:spLocks/>
              </p:cNvSpPr>
              <p:nvPr userDrawn="1"/>
            </p:nvSpPr>
            <p:spPr bwMode="auto">
              <a:xfrm>
                <a:off x="1802" y="2306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5 h 44"/>
                  <a:gd name="T10" fmla="*/ 0 w 11"/>
                  <a:gd name="T11" fmla="*/ 5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3" name="Freeform 45"/>
              <p:cNvSpPr>
                <a:spLocks/>
              </p:cNvSpPr>
              <p:nvPr userDrawn="1"/>
            </p:nvSpPr>
            <p:spPr bwMode="auto">
              <a:xfrm>
                <a:off x="1156" y="2132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4" name="Freeform 46"/>
              <p:cNvSpPr>
                <a:spLocks noEditPoints="1"/>
              </p:cNvSpPr>
              <p:nvPr userDrawn="1"/>
            </p:nvSpPr>
            <p:spPr bwMode="auto">
              <a:xfrm>
                <a:off x="1149" y="2193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29 h 38"/>
                  <a:gd name="T16" fmla="*/ 19 w 25"/>
                  <a:gd name="T17" fmla="*/ 35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9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5" y="0"/>
                      <a:pt x="17" y="0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29"/>
                    </a:cubicBezTo>
                    <a:cubicBezTo>
                      <a:pt x="22" y="32"/>
                      <a:pt x="21" y="34"/>
                      <a:pt x="19" y="35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5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7"/>
                      <a:pt x="5" y="9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5" name="Freeform 47"/>
              <p:cNvSpPr>
                <a:spLocks/>
              </p:cNvSpPr>
              <p:nvPr userDrawn="1"/>
            </p:nvSpPr>
            <p:spPr bwMode="auto">
              <a:xfrm>
                <a:off x="1156" y="2256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6" name="Freeform 48"/>
              <p:cNvSpPr>
                <a:spLocks noEditPoints="1"/>
              </p:cNvSpPr>
              <p:nvPr userDrawn="1"/>
            </p:nvSpPr>
            <p:spPr bwMode="auto">
              <a:xfrm>
                <a:off x="1149" y="2317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7" name="Freeform 49"/>
              <p:cNvSpPr>
                <a:spLocks noEditPoints="1"/>
              </p:cNvSpPr>
              <p:nvPr userDrawn="1"/>
            </p:nvSpPr>
            <p:spPr bwMode="auto">
              <a:xfrm>
                <a:off x="1149" y="2379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8" name="Freeform 50"/>
              <p:cNvSpPr>
                <a:spLocks noEditPoints="1"/>
              </p:cNvSpPr>
              <p:nvPr userDrawn="1"/>
            </p:nvSpPr>
            <p:spPr bwMode="auto">
              <a:xfrm>
                <a:off x="1149" y="2441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3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9" name="Freeform 51"/>
              <p:cNvSpPr>
                <a:spLocks noEditPoints="1"/>
              </p:cNvSpPr>
              <p:nvPr userDrawn="1"/>
            </p:nvSpPr>
            <p:spPr bwMode="auto">
              <a:xfrm>
                <a:off x="1066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0" name="Freeform 52"/>
              <p:cNvSpPr>
                <a:spLocks/>
              </p:cNvSpPr>
              <p:nvPr userDrawn="1"/>
            </p:nvSpPr>
            <p:spPr bwMode="auto">
              <a:xfrm>
                <a:off x="1073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1" name="Freeform 53"/>
              <p:cNvSpPr>
                <a:spLocks noEditPoints="1"/>
              </p:cNvSpPr>
              <p:nvPr userDrawn="1"/>
            </p:nvSpPr>
            <p:spPr bwMode="auto">
              <a:xfrm>
                <a:off x="1066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2" name="Freeform 54"/>
              <p:cNvSpPr>
                <a:spLocks noEditPoints="1"/>
              </p:cNvSpPr>
              <p:nvPr userDrawn="1"/>
            </p:nvSpPr>
            <p:spPr bwMode="auto">
              <a:xfrm>
                <a:off x="1066" y="190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3" name="Freeform 55"/>
              <p:cNvSpPr>
                <a:spLocks/>
              </p:cNvSpPr>
              <p:nvPr userDrawn="1"/>
            </p:nvSpPr>
            <p:spPr bwMode="auto">
              <a:xfrm>
                <a:off x="1073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4" name="Freeform 56"/>
              <p:cNvSpPr>
                <a:spLocks noEditPoints="1"/>
              </p:cNvSpPr>
              <p:nvPr userDrawn="1"/>
            </p:nvSpPr>
            <p:spPr bwMode="auto">
              <a:xfrm>
                <a:off x="1066" y="204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5" name="Freeform 57"/>
              <p:cNvSpPr>
                <a:spLocks noEditPoints="1"/>
              </p:cNvSpPr>
              <p:nvPr userDrawn="1"/>
            </p:nvSpPr>
            <p:spPr bwMode="auto">
              <a:xfrm>
                <a:off x="1066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6" name="Freeform 58"/>
              <p:cNvSpPr>
                <a:spLocks/>
              </p:cNvSpPr>
              <p:nvPr userDrawn="1"/>
            </p:nvSpPr>
            <p:spPr bwMode="auto">
              <a:xfrm>
                <a:off x="1073" y="2182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7" name="Freeform 59"/>
              <p:cNvSpPr>
                <a:spLocks noEditPoints="1"/>
              </p:cNvSpPr>
              <p:nvPr userDrawn="1"/>
            </p:nvSpPr>
            <p:spPr bwMode="auto">
              <a:xfrm>
                <a:off x="1066" y="225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8" name="Freeform 60"/>
              <p:cNvSpPr>
                <a:spLocks noEditPoints="1"/>
              </p:cNvSpPr>
              <p:nvPr userDrawn="1"/>
            </p:nvSpPr>
            <p:spPr bwMode="auto">
              <a:xfrm>
                <a:off x="1066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9" name="Freeform 61"/>
              <p:cNvSpPr>
                <a:spLocks noEditPoints="1"/>
              </p:cNvSpPr>
              <p:nvPr userDrawn="1"/>
            </p:nvSpPr>
            <p:spPr bwMode="auto">
              <a:xfrm>
                <a:off x="1066" y="239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0" name="Freeform 62"/>
              <p:cNvSpPr>
                <a:spLocks/>
              </p:cNvSpPr>
              <p:nvPr userDrawn="1"/>
            </p:nvSpPr>
            <p:spPr bwMode="auto">
              <a:xfrm>
                <a:off x="1073" y="246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1" name="Freeform 63"/>
              <p:cNvSpPr>
                <a:spLocks noEditPoints="1"/>
              </p:cNvSpPr>
              <p:nvPr userDrawn="1"/>
            </p:nvSpPr>
            <p:spPr bwMode="auto">
              <a:xfrm>
                <a:off x="1066" y="2531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2" name="Freeform 64"/>
              <p:cNvSpPr>
                <a:spLocks noEditPoints="1"/>
              </p:cNvSpPr>
              <p:nvPr userDrawn="1"/>
            </p:nvSpPr>
            <p:spPr bwMode="auto">
              <a:xfrm>
                <a:off x="1066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3" name="Freeform 65"/>
              <p:cNvSpPr>
                <a:spLocks/>
              </p:cNvSpPr>
              <p:nvPr userDrawn="1"/>
            </p:nvSpPr>
            <p:spPr bwMode="auto">
              <a:xfrm>
                <a:off x="1073" y="267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4" name="Freeform 66"/>
              <p:cNvSpPr>
                <a:spLocks noEditPoints="1"/>
              </p:cNvSpPr>
              <p:nvPr userDrawn="1"/>
            </p:nvSpPr>
            <p:spPr bwMode="auto">
              <a:xfrm>
                <a:off x="1066" y="2741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5" name="Freeform 67"/>
              <p:cNvSpPr>
                <a:spLocks/>
              </p:cNvSpPr>
              <p:nvPr userDrawn="1"/>
            </p:nvSpPr>
            <p:spPr bwMode="auto">
              <a:xfrm>
                <a:off x="1073" y="281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6" name="Freeform 68"/>
              <p:cNvSpPr>
                <a:spLocks/>
              </p:cNvSpPr>
              <p:nvPr userDrawn="1"/>
            </p:nvSpPr>
            <p:spPr bwMode="auto">
              <a:xfrm>
                <a:off x="1066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1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7" name="Freeform 69"/>
              <p:cNvSpPr>
                <a:spLocks/>
              </p:cNvSpPr>
              <p:nvPr userDrawn="1"/>
            </p:nvSpPr>
            <p:spPr bwMode="auto">
              <a:xfrm>
                <a:off x="2587" y="152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8" name="Freeform 70"/>
              <p:cNvSpPr>
                <a:spLocks/>
              </p:cNvSpPr>
              <p:nvPr userDrawn="1"/>
            </p:nvSpPr>
            <p:spPr bwMode="auto">
              <a:xfrm>
                <a:off x="1317" y="1234"/>
                <a:ext cx="13" cy="49"/>
              </a:xfrm>
              <a:custGeom>
                <a:avLst/>
                <a:gdLst>
                  <a:gd name="T0" fmla="*/ 4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9 w 13"/>
                  <a:gd name="T7" fmla="*/ 49 h 49"/>
                  <a:gd name="T8" fmla="*/ 9 w 13"/>
                  <a:gd name="T9" fmla="*/ 5 h 49"/>
                  <a:gd name="T10" fmla="*/ 0 w 13"/>
                  <a:gd name="T11" fmla="*/ 5 h 49"/>
                  <a:gd name="T12" fmla="*/ 4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4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9" name="Freeform 71"/>
              <p:cNvSpPr>
                <a:spLocks/>
              </p:cNvSpPr>
              <p:nvPr userDrawn="1"/>
            </p:nvSpPr>
            <p:spPr bwMode="auto">
              <a:xfrm>
                <a:off x="2489" y="72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0" name="Freeform 72"/>
              <p:cNvSpPr>
                <a:spLocks noEditPoints="1"/>
              </p:cNvSpPr>
              <p:nvPr userDrawn="1"/>
            </p:nvSpPr>
            <p:spPr bwMode="auto">
              <a:xfrm>
                <a:off x="2579" y="15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1" name="Freeform 73"/>
              <p:cNvSpPr>
                <a:spLocks/>
              </p:cNvSpPr>
              <p:nvPr userDrawn="1"/>
            </p:nvSpPr>
            <p:spPr bwMode="auto">
              <a:xfrm>
                <a:off x="2587" y="1666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2" name="Freeform 74"/>
              <p:cNvSpPr>
                <a:spLocks noEditPoints="1"/>
              </p:cNvSpPr>
              <p:nvPr userDrawn="1"/>
            </p:nvSpPr>
            <p:spPr bwMode="auto">
              <a:xfrm>
                <a:off x="2579" y="17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3" name="Freeform 75"/>
              <p:cNvSpPr>
                <a:spLocks noEditPoints="1"/>
              </p:cNvSpPr>
              <p:nvPr userDrawn="1"/>
            </p:nvSpPr>
            <p:spPr bwMode="auto">
              <a:xfrm>
                <a:off x="1868" y="232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3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4" name="Freeform 76"/>
              <p:cNvSpPr>
                <a:spLocks/>
              </p:cNvSpPr>
              <p:nvPr userDrawn="1"/>
            </p:nvSpPr>
            <p:spPr bwMode="auto">
              <a:xfrm>
                <a:off x="1875" y="2394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5" name="Freeform 77"/>
              <p:cNvSpPr>
                <a:spLocks noEditPoints="1"/>
              </p:cNvSpPr>
              <p:nvPr userDrawn="1"/>
            </p:nvSpPr>
            <p:spPr bwMode="auto">
              <a:xfrm>
                <a:off x="1868" y="246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6" name="Freeform 78"/>
              <p:cNvSpPr>
                <a:spLocks noEditPoints="1"/>
              </p:cNvSpPr>
              <p:nvPr userDrawn="1"/>
            </p:nvSpPr>
            <p:spPr bwMode="auto">
              <a:xfrm>
                <a:off x="1868" y="253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7" name="Freeform 79"/>
              <p:cNvSpPr>
                <a:spLocks/>
              </p:cNvSpPr>
              <p:nvPr userDrawn="1"/>
            </p:nvSpPr>
            <p:spPr bwMode="auto">
              <a:xfrm>
                <a:off x="1875" y="260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8" name="Freeform 80"/>
              <p:cNvSpPr>
                <a:spLocks noEditPoints="1"/>
              </p:cNvSpPr>
              <p:nvPr userDrawn="1"/>
            </p:nvSpPr>
            <p:spPr bwMode="auto">
              <a:xfrm>
                <a:off x="1868" y="267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1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9" name="Freeform 81"/>
              <p:cNvSpPr>
                <a:spLocks/>
              </p:cNvSpPr>
              <p:nvPr userDrawn="1"/>
            </p:nvSpPr>
            <p:spPr bwMode="auto">
              <a:xfrm>
                <a:off x="1875" y="274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0" name="Freeform 82"/>
              <p:cNvSpPr>
                <a:spLocks/>
              </p:cNvSpPr>
              <p:nvPr userDrawn="1"/>
            </p:nvSpPr>
            <p:spPr bwMode="auto">
              <a:xfrm>
                <a:off x="1875" y="281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1" name="Freeform 83"/>
              <p:cNvSpPr>
                <a:spLocks/>
              </p:cNvSpPr>
              <p:nvPr userDrawn="1"/>
            </p:nvSpPr>
            <p:spPr bwMode="auto">
              <a:xfrm>
                <a:off x="1875" y="2884"/>
                <a:ext cx="12" cy="18"/>
              </a:xfrm>
              <a:custGeom>
                <a:avLst/>
                <a:gdLst>
                  <a:gd name="T0" fmla="*/ 7 w 12"/>
                  <a:gd name="T1" fmla="*/ 18 h 18"/>
                  <a:gd name="T2" fmla="*/ 12 w 12"/>
                  <a:gd name="T3" fmla="*/ 18 h 18"/>
                  <a:gd name="T4" fmla="*/ 12 w 12"/>
                  <a:gd name="T5" fmla="*/ 0 h 18"/>
                  <a:gd name="T6" fmla="*/ 2 w 12"/>
                  <a:gd name="T7" fmla="*/ 0 h 18"/>
                  <a:gd name="T8" fmla="*/ 0 w 12"/>
                  <a:gd name="T9" fmla="*/ 5 h 18"/>
                  <a:gd name="T10" fmla="*/ 7 w 12"/>
                  <a:gd name="T11" fmla="*/ 5 h 18"/>
                  <a:gd name="T12" fmla="*/ 7 w 12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">
                    <a:moveTo>
                      <a:pt x="7" y="18"/>
                    </a:moveTo>
                    <a:lnTo>
                      <a:pt x="12" y="18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2" name="Freeform 84"/>
              <p:cNvSpPr>
                <a:spLocks/>
              </p:cNvSpPr>
              <p:nvPr userDrawn="1"/>
            </p:nvSpPr>
            <p:spPr bwMode="auto">
              <a:xfrm>
                <a:off x="2587" y="2699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3" name="Freeform 85"/>
              <p:cNvSpPr>
                <a:spLocks/>
              </p:cNvSpPr>
              <p:nvPr userDrawn="1"/>
            </p:nvSpPr>
            <p:spPr bwMode="auto">
              <a:xfrm>
                <a:off x="2587" y="2770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4" name="Freeform 86"/>
              <p:cNvSpPr>
                <a:spLocks noEditPoints="1"/>
              </p:cNvSpPr>
              <p:nvPr userDrawn="1"/>
            </p:nvSpPr>
            <p:spPr bwMode="auto">
              <a:xfrm>
                <a:off x="2579" y="283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5" name="Freeform 87"/>
              <p:cNvSpPr>
                <a:spLocks noEditPoints="1"/>
              </p:cNvSpPr>
              <p:nvPr userDrawn="1"/>
            </p:nvSpPr>
            <p:spPr bwMode="auto">
              <a:xfrm>
                <a:off x="2033" y="2148"/>
                <a:ext cx="29" cy="43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6" name="Freeform 88"/>
              <p:cNvSpPr>
                <a:spLocks/>
              </p:cNvSpPr>
              <p:nvPr userDrawn="1"/>
            </p:nvSpPr>
            <p:spPr bwMode="auto">
              <a:xfrm>
                <a:off x="2040" y="2205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7" name="Freeform 89"/>
              <p:cNvSpPr>
                <a:spLocks/>
              </p:cNvSpPr>
              <p:nvPr userDrawn="1"/>
            </p:nvSpPr>
            <p:spPr bwMode="auto">
              <a:xfrm>
                <a:off x="2040" y="2262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8" name="Freeform 90"/>
              <p:cNvSpPr>
                <a:spLocks/>
              </p:cNvSpPr>
              <p:nvPr userDrawn="1"/>
            </p:nvSpPr>
            <p:spPr bwMode="auto">
              <a:xfrm>
                <a:off x="2040" y="2318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9" name="Freeform 91"/>
              <p:cNvSpPr>
                <a:spLocks noEditPoints="1"/>
              </p:cNvSpPr>
              <p:nvPr userDrawn="1"/>
            </p:nvSpPr>
            <p:spPr bwMode="auto">
              <a:xfrm>
                <a:off x="2033" y="2374"/>
                <a:ext cx="29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7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7 h 35"/>
                  <a:gd name="T40" fmla="*/ 18 w 23"/>
                  <a:gd name="T41" fmla="*/ 9 h 35"/>
                  <a:gd name="T42" fmla="*/ 15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0" name="Freeform 92"/>
              <p:cNvSpPr>
                <a:spLocks/>
              </p:cNvSpPr>
              <p:nvPr userDrawn="1"/>
            </p:nvSpPr>
            <p:spPr bwMode="auto">
              <a:xfrm>
                <a:off x="2040" y="2432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1" name="Freeform 93"/>
              <p:cNvSpPr>
                <a:spLocks/>
              </p:cNvSpPr>
              <p:nvPr userDrawn="1"/>
            </p:nvSpPr>
            <p:spPr bwMode="auto">
              <a:xfrm>
                <a:off x="2040" y="2488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2" name="Freeform 94"/>
              <p:cNvSpPr>
                <a:spLocks noEditPoints="1"/>
              </p:cNvSpPr>
              <p:nvPr userDrawn="1"/>
            </p:nvSpPr>
            <p:spPr bwMode="auto">
              <a:xfrm>
                <a:off x="2033" y="2543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5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5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3" name="Freeform 95"/>
              <p:cNvSpPr>
                <a:spLocks/>
              </p:cNvSpPr>
              <p:nvPr userDrawn="1"/>
            </p:nvSpPr>
            <p:spPr bwMode="auto">
              <a:xfrm>
                <a:off x="2040" y="2600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4" name="Freeform 96"/>
              <p:cNvSpPr>
                <a:spLocks noEditPoints="1"/>
              </p:cNvSpPr>
              <p:nvPr userDrawn="1"/>
            </p:nvSpPr>
            <p:spPr bwMode="auto">
              <a:xfrm>
                <a:off x="2033" y="2656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6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5" name="Freeform 97"/>
              <p:cNvSpPr>
                <a:spLocks noEditPoints="1"/>
              </p:cNvSpPr>
              <p:nvPr userDrawn="1"/>
            </p:nvSpPr>
            <p:spPr bwMode="auto">
              <a:xfrm>
                <a:off x="2033" y="2712"/>
                <a:ext cx="29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8 h 35"/>
                  <a:gd name="T40" fmla="*/ 18 w 23"/>
                  <a:gd name="T41" fmla="*/ 10 h 35"/>
                  <a:gd name="T42" fmla="*/ 15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8"/>
                    </a:cubicBezTo>
                    <a:cubicBezTo>
                      <a:pt x="19" y="14"/>
                      <a:pt x="19" y="12"/>
                      <a:pt x="18" y="10"/>
                    </a:cubicBezTo>
                    <a:cubicBezTo>
                      <a:pt x="18" y="8"/>
                      <a:pt x="17" y="6"/>
                      <a:pt x="15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6" name="Freeform 98"/>
              <p:cNvSpPr>
                <a:spLocks noEditPoints="1"/>
              </p:cNvSpPr>
              <p:nvPr userDrawn="1"/>
            </p:nvSpPr>
            <p:spPr bwMode="auto">
              <a:xfrm>
                <a:off x="2033" y="2769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7" name="Freeform 99"/>
              <p:cNvSpPr>
                <a:spLocks/>
              </p:cNvSpPr>
              <p:nvPr userDrawn="1"/>
            </p:nvSpPr>
            <p:spPr bwMode="auto">
              <a:xfrm>
                <a:off x="2040" y="2826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8" name="Freeform 100"/>
              <p:cNvSpPr>
                <a:spLocks/>
              </p:cNvSpPr>
              <p:nvPr userDrawn="1"/>
            </p:nvSpPr>
            <p:spPr bwMode="auto">
              <a:xfrm>
                <a:off x="2040" y="2882"/>
                <a:ext cx="11" cy="20"/>
              </a:xfrm>
              <a:custGeom>
                <a:avLst/>
                <a:gdLst>
                  <a:gd name="T0" fmla="*/ 6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4 h 20"/>
                  <a:gd name="T10" fmla="*/ 6 w 11"/>
                  <a:gd name="T11" fmla="*/ 4 h 20"/>
                  <a:gd name="T12" fmla="*/ 6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6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6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9" name="Freeform 101"/>
              <p:cNvSpPr>
                <a:spLocks noEditPoints="1"/>
              </p:cNvSpPr>
              <p:nvPr userDrawn="1"/>
            </p:nvSpPr>
            <p:spPr bwMode="auto">
              <a:xfrm>
                <a:off x="2118" y="2431"/>
                <a:ext cx="28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9 h 35"/>
                  <a:gd name="T42" fmla="*/ 16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0" name="Freeform 102"/>
              <p:cNvSpPr>
                <a:spLocks/>
              </p:cNvSpPr>
              <p:nvPr userDrawn="1"/>
            </p:nvSpPr>
            <p:spPr bwMode="auto">
              <a:xfrm>
                <a:off x="2124" y="2489"/>
                <a:ext cx="11" cy="39"/>
              </a:xfrm>
              <a:custGeom>
                <a:avLst/>
                <a:gdLst>
                  <a:gd name="T0" fmla="*/ 2 w 11"/>
                  <a:gd name="T1" fmla="*/ 0 h 39"/>
                  <a:gd name="T2" fmla="*/ 11 w 11"/>
                  <a:gd name="T3" fmla="*/ 0 h 39"/>
                  <a:gd name="T4" fmla="*/ 11 w 11"/>
                  <a:gd name="T5" fmla="*/ 39 h 39"/>
                  <a:gd name="T6" fmla="*/ 7 w 11"/>
                  <a:gd name="T7" fmla="*/ 39 h 39"/>
                  <a:gd name="T8" fmla="*/ 7 w 11"/>
                  <a:gd name="T9" fmla="*/ 4 h 39"/>
                  <a:gd name="T10" fmla="*/ 0 w 11"/>
                  <a:gd name="T11" fmla="*/ 4 h 39"/>
                  <a:gd name="T12" fmla="*/ 2 w 11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9">
                    <a:moveTo>
                      <a:pt x="2" y="0"/>
                    </a:moveTo>
                    <a:lnTo>
                      <a:pt x="11" y="0"/>
                    </a:lnTo>
                    <a:lnTo>
                      <a:pt x="11" y="39"/>
                    </a:lnTo>
                    <a:lnTo>
                      <a:pt x="7" y="3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1" name="Freeform 103"/>
              <p:cNvSpPr>
                <a:spLocks/>
              </p:cNvSpPr>
              <p:nvPr userDrawn="1"/>
            </p:nvSpPr>
            <p:spPr bwMode="auto">
              <a:xfrm>
                <a:off x="2124" y="2545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2" name="Freeform 104"/>
              <p:cNvSpPr>
                <a:spLocks/>
              </p:cNvSpPr>
              <p:nvPr userDrawn="1"/>
            </p:nvSpPr>
            <p:spPr bwMode="auto">
              <a:xfrm>
                <a:off x="2124" y="2601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3" name="Freeform 105"/>
              <p:cNvSpPr>
                <a:spLocks noEditPoints="1"/>
              </p:cNvSpPr>
              <p:nvPr userDrawn="1"/>
            </p:nvSpPr>
            <p:spPr bwMode="auto">
              <a:xfrm>
                <a:off x="2118" y="2656"/>
                <a:ext cx="28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10 h 35"/>
                  <a:gd name="T42" fmla="*/ 16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4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10"/>
                    </a:cubicBezTo>
                    <a:cubicBezTo>
                      <a:pt x="18" y="8"/>
                      <a:pt x="17" y="6"/>
                      <a:pt x="16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4" name="Freeform 106"/>
              <p:cNvSpPr>
                <a:spLocks/>
              </p:cNvSpPr>
              <p:nvPr userDrawn="1"/>
            </p:nvSpPr>
            <p:spPr bwMode="auto">
              <a:xfrm>
                <a:off x="2124" y="2714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7 w 11"/>
                  <a:gd name="T7" fmla="*/ 41 h 41"/>
                  <a:gd name="T8" fmla="*/ 7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7" y="41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5" name="Freeform 107"/>
              <p:cNvSpPr>
                <a:spLocks noEditPoints="1"/>
              </p:cNvSpPr>
              <p:nvPr userDrawn="1"/>
            </p:nvSpPr>
            <p:spPr bwMode="auto">
              <a:xfrm>
                <a:off x="2118" y="2770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1 h 34"/>
                  <a:gd name="T6" fmla="*/ 11 w 23"/>
                  <a:gd name="T7" fmla="*/ 0 h 34"/>
                  <a:gd name="T8" fmla="*/ 17 w 23"/>
                  <a:gd name="T9" fmla="*/ 1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29 h 34"/>
                  <a:gd name="T32" fmla="*/ 11 w 23"/>
                  <a:gd name="T33" fmla="*/ 31 h 34"/>
                  <a:gd name="T34" fmla="*/ 16 w 23"/>
                  <a:gd name="T35" fmla="*/ 30 h 34"/>
                  <a:gd name="T36" fmla="*/ 18 w 23"/>
                  <a:gd name="T37" fmla="*/ 25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8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2"/>
                      <a:pt x="1" y="9"/>
                      <a:pt x="2" y="7"/>
                    </a:cubicBezTo>
                    <a:cubicBezTo>
                      <a:pt x="3" y="4"/>
                      <a:pt x="4" y="3"/>
                      <a:pt x="6" y="1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9" y="3"/>
                      <a:pt x="20" y="4"/>
                      <a:pt x="21" y="7"/>
                    </a:cubicBezTo>
                    <a:cubicBezTo>
                      <a:pt x="22" y="9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3"/>
                      <a:pt x="13" y="34"/>
                      <a:pt x="11" y="34"/>
                    </a:cubicBezTo>
                    <a:cubicBezTo>
                      <a:pt x="9" y="34"/>
                      <a:pt x="7" y="33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4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0"/>
                      <a:pt x="4" y="23"/>
                      <a:pt x="4" y="25"/>
                    </a:cubicBezTo>
                    <a:cubicBezTo>
                      <a:pt x="5" y="27"/>
                      <a:pt x="6" y="29"/>
                      <a:pt x="7" y="29"/>
                    </a:cubicBezTo>
                    <a:cubicBezTo>
                      <a:pt x="9" y="30"/>
                      <a:pt x="10" y="31"/>
                      <a:pt x="11" y="31"/>
                    </a:cubicBezTo>
                    <a:cubicBezTo>
                      <a:pt x="13" y="31"/>
                      <a:pt x="14" y="30"/>
                      <a:pt x="16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20" y="20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5"/>
                      <a:pt x="16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9" y="3"/>
                      <a:pt x="7" y="4"/>
                    </a:cubicBezTo>
                    <a:cubicBezTo>
                      <a:pt x="6" y="5"/>
                      <a:pt x="5" y="7"/>
                      <a:pt x="4" y="8"/>
                    </a:cubicBezTo>
                    <a:cubicBezTo>
                      <a:pt x="4" y="10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6" name="Freeform 108"/>
              <p:cNvSpPr>
                <a:spLocks noEditPoints="1"/>
              </p:cNvSpPr>
              <p:nvPr userDrawn="1"/>
            </p:nvSpPr>
            <p:spPr bwMode="auto">
              <a:xfrm>
                <a:off x="2118" y="2826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3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2 h 34"/>
                  <a:gd name="T34" fmla="*/ 16 w 23"/>
                  <a:gd name="T35" fmla="*/ 30 h 34"/>
                  <a:gd name="T36" fmla="*/ 18 w 23"/>
                  <a:gd name="T37" fmla="*/ 26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20" y="21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7" name="Freeform 109"/>
              <p:cNvSpPr>
                <a:spLocks/>
              </p:cNvSpPr>
              <p:nvPr userDrawn="1"/>
            </p:nvSpPr>
            <p:spPr bwMode="auto">
              <a:xfrm>
                <a:off x="2124" y="2882"/>
                <a:ext cx="11" cy="20"/>
              </a:xfrm>
              <a:custGeom>
                <a:avLst/>
                <a:gdLst>
                  <a:gd name="T0" fmla="*/ 7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5 h 20"/>
                  <a:gd name="T10" fmla="*/ 7 w 11"/>
                  <a:gd name="T11" fmla="*/ 5 h 20"/>
                  <a:gd name="T12" fmla="*/ 7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7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8" name="Freeform 110"/>
              <p:cNvSpPr>
                <a:spLocks/>
              </p:cNvSpPr>
              <p:nvPr userDrawn="1"/>
            </p:nvSpPr>
            <p:spPr bwMode="auto">
              <a:xfrm>
                <a:off x="2200" y="1750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9" name="Freeform 111"/>
              <p:cNvSpPr>
                <a:spLocks/>
              </p:cNvSpPr>
              <p:nvPr userDrawn="1"/>
            </p:nvSpPr>
            <p:spPr bwMode="auto">
              <a:xfrm>
                <a:off x="2200" y="181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0" name="Freeform 112"/>
              <p:cNvSpPr>
                <a:spLocks noEditPoints="1"/>
              </p:cNvSpPr>
              <p:nvPr userDrawn="1"/>
            </p:nvSpPr>
            <p:spPr bwMode="auto">
              <a:xfrm>
                <a:off x="2192" y="18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1" name="Freeform 113"/>
              <p:cNvSpPr>
                <a:spLocks noEditPoints="1"/>
              </p:cNvSpPr>
              <p:nvPr userDrawn="1"/>
            </p:nvSpPr>
            <p:spPr bwMode="auto">
              <a:xfrm>
                <a:off x="2192" y="1959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2" name="Freeform 114"/>
              <p:cNvSpPr>
                <a:spLocks noEditPoints="1"/>
              </p:cNvSpPr>
              <p:nvPr userDrawn="1"/>
            </p:nvSpPr>
            <p:spPr bwMode="auto">
              <a:xfrm>
                <a:off x="2192" y="2028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3" name="Freeform 115"/>
              <p:cNvSpPr>
                <a:spLocks/>
              </p:cNvSpPr>
              <p:nvPr userDrawn="1"/>
            </p:nvSpPr>
            <p:spPr bwMode="auto">
              <a:xfrm>
                <a:off x="2200" y="21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4" name="Freeform 116"/>
              <p:cNvSpPr>
                <a:spLocks noEditPoints="1"/>
              </p:cNvSpPr>
              <p:nvPr userDrawn="1"/>
            </p:nvSpPr>
            <p:spPr bwMode="auto">
              <a:xfrm>
                <a:off x="2495" y="21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5" name="Freeform 117"/>
              <p:cNvSpPr>
                <a:spLocks/>
              </p:cNvSpPr>
              <p:nvPr userDrawn="1"/>
            </p:nvSpPr>
            <p:spPr bwMode="auto">
              <a:xfrm>
                <a:off x="2502" y="220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6" name="Freeform 118"/>
              <p:cNvSpPr>
                <a:spLocks noEditPoints="1"/>
              </p:cNvSpPr>
              <p:nvPr userDrawn="1"/>
            </p:nvSpPr>
            <p:spPr bwMode="auto">
              <a:xfrm>
                <a:off x="2495" y="22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0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7" name="Freeform 119"/>
              <p:cNvSpPr>
                <a:spLocks noEditPoints="1"/>
              </p:cNvSpPr>
              <p:nvPr userDrawn="1"/>
            </p:nvSpPr>
            <p:spPr bwMode="auto">
              <a:xfrm>
                <a:off x="2495" y="234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8" name="Freeform 120"/>
              <p:cNvSpPr>
                <a:spLocks noEditPoints="1"/>
              </p:cNvSpPr>
              <p:nvPr userDrawn="1"/>
            </p:nvSpPr>
            <p:spPr bwMode="auto">
              <a:xfrm>
                <a:off x="2495" y="24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9" name="Freeform 121"/>
              <p:cNvSpPr>
                <a:spLocks/>
              </p:cNvSpPr>
              <p:nvPr userDrawn="1"/>
            </p:nvSpPr>
            <p:spPr bwMode="auto">
              <a:xfrm>
                <a:off x="2502" y="248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0" name="Freeform 122"/>
              <p:cNvSpPr>
                <a:spLocks/>
              </p:cNvSpPr>
              <p:nvPr userDrawn="1"/>
            </p:nvSpPr>
            <p:spPr bwMode="auto">
              <a:xfrm>
                <a:off x="2502" y="2559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1" name="Freeform 123"/>
              <p:cNvSpPr>
                <a:spLocks noEditPoints="1"/>
              </p:cNvSpPr>
              <p:nvPr userDrawn="1"/>
            </p:nvSpPr>
            <p:spPr bwMode="auto">
              <a:xfrm>
                <a:off x="2495" y="2627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2" name="Freeform 124"/>
              <p:cNvSpPr>
                <a:spLocks/>
              </p:cNvSpPr>
              <p:nvPr userDrawn="1"/>
            </p:nvSpPr>
            <p:spPr bwMode="auto">
              <a:xfrm>
                <a:off x="2502" y="269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3" name="Freeform 125"/>
              <p:cNvSpPr>
                <a:spLocks noEditPoints="1"/>
              </p:cNvSpPr>
              <p:nvPr userDrawn="1"/>
            </p:nvSpPr>
            <p:spPr bwMode="auto">
              <a:xfrm>
                <a:off x="2495" y="276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8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4" name="Freeform 126"/>
              <p:cNvSpPr>
                <a:spLocks/>
              </p:cNvSpPr>
              <p:nvPr userDrawn="1"/>
            </p:nvSpPr>
            <p:spPr bwMode="auto">
              <a:xfrm>
                <a:off x="2502" y="283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5" name="Freeform 127"/>
              <p:cNvSpPr>
                <a:spLocks/>
              </p:cNvSpPr>
              <p:nvPr userDrawn="1"/>
            </p:nvSpPr>
            <p:spPr bwMode="auto">
              <a:xfrm>
                <a:off x="1962" y="180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6" name="Freeform 128"/>
              <p:cNvSpPr>
                <a:spLocks noEditPoints="1"/>
              </p:cNvSpPr>
              <p:nvPr userDrawn="1"/>
            </p:nvSpPr>
            <p:spPr bwMode="auto">
              <a:xfrm>
                <a:off x="1954" y="187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7" name="Freeform 129"/>
              <p:cNvSpPr>
                <a:spLocks/>
              </p:cNvSpPr>
              <p:nvPr userDrawn="1"/>
            </p:nvSpPr>
            <p:spPr bwMode="auto">
              <a:xfrm>
                <a:off x="1962" y="194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8" name="Freeform 130"/>
              <p:cNvSpPr>
                <a:spLocks noEditPoints="1"/>
              </p:cNvSpPr>
              <p:nvPr userDrawn="1"/>
            </p:nvSpPr>
            <p:spPr bwMode="auto">
              <a:xfrm>
                <a:off x="1954" y="201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9" name="Freeform 131"/>
              <p:cNvSpPr>
                <a:spLocks noEditPoints="1"/>
              </p:cNvSpPr>
              <p:nvPr userDrawn="1"/>
            </p:nvSpPr>
            <p:spPr bwMode="auto">
              <a:xfrm>
                <a:off x="1954" y="2085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0" name="Freeform 132"/>
              <p:cNvSpPr>
                <a:spLocks/>
              </p:cNvSpPr>
              <p:nvPr userDrawn="1"/>
            </p:nvSpPr>
            <p:spPr bwMode="auto">
              <a:xfrm>
                <a:off x="1962" y="215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1" name="Freeform 133"/>
              <p:cNvSpPr>
                <a:spLocks noEditPoints="1"/>
              </p:cNvSpPr>
              <p:nvPr userDrawn="1"/>
            </p:nvSpPr>
            <p:spPr bwMode="auto">
              <a:xfrm>
                <a:off x="1954" y="222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2" name="Freeform 134"/>
              <p:cNvSpPr>
                <a:spLocks noEditPoints="1"/>
              </p:cNvSpPr>
              <p:nvPr userDrawn="1"/>
            </p:nvSpPr>
            <p:spPr bwMode="auto">
              <a:xfrm>
                <a:off x="1954" y="229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3" name="Freeform 135"/>
              <p:cNvSpPr>
                <a:spLocks/>
              </p:cNvSpPr>
              <p:nvPr userDrawn="1"/>
            </p:nvSpPr>
            <p:spPr bwMode="auto">
              <a:xfrm>
                <a:off x="1962" y="236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4" name="Freeform 136"/>
              <p:cNvSpPr>
                <a:spLocks noEditPoints="1"/>
              </p:cNvSpPr>
              <p:nvPr userDrawn="1"/>
            </p:nvSpPr>
            <p:spPr bwMode="auto">
              <a:xfrm>
                <a:off x="1954" y="24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5" name="Freeform 137"/>
              <p:cNvSpPr>
                <a:spLocks noEditPoints="1"/>
              </p:cNvSpPr>
              <p:nvPr userDrawn="1"/>
            </p:nvSpPr>
            <p:spPr bwMode="auto">
              <a:xfrm>
                <a:off x="1954" y="250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6" name="Freeform 138"/>
              <p:cNvSpPr>
                <a:spLocks noEditPoints="1"/>
              </p:cNvSpPr>
              <p:nvPr userDrawn="1"/>
            </p:nvSpPr>
            <p:spPr bwMode="auto">
              <a:xfrm>
                <a:off x="1954" y="25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7" name="Freeform 139"/>
              <p:cNvSpPr>
                <a:spLocks/>
              </p:cNvSpPr>
              <p:nvPr userDrawn="1"/>
            </p:nvSpPr>
            <p:spPr bwMode="auto">
              <a:xfrm>
                <a:off x="1962" y="264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8" name="Freeform 140"/>
              <p:cNvSpPr>
                <a:spLocks noEditPoints="1"/>
              </p:cNvSpPr>
              <p:nvPr userDrawn="1"/>
            </p:nvSpPr>
            <p:spPr bwMode="auto">
              <a:xfrm>
                <a:off x="1954" y="27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9" name="Freeform 141"/>
              <p:cNvSpPr>
                <a:spLocks noEditPoints="1"/>
              </p:cNvSpPr>
              <p:nvPr userDrawn="1"/>
            </p:nvSpPr>
            <p:spPr bwMode="auto">
              <a:xfrm>
                <a:off x="1954" y="278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0" name="Freeform 142"/>
              <p:cNvSpPr>
                <a:spLocks/>
              </p:cNvSpPr>
              <p:nvPr userDrawn="1"/>
            </p:nvSpPr>
            <p:spPr bwMode="auto">
              <a:xfrm>
                <a:off x="1962" y="2859"/>
                <a:ext cx="13" cy="43"/>
              </a:xfrm>
              <a:custGeom>
                <a:avLst/>
                <a:gdLst>
                  <a:gd name="T0" fmla="*/ 8 w 13"/>
                  <a:gd name="T1" fmla="*/ 43 h 43"/>
                  <a:gd name="T2" fmla="*/ 13 w 13"/>
                  <a:gd name="T3" fmla="*/ 43 h 43"/>
                  <a:gd name="T4" fmla="*/ 13 w 13"/>
                  <a:gd name="T5" fmla="*/ 0 h 43"/>
                  <a:gd name="T6" fmla="*/ 3 w 13"/>
                  <a:gd name="T7" fmla="*/ 0 h 43"/>
                  <a:gd name="T8" fmla="*/ 0 w 13"/>
                  <a:gd name="T9" fmla="*/ 5 h 43"/>
                  <a:gd name="T10" fmla="*/ 8 w 13"/>
                  <a:gd name="T11" fmla="*/ 5 h 43"/>
                  <a:gd name="T12" fmla="*/ 8 w 13"/>
                  <a:gd name="T1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3">
                    <a:moveTo>
                      <a:pt x="8" y="43"/>
                    </a:moveTo>
                    <a:lnTo>
                      <a:pt x="13" y="43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4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1" name="Freeform 143"/>
              <p:cNvSpPr>
                <a:spLocks/>
              </p:cNvSpPr>
              <p:nvPr userDrawn="1"/>
            </p:nvSpPr>
            <p:spPr bwMode="auto">
              <a:xfrm>
                <a:off x="2090" y="1367"/>
                <a:ext cx="21" cy="78"/>
              </a:xfrm>
              <a:custGeom>
                <a:avLst/>
                <a:gdLst>
                  <a:gd name="T0" fmla="*/ 5 w 21"/>
                  <a:gd name="T1" fmla="*/ 0 h 78"/>
                  <a:gd name="T2" fmla="*/ 21 w 21"/>
                  <a:gd name="T3" fmla="*/ 0 h 78"/>
                  <a:gd name="T4" fmla="*/ 21 w 21"/>
                  <a:gd name="T5" fmla="*/ 78 h 78"/>
                  <a:gd name="T6" fmla="*/ 13 w 21"/>
                  <a:gd name="T7" fmla="*/ 78 h 78"/>
                  <a:gd name="T8" fmla="*/ 13 w 21"/>
                  <a:gd name="T9" fmla="*/ 8 h 78"/>
                  <a:gd name="T10" fmla="*/ 0 w 21"/>
                  <a:gd name="T11" fmla="*/ 8 h 78"/>
                  <a:gd name="T12" fmla="*/ 5 w 21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8">
                    <a:moveTo>
                      <a:pt x="5" y="0"/>
                    </a:moveTo>
                    <a:lnTo>
                      <a:pt x="21" y="0"/>
                    </a:lnTo>
                    <a:lnTo>
                      <a:pt x="21" y="78"/>
                    </a:lnTo>
                    <a:lnTo>
                      <a:pt x="13" y="78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2" name="Freeform 144"/>
              <p:cNvSpPr>
                <a:spLocks/>
              </p:cNvSpPr>
              <p:nvPr userDrawn="1"/>
            </p:nvSpPr>
            <p:spPr bwMode="auto">
              <a:xfrm>
                <a:off x="2090" y="1476"/>
                <a:ext cx="21" cy="80"/>
              </a:xfrm>
              <a:custGeom>
                <a:avLst/>
                <a:gdLst>
                  <a:gd name="T0" fmla="*/ 5 w 21"/>
                  <a:gd name="T1" fmla="*/ 0 h 80"/>
                  <a:gd name="T2" fmla="*/ 21 w 21"/>
                  <a:gd name="T3" fmla="*/ 0 h 80"/>
                  <a:gd name="T4" fmla="*/ 21 w 21"/>
                  <a:gd name="T5" fmla="*/ 80 h 80"/>
                  <a:gd name="T6" fmla="*/ 13 w 21"/>
                  <a:gd name="T7" fmla="*/ 80 h 80"/>
                  <a:gd name="T8" fmla="*/ 13 w 21"/>
                  <a:gd name="T9" fmla="*/ 8 h 80"/>
                  <a:gd name="T10" fmla="*/ 0 w 21"/>
                  <a:gd name="T11" fmla="*/ 8 h 80"/>
                  <a:gd name="T12" fmla="*/ 5 w 21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80">
                    <a:moveTo>
                      <a:pt x="5" y="0"/>
                    </a:moveTo>
                    <a:lnTo>
                      <a:pt x="21" y="0"/>
                    </a:lnTo>
                    <a:lnTo>
                      <a:pt x="21" y="80"/>
                    </a:lnTo>
                    <a:lnTo>
                      <a:pt x="13" y="80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3" name="Freeform 145"/>
              <p:cNvSpPr>
                <a:spLocks/>
              </p:cNvSpPr>
              <p:nvPr userDrawn="1"/>
            </p:nvSpPr>
            <p:spPr bwMode="auto">
              <a:xfrm>
                <a:off x="2736" y="689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4" name="Freeform 146"/>
              <p:cNvSpPr>
                <a:spLocks noEditPoints="1"/>
              </p:cNvSpPr>
              <p:nvPr userDrawn="1"/>
            </p:nvSpPr>
            <p:spPr bwMode="auto">
              <a:xfrm>
                <a:off x="2079" y="1584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2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2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4 h 67"/>
                  <a:gd name="T22" fmla="*/ 2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0" y="19"/>
                      <a:pt x="2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4"/>
                    </a:cubicBezTo>
                    <a:cubicBezTo>
                      <a:pt x="35" y="6"/>
                      <a:pt x="38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8" y="58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4"/>
                    </a:cubicBezTo>
                    <a:cubicBezTo>
                      <a:pt x="7" y="61"/>
                      <a:pt x="4" y="58"/>
                      <a:pt x="2" y="53"/>
                    </a:cubicBezTo>
                    <a:cubicBezTo>
                      <a:pt x="0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4"/>
                      <a:pt x="11" y="57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9"/>
                    </a:cubicBezTo>
                    <a:cubicBezTo>
                      <a:pt x="31" y="57"/>
                      <a:pt x="33" y="54"/>
                      <a:pt x="35" y="50"/>
                    </a:cubicBezTo>
                    <a:cubicBezTo>
                      <a:pt x="36" y="46"/>
                      <a:pt x="37" y="40"/>
                      <a:pt x="37" y="34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4"/>
                      <a:pt x="7" y="17"/>
                    </a:cubicBezTo>
                    <a:cubicBezTo>
                      <a:pt x="6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5" name="Freeform 147"/>
              <p:cNvSpPr>
                <a:spLocks noEditPoints="1"/>
              </p:cNvSpPr>
              <p:nvPr userDrawn="1"/>
            </p:nvSpPr>
            <p:spPr bwMode="auto">
              <a:xfrm>
                <a:off x="2551" y="546"/>
                <a:ext cx="53" cy="81"/>
              </a:xfrm>
              <a:custGeom>
                <a:avLst/>
                <a:gdLst>
                  <a:gd name="T0" fmla="*/ 0 w 43"/>
                  <a:gd name="T1" fmla="*/ 33 h 66"/>
                  <a:gd name="T2" fmla="*/ 2 w 43"/>
                  <a:gd name="T3" fmla="*/ 14 h 66"/>
                  <a:gd name="T4" fmla="*/ 10 w 43"/>
                  <a:gd name="T5" fmla="*/ 3 h 66"/>
                  <a:gd name="T6" fmla="*/ 21 w 43"/>
                  <a:gd name="T7" fmla="*/ 0 h 66"/>
                  <a:gd name="T8" fmla="*/ 32 w 43"/>
                  <a:gd name="T9" fmla="*/ 3 h 66"/>
                  <a:gd name="T10" fmla="*/ 40 w 43"/>
                  <a:gd name="T11" fmla="*/ 14 h 66"/>
                  <a:gd name="T12" fmla="*/ 43 w 43"/>
                  <a:gd name="T13" fmla="*/ 33 h 66"/>
                  <a:gd name="T14" fmla="*/ 40 w 43"/>
                  <a:gd name="T15" fmla="*/ 52 h 66"/>
                  <a:gd name="T16" fmla="*/ 32 w 43"/>
                  <a:gd name="T17" fmla="*/ 63 h 66"/>
                  <a:gd name="T18" fmla="*/ 21 w 43"/>
                  <a:gd name="T19" fmla="*/ 66 h 66"/>
                  <a:gd name="T20" fmla="*/ 10 w 43"/>
                  <a:gd name="T21" fmla="*/ 63 h 66"/>
                  <a:gd name="T22" fmla="*/ 2 w 43"/>
                  <a:gd name="T23" fmla="*/ 52 h 66"/>
                  <a:gd name="T24" fmla="*/ 0 w 43"/>
                  <a:gd name="T25" fmla="*/ 33 h 66"/>
                  <a:gd name="T26" fmla="*/ 6 w 43"/>
                  <a:gd name="T27" fmla="*/ 33 h 66"/>
                  <a:gd name="T28" fmla="*/ 8 w 43"/>
                  <a:gd name="T29" fmla="*/ 49 h 66"/>
                  <a:gd name="T30" fmla="*/ 13 w 43"/>
                  <a:gd name="T31" fmla="*/ 58 h 66"/>
                  <a:gd name="T32" fmla="*/ 21 w 43"/>
                  <a:gd name="T33" fmla="*/ 61 h 66"/>
                  <a:gd name="T34" fmla="*/ 29 w 43"/>
                  <a:gd name="T35" fmla="*/ 58 h 66"/>
                  <a:gd name="T36" fmla="*/ 35 w 43"/>
                  <a:gd name="T37" fmla="*/ 49 h 66"/>
                  <a:gd name="T38" fmla="*/ 37 w 43"/>
                  <a:gd name="T39" fmla="*/ 33 h 66"/>
                  <a:gd name="T40" fmla="*/ 35 w 43"/>
                  <a:gd name="T41" fmla="*/ 17 h 66"/>
                  <a:gd name="T42" fmla="*/ 29 w 43"/>
                  <a:gd name="T43" fmla="*/ 8 h 66"/>
                  <a:gd name="T44" fmla="*/ 21 w 43"/>
                  <a:gd name="T45" fmla="*/ 6 h 66"/>
                  <a:gd name="T46" fmla="*/ 13 w 43"/>
                  <a:gd name="T47" fmla="*/ 8 h 66"/>
                  <a:gd name="T48" fmla="*/ 8 w 43"/>
                  <a:gd name="T49" fmla="*/ 17 h 66"/>
                  <a:gd name="T50" fmla="*/ 6 w 43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6">
                    <a:moveTo>
                      <a:pt x="0" y="33"/>
                    </a:moveTo>
                    <a:cubicBezTo>
                      <a:pt x="0" y="25"/>
                      <a:pt x="1" y="18"/>
                      <a:pt x="2" y="14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6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7"/>
                      <a:pt x="40" y="52"/>
                    </a:cubicBezTo>
                    <a:cubicBezTo>
                      <a:pt x="38" y="57"/>
                      <a:pt x="36" y="60"/>
                      <a:pt x="32" y="63"/>
                    </a:cubicBezTo>
                    <a:cubicBezTo>
                      <a:pt x="29" y="65"/>
                      <a:pt x="25" y="66"/>
                      <a:pt x="21" y="66"/>
                    </a:cubicBezTo>
                    <a:cubicBezTo>
                      <a:pt x="17" y="66"/>
                      <a:pt x="13" y="65"/>
                      <a:pt x="10" y="63"/>
                    </a:cubicBezTo>
                    <a:cubicBezTo>
                      <a:pt x="7" y="61"/>
                      <a:pt x="4" y="57"/>
                      <a:pt x="2" y="52"/>
                    </a:cubicBezTo>
                    <a:cubicBezTo>
                      <a:pt x="1" y="48"/>
                      <a:pt x="0" y="41"/>
                      <a:pt x="0" y="33"/>
                    </a:cubicBezTo>
                    <a:moveTo>
                      <a:pt x="6" y="33"/>
                    </a:moveTo>
                    <a:cubicBezTo>
                      <a:pt x="6" y="40"/>
                      <a:pt x="6" y="46"/>
                      <a:pt x="8" y="49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3" y="53"/>
                      <a:pt x="35" y="49"/>
                    </a:cubicBezTo>
                    <a:cubicBezTo>
                      <a:pt x="36" y="45"/>
                      <a:pt x="37" y="39"/>
                      <a:pt x="37" y="33"/>
                    </a:cubicBezTo>
                    <a:cubicBezTo>
                      <a:pt x="37" y="27"/>
                      <a:pt x="36" y="21"/>
                      <a:pt x="35" y="17"/>
                    </a:cubicBezTo>
                    <a:cubicBezTo>
                      <a:pt x="34" y="13"/>
                      <a:pt x="32" y="10"/>
                      <a:pt x="29" y="8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6" y="20"/>
                      <a:pt x="6" y="26"/>
                      <a:pt x="6" y="33"/>
                    </a:cubicBezTo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6" name="Freeform 148"/>
              <p:cNvSpPr>
                <a:spLocks noEditPoints="1"/>
              </p:cNvSpPr>
              <p:nvPr userDrawn="1"/>
            </p:nvSpPr>
            <p:spPr bwMode="auto">
              <a:xfrm>
                <a:off x="2079" y="169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2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2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2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0" y="18"/>
                      <a:pt x="2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5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8" y="57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3"/>
                    </a:cubicBezTo>
                    <a:cubicBezTo>
                      <a:pt x="7" y="61"/>
                      <a:pt x="4" y="57"/>
                      <a:pt x="2" y="53"/>
                    </a:cubicBezTo>
                    <a:cubicBezTo>
                      <a:pt x="0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1" y="56"/>
                      <a:pt x="33" y="54"/>
                      <a:pt x="35" y="50"/>
                    </a:cubicBezTo>
                    <a:cubicBezTo>
                      <a:pt x="36" y="45"/>
                      <a:pt x="37" y="40"/>
                      <a:pt x="37" y="33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3"/>
                      <a:pt x="7" y="17"/>
                    </a:cubicBezTo>
                    <a:cubicBezTo>
                      <a:pt x="6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7" name="Freeform 149"/>
              <p:cNvSpPr>
                <a:spLocks noEditPoints="1"/>
              </p:cNvSpPr>
              <p:nvPr userDrawn="1"/>
            </p:nvSpPr>
            <p:spPr bwMode="auto">
              <a:xfrm>
                <a:off x="3119" y="2035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3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3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3 w 43"/>
                  <a:gd name="T17" fmla="*/ 64 h 67"/>
                  <a:gd name="T18" fmla="*/ 21 w 43"/>
                  <a:gd name="T19" fmla="*/ 67 h 67"/>
                  <a:gd name="T20" fmla="*/ 10 w 43"/>
                  <a:gd name="T21" fmla="*/ 64 h 67"/>
                  <a:gd name="T22" fmla="*/ 3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8 w 43"/>
                  <a:gd name="T29" fmla="*/ 50 h 67"/>
                  <a:gd name="T30" fmla="*/ 14 w 43"/>
                  <a:gd name="T31" fmla="*/ 59 h 67"/>
                  <a:gd name="T32" fmla="*/ 22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8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1" y="0"/>
                    </a:cubicBezTo>
                    <a:cubicBezTo>
                      <a:pt x="25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4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1"/>
                      <a:pt x="29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7" y="40"/>
                      <a:pt x="37" y="34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8" name="Freeform 150"/>
              <p:cNvSpPr>
                <a:spLocks/>
              </p:cNvSpPr>
              <p:nvPr userDrawn="1"/>
            </p:nvSpPr>
            <p:spPr bwMode="auto">
              <a:xfrm>
                <a:off x="3131" y="2147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9" name="Freeform 151"/>
              <p:cNvSpPr>
                <a:spLocks/>
              </p:cNvSpPr>
              <p:nvPr userDrawn="1"/>
            </p:nvSpPr>
            <p:spPr bwMode="auto">
              <a:xfrm>
                <a:off x="3131" y="2256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0" name="Freeform 152"/>
              <p:cNvSpPr>
                <a:spLocks/>
              </p:cNvSpPr>
              <p:nvPr userDrawn="1"/>
            </p:nvSpPr>
            <p:spPr bwMode="auto">
              <a:xfrm>
                <a:off x="3131" y="236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1" name="Freeform 153"/>
              <p:cNvSpPr>
                <a:spLocks noEditPoints="1"/>
              </p:cNvSpPr>
              <p:nvPr userDrawn="1"/>
            </p:nvSpPr>
            <p:spPr bwMode="auto">
              <a:xfrm>
                <a:off x="3119" y="247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3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3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3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3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8 w 43"/>
                  <a:gd name="T29" fmla="*/ 50 h 67"/>
                  <a:gd name="T30" fmla="*/ 14 w 43"/>
                  <a:gd name="T31" fmla="*/ 58 h 67"/>
                  <a:gd name="T32" fmla="*/ 22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5" y="67"/>
                      <a:pt x="21" y="67"/>
                    </a:cubicBezTo>
                    <a:cubicBezTo>
                      <a:pt x="17" y="67"/>
                      <a:pt x="14" y="65"/>
                      <a:pt x="10" y="63"/>
                    </a:cubicBezTo>
                    <a:cubicBezTo>
                      <a:pt x="7" y="61"/>
                      <a:pt x="4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7" y="40"/>
                      <a:pt x="37" y="33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2" name="Freeform 154"/>
              <p:cNvSpPr>
                <a:spLocks noEditPoints="1"/>
              </p:cNvSpPr>
              <p:nvPr userDrawn="1"/>
            </p:nvSpPr>
            <p:spPr bwMode="auto">
              <a:xfrm>
                <a:off x="2858" y="1595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3" name="Freeform 155"/>
              <p:cNvSpPr>
                <a:spLocks noEditPoints="1"/>
              </p:cNvSpPr>
              <p:nvPr userDrawn="1"/>
            </p:nvSpPr>
            <p:spPr bwMode="auto">
              <a:xfrm>
                <a:off x="2858" y="170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4" name="Freeform 156"/>
              <p:cNvSpPr>
                <a:spLocks/>
              </p:cNvSpPr>
              <p:nvPr userDrawn="1"/>
            </p:nvSpPr>
            <p:spPr bwMode="auto">
              <a:xfrm>
                <a:off x="2870" y="181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5" name="Freeform 157"/>
              <p:cNvSpPr>
                <a:spLocks noEditPoints="1"/>
              </p:cNvSpPr>
              <p:nvPr userDrawn="1"/>
            </p:nvSpPr>
            <p:spPr bwMode="auto">
              <a:xfrm>
                <a:off x="2858" y="192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6" name="Freeform 158"/>
              <p:cNvSpPr>
                <a:spLocks noEditPoints="1"/>
              </p:cNvSpPr>
              <p:nvPr userDrawn="1"/>
            </p:nvSpPr>
            <p:spPr bwMode="auto">
              <a:xfrm>
                <a:off x="2858" y="2035"/>
                <a:ext cx="54" cy="81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49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8 h 66"/>
                  <a:gd name="T44" fmla="*/ 22 w 44"/>
                  <a:gd name="T45" fmla="*/ 6 h 66"/>
                  <a:gd name="T46" fmla="*/ 14 w 44"/>
                  <a:gd name="T47" fmla="*/ 8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49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7" name="Freeform 159"/>
              <p:cNvSpPr>
                <a:spLocks/>
              </p:cNvSpPr>
              <p:nvPr userDrawn="1"/>
            </p:nvSpPr>
            <p:spPr bwMode="auto">
              <a:xfrm>
                <a:off x="2870" y="214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7 h 78"/>
                  <a:gd name="T10" fmla="*/ 0 w 20"/>
                  <a:gd name="T11" fmla="*/ 7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8" name="Freeform 160"/>
              <p:cNvSpPr>
                <a:spLocks noEditPoints="1"/>
              </p:cNvSpPr>
              <p:nvPr userDrawn="1"/>
            </p:nvSpPr>
            <p:spPr bwMode="auto">
              <a:xfrm>
                <a:off x="1781" y="109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9" name="Freeform 161"/>
              <p:cNvSpPr>
                <a:spLocks/>
              </p:cNvSpPr>
              <p:nvPr userDrawn="1"/>
            </p:nvSpPr>
            <p:spPr bwMode="auto">
              <a:xfrm>
                <a:off x="1793" y="120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0" name="Freeform 162"/>
              <p:cNvSpPr>
                <a:spLocks noEditPoints="1"/>
              </p:cNvSpPr>
              <p:nvPr userDrawn="1"/>
            </p:nvSpPr>
            <p:spPr bwMode="auto">
              <a:xfrm>
                <a:off x="1781" y="1312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1" name="Freeform 163"/>
              <p:cNvSpPr>
                <a:spLocks noEditPoints="1"/>
              </p:cNvSpPr>
              <p:nvPr userDrawn="1"/>
            </p:nvSpPr>
            <p:spPr bwMode="auto">
              <a:xfrm>
                <a:off x="868" y="110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1"/>
                      <a:pt x="19" y="61"/>
                      <a:pt x="22" y="61"/>
                    </a:cubicBezTo>
                    <a:cubicBezTo>
                      <a:pt x="25" y="61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2" name="Freeform 164"/>
              <p:cNvSpPr>
                <a:spLocks noEditPoints="1"/>
              </p:cNvSpPr>
              <p:nvPr userDrawn="1"/>
            </p:nvSpPr>
            <p:spPr bwMode="auto">
              <a:xfrm>
                <a:off x="1781" y="1422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3" name="Freeform 165"/>
              <p:cNvSpPr>
                <a:spLocks noEditPoints="1"/>
              </p:cNvSpPr>
              <p:nvPr userDrawn="1"/>
            </p:nvSpPr>
            <p:spPr bwMode="auto">
              <a:xfrm>
                <a:off x="2768" y="775"/>
                <a:ext cx="55" cy="82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4" name="Freeform 166"/>
              <p:cNvSpPr>
                <a:spLocks/>
              </p:cNvSpPr>
              <p:nvPr userDrawn="1"/>
            </p:nvSpPr>
            <p:spPr bwMode="auto">
              <a:xfrm>
                <a:off x="1793" y="153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5" name="Freeform 167"/>
              <p:cNvSpPr>
                <a:spLocks noEditPoints="1"/>
              </p:cNvSpPr>
              <p:nvPr userDrawn="1"/>
            </p:nvSpPr>
            <p:spPr bwMode="auto">
              <a:xfrm>
                <a:off x="2858" y="225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6" name="Freeform 168"/>
              <p:cNvSpPr>
                <a:spLocks/>
              </p:cNvSpPr>
              <p:nvPr userDrawn="1"/>
            </p:nvSpPr>
            <p:spPr bwMode="auto">
              <a:xfrm>
                <a:off x="2870" y="236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7" name="Freeform 169"/>
              <p:cNvSpPr>
                <a:spLocks noEditPoints="1"/>
              </p:cNvSpPr>
              <p:nvPr userDrawn="1"/>
            </p:nvSpPr>
            <p:spPr bwMode="auto">
              <a:xfrm>
                <a:off x="2858" y="247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8" name="Freeform 170"/>
              <p:cNvSpPr>
                <a:spLocks noEditPoints="1"/>
              </p:cNvSpPr>
              <p:nvPr userDrawn="1"/>
            </p:nvSpPr>
            <p:spPr bwMode="auto">
              <a:xfrm>
                <a:off x="2858" y="2583"/>
                <a:ext cx="54" cy="82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50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9 h 66"/>
                  <a:gd name="T44" fmla="*/ 22 w 44"/>
                  <a:gd name="T45" fmla="*/ 6 h 66"/>
                  <a:gd name="T46" fmla="*/ 14 w 44"/>
                  <a:gd name="T47" fmla="*/ 9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9" name="Freeform 171"/>
              <p:cNvSpPr>
                <a:spLocks/>
              </p:cNvSpPr>
              <p:nvPr userDrawn="1"/>
            </p:nvSpPr>
            <p:spPr bwMode="auto">
              <a:xfrm>
                <a:off x="2870" y="2694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0" name="Freeform 172"/>
              <p:cNvSpPr>
                <a:spLocks/>
              </p:cNvSpPr>
              <p:nvPr userDrawn="1"/>
            </p:nvSpPr>
            <p:spPr bwMode="auto">
              <a:xfrm>
                <a:off x="2870" y="280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1" name="Freeform 173"/>
              <p:cNvSpPr>
                <a:spLocks/>
              </p:cNvSpPr>
              <p:nvPr userDrawn="1"/>
            </p:nvSpPr>
            <p:spPr bwMode="auto">
              <a:xfrm>
                <a:off x="3134" y="2599"/>
                <a:ext cx="19" cy="79"/>
              </a:xfrm>
              <a:custGeom>
                <a:avLst/>
                <a:gdLst>
                  <a:gd name="T0" fmla="*/ 3 w 19"/>
                  <a:gd name="T1" fmla="*/ 0 h 79"/>
                  <a:gd name="T2" fmla="*/ 19 w 19"/>
                  <a:gd name="T3" fmla="*/ 0 h 79"/>
                  <a:gd name="T4" fmla="*/ 19 w 19"/>
                  <a:gd name="T5" fmla="*/ 79 h 79"/>
                  <a:gd name="T6" fmla="*/ 12 w 19"/>
                  <a:gd name="T7" fmla="*/ 79 h 79"/>
                  <a:gd name="T8" fmla="*/ 12 w 19"/>
                  <a:gd name="T9" fmla="*/ 7 h 79"/>
                  <a:gd name="T10" fmla="*/ 0 w 19"/>
                  <a:gd name="T11" fmla="*/ 7 h 79"/>
                  <a:gd name="T12" fmla="*/ 3 w 19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9">
                    <a:moveTo>
                      <a:pt x="3" y="0"/>
                    </a:moveTo>
                    <a:lnTo>
                      <a:pt x="19" y="0"/>
                    </a:lnTo>
                    <a:lnTo>
                      <a:pt x="19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2" name="Freeform 174"/>
              <p:cNvSpPr>
                <a:spLocks/>
              </p:cNvSpPr>
              <p:nvPr userDrawn="1"/>
            </p:nvSpPr>
            <p:spPr bwMode="auto">
              <a:xfrm>
                <a:off x="3134" y="2709"/>
                <a:ext cx="19" cy="78"/>
              </a:xfrm>
              <a:custGeom>
                <a:avLst/>
                <a:gdLst>
                  <a:gd name="T0" fmla="*/ 3 w 19"/>
                  <a:gd name="T1" fmla="*/ 0 h 78"/>
                  <a:gd name="T2" fmla="*/ 19 w 19"/>
                  <a:gd name="T3" fmla="*/ 0 h 78"/>
                  <a:gd name="T4" fmla="*/ 19 w 19"/>
                  <a:gd name="T5" fmla="*/ 78 h 78"/>
                  <a:gd name="T6" fmla="*/ 12 w 19"/>
                  <a:gd name="T7" fmla="*/ 78 h 78"/>
                  <a:gd name="T8" fmla="*/ 12 w 19"/>
                  <a:gd name="T9" fmla="*/ 8 h 78"/>
                  <a:gd name="T10" fmla="*/ 0 w 19"/>
                  <a:gd name="T11" fmla="*/ 8 h 78"/>
                  <a:gd name="T12" fmla="*/ 3 w 19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8">
                    <a:moveTo>
                      <a:pt x="3" y="0"/>
                    </a:moveTo>
                    <a:lnTo>
                      <a:pt x="19" y="0"/>
                    </a:lnTo>
                    <a:lnTo>
                      <a:pt x="19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3" name="Freeform 175"/>
              <p:cNvSpPr>
                <a:spLocks noEditPoints="1"/>
              </p:cNvSpPr>
              <p:nvPr userDrawn="1"/>
            </p:nvSpPr>
            <p:spPr bwMode="auto">
              <a:xfrm>
                <a:off x="3121" y="2817"/>
                <a:ext cx="53" cy="80"/>
              </a:xfrm>
              <a:custGeom>
                <a:avLst/>
                <a:gdLst>
                  <a:gd name="T0" fmla="*/ 10 w 43"/>
                  <a:gd name="T1" fmla="*/ 63 h 65"/>
                  <a:gd name="T2" fmla="*/ 14 w 43"/>
                  <a:gd name="T3" fmla="*/ 65 h 65"/>
                  <a:gd name="T4" fmla="*/ 29 w 43"/>
                  <a:gd name="T5" fmla="*/ 65 h 65"/>
                  <a:gd name="T6" fmla="*/ 32 w 43"/>
                  <a:gd name="T7" fmla="*/ 63 h 65"/>
                  <a:gd name="T8" fmla="*/ 40 w 43"/>
                  <a:gd name="T9" fmla="*/ 52 h 65"/>
                  <a:gd name="T10" fmla="*/ 43 w 43"/>
                  <a:gd name="T11" fmla="*/ 33 h 65"/>
                  <a:gd name="T12" fmla="*/ 40 w 43"/>
                  <a:gd name="T13" fmla="*/ 14 h 65"/>
                  <a:gd name="T14" fmla="*/ 32 w 43"/>
                  <a:gd name="T15" fmla="*/ 3 h 65"/>
                  <a:gd name="T16" fmla="*/ 21 w 43"/>
                  <a:gd name="T17" fmla="*/ 0 h 65"/>
                  <a:gd name="T18" fmla="*/ 10 w 43"/>
                  <a:gd name="T19" fmla="*/ 3 h 65"/>
                  <a:gd name="T20" fmla="*/ 2 w 43"/>
                  <a:gd name="T21" fmla="*/ 14 h 65"/>
                  <a:gd name="T22" fmla="*/ 0 w 43"/>
                  <a:gd name="T23" fmla="*/ 33 h 65"/>
                  <a:gd name="T24" fmla="*/ 3 w 43"/>
                  <a:gd name="T25" fmla="*/ 53 h 65"/>
                  <a:gd name="T26" fmla="*/ 10 w 43"/>
                  <a:gd name="T27" fmla="*/ 63 h 65"/>
                  <a:gd name="T28" fmla="*/ 8 w 43"/>
                  <a:gd name="T29" fmla="*/ 17 h 65"/>
                  <a:gd name="T30" fmla="*/ 13 w 43"/>
                  <a:gd name="T31" fmla="*/ 9 h 65"/>
                  <a:gd name="T32" fmla="*/ 21 w 43"/>
                  <a:gd name="T33" fmla="*/ 6 h 65"/>
                  <a:gd name="T34" fmla="*/ 29 w 43"/>
                  <a:gd name="T35" fmla="*/ 9 h 65"/>
                  <a:gd name="T36" fmla="*/ 35 w 43"/>
                  <a:gd name="T37" fmla="*/ 18 h 65"/>
                  <a:gd name="T38" fmla="*/ 37 w 43"/>
                  <a:gd name="T39" fmla="*/ 33 h 65"/>
                  <a:gd name="T40" fmla="*/ 35 w 43"/>
                  <a:gd name="T41" fmla="*/ 50 h 65"/>
                  <a:gd name="T42" fmla="*/ 29 w 43"/>
                  <a:gd name="T43" fmla="*/ 58 h 65"/>
                  <a:gd name="T44" fmla="*/ 21 w 43"/>
                  <a:gd name="T45" fmla="*/ 61 h 65"/>
                  <a:gd name="T46" fmla="*/ 13 w 43"/>
                  <a:gd name="T47" fmla="*/ 58 h 65"/>
                  <a:gd name="T48" fmla="*/ 8 w 43"/>
                  <a:gd name="T49" fmla="*/ 50 h 65"/>
                  <a:gd name="T50" fmla="*/ 6 w 43"/>
                  <a:gd name="T51" fmla="*/ 33 h 65"/>
                  <a:gd name="T52" fmla="*/ 8 w 43"/>
                  <a:gd name="T53" fmla="*/ 1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" h="65">
                    <a:moveTo>
                      <a:pt x="10" y="63"/>
                    </a:moveTo>
                    <a:cubicBezTo>
                      <a:pt x="11" y="64"/>
                      <a:pt x="12" y="64"/>
                      <a:pt x="14" y="65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30" y="64"/>
                      <a:pt x="31" y="64"/>
                      <a:pt x="32" y="63"/>
                    </a:cubicBezTo>
                    <a:cubicBezTo>
                      <a:pt x="36" y="61"/>
                      <a:pt x="38" y="57"/>
                      <a:pt x="40" y="52"/>
                    </a:cubicBezTo>
                    <a:cubicBezTo>
                      <a:pt x="42" y="48"/>
                      <a:pt x="43" y="41"/>
                      <a:pt x="43" y="33"/>
                    </a:cubicBezTo>
                    <a:cubicBezTo>
                      <a:pt x="43" y="25"/>
                      <a:pt x="42" y="19"/>
                      <a:pt x="40" y="14"/>
                    </a:cubicBezTo>
                    <a:cubicBezTo>
                      <a:pt x="38" y="9"/>
                      <a:pt x="36" y="6"/>
                      <a:pt x="32" y="3"/>
                    </a:cubicBezTo>
                    <a:cubicBezTo>
                      <a:pt x="29" y="1"/>
                      <a:pt x="25" y="0"/>
                      <a:pt x="21" y="0"/>
                    </a:cubicBezTo>
                    <a:cubicBezTo>
                      <a:pt x="17" y="0"/>
                      <a:pt x="13" y="1"/>
                      <a:pt x="10" y="3"/>
                    </a:cubicBezTo>
                    <a:cubicBezTo>
                      <a:pt x="7" y="6"/>
                      <a:pt x="4" y="9"/>
                      <a:pt x="2" y="14"/>
                    </a:cubicBezTo>
                    <a:cubicBezTo>
                      <a:pt x="1" y="18"/>
                      <a:pt x="0" y="25"/>
                      <a:pt x="0" y="33"/>
                    </a:cubicBezTo>
                    <a:cubicBezTo>
                      <a:pt x="0" y="42"/>
                      <a:pt x="1" y="48"/>
                      <a:pt x="3" y="53"/>
                    </a:cubicBezTo>
                    <a:cubicBezTo>
                      <a:pt x="4" y="57"/>
                      <a:pt x="7" y="61"/>
                      <a:pt x="10" y="63"/>
                    </a:cubicBezTo>
                    <a:close/>
                    <a:moveTo>
                      <a:pt x="8" y="17"/>
                    </a:moveTo>
                    <a:cubicBezTo>
                      <a:pt x="9" y="13"/>
                      <a:pt x="11" y="10"/>
                      <a:pt x="13" y="9"/>
                    </a:cubicBezTo>
                    <a:cubicBezTo>
                      <a:pt x="16" y="7"/>
                      <a:pt x="19" y="6"/>
                      <a:pt x="21" y="6"/>
                    </a:cubicBezTo>
                    <a:cubicBezTo>
                      <a:pt x="24" y="6"/>
                      <a:pt x="27" y="7"/>
                      <a:pt x="29" y="9"/>
                    </a:cubicBezTo>
                    <a:cubicBezTo>
                      <a:pt x="32" y="10"/>
                      <a:pt x="34" y="13"/>
                      <a:pt x="35" y="18"/>
                    </a:cubicBezTo>
                    <a:cubicBezTo>
                      <a:pt x="37" y="22"/>
                      <a:pt x="37" y="27"/>
                      <a:pt x="37" y="33"/>
                    </a:cubicBezTo>
                    <a:cubicBezTo>
                      <a:pt x="37" y="40"/>
                      <a:pt x="36" y="45"/>
                      <a:pt x="35" y="50"/>
                    </a:cubicBezTo>
                    <a:cubicBezTo>
                      <a:pt x="34" y="53"/>
                      <a:pt x="32" y="56"/>
                      <a:pt x="29" y="58"/>
                    </a:cubicBezTo>
                    <a:cubicBezTo>
                      <a:pt x="27" y="60"/>
                      <a:pt x="24" y="61"/>
                      <a:pt x="21" y="61"/>
                    </a:cubicBezTo>
                    <a:cubicBezTo>
                      <a:pt x="19" y="61"/>
                      <a:pt x="16" y="60"/>
                      <a:pt x="13" y="58"/>
                    </a:cubicBezTo>
                    <a:cubicBezTo>
                      <a:pt x="11" y="56"/>
                      <a:pt x="9" y="53"/>
                      <a:pt x="8" y="50"/>
                    </a:cubicBezTo>
                    <a:cubicBezTo>
                      <a:pt x="6" y="46"/>
                      <a:pt x="6" y="40"/>
                      <a:pt x="6" y="33"/>
                    </a:cubicBezTo>
                    <a:cubicBezTo>
                      <a:pt x="6" y="26"/>
                      <a:pt x="6" y="21"/>
                      <a:pt x="8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4" name="Freeform 176"/>
              <p:cNvSpPr>
                <a:spLocks/>
              </p:cNvSpPr>
              <p:nvPr userDrawn="1"/>
            </p:nvSpPr>
            <p:spPr bwMode="auto">
              <a:xfrm>
                <a:off x="954" y="1038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5" name="Freeform 177"/>
              <p:cNvSpPr>
                <a:spLocks/>
              </p:cNvSpPr>
              <p:nvPr userDrawn="1"/>
            </p:nvSpPr>
            <p:spPr bwMode="auto">
              <a:xfrm>
                <a:off x="771" y="148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6" name="Freeform 178"/>
              <p:cNvSpPr>
                <a:spLocks/>
              </p:cNvSpPr>
              <p:nvPr userDrawn="1"/>
            </p:nvSpPr>
            <p:spPr bwMode="auto">
              <a:xfrm>
                <a:off x="771" y="159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7" name="Freeform 179"/>
              <p:cNvSpPr>
                <a:spLocks noEditPoints="1"/>
              </p:cNvSpPr>
              <p:nvPr userDrawn="1"/>
            </p:nvSpPr>
            <p:spPr bwMode="auto">
              <a:xfrm>
                <a:off x="759" y="170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4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0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6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6"/>
                      <a:pt x="26" y="68"/>
                      <a:pt x="22" y="68"/>
                    </a:cubicBezTo>
                    <a:cubicBezTo>
                      <a:pt x="17" y="68"/>
                      <a:pt x="14" y="66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8" name="Freeform 180"/>
              <p:cNvSpPr>
                <a:spLocks noEditPoints="1"/>
              </p:cNvSpPr>
              <p:nvPr userDrawn="1"/>
            </p:nvSpPr>
            <p:spPr bwMode="auto">
              <a:xfrm>
                <a:off x="759" y="181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5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1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7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5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20"/>
                      <a:pt x="44" y="26"/>
                      <a:pt x="44" y="34"/>
                    </a:cubicBezTo>
                    <a:cubicBezTo>
                      <a:pt x="44" y="42"/>
                      <a:pt x="43" y="49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7"/>
                      <a:pt x="26" y="68"/>
                      <a:pt x="22" y="68"/>
                    </a:cubicBezTo>
                    <a:cubicBezTo>
                      <a:pt x="17" y="68"/>
                      <a:pt x="14" y="67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1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1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7"/>
                      <a:pt x="22" y="7"/>
                    </a:cubicBezTo>
                    <a:cubicBezTo>
                      <a:pt x="19" y="7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9" name="Freeform 181"/>
              <p:cNvSpPr>
                <a:spLocks noEditPoints="1"/>
              </p:cNvSpPr>
              <p:nvPr userDrawn="1"/>
            </p:nvSpPr>
            <p:spPr bwMode="auto">
              <a:xfrm>
                <a:off x="759" y="192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0" name="Freeform 182"/>
              <p:cNvSpPr>
                <a:spLocks/>
              </p:cNvSpPr>
              <p:nvPr userDrawn="1"/>
            </p:nvSpPr>
            <p:spPr bwMode="auto">
              <a:xfrm>
                <a:off x="771" y="203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1" name="Freeform 183"/>
              <p:cNvSpPr>
                <a:spLocks noEditPoints="1"/>
              </p:cNvSpPr>
              <p:nvPr userDrawn="1"/>
            </p:nvSpPr>
            <p:spPr bwMode="auto">
              <a:xfrm>
                <a:off x="759" y="214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2" name="Freeform 184"/>
              <p:cNvSpPr>
                <a:spLocks noEditPoints="1"/>
              </p:cNvSpPr>
              <p:nvPr userDrawn="1"/>
            </p:nvSpPr>
            <p:spPr bwMode="auto">
              <a:xfrm>
                <a:off x="759" y="225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2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3" name="Freeform 185"/>
              <p:cNvSpPr>
                <a:spLocks/>
              </p:cNvSpPr>
              <p:nvPr userDrawn="1"/>
            </p:nvSpPr>
            <p:spPr bwMode="auto">
              <a:xfrm>
                <a:off x="771" y="236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4" name="Freeform 186"/>
              <p:cNvSpPr>
                <a:spLocks/>
              </p:cNvSpPr>
              <p:nvPr userDrawn="1"/>
            </p:nvSpPr>
            <p:spPr bwMode="auto">
              <a:xfrm>
                <a:off x="771" y="247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5" name="Freeform 187"/>
              <p:cNvSpPr>
                <a:spLocks noEditPoints="1"/>
              </p:cNvSpPr>
              <p:nvPr userDrawn="1"/>
            </p:nvSpPr>
            <p:spPr bwMode="auto">
              <a:xfrm>
                <a:off x="759" y="258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7 h 67"/>
                  <a:gd name="T42" fmla="*/ 30 w 44"/>
                  <a:gd name="T43" fmla="*/ 8 h 67"/>
                  <a:gd name="T44" fmla="*/ 22 w 44"/>
                  <a:gd name="T45" fmla="*/ 6 h 67"/>
                  <a:gd name="T46" fmla="*/ 14 w 44"/>
                  <a:gd name="T47" fmla="*/ 8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5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6" name="Freeform 188"/>
              <p:cNvSpPr>
                <a:spLocks/>
              </p:cNvSpPr>
              <p:nvPr userDrawn="1"/>
            </p:nvSpPr>
            <p:spPr bwMode="auto">
              <a:xfrm>
                <a:off x="771" y="269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7" name="Freeform 189"/>
              <p:cNvSpPr>
                <a:spLocks noEditPoints="1"/>
              </p:cNvSpPr>
              <p:nvPr userDrawn="1"/>
            </p:nvSpPr>
            <p:spPr bwMode="auto">
              <a:xfrm>
                <a:off x="759" y="2806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8" name="Freeform 190"/>
              <p:cNvSpPr>
                <a:spLocks/>
              </p:cNvSpPr>
              <p:nvPr userDrawn="1"/>
            </p:nvSpPr>
            <p:spPr bwMode="auto">
              <a:xfrm>
                <a:off x="3122" y="162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9" name="Freeform 191"/>
              <p:cNvSpPr>
                <a:spLocks/>
              </p:cNvSpPr>
              <p:nvPr userDrawn="1"/>
            </p:nvSpPr>
            <p:spPr bwMode="auto">
              <a:xfrm>
                <a:off x="3122" y="173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0" name="Freeform 192"/>
              <p:cNvSpPr>
                <a:spLocks/>
              </p:cNvSpPr>
              <p:nvPr userDrawn="1"/>
            </p:nvSpPr>
            <p:spPr bwMode="auto">
              <a:xfrm>
                <a:off x="2516" y="903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1" name="Freeform 193"/>
              <p:cNvSpPr>
                <a:spLocks noEditPoints="1"/>
              </p:cNvSpPr>
              <p:nvPr userDrawn="1"/>
            </p:nvSpPr>
            <p:spPr bwMode="auto">
              <a:xfrm>
                <a:off x="2760" y="148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2" name="Freeform 194"/>
              <p:cNvSpPr>
                <a:spLocks noEditPoints="1"/>
              </p:cNvSpPr>
              <p:nvPr userDrawn="1"/>
            </p:nvSpPr>
            <p:spPr bwMode="auto">
              <a:xfrm>
                <a:off x="2760" y="1558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3" name="Freeform 195"/>
              <p:cNvSpPr>
                <a:spLocks/>
              </p:cNvSpPr>
              <p:nvPr userDrawn="1"/>
            </p:nvSpPr>
            <p:spPr bwMode="auto">
              <a:xfrm>
                <a:off x="2767" y="163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4" name="Freeform 196"/>
              <p:cNvSpPr>
                <a:spLocks/>
              </p:cNvSpPr>
              <p:nvPr userDrawn="1"/>
            </p:nvSpPr>
            <p:spPr bwMode="auto">
              <a:xfrm>
                <a:off x="2767" y="17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5" name="Freeform 197"/>
              <p:cNvSpPr>
                <a:spLocks/>
              </p:cNvSpPr>
              <p:nvPr userDrawn="1"/>
            </p:nvSpPr>
            <p:spPr bwMode="auto">
              <a:xfrm>
                <a:off x="2767" y="1770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6" name="Freeform 198"/>
              <p:cNvSpPr>
                <a:spLocks noEditPoints="1"/>
              </p:cNvSpPr>
              <p:nvPr userDrawn="1"/>
            </p:nvSpPr>
            <p:spPr bwMode="auto">
              <a:xfrm>
                <a:off x="2760" y="183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7" name="Freeform 199"/>
              <p:cNvSpPr>
                <a:spLocks/>
              </p:cNvSpPr>
              <p:nvPr userDrawn="1"/>
            </p:nvSpPr>
            <p:spPr bwMode="auto">
              <a:xfrm>
                <a:off x="2767" y="1911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8" name="Freeform 200"/>
              <p:cNvSpPr>
                <a:spLocks/>
              </p:cNvSpPr>
              <p:nvPr userDrawn="1"/>
            </p:nvSpPr>
            <p:spPr bwMode="auto">
              <a:xfrm>
                <a:off x="2767" y="198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9" name="Freeform 201"/>
              <p:cNvSpPr>
                <a:spLocks noEditPoints="1"/>
              </p:cNvSpPr>
              <p:nvPr userDrawn="1"/>
            </p:nvSpPr>
            <p:spPr bwMode="auto">
              <a:xfrm>
                <a:off x="2760" y="2049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0" name="Freeform 202"/>
              <p:cNvSpPr>
                <a:spLocks/>
              </p:cNvSpPr>
              <p:nvPr userDrawn="1"/>
            </p:nvSpPr>
            <p:spPr bwMode="auto">
              <a:xfrm>
                <a:off x="2767" y="2121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1" name="Freeform 203"/>
              <p:cNvSpPr>
                <a:spLocks noEditPoints="1"/>
              </p:cNvSpPr>
              <p:nvPr userDrawn="1"/>
            </p:nvSpPr>
            <p:spPr bwMode="auto">
              <a:xfrm>
                <a:off x="2760" y="2189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2" name="Freeform 204"/>
              <p:cNvSpPr>
                <a:spLocks noEditPoints="1"/>
              </p:cNvSpPr>
              <p:nvPr userDrawn="1"/>
            </p:nvSpPr>
            <p:spPr bwMode="auto">
              <a:xfrm>
                <a:off x="2760" y="2260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9" name="Group 406"/>
            <p:cNvGrpSpPr>
              <a:grpSpLocks/>
            </p:cNvGrpSpPr>
            <p:nvPr userDrawn="1"/>
          </p:nvGrpSpPr>
          <p:grpSpPr bwMode="auto">
            <a:xfrm>
              <a:off x="1385888" y="442912"/>
              <a:ext cx="3627438" cy="4164013"/>
              <a:chOff x="873" y="279"/>
              <a:chExt cx="2285" cy="2623"/>
            </a:xfrm>
          </p:grpSpPr>
          <p:sp>
            <p:nvSpPr>
              <p:cNvPr id="973" name="Freeform 206"/>
              <p:cNvSpPr>
                <a:spLocks noEditPoints="1"/>
              </p:cNvSpPr>
              <p:nvPr userDrawn="1"/>
            </p:nvSpPr>
            <p:spPr bwMode="auto">
              <a:xfrm>
                <a:off x="2760" y="2330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4" name="Freeform 207"/>
              <p:cNvSpPr>
                <a:spLocks/>
              </p:cNvSpPr>
              <p:nvPr userDrawn="1"/>
            </p:nvSpPr>
            <p:spPr bwMode="auto">
              <a:xfrm>
                <a:off x="2767" y="24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5" name="Freeform 208"/>
              <p:cNvSpPr>
                <a:spLocks/>
              </p:cNvSpPr>
              <p:nvPr userDrawn="1"/>
            </p:nvSpPr>
            <p:spPr bwMode="auto">
              <a:xfrm>
                <a:off x="2767" y="247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6" name="Freeform 209"/>
              <p:cNvSpPr>
                <a:spLocks noEditPoints="1"/>
              </p:cNvSpPr>
              <p:nvPr userDrawn="1"/>
            </p:nvSpPr>
            <p:spPr bwMode="auto">
              <a:xfrm>
                <a:off x="2760" y="2541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7" name="Freeform 210"/>
              <p:cNvSpPr>
                <a:spLocks noEditPoints="1"/>
              </p:cNvSpPr>
              <p:nvPr userDrawn="1"/>
            </p:nvSpPr>
            <p:spPr bwMode="auto">
              <a:xfrm>
                <a:off x="2760" y="2610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8" name="Freeform 211"/>
              <p:cNvSpPr>
                <a:spLocks/>
              </p:cNvSpPr>
              <p:nvPr userDrawn="1"/>
            </p:nvSpPr>
            <p:spPr bwMode="auto">
              <a:xfrm>
                <a:off x="2767" y="268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9" name="Freeform 212"/>
              <p:cNvSpPr>
                <a:spLocks/>
              </p:cNvSpPr>
              <p:nvPr userDrawn="1"/>
            </p:nvSpPr>
            <p:spPr bwMode="auto">
              <a:xfrm>
                <a:off x="2767" y="275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0" name="Freeform 213"/>
              <p:cNvSpPr>
                <a:spLocks/>
              </p:cNvSpPr>
              <p:nvPr userDrawn="1"/>
            </p:nvSpPr>
            <p:spPr bwMode="auto">
              <a:xfrm>
                <a:off x="2767" y="28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1" name="Freeform 214"/>
              <p:cNvSpPr>
                <a:spLocks/>
              </p:cNvSpPr>
              <p:nvPr userDrawn="1"/>
            </p:nvSpPr>
            <p:spPr bwMode="auto">
              <a:xfrm>
                <a:off x="2761" y="2891"/>
                <a:ext cx="30" cy="11"/>
              </a:xfrm>
              <a:custGeom>
                <a:avLst/>
                <a:gdLst>
                  <a:gd name="T0" fmla="*/ 5 w 24"/>
                  <a:gd name="T1" fmla="*/ 9 h 9"/>
                  <a:gd name="T2" fmla="*/ 7 w 24"/>
                  <a:gd name="T3" fmla="*/ 6 h 9"/>
                  <a:gd name="T4" fmla="*/ 12 w 24"/>
                  <a:gd name="T5" fmla="*/ 4 h 9"/>
                  <a:gd name="T6" fmla="*/ 17 w 24"/>
                  <a:gd name="T7" fmla="*/ 6 h 9"/>
                  <a:gd name="T8" fmla="*/ 20 w 24"/>
                  <a:gd name="T9" fmla="*/ 9 h 9"/>
                  <a:gd name="T10" fmla="*/ 24 w 24"/>
                  <a:gd name="T11" fmla="*/ 9 h 9"/>
                  <a:gd name="T12" fmla="*/ 19 w 24"/>
                  <a:gd name="T13" fmla="*/ 2 h 9"/>
                  <a:gd name="T14" fmla="*/ 12 w 24"/>
                  <a:gd name="T15" fmla="*/ 0 h 9"/>
                  <a:gd name="T16" fmla="*/ 5 w 24"/>
                  <a:gd name="T17" fmla="*/ 2 h 9"/>
                  <a:gd name="T18" fmla="*/ 0 w 24"/>
                  <a:gd name="T19" fmla="*/ 9 h 9"/>
                  <a:gd name="T20" fmla="*/ 0 w 24"/>
                  <a:gd name="T21" fmla="*/ 9 h 9"/>
                  <a:gd name="T22" fmla="*/ 5 w 24"/>
                  <a:gd name="T2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9">
                    <a:moveTo>
                      <a:pt x="5" y="9"/>
                    </a:moveTo>
                    <a:cubicBezTo>
                      <a:pt x="5" y="8"/>
                      <a:pt x="6" y="6"/>
                      <a:pt x="7" y="6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6"/>
                    </a:cubicBezTo>
                    <a:cubicBezTo>
                      <a:pt x="19" y="6"/>
                      <a:pt x="19" y="8"/>
                      <a:pt x="20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1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2" name="Freeform 215"/>
              <p:cNvSpPr>
                <a:spLocks/>
              </p:cNvSpPr>
              <p:nvPr userDrawn="1"/>
            </p:nvSpPr>
            <p:spPr bwMode="auto">
              <a:xfrm>
                <a:off x="1634" y="182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3" name="Freeform 216"/>
              <p:cNvSpPr>
                <a:spLocks noEditPoints="1"/>
              </p:cNvSpPr>
              <p:nvPr userDrawn="1"/>
            </p:nvSpPr>
            <p:spPr bwMode="auto">
              <a:xfrm>
                <a:off x="1626" y="189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4" name="Freeform 217"/>
              <p:cNvSpPr>
                <a:spLocks noEditPoints="1"/>
              </p:cNvSpPr>
              <p:nvPr userDrawn="1"/>
            </p:nvSpPr>
            <p:spPr bwMode="auto">
              <a:xfrm>
                <a:off x="1626" y="196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5" name="Freeform 218"/>
              <p:cNvSpPr>
                <a:spLocks/>
              </p:cNvSpPr>
              <p:nvPr userDrawn="1"/>
            </p:nvSpPr>
            <p:spPr bwMode="auto">
              <a:xfrm>
                <a:off x="1634" y="203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6" name="Freeform 219"/>
              <p:cNvSpPr>
                <a:spLocks/>
              </p:cNvSpPr>
              <p:nvPr userDrawn="1"/>
            </p:nvSpPr>
            <p:spPr bwMode="auto">
              <a:xfrm>
                <a:off x="2984" y="1106"/>
                <a:ext cx="13" cy="51"/>
              </a:xfrm>
              <a:custGeom>
                <a:avLst/>
                <a:gdLst>
                  <a:gd name="T0" fmla="*/ 4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4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4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7" name="Freeform 220"/>
              <p:cNvSpPr>
                <a:spLocks noEditPoints="1"/>
              </p:cNvSpPr>
              <p:nvPr userDrawn="1"/>
            </p:nvSpPr>
            <p:spPr bwMode="auto">
              <a:xfrm>
                <a:off x="2676" y="1486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8" name="Freeform 221"/>
              <p:cNvSpPr>
                <a:spLocks/>
              </p:cNvSpPr>
              <p:nvPr userDrawn="1"/>
            </p:nvSpPr>
            <p:spPr bwMode="auto">
              <a:xfrm>
                <a:off x="2683" y="155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9" name="Freeform 222"/>
              <p:cNvSpPr>
                <a:spLocks noEditPoints="1"/>
              </p:cNvSpPr>
              <p:nvPr userDrawn="1"/>
            </p:nvSpPr>
            <p:spPr bwMode="auto">
              <a:xfrm>
                <a:off x="2676" y="1626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0" name="Freeform 223"/>
              <p:cNvSpPr>
                <a:spLocks/>
              </p:cNvSpPr>
              <p:nvPr userDrawn="1"/>
            </p:nvSpPr>
            <p:spPr bwMode="auto">
              <a:xfrm>
                <a:off x="2683" y="1698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1" name="Freeform 224"/>
              <p:cNvSpPr>
                <a:spLocks noEditPoints="1"/>
              </p:cNvSpPr>
              <p:nvPr userDrawn="1"/>
            </p:nvSpPr>
            <p:spPr bwMode="auto">
              <a:xfrm>
                <a:off x="2676" y="1766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2" name="Freeform 225"/>
              <p:cNvSpPr>
                <a:spLocks noEditPoints="1"/>
              </p:cNvSpPr>
              <p:nvPr userDrawn="1"/>
            </p:nvSpPr>
            <p:spPr bwMode="auto">
              <a:xfrm>
                <a:off x="2676" y="183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3" name="Freeform 226"/>
              <p:cNvSpPr>
                <a:spLocks/>
              </p:cNvSpPr>
              <p:nvPr userDrawn="1"/>
            </p:nvSpPr>
            <p:spPr bwMode="auto">
              <a:xfrm>
                <a:off x="2683" y="190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8 w 12"/>
                  <a:gd name="T7" fmla="*/ 50 h 50"/>
                  <a:gd name="T8" fmla="*/ 8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4" name="Freeform 227"/>
              <p:cNvSpPr>
                <a:spLocks noEditPoints="1"/>
              </p:cNvSpPr>
              <p:nvPr userDrawn="1"/>
            </p:nvSpPr>
            <p:spPr bwMode="auto">
              <a:xfrm>
                <a:off x="2676" y="1976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5" name="Freeform 228"/>
              <p:cNvSpPr>
                <a:spLocks noEditPoints="1"/>
              </p:cNvSpPr>
              <p:nvPr userDrawn="1"/>
            </p:nvSpPr>
            <p:spPr bwMode="auto">
              <a:xfrm>
                <a:off x="2676" y="20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6" name="Freeform 229"/>
              <p:cNvSpPr>
                <a:spLocks/>
              </p:cNvSpPr>
              <p:nvPr userDrawn="1"/>
            </p:nvSpPr>
            <p:spPr bwMode="auto">
              <a:xfrm>
                <a:off x="2683" y="2119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7" name="Freeform 230"/>
              <p:cNvSpPr>
                <a:spLocks noEditPoints="1"/>
              </p:cNvSpPr>
              <p:nvPr userDrawn="1"/>
            </p:nvSpPr>
            <p:spPr bwMode="auto">
              <a:xfrm>
                <a:off x="2676" y="218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8" name="Freeform 231"/>
              <p:cNvSpPr>
                <a:spLocks noEditPoints="1"/>
              </p:cNvSpPr>
              <p:nvPr userDrawn="1"/>
            </p:nvSpPr>
            <p:spPr bwMode="auto">
              <a:xfrm>
                <a:off x="2676" y="2257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9" name="Freeform 232"/>
              <p:cNvSpPr>
                <a:spLocks noEditPoints="1"/>
              </p:cNvSpPr>
              <p:nvPr userDrawn="1"/>
            </p:nvSpPr>
            <p:spPr bwMode="auto">
              <a:xfrm>
                <a:off x="2676" y="232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7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7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30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0" name="Freeform 233"/>
              <p:cNvSpPr>
                <a:spLocks/>
              </p:cNvSpPr>
              <p:nvPr userDrawn="1"/>
            </p:nvSpPr>
            <p:spPr bwMode="auto">
              <a:xfrm>
                <a:off x="2683" y="2398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1" name="Freeform 234"/>
              <p:cNvSpPr>
                <a:spLocks noEditPoints="1"/>
              </p:cNvSpPr>
              <p:nvPr userDrawn="1"/>
            </p:nvSpPr>
            <p:spPr bwMode="auto">
              <a:xfrm>
                <a:off x="2676" y="246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2" name="Freeform 235"/>
              <p:cNvSpPr>
                <a:spLocks noEditPoints="1"/>
              </p:cNvSpPr>
              <p:nvPr userDrawn="1"/>
            </p:nvSpPr>
            <p:spPr bwMode="auto">
              <a:xfrm>
                <a:off x="2676" y="253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3" name="Freeform 236"/>
              <p:cNvSpPr>
                <a:spLocks/>
              </p:cNvSpPr>
              <p:nvPr userDrawn="1"/>
            </p:nvSpPr>
            <p:spPr bwMode="auto">
              <a:xfrm>
                <a:off x="2683" y="260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4" name="Freeform 237"/>
              <p:cNvSpPr>
                <a:spLocks noEditPoints="1"/>
              </p:cNvSpPr>
              <p:nvPr userDrawn="1"/>
            </p:nvSpPr>
            <p:spPr bwMode="auto">
              <a:xfrm>
                <a:off x="2676" y="267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5" name="Freeform 238"/>
              <p:cNvSpPr>
                <a:spLocks/>
              </p:cNvSpPr>
              <p:nvPr userDrawn="1"/>
            </p:nvSpPr>
            <p:spPr bwMode="auto">
              <a:xfrm>
                <a:off x="2683" y="274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6" name="Freeform 239"/>
              <p:cNvSpPr>
                <a:spLocks noEditPoints="1"/>
              </p:cNvSpPr>
              <p:nvPr userDrawn="1"/>
            </p:nvSpPr>
            <p:spPr bwMode="auto">
              <a:xfrm>
                <a:off x="2676" y="281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7" name="Freeform 240"/>
              <p:cNvSpPr>
                <a:spLocks/>
              </p:cNvSpPr>
              <p:nvPr userDrawn="1"/>
            </p:nvSpPr>
            <p:spPr bwMode="auto">
              <a:xfrm>
                <a:off x="2677" y="2889"/>
                <a:ext cx="31" cy="13"/>
              </a:xfrm>
              <a:custGeom>
                <a:avLst/>
                <a:gdLst>
                  <a:gd name="T0" fmla="*/ 4 w 25"/>
                  <a:gd name="T1" fmla="*/ 11 h 11"/>
                  <a:gd name="T2" fmla="*/ 4 w 25"/>
                  <a:gd name="T3" fmla="*/ 11 h 11"/>
                  <a:gd name="T4" fmla="*/ 7 w 25"/>
                  <a:gd name="T5" fmla="*/ 5 h 11"/>
                  <a:gd name="T6" fmla="*/ 12 w 25"/>
                  <a:gd name="T7" fmla="*/ 4 h 11"/>
                  <a:gd name="T8" fmla="*/ 17 w 25"/>
                  <a:gd name="T9" fmla="*/ 5 h 11"/>
                  <a:gd name="T10" fmla="*/ 21 w 25"/>
                  <a:gd name="T11" fmla="*/ 11 h 11"/>
                  <a:gd name="T12" fmla="*/ 25 w 25"/>
                  <a:gd name="T13" fmla="*/ 11 h 11"/>
                  <a:gd name="T14" fmla="*/ 24 w 25"/>
                  <a:gd name="T15" fmla="*/ 9 h 11"/>
                  <a:gd name="T16" fmla="*/ 19 w 25"/>
                  <a:gd name="T17" fmla="*/ 2 h 11"/>
                  <a:gd name="T18" fmla="*/ 12 w 25"/>
                  <a:gd name="T19" fmla="*/ 0 h 11"/>
                  <a:gd name="T20" fmla="*/ 5 w 25"/>
                  <a:gd name="T21" fmla="*/ 2 h 11"/>
                  <a:gd name="T22" fmla="*/ 0 w 25"/>
                  <a:gd name="T23" fmla="*/ 9 h 11"/>
                  <a:gd name="T24" fmla="*/ 0 w 25"/>
                  <a:gd name="T25" fmla="*/ 11 h 11"/>
                  <a:gd name="T26" fmla="*/ 4 w 25"/>
                  <a:gd name="T2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11"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8"/>
                      <a:pt x="6" y="7"/>
                      <a:pt x="7" y="5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5"/>
                    </a:cubicBezTo>
                    <a:cubicBezTo>
                      <a:pt x="19" y="7"/>
                      <a:pt x="20" y="8"/>
                      <a:pt x="21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0"/>
                      <a:pt x="25" y="10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0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10"/>
                      <a:pt x="0" y="11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8" name="Freeform 241"/>
              <p:cNvSpPr>
                <a:spLocks/>
              </p:cNvSpPr>
              <p:nvPr userDrawn="1"/>
            </p:nvSpPr>
            <p:spPr bwMode="auto">
              <a:xfrm>
                <a:off x="989" y="1551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9" name="Freeform 242"/>
              <p:cNvSpPr>
                <a:spLocks/>
              </p:cNvSpPr>
              <p:nvPr userDrawn="1"/>
            </p:nvSpPr>
            <p:spPr bwMode="auto">
              <a:xfrm>
                <a:off x="1370" y="73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0" name="Freeform 243"/>
              <p:cNvSpPr>
                <a:spLocks noEditPoints="1"/>
              </p:cNvSpPr>
              <p:nvPr userDrawn="1"/>
            </p:nvSpPr>
            <p:spPr bwMode="auto">
              <a:xfrm>
                <a:off x="982" y="161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1" name="Freeform 244"/>
              <p:cNvSpPr>
                <a:spLocks noEditPoints="1"/>
              </p:cNvSpPr>
              <p:nvPr userDrawn="1"/>
            </p:nvSpPr>
            <p:spPr bwMode="auto">
              <a:xfrm>
                <a:off x="982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2" name="Freeform 245"/>
              <p:cNvSpPr>
                <a:spLocks/>
              </p:cNvSpPr>
              <p:nvPr userDrawn="1"/>
            </p:nvSpPr>
            <p:spPr bwMode="auto">
              <a:xfrm>
                <a:off x="989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3" name="Freeform 246"/>
              <p:cNvSpPr>
                <a:spLocks noEditPoints="1"/>
              </p:cNvSpPr>
              <p:nvPr userDrawn="1"/>
            </p:nvSpPr>
            <p:spPr bwMode="auto">
              <a:xfrm>
                <a:off x="982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4" name="Freeform 247"/>
              <p:cNvSpPr>
                <a:spLocks/>
              </p:cNvSpPr>
              <p:nvPr userDrawn="1"/>
            </p:nvSpPr>
            <p:spPr bwMode="auto">
              <a:xfrm>
                <a:off x="927" y="223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5" name="Freeform 248"/>
              <p:cNvSpPr>
                <a:spLocks/>
              </p:cNvSpPr>
              <p:nvPr userDrawn="1"/>
            </p:nvSpPr>
            <p:spPr bwMode="auto">
              <a:xfrm>
                <a:off x="989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6" name="Freeform 249"/>
              <p:cNvSpPr>
                <a:spLocks/>
              </p:cNvSpPr>
              <p:nvPr userDrawn="1"/>
            </p:nvSpPr>
            <p:spPr bwMode="auto">
              <a:xfrm>
                <a:off x="989" y="204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7" name="Freeform 250"/>
              <p:cNvSpPr>
                <a:spLocks noEditPoints="1"/>
              </p:cNvSpPr>
              <p:nvPr userDrawn="1"/>
            </p:nvSpPr>
            <p:spPr bwMode="auto">
              <a:xfrm>
                <a:off x="982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8" name="Freeform 251"/>
              <p:cNvSpPr>
                <a:spLocks noEditPoints="1"/>
              </p:cNvSpPr>
              <p:nvPr userDrawn="1"/>
            </p:nvSpPr>
            <p:spPr bwMode="auto">
              <a:xfrm>
                <a:off x="982" y="218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9" name="Freeform 252"/>
              <p:cNvSpPr>
                <a:spLocks/>
              </p:cNvSpPr>
              <p:nvPr userDrawn="1"/>
            </p:nvSpPr>
            <p:spPr bwMode="auto">
              <a:xfrm>
                <a:off x="989" y="225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0" name="Freeform 253"/>
              <p:cNvSpPr>
                <a:spLocks noEditPoints="1"/>
              </p:cNvSpPr>
              <p:nvPr userDrawn="1"/>
            </p:nvSpPr>
            <p:spPr bwMode="auto">
              <a:xfrm>
                <a:off x="982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1" name="Freeform 254"/>
              <p:cNvSpPr>
                <a:spLocks/>
              </p:cNvSpPr>
              <p:nvPr userDrawn="1"/>
            </p:nvSpPr>
            <p:spPr bwMode="auto">
              <a:xfrm>
                <a:off x="989" y="239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2" name="Freeform 255"/>
              <p:cNvSpPr>
                <a:spLocks noEditPoints="1"/>
              </p:cNvSpPr>
              <p:nvPr userDrawn="1"/>
            </p:nvSpPr>
            <p:spPr bwMode="auto">
              <a:xfrm>
                <a:off x="982" y="2460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3" name="Freeform 256"/>
              <p:cNvSpPr>
                <a:spLocks/>
              </p:cNvSpPr>
              <p:nvPr userDrawn="1"/>
            </p:nvSpPr>
            <p:spPr bwMode="auto">
              <a:xfrm>
                <a:off x="989" y="253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4" name="Freeform 257"/>
              <p:cNvSpPr>
                <a:spLocks noEditPoints="1"/>
              </p:cNvSpPr>
              <p:nvPr userDrawn="1"/>
            </p:nvSpPr>
            <p:spPr bwMode="auto">
              <a:xfrm>
                <a:off x="982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5" name="Freeform 258"/>
              <p:cNvSpPr>
                <a:spLocks noEditPoints="1"/>
              </p:cNvSpPr>
              <p:nvPr userDrawn="1"/>
            </p:nvSpPr>
            <p:spPr bwMode="auto">
              <a:xfrm>
                <a:off x="982" y="267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6" name="Freeform 259"/>
              <p:cNvSpPr>
                <a:spLocks/>
              </p:cNvSpPr>
              <p:nvPr userDrawn="1"/>
            </p:nvSpPr>
            <p:spPr bwMode="auto">
              <a:xfrm>
                <a:off x="989" y="274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7" name="Freeform 260"/>
              <p:cNvSpPr>
                <a:spLocks noEditPoints="1"/>
              </p:cNvSpPr>
              <p:nvPr userDrawn="1"/>
            </p:nvSpPr>
            <p:spPr bwMode="auto">
              <a:xfrm>
                <a:off x="982" y="281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4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7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8" name="Freeform 261"/>
              <p:cNvSpPr>
                <a:spLocks/>
              </p:cNvSpPr>
              <p:nvPr userDrawn="1"/>
            </p:nvSpPr>
            <p:spPr bwMode="auto">
              <a:xfrm>
                <a:off x="982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9" name="Freeform 262"/>
              <p:cNvSpPr>
                <a:spLocks noEditPoints="1"/>
              </p:cNvSpPr>
              <p:nvPr userDrawn="1"/>
            </p:nvSpPr>
            <p:spPr bwMode="auto">
              <a:xfrm>
                <a:off x="2299" y="1713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4" y="40"/>
                    </a:cubicBezTo>
                    <a:cubicBezTo>
                      <a:pt x="15" y="40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0" name="Freeform 263"/>
              <p:cNvSpPr>
                <a:spLocks noEditPoints="1"/>
              </p:cNvSpPr>
              <p:nvPr userDrawn="1"/>
            </p:nvSpPr>
            <p:spPr bwMode="auto">
              <a:xfrm>
                <a:off x="1574" y="64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1" name="Freeform 264"/>
              <p:cNvSpPr>
                <a:spLocks/>
              </p:cNvSpPr>
              <p:nvPr userDrawn="1"/>
            </p:nvSpPr>
            <p:spPr bwMode="auto">
              <a:xfrm>
                <a:off x="2307" y="178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2" name="Freeform 265"/>
              <p:cNvSpPr>
                <a:spLocks noEditPoints="1"/>
              </p:cNvSpPr>
              <p:nvPr userDrawn="1"/>
            </p:nvSpPr>
            <p:spPr bwMode="auto">
              <a:xfrm>
                <a:off x="2299" y="185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3" name="Freeform 266"/>
              <p:cNvSpPr>
                <a:spLocks/>
              </p:cNvSpPr>
              <p:nvPr userDrawn="1"/>
            </p:nvSpPr>
            <p:spPr bwMode="auto">
              <a:xfrm>
                <a:off x="2307" y="192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4" name="Freeform 267"/>
              <p:cNvSpPr>
                <a:spLocks noEditPoints="1"/>
              </p:cNvSpPr>
              <p:nvPr userDrawn="1"/>
            </p:nvSpPr>
            <p:spPr bwMode="auto">
              <a:xfrm>
                <a:off x="2299" y="19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5" name="Freeform 268"/>
              <p:cNvSpPr>
                <a:spLocks noEditPoints="1"/>
              </p:cNvSpPr>
              <p:nvPr userDrawn="1"/>
            </p:nvSpPr>
            <p:spPr bwMode="auto">
              <a:xfrm>
                <a:off x="2299" y="206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6" name="Freeform 269"/>
              <p:cNvSpPr>
                <a:spLocks noEditPoints="1"/>
              </p:cNvSpPr>
              <p:nvPr userDrawn="1"/>
            </p:nvSpPr>
            <p:spPr bwMode="auto">
              <a:xfrm>
                <a:off x="2299" y="241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7" name="Freeform 270"/>
              <p:cNvSpPr>
                <a:spLocks noEditPoints="1"/>
              </p:cNvSpPr>
              <p:nvPr userDrawn="1"/>
            </p:nvSpPr>
            <p:spPr bwMode="auto">
              <a:xfrm>
                <a:off x="2299" y="248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8" name="Freeform 271"/>
              <p:cNvSpPr>
                <a:spLocks noEditPoints="1"/>
              </p:cNvSpPr>
              <p:nvPr userDrawn="1"/>
            </p:nvSpPr>
            <p:spPr bwMode="auto">
              <a:xfrm>
                <a:off x="2299" y="255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9" name="Freeform 272"/>
              <p:cNvSpPr>
                <a:spLocks/>
              </p:cNvSpPr>
              <p:nvPr userDrawn="1"/>
            </p:nvSpPr>
            <p:spPr bwMode="auto">
              <a:xfrm>
                <a:off x="2307" y="262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0" name="Freeform 273"/>
              <p:cNvSpPr>
                <a:spLocks noEditPoints="1"/>
              </p:cNvSpPr>
              <p:nvPr userDrawn="1"/>
            </p:nvSpPr>
            <p:spPr bwMode="auto">
              <a:xfrm>
                <a:off x="2299" y="269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1" name="Freeform 274"/>
              <p:cNvSpPr>
                <a:spLocks noEditPoints="1"/>
              </p:cNvSpPr>
              <p:nvPr userDrawn="1"/>
            </p:nvSpPr>
            <p:spPr bwMode="auto">
              <a:xfrm>
                <a:off x="2299" y="276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2" name="Freeform 275"/>
              <p:cNvSpPr>
                <a:spLocks/>
              </p:cNvSpPr>
              <p:nvPr userDrawn="1"/>
            </p:nvSpPr>
            <p:spPr bwMode="auto">
              <a:xfrm>
                <a:off x="2307" y="2837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3" name="Freeform 276"/>
              <p:cNvSpPr>
                <a:spLocks noEditPoints="1"/>
              </p:cNvSpPr>
              <p:nvPr userDrawn="1"/>
            </p:nvSpPr>
            <p:spPr bwMode="auto">
              <a:xfrm>
                <a:off x="1960" y="98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4" name="Freeform 277"/>
              <p:cNvSpPr>
                <a:spLocks noEditPoints="1"/>
              </p:cNvSpPr>
              <p:nvPr userDrawn="1"/>
            </p:nvSpPr>
            <p:spPr bwMode="auto">
              <a:xfrm>
                <a:off x="1960" y="105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5" name="Freeform 278"/>
              <p:cNvSpPr>
                <a:spLocks noEditPoints="1"/>
              </p:cNvSpPr>
              <p:nvPr userDrawn="1"/>
            </p:nvSpPr>
            <p:spPr bwMode="auto">
              <a:xfrm>
                <a:off x="1960" y="112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6" name="Freeform 279"/>
              <p:cNvSpPr>
                <a:spLocks/>
              </p:cNvSpPr>
              <p:nvPr userDrawn="1"/>
            </p:nvSpPr>
            <p:spPr bwMode="auto">
              <a:xfrm>
                <a:off x="1969" y="1200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7" name="Freeform 280"/>
              <p:cNvSpPr>
                <a:spLocks/>
              </p:cNvSpPr>
              <p:nvPr userDrawn="1"/>
            </p:nvSpPr>
            <p:spPr bwMode="auto">
              <a:xfrm>
                <a:off x="2309" y="953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8" name="Freeform 281"/>
              <p:cNvSpPr>
                <a:spLocks/>
              </p:cNvSpPr>
              <p:nvPr userDrawn="1"/>
            </p:nvSpPr>
            <p:spPr bwMode="auto">
              <a:xfrm>
                <a:off x="1663" y="508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9" name="Freeform 282"/>
              <p:cNvSpPr>
                <a:spLocks noEditPoints="1"/>
              </p:cNvSpPr>
              <p:nvPr userDrawn="1"/>
            </p:nvSpPr>
            <p:spPr bwMode="auto">
              <a:xfrm>
                <a:off x="1960" y="1268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0" name="Freeform 283"/>
              <p:cNvSpPr>
                <a:spLocks noEditPoints="1"/>
              </p:cNvSpPr>
              <p:nvPr userDrawn="1"/>
            </p:nvSpPr>
            <p:spPr bwMode="auto">
              <a:xfrm>
                <a:off x="1960" y="133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1" name="Freeform 284"/>
              <p:cNvSpPr>
                <a:spLocks noEditPoints="1"/>
              </p:cNvSpPr>
              <p:nvPr userDrawn="1"/>
            </p:nvSpPr>
            <p:spPr bwMode="auto">
              <a:xfrm>
                <a:off x="2452" y="792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5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2" name="Freeform 285"/>
              <p:cNvSpPr>
                <a:spLocks noEditPoints="1"/>
              </p:cNvSpPr>
              <p:nvPr userDrawn="1"/>
            </p:nvSpPr>
            <p:spPr bwMode="auto">
              <a:xfrm>
                <a:off x="1754" y="581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3" name="Freeform 286"/>
              <p:cNvSpPr>
                <a:spLocks/>
              </p:cNvSpPr>
              <p:nvPr userDrawn="1"/>
            </p:nvSpPr>
            <p:spPr bwMode="auto">
              <a:xfrm>
                <a:off x="1969" y="1411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4" name="Freeform 287"/>
              <p:cNvSpPr>
                <a:spLocks noEditPoints="1"/>
              </p:cNvSpPr>
              <p:nvPr userDrawn="1"/>
            </p:nvSpPr>
            <p:spPr bwMode="auto">
              <a:xfrm>
                <a:off x="164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5" name="Freeform 288"/>
              <p:cNvSpPr>
                <a:spLocks/>
              </p:cNvSpPr>
              <p:nvPr userDrawn="1"/>
            </p:nvSpPr>
            <p:spPr bwMode="auto">
              <a:xfrm>
                <a:off x="1650" y="2677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6" name="Freeform 289"/>
              <p:cNvSpPr>
                <a:spLocks noEditPoints="1"/>
              </p:cNvSpPr>
              <p:nvPr userDrawn="1"/>
            </p:nvSpPr>
            <p:spPr bwMode="auto">
              <a:xfrm>
                <a:off x="1641" y="274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7" name="Freeform 290"/>
              <p:cNvSpPr>
                <a:spLocks noEditPoints="1"/>
              </p:cNvSpPr>
              <p:nvPr userDrawn="1"/>
            </p:nvSpPr>
            <p:spPr bwMode="auto">
              <a:xfrm>
                <a:off x="1641" y="281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8" name="Freeform 291"/>
              <p:cNvSpPr>
                <a:spLocks noEditPoints="1"/>
              </p:cNvSpPr>
              <p:nvPr userDrawn="1"/>
            </p:nvSpPr>
            <p:spPr bwMode="auto">
              <a:xfrm>
                <a:off x="2189" y="2270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9" name="Freeform 292"/>
              <p:cNvSpPr>
                <a:spLocks/>
              </p:cNvSpPr>
              <p:nvPr userDrawn="1"/>
            </p:nvSpPr>
            <p:spPr bwMode="auto">
              <a:xfrm>
                <a:off x="2197" y="234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0" name="Freeform 293"/>
              <p:cNvSpPr>
                <a:spLocks noEditPoints="1"/>
              </p:cNvSpPr>
              <p:nvPr userDrawn="1"/>
            </p:nvSpPr>
            <p:spPr bwMode="auto">
              <a:xfrm>
                <a:off x="2189" y="24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1" name="Freeform 294"/>
              <p:cNvSpPr>
                <a:spLocks/>
              </p:cNvSpPr>
              <p:nvPr userDrawn="1"/>
            </p:nvSpPr>
            <p:spPr bwMode="auto">
              <a:xfrm>
                <a:off x="2197" y="2174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2" name="Freeform 295"/>
              <p:cNvSpPr>
                <a:spLocks noEditPoints="1"/>
              </p:cNvSpPr>
              <p:nvPr userDrawn="1"/>
            </p:nvSpPr>
            <p:spPr bwMode="auto">
              <a:xfrm>
                <a:off x="1369" y="159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3" name="Freeform 296"/>
              <p:cNvSpPr>
                <a:spLocks/>
              </p:cNvSpPr>
              <p:nvPr userDrawn="1"/>
            </p:nvSpPr>
            <p:spPr bwMode="auto">
              <a:xfrm>
                <a:off x="1376" y="166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4" name="Freeform 297"/>
              <p:cNvSpPr>
                <a:spLocks noEditPoints="1"/>
              </p:cNvSpPr>
              <p:nvPr userDrawn="1"/>
            </p:nvSpPr>
            <p:spPr bwMode="auto">
              <a:xfrm>
                <a:off x="1369" y="173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5" name="Freeform 298"/>
              <p:cNvSpPr>
                <a:spLocks/>
              </p:cNvSpPr>
              <p:nvPr userDrawn="1"/>
            </p:nvSpPr>
            <p:spPr bwMode="auto">
              <a:xfrm>
                <a:off x="1376" y="180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6" name="Freeform 299"/>
              <p:cNvSpPr>
                <a:spLocks noEditPoints="1"/>
              </p:cNvSpPr>
              <p:nvPr userDrawn="1"/>
            </p:nvSpPr>
            <p:spPr bwMode="auto">
              <a:xfrm>
                <a:off x="1626" y="1682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7" name="Freeform 300"/>
              <p:cNvSpPr>
                <a:spLocks noEditPoints="1"/>
              </p:cNvSpPr>
              <p:nvPr userDrawn="1"/>
            </p:nvSpPr>
            <p:spPr bwMode="auto">
              <a:xfrm>
                <a:off x="1626" y="1752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8" name="Freeform 301"/>
              <p:cNvSpPr>
                <a:spLocks noEditPoints="1"/>
              </p:cNvSpPr>
              <p:nvPr userDrawn="1"/>
            </p:nvSpPr>
            <p:spPr bwMode="auto">
              <a:xfrm>
                <a:off x="1639" y="2313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9" name="Freeform 302"/>
              <p:cNvSpPr>
                <a:spLocks/>
              </p:cNvSpPr>
              <p:nvPr userDrawn="1"/>
            </p:nvSpPr>
            <p:spPr bwMode="auto">
              <a:xfrm>
                <a:off x="1646" y="2385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0" name="Freeform 303"/>
              <p:cNvSpPr>
                <a:spLocks noEditPoints="1"/>
              </p:cNvSpPr>
              <p:nvPr userDrawn="1"/>
            </p:nvSpPr>
            <p:spPr bwMode="auto">
              <a:xfrm>
                <a:off x="1639" y="2453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1" name="Freeform 304"/>
              <p:cNvSpPr>
                <a:spLocks/>
              </p:cNvSpPr>
              <p:nvPr userDrawn="1"/>
            </p:nvSpPr>
            <p:spPr bwMode="auto">
              <a:xfrm>
                <a:off x="1646" y="2525"/>
                <a:ext cx="14" cy="48"/>
              </a:xfrm>
              <a:custGeom>
                <a:avLst/>
                <a:gdLst>
                  <a:gd name="T0" fmla="*/ 9 w 14"/>
                  <a:gd name="T1" fmla="*/ 48 h 48"/>
                  <a:gd name="T2" fmla="*/ 14 w 14"/>
                  <a:gd name="T3" fmla="*/ 48 h 48"/>
                  <a:gd name="T4" fmla="*/ 14 w 14"/>
                  <a:gd name="T5" fmla="*/ 0 h 48"/>
                  <a:gd name="T6" fmla="*/ 4 w 14"/>
                  <a:gd name="T7" fmla="*/ 0 h 48"/>
                  <a:gd name="T8" fmla="*/ 0 w 14"/>
                  <a:gd name="T9" fmla="*/ 5 h 48"/>
                  <a:gd name="T10" fmla="*/ 9 w 14"/>
                  <a:gd name="T11" fmla="*/ 5 h 48"/>
                  <a:gd name="T12" fmla="*/ 9 w 14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8">
                    <a:moveTo>
                      <a:pt x="9" y="48"/>
                    </a:moveTo>
                    <a:lnTo>
                      <a:pt x="14" y="48"/>
                    </a:lnTo>
                    <a:lnTo>
                      <a:pt x="14" y="0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9" y="5"/>
                    </a:lnTo>
                    <a:lnTo>
                      <a:pt x="9" y="4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2" name="Freeform 305"/>
              <p:cNvSpPr>
                <a:spLocks/>
              </p:cNvSpPr>
              <p:nvPr userDrawn="1"/>
            </p:nvSpPr>
            <p:spPr bwMode="auto">
              <a:xfrm>
                <a:off x="881" y="2224"/>
                <a:ext cx="14" cy="53"/>
              </a:xfrm>
              <a:custGeom>
                <a:avLst/>
                <a:gdLst>
                  <a:gd name="T0" fmla="*/ 3 w 14"/>
                  <a:gd name="T1" fmla="*/ 0 h 53"/>
                  <a:gd name="T2" fmla="*/ 14 w 14"/>
                  <a:gd name="T3" fmla="*/ 0 h 53"/>
                  <a:gd name="T4" fmla="*/ 14 w 14"/>
                  <a:gd name="T5" fmla="*/ 53 h 53"/>
                  <a:gd name="T6" fmla="*/ 9 w 14"/>
                  <a:gd name="T7" fmla="*/ 53 h 53"/>
                  <a:gd name="T8" fmla="*/ 9 w 14"/>
                  <a:gd name="T9" fmla="*/ 6 h 53"/>
                  <a:gd name="T10" fmla="*/ 0 w 14"/>
                  <a:gd name="T11" fmla="*/ 6 h 53"/>
                  <a:gd name="T12" fmla="*/ 3 w 14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3">
                    <a:moveTo>
                      <a:pt x="3" y="0"/>
                    </a:moveTo>
                    <a:lnTo>
                      <a:pt x="14" y="0"/>
                    </a:lnTo>
                    <a:lnTo>
                      <a:pt x="14" y="53"/>
                    </a:lnTo>
                    <a:lnTo>
                      <a:pt x="9" y="53"/>
                    </a:lnTo>
                    <a:lnTo>
                      <a:pt x="9" y="6"/>
                    </a:lnTo>
                    <a:lnTo>
                      <a:pt x="0" y="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3" name="Freeform 306"/>
              <p:cNvSpPr>
                <a:spLocks noEditPoints="1"/>
              </p:cNvSpPr>
              <p:nvPr userDrawn="1"/>
            </p:nvSpPr>
            <p:spPr bwMode="auto">
              <a:xfrm>
                <a:off x="873" y="2297"/>
                <a:ext cx="35" cy="56"/>
              </a:xfrm>
              <a:custGeom>
                <a:avLst/>
                <a:gdLst>
                  <a:gd name="T0" fmla="*/ 0 w 29"/>
                  <a:gd name="T1" fmla="*/ 22 h 45"/>
                  <a:gd name="T2" fmla="*/ 2 w 29"/>
                  <a:gd name="T3" fmla="*/ 9 h 45"/>
                  <a:gd name="T4" fmla="*/ 7 w 29"/>
                  <a:gd name="T5" fmla="*/ 2 h 45"/>
                  <a:gd name="T6" fmla="*/ 15 w 29"/>
                  <a:gd name="T7" fmla="*/ 0 h 45"/>
                  <a:gd name="T8" fmla="*/ 22 w 29"/>
                  <a:gd name="T9" fmla="*/ 2 h 45"/>
                  <a:gd name="T10" fmla="*/ 28 w 29"/>
                  <a:gd name="T11" fmla="*/ 9 h 45"/>
                  <a:gd name="T12" fmla="*/ 29 w 29"/>
                  <a:gd name="T13" fmla="*/ 22 h 45"/>
                  <a:gd name="T14" fmla="*/ 28 w 29"/>
                  <a:gd name="T15" fmla="*/ 35 h 45"/>
                  <a:gd name="T16" fmla="*/ 22 w 29"/>
                  <a:gd name="T17" fmla="*/ 42 h 45"/>
                  <a:gd name="T18" fmla="*/ 15 w 29"/>
                  <a:gd name="T19" fmla="*/ 45 h 45"/>
                  <a:gd name="T20" fmla="*/ 7 w 29"/>
                  <a:gd name="T21" fmla="*/ 42 h 45"/>
                  <a:gd name="T22" fmla="*/ 2 w 29"/>
                  <a:gd name="T23" fmla="*/ 35 h 45"/>
                  <a:gd name="T24" fmla="*/ 0 w 29"/>
                  <a:gd name="T25" fmla="*/ 22 h 45"/>
                  <a:gd name="T26" fmla="*/ 4 w 29"/>
                  <a:gd name="T27" fmla="*/ 22 h 45"/>
                  <a:gd name="T28" fmla="*/ 6 w 29"/>
                  <a:gd name="T29" fmla="*/ 33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3 h 45"/>
                  <a:gd name="T38" fmla="*/ 25 w 29"/>
                  <a:gd name="T39" fmla="*/ 22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1 h 45"/>
                  <a:gd name="T50" fmla="*/ 4 w 29"/>
                  <a:gd name="T51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4"/>
                      <a:pt x="26" y="6"/>
                      <a:pt x="28" y="9"/>
                    </a:cubicBezTo>
                    <a:cubicBezTo>
                      <a:pt x="29" y="13"/>
                      <a:pt x="29" y="17"/>
                      <a:pt x="29" y="22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8"/>
                      <a:pt x="24" y="41"/>
                      <a:pt x="22" y="42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2"/>
                    </a:cubicBezTo>
                    <a:cubicBezTo>
                      <a:pt x="5" y="41"/>
                      <a:pt x="3" y="38"/>
                      <a:pt x="2" y="35"/>
                    </a:cubicBezTo>
                    <a:cubicBezTo>
                      <a:pt x="1" y="32"/>
                      <a:pt x="0" y="28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1"/>
                      <a:pt x="6" y="33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0"/>
                      <a:pt x="13" y="41"/>
                      <a:pt x="15" y="41"/>
                    </a:cubicBezTo>
                    <a:cubicBezTo>
                      <a:pt x="17" y="41"/>
                      <a:pt x="18" y="40"/>
                      <a:pt x="20" y="39"/>
                    </a:cubicBezTo>
                    <a:cubicBezTo>
                      <a:pt x="22" y="38"/>
                      <a:pt x="23" y="36"/>
                      <a:pt x="24" y="33"/>
                    </a:cubicBezTo>
                    <a:cubicBezTo>
                      <a:pt x="25" y="30"/>
                      <a:pt x="25" y="27"/>
                      <a:pt x="25" y="22"/>
                    </a:cubicBezTo>
                    <a:cubicBezTo>
                      <a:pt x="25" y="18"/>
                      <a:pt x="25" y="14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4"/>
                      <a:pt x="17" y="4"/>
                      <a:pt x="15" y="4"/>
                    </a:cubicBezTo>
                    <a:cubicBezTo>
                      <a:pt x="13" y="4"/>
                      <a:pt x="11" y="4"/>
                      <a:pt x="9" y="6"/>
                    </a:cubicBezTo>
                    <a:cubicBezTo>
                      <a:pt x="8" y="7"/>
                      <a:pt x="7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4" name="Freeform 307"/>
              <p:cNvSpPr>
                <a:spLocks noEditPoints="1"/>
              </p:cNvSpPr>
              <p:nvPr userDrawn="1"/>
            </p:nvSpPr>
            <p:spPr bwMode="auto">
              <a:xfrm>
                <a:off x="873" y="2370"/>
                <a:ext cx="35" cy="56"/>
              </a:xfrm>
              <a:custGeom>
                <a:avLst/>
                <a:gdLst>
                  <a:gd name="T0" fmla="*/ 0 w 29"/>
                  <a:gd name="T1" fmla="*/ 23 h 45"/>
                  <a:gd name="T2" fmla="*/ 2 w 29"/>
                  <a:gd name="T3" fmla="*/ 10 h 45"/>
                  <a:gd name="T4" fmla="*/ 7 w 29"/>
                  <a:gd name="T5" fmla="*/ 3 h 45"/>
                  <a:gd name="T6" fmla="*/ 15 w 29"/>
                  <a:gd name="T7" fmla="*/ 0 h 45"/>
                  <a:gd name="T8" fmla="*/ 22 w 29"/>
                  <a:gd name="T9" fmla="*/ 3 h 45"/>
                  <a:gd name="T10" fmla="*/ 28 w 29"/>
                  <a:gd name="T11" fmla="*/ 10 h 45"/>
                  <a:gd name="T12" fmla="*/ 29 w 29"/>
                  <a:gd name="T13" fmla="*/ 23 h 45"/>
                  <a:gd name="T14" fmla="*/ 28 w 29"/>
                  <a:gd name="T15" fmla="*/ 35 h 45"/>
                  <a:gd name="T16" fmla="*/ 22 w 29"/>
                  <a:gd name="T17" fmla="*/ 43 h 45"/>
                  <a:gd name="T18" fmla="*/ 15 w 29"/>
                  <a:gd name="T19" fmla="*/ 45 h 45"/>
                  <a:gd name="T20" fmla="*/ 7 w 29"/>
                  <a:gd name="T21" fmla="*/ 43 h 45"/>
                  <a:gd name="T22" fmla="*/ 2 w 29"/>
                  <a:gd name="T23" fmla="*/ 36 h 45"/>
                  <a:gd name="T24" fmla="*/ 0 w 29"/>
                  <a:gd name="T25" fmla="*/ 23 h 45"/>
                  <a:gd name="T26" fmla="*/ 4 w 29"/>
                  <a:gd name="T27" fmla="*/ 23 h 45"/>
                  <a:gd name="T28" fmla="*/ 6 w 29"/>
                  <a:gd name="T29" fmla="*/ 34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4 h 45"/>
                  <a:gd name="T38" fmla="*/ 25 w 29"/>
                  <a:gd name="T39" fmla="*/ 23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2 h 45"/>
                  <a:gd name="T50" fmla="*/ 4 w 29"/>
                  <a:gd name="T5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3"/>
                    </a:moveTo>
                    <a:cubicBezTo>
                      <a:pt x="0" y="17"/>
                      <a:pt x="1" y="13"/>
                      <a:pt x="2" y="10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4" y="4"/>
                      <a:pt x="26" y="7"/>
                      <a:pt x="28" y="10"/>
                    </a:cubicBezTo>
                    <a:cubicBezTo>
                      <a:pt x="29" y="13"/>
                      <a:pt x="29" y="17"/>
                      <a:pt x="29" y="23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9"/>
                      <a:pt x="24" y="41"/>
                      <a:pt x="22" y="43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3"/>
                    </a:cubicBezTo>
                    <a:cubicBezTo>
                      <a:pt x="5" y="41"/>
                      <a:pt x="3" y="39"/>
                      <a:pt x="2" y="36"/>
                    </a:cubicBezTo>
                    <a:cubicBezTo>
                      <a:pt x="1" y="33"/>
                      <a:pt x="0" y="28"/>
                      <a:pt x="0" y="23"/>
                    </a:cubicBezTo>
                    <a:close/>
                    <a:moveTo>
                      <a:pt x="4" y="23"/>
                    </a:moveTo>
                    <a:cubicBezTo>
                      <a:pt x="4" y="28"/>
                      <a:pt x="5" y="31"/>
                      <a:pt x="6" y="34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1"/>
                      <a:pt x="13" y="41"/>
                      <a:pt x="15" y="41"/>
                    </a:cubicBezTo>
                    <a:cubicBezTo>
                      <a:pt x="17" y="41"/>
                      <a:pt x="18" y="41"/>
                      <a:pt x="20" y="39"/>
                    </a:cubicBezTo>
                    <a:cubicBezTo>
                      <a:pt x="22" y="38"/>
                      <a:pt x="23" y="36"/>
                      <a:pt x="24" y="34"/>
                    </a:cubicBezTo>
                    <a:cubicBezTo>
                      <a:pt x="25" y="31"/>
                      <a:pt x="25" y="27"/>
                      <a:pt x="25" y="23"/>
                    </a:cubicBezTo>
                    <a:cubicBezTo>
                      <a:pt x="25" y="18"/>
                      <a:pt x="25" y="15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5"/>
                      <a:pt x="17" y="4"/>
                      <a:pt x="15" y="4"/>
                    </a:cubicBezTo>
                    <a:cubicBezTo>
                      <a:pt x="13" y="4"/>
                      <a:pt x="11" y="5"/>
                      <a:pt x="9" y="6"/>
                    </a:cubicBezTo>
                    <a:cubicBezTo>
                      <a:pt x="8" y="7"/>
                      <a:pt x="7" y="9"/>
                      <a:pt x="6" y="12"/>
                    </a:cubicBezTo>
                    <a:cubicBezTo>
                      <a:pt x="5" y="14"/>
                      <a:pt x="4" y="18"/>
                      <a:pt x="4" y="2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5" name="Freeform 308"/>
              <p:cNvSpPr>
                <a:spLocks/>
              </p:cNvSpPr>
              <p:nvPr userDrawn="1"/>
            </p:nvSpPr>
            <p:spPr bwMode="auto">
              <a:xfrm>
                <a:off x="881" y="2446"/>
                <a:ext cx="14" cy="51"/>
              </a:xfrm>
              <a:custGeom>
                <a:avLst/>
                <a:gdLst>
                  <a:gd name="T0" fmla="*/ 3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4 h 51"/>
                  <a:gd name="T10" fmla="*/ 0 w 14"/>
                  <a:gd name="T11" fmla="*/ 4 h 51"/>
                  <a:gd name="T12" fmla="*/ 3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3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6" name="Freeform 309"/>
              <p:cNvSpPr>
                <a:spLocks/>
              </p:cNvSpPr>
              <p:nvPr userDrawn="1"/>
            </p:nvSpPr>
            <p:spPr bwMode="auto">
              <a:xfrm>
                <a:off x="2379" y="149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7" name="Freeform 310"/>
              <p:cNvSpPr>
                <a:spLocks/>
              </p:cNvSpPr>
              <p:nvPr userDrawn="1"/>
            </p:nvSpPr>
            <p:spPr bwMode="auto">
              <a:xfrm>
                <a:off x="2272" y="625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8" name="Freeform 311"/>
              <p:cNvSpPr>
                <a:spLocks noEditPoints="1"/>
              </p:cNvSpPr>
              <p:nvPr userDrawn="1"/>
            </p:nvSpPr>
            <p:spPr bwMode="auto">
              <a:xfrm>
                <a:off x="2371" y="156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9" name="Freeform 312"/>
              <p:cNvSpPr>
                <a:spLocks noEditPoints="1"/>
              </p:cNvSpPr>
              <p:nvPr userDrawn="1"/>
            </p:nvSpPr>
            <p:spPr bwMode="auto">
              <a:xfrm>
                <a:off x="2371" y="163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0" name="Freeform 313"/>
              <p:cNvSpPr>
                <a:spLocks noEditPoints="1"/>
              </p:cNvSpPr>
              <p:nvPr userDrawn="1"/>
            </p:nvSpPr>
            <p:spPr bwMode="auto">
              <a:xfrm>
                <a:off x="2538" y="1244"/>
                <a:ext cx="34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5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5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1" name="Freeform 314"/>
              <p:cNvSpPr>
                <a:spLocks/>
              </p:cNvSpPr>
              <p:nvPr userDrawn="1"/>
            </p:nvSpPr>
            <p:spPr bwMode="auto">
              <a:xfrm>
                <a:off x="2379" y="1707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2" name="Freeform 315"/>
              <p:cNvSpPr>
                <a:spLocks/>
              </p:cNvSpPr>
              <p:nvPr userDrawn="1"/>
            </p:nvSpPr>
            <p:spPr bwMode="auto">
              <a:xfrm>
                <a:off x="2379" y="177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3" name="Freeform 316"/>
              <p:cNvSpPr>
                <a:spLocks noEditPoints="1"/>
              </p:cNvSpPr>
              <p:nvPr userDrawn="1"/>
            </p:nvSpPr>
            <p:spPr bwMode="auto">
              <a:xfrm>
                <a:off x="1793" y="25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6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6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2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2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6" y="31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8" y="6"/>
                      <a:pt x="6" y="8"/>
                      <a:pt x="6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4" name="Freeform 317"/>
              <p:cNvSpPr>
                <a:spLocks noEditPoints="1"/>
              </p:cNvSpPr>
              <p:nvPr userDrawn="1"/>
            </p:nvSpPr>
            <p:spPr bwMode="auto">
              <a:xfrm>
                <a:off x="1793" y="263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6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6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2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2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6" y="32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8" y="7"/>
                      <a:pt x="6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5" name="Freeform 318"/>
              <p:cNvSpPr>
                <a:spLocks/>
              </p:cNvSpPr>
              <p:nvPr userDrawn="1"/>
            </p:nvSpPr>
            <p:spPr bwMode="auto">
              <a:xfrm>
                <a:off x="1802" y="270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6" name="Freeform 319"/>
              <p:cNvSpPr>
                <a:spLocks/>
              </p:cNvSpPr>
              <p:nvPr userDrawn="1"/>
            </p:nvSpPr>
            <p:spPr bwMode="auto">
              <a:xfrm>
                <a:off x="1802" y="2774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4 h 49"/>
                  <a:gd name="T10" fmla="*/ 0 w 12"/>
                  <a:gd name="T11" fmla="*/ 4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7" name="Freeform 320"/>
              <p:cNvSpPr>
                <a:spLocks/>
              </p:cNvSpPr>
              <p:nvPr userDrawn="1"/>
            </p:nvSpPr>
            <p:spPr bwMode="auto">
              <a:xfrm>
                <a:off x="1802" y="284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8" name="Freeform 321"/>
              <p:cNvSpPr>
                <a:spLocks noEditPoints="1"/>
              </p:cNvSpPr>
              <p:nvPr userDrawn="1"/>
            </p:nvSpPr>
            <p:spPr bwMode="auto">
              <a:xfrm>
                <a:off x="2371" y="18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9" name="Freeform 322"/>
              <p:cNvSpPr>
                <a:spLocks/>
              </p:cNvSpPr>
              <p:nvPr userDrawn="1"/>
            </p:nvSpPr>
            <p:spPr bwMode="auto">
              <a:xfrm>
                <a:off x="2379" y="190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0" name="Freeform 323"/>
              <p:cNvSpPr>
                <a:spLocks/>
              </p:cNvSpPr>
              <p:nvPr userDrawn="1"/>
            </p:nvSpPr>
            <p:spPr bwMode="auto">
              <a:xfrm>
                <a:off x="2379" y="197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1" name="Freeform 324"/>
              <p:cNvSpPr>
                <a:spLocks noEditPoints="1"/>
              </p:cNvSpPr>
              <p:nvPr userDrawn="1"/>
            </p:nvSpPr>
            <p:spPr bwMode="auto">
              <a:xfrm>
                <a:off x="2371" y="204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2" name="Freeform 325"/>
              <p:cNvSpPr>
                <a:spLocks/>
              </p:cNvSpPr>
              <p:nvPr userDrawn="1"/>
            </p:nvSpPr>
            <p:spPr bwMode="auto">
              <a:xfrm>
                <a:off x="2379" y="211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3" name="Freeform 326"/>
              <p:cNvSpPr>
                <a:spLocks noEditPoints="1"/>
              </p:cNvSpPr>
              <p:nvPr userDrawn="1"/>
            </p:nvSpPr>
            <p:spPr bwMode="auto">
              <a:xfrm>
                <a:off x="2371" y="218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4" name="Freeform 327"/>
              <p:cNvSpPr>
                <a:spLocks noEditPoints="1"/>
              </p:cNvSpPr>
              <p:nvPr userDrawn="1"/>
            </p:nvSpPr>
            <p:spPr bwMode="auto">
              <a:xfrm>
                <a:off x="2371" y="225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5" name="Freeform 328"/>
              <p:cNvSpPr>
                <a:spLocks noEditPoints="1"/>
              </p:cNvSpPr>
              <p:nvPr userDrawn="1"/>
            </p:nvSpPr>
            <p:spPr bwMode="auto">
              <a:xfrm>
                <a:off x="2371" y="232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6" name="Freeform 329"/>
              <p:cNvSpPr>
                <a:spLocks/>
              </p:cNvSpPr>
              <p:nvPr userDrawn="1"/>
            </p:nvSpPr>
            <p:spPr bwMode="auto">
              <a:xfrm>
                <a:off x="2379" y="239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7" name="Freeform 330"/>
              <p:cNvSpPr>
                <a:spLocks/>
              </p:cNvSpPr>
              <p:nvPr userDrawn="1"/>
            </p:nvSpPr>
            <p:spPr bwMode="auto">
              <a:xfrm>
                <a:off x="2379" y="2467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8" name="Freeform 331"/>
              <p:cNvSpPr>
                <a:spLocks noEditPoints="1"/>
              </p:cNvSpPr>
              <p:nvPr userDrawn="1"/>
            </p:nvSpPr>
            <p:spPr bwMode="auto">
              <a:xfrm>
                <a:off x="2371" y="253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6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9" name="Freeform 332"/>
              <p:cNvSpPr>
                <a:spLocks noEditPoints="1"/>
              </p:cNvSpPr>
              <p:nvPr userDrawn="1"/>
            </p:nvSpPr>
            <p:spPr bwMode="auto">
              <a:xfrm>
                <a:off x="237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0" name="Freeform 333"/>
              <p:cNvSpPr>
                <a:spLocks/>
              </p:cNvSpPr>
              <p:nvPr userDrawn="1"/>
            </p:nvSpPr>
            <p:spPr bwMode="auto">
              <a:xfrm>
                <a:off x="2379" y="267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1" name="Freeform 334"/>
              <p:cNvSpPr>
                <a:spLocks/>
              </p:cNvSpPr>
              <p:nvPr userDrawn="1"/>
            </p:nvSpPr>
            <p:spPr bwMode="auto">
              <a:xfrm>
                <a:off x="2379" y="2748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2" name="Freeform 335"/>
              <p:cNvSpPr>
                <a:spLocks/>
              </p:cNvSpPr>
              <p:nvPr userDrawn="1"/>
            </p:nvSpPr>
            <p:spPr bwMode="auto">
              <a:xfrm>
                <a:off x="2379" y="281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3" name="Freeform 336"/>
              <p:cNvSpPr>
                <a:spLocks/>
              </p:cNvSpPr>
              <p:nvPr userDrawn="1"/>
            </p:nvSpPr>
            <p:spPr bwMode="auto">
              <a:xfrm>
                <a:off x="2372" y="2886"/>
                <a:ext cx="33" cy="16"/>
              </a:xfrm>
              <a:custGeom>
                <a:avLst/>
                <a:gdLst>
                  <a:gd name="T0" fmla="*/ 3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1 w 26"/>
                  <a:gd name="T11" fmla="*/ 11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9 h 13"/>
                  <a:gd name="T18" fmla="*/ 20 w 26"/>
                  <a:gd name="T19" fmla="*/ 2 h 13"/>
                  <a:gd name="T20" fmla="*/ 13 w 26"/>
                  <a:gd name="T21" fmla="*/ 0 h 13"/>
                  <a:gd name="T22" fmla="*/ 5 w 26"/>
                  <a:gd name="T23" fmla="*/ 2 h 13"/>
                  <a:gd name="T24" fmla="*/ 1 w 26"/>
                  <a:gd name="T25" fmla="*/ 9 h 13"/>
                  <a:gd name="T26" fmla="*/ 0 w 26"/>
                  <a:gd name="T27" fmla="*/ 13 h 13"/>
                  <a:gd name="T28" fmla="*/ 3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3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9" y="4"/>
                      <a:pt x="11" y="4"/>
                      <a:pt x="13" y="4"/>
                    </a:cubicBezTo>
                    <a:cubicBezTo>
                      <a:pt x="14" y="4"/>
                      <a:pt x="16" y="4"/>
                      <a:pt x="18" y="6"/>
                    </a:cubicBezTo>
                    <a:cubicBezTo>
                      <a:pt x="19" y="7"/>
                      <a:pt x="21" y="9"/>
                      <a:pt x="21" y="11"/>
                    </a:cubicBezTo>
                    <a:cubicBezTo>
                      <a:pt x="22" y="12"/>
                      <a:pt x="22" y="12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5" y="10"/>
                      <a:pt x="25" y="9"/>
                    </a:cubicBezTo>
                    <a:cubicBezTo>
                      <a:pt x="24" y="6"/>
                      <a:pt x="22" y="4"/>
                      <a:pt x="20" y="2"/>
                    </a:cubicBezTo>
                    <a:cubicBezTo>
                      <a:pt x="18" y="1"/>
                      <a:pt x="15" y="0"/>
                      <a:pt x="13" y="0"/>
                    </a:cubicBezTo>
                    <a:cubicBezTo>
                      <a:pt x="10" y="0"/>
                      <a:pt x="8" y="1"/>
                      <a:pt x="5" y="2"/>
                    </a:cubicBezTo>
                    <a:cubicBezTo>
                      <a:pt x="3" y="4"/>
                      <a:pt x="2" y="6"/>
                      <a:pt x="1" y="9"/>
                    </a:cubicBezTo>
                    <a:cubicBezTo>
                      <a:pt x="0" y="10"/>
                      <a:pt x="0" y="11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4" name="Freeform 337"/>
              <p:cNvSpPr>
                <a:spLocks noEditPoints="1"/>
              </p:cNvSpPr>
              <p:nvPr userDrawn="1"/>
            </p:nvSpPr>
            <p:spPr bwMode="auto">
              <a:xfrm>
                <a:off x="2075" y="1067"/>
                <a:ext cx="51" cy="76"/>
              </a:xfrm>
              <a:custGeom>
                <a:avLst/>
                <a:gdLst>
                  <a:gd name="T0" fmla="*/ 0 w 41"/>
                  <a:gd name="T1" fmla="*/ 31 h 62"/>
                  <a:gd name="T2" fmla="*/ 3 w 41"/>
                  <a:gd name="T3" fmla="*/ 13 h 62"/>
                  <a:gd name="T4" fmla="*/ 10 w 41"/>
                  <a:gd name="T5" fmla="*/ 3 h 62"/>
                  <a:gd name="T6" fmla="*/ 20 w 41"/>
                  <a:gd name="T7" fmla="*/ 0 h 62"/>
                  <a:gd name="T8" fmla="*/ 31 w 41"/>
                  <a:gd name="T9" fmla="*/ 3 h 62"/>
                  <a:gd name="T10" fmla="*/ 38 w 41"/>
                  <a:gd name="T11" fmla="*/ 13 h 62"/>
                  <a:gd name="T12" fmla="*/ 41 w 41"/>
                  <a:gd name="T13" fmla="*/ 31 h 62"/>
                  <a:gd name="T14" fmla="*/ 38 w 41"/>
                  <a:gd name="T15" fmla="*/ 49 h 62"/>
                  <a:gd name="T16" fmla="*/ 31 w 41"/>
                  <a:gd name="T17" fmla="*/ 59 h 62"/>
                  <a:gd name="T18" fmla="*/ 20 w 41"/>
                  <a:gd name="T19" fmla="*/ 62 h 62"/>
                  <a:gd name="T20" fmla="*/ 10 w 41"/>
                  <a:gd name="T21" fmla="*/ 59 h 62"/>
                  <a:gd name="T22" fmla="*/ 3 w 41"/>
                  <a:gd name="T23" fmla="*/ 49 h 62"/>
                  <a:gd name="T24" fmla="*/ 0 w 41"/>
                  <a:gd name="T25" fmla="*/ 31 h 62"/>
                  <a:gd name="T26" fmla="*/ 6 w 41"/>
                  <a:gd name="T27" fmla="*/ 31 h 62"/>
                  <a:gd name="T28" fmla="*/ 8 w 41"/>
                  <a:gd name="T29" fmla="*/ 46 h 62"/>
                  <a:gd name="T30" fmla="*/ 13 w 41"/>
                  <a:gd name="T31" fmla="*/ 54 h 62"/>
                  <a:gd name="T32" fmla="*/ 20 w 41"/>
                  <a:gd name="T33" fmla="*/ 57 h 62"/>
                  <a:gd name="T34" fmla="*/ 28 w 41"/>
                  <a:gd name="T35" fmla="*/ 54 h 62"/>
                  <a:gd name="T36" fmla="*/ 33 w 41"/>
                  <a:gd name="T37" fmla="*/ 46 h 62"/>
                  <a:gd name="T38" fmla="*/ 35 w 41"/>
                  <a:gd name="T39" fmla="*/ 31 h 62"/>
                  <a:gd name="T40" fmla="*/ 33 w 41"/>
                  <a:gd name="T41" fmla="*/ 16 h 62"/>
                  <a:gd name="T42" fmla="*/ 28 w 41"/>
                  <a:gd name="T43" fmla="*/ 8 h 62"/>
                  <a:gd name="T44" fmla="*/ 20 w 41"/>
                  <a:gd name="T45" fmla="*/ 6 h 62"/>
                  <a:gd name="T46" fmla="*/ 13 w 41"/>
                  <a:gd name="T47" fmla="*/ 8 h 62"/>
                  <a:gd name="T48" fmla="*/ 8 w 41"/>
                  <a:gd name="T49" fmla="*/ 16 h 62"/>
                  <a:gd name="T50" fmla="*/ 6 w 41"/>
                  <a:gd name="T51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2">
                    <a:moveTo>
                      <a:pt x="0" y="31"/>
                    </a:moveTo>
                    <a:cubicBezTo>
                      <a:pt x="0" y="23"/>
                      <a:pt x="1" y="17"/>
                      <a:pt x="3" y="13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3"/>
                    </a:cubicBezTo>
                    <a:cubicBezTo>
                      <a:pt x="34" y="5"/>
                      <a:pt x="36" y="9"/>
                      <a:pt x="38" y="13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8"/>
                      <a:pt x="40" y="44"/>
                      <a:pt x="38" y="49"/>
                    </a:cubicBezTo>
                    <a:cubicBezTo>
                      <a:pt x="36" y="53"/>
                      <a:pt x="34" y="56"/>
                      <a:pt x="31" y="59"/>
                    </a:cubicBezTo>
                    <a:cubicBezTo>
                      <a:pt x="27" y="61"/>
                      <a:pt x="24" y="62"/>
                      <a:pt x="20" y="62"/>
                    </a:cubicBezTo>
                    <a:cubicBezTo>
                      <a:pt x="16" y="62"/>
                      <a:pt x="13" y="61"/>
                      <a:pt x="10" y="59"/>
                    </a:cubicBezTo>
                    <a:cubicBezTo>
                      <a:pt x="7" y="57"/>
                      <a:pt x="5" y="53"/>
                      <a:pt x="3" y="49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1"/>
                    </a:moveTo>
                    <a:cubicBezTo>
                      <a:pt x="6" y="38"/>
                      <a:pt x="6" y="43"/>
                      <a:pt x="8" y="46"/>
                    </a:cubicBezTo>
                    <a:cubicBezTo>
                      <a:pt x="9" y="50"/>
                      <a:pt x="11" y="52"/>
                      <a:pt x="13" y="54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4"/>
                    </a:cubicBezTo>
                    <a:cubicBezTo>
                      <a:pt x="30" y="52"/>
                      <a:pt x="32" y="50"/>
                      <a:pt x="33" y="46"/>
                    </a:cubicBezTo>
                    <a:cubicBezTo>
                      <a:pt x="34" y="42"/>
                      <a:pt x="35" y="37"/>
                      <a:pt x="35" y="31"/>
                    </a:cubicBezTo>
                    <a:cubicBezTo>
                      <a:pt x="35" y="25"/>
                      <a:pt x="34" y="20"/>
                      <a:pt x="33" y="16"/>
                    </a:cubicBezTo>
                    <a:cubicBezTo>
                      <a:pt x="32" y="13"/>
                      <a:pt x="30" y="10"/>
                      <a:pt x="28" y="8"/>
                    </a:cubicBezTo>
                    <a:cubicBezTo>
                      <a:pt x="25" y="6"/>
                      <a:pt x="23" y="6"/>
                      <a:pt x="20" y="6"/>
                    </a:cubicBezTo>
                    <a:cubicBezTo>
                      <a:pt x="18" y="6"/>
                      <a:pt x="15" y="6"/>
                      <a:pt x="13" y="8"/>
                    </a:cubicBezTo>
                    <a:cubicBezTo>
                      <a:pt x="11" y="10"/>
                      <a:pt x="9" y="12"/>
                      <a:pt x="8" y="16"/>
                    </a:cubicBezTo>
                    <a:cubicBezTo>
                      <a:pt x="6" y="19"/>
                      <a:pt x="6" y="24"/>
                      <a:pt x="6" y="3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5" name="Freeform 338"/>
              <p:cNvSpPr>
                <a:spLocks noEditPoints="1"/>
              </p:cNvSpPr>
              <p:nvPr userDrawn="1"/>
            </p:nvSpPr>
            <p:spPr bwMode="auto">
              <a:xfrm>
                <a:off x="2075" y="1168"/>
                <a:ext cx="51" cy="78"/>
              </a:xfrm>
              <a:custGeom>
                <a:avLst/>
                <a:gdLst>
                  <a:gd name="T0" fmla="*/ 0 w 41"/>
                  <a:gd name="T1" fmla="*/ 31 h 63"/>
                  <a:gd name="T2" fmla="*/ 3 w 41"/>
                  <a:gd name="T3" fmla="*/ 13 h 63"/>
                  <a:gd name="T4" fmla="*/ 10 w 41"/>
                  <a:gd name="T5" fmla="*/ 4 h 63"/>
                  <a:gd name="T6" fmla="*/ 20 w 41"/>
                  <a:gd name="T7" fmla="*/ 0 h 63"/>
                  <a:gd name="T8" fmla="*/ 31 w 41"/>
                  <a:gd name="T9" fmla="*/ 4 h 63"/>
                  <a:gd name="T10" fmla="*/ 38 w 41"/>
                  <a:gd name="T11" fmla="*/ 14 h 63"/>
                  <a:gd name="T12" fmla="*/ 41 w 41"/>
                  <a:gd name="T13" fmla="*/ 31 h 63"/>
                  <a:gd name="T14" fmla="*/ 38 w 41"/>
                  <a:gd name="T15" fmla="*/ 49 h 63"/>
                  <a:gd name="T16" fmla="*/ 31 w 41"/>
                  <a:gd name="T17" fmla="*/ 59 h 63"/>
                  <a:gd name="T18" fmla="*/ 20 w 41"/>
                  <a:gd name="T19" fmla="*/ 63 h 63"/>
                  <a:gd name="T20" fmla="*/ 10 w 41"/>
                  <a:gd name="T21" fmla="*/ 59 h 63"/>
                  <a:gd name="T22" fmla="*/ 3 w 41"/>
                  <a:gd name="T23" fmla="*/ 50 h 63"/>
                  <a:gd name="T24" fmla="*/ 0 w 41"/>
                  <a:gd name="T25" fmla="*/ 31 h 63"/>
                  <a:gd name="T26" fmla="*/ 6 w 41"/>
                  <a:gd name="T27" fmla="*/ 32 h 63"/>
                  <a:gd name="T28" fmla="*/ 8 w 41"/>
                  <a:gd name="T29" fmla="*/ 47 h 63"/>
                  <a:gd name="T30" fmla="*/ 13 w 41"/>
                  <a:gd name="T31" fmla="*/ 55 h 63"/>
                  <a:gd name="T32" fmla="*/ 20 w 41"/>
                  <a:gd name="T33" fmla="*/ 57 h 63"/>
                  <a:gd name="T34" fmla="*/ 28 w 41"/>
                  <a:gd name="T35" fmla="*/ 55 h 63"/>
                  <a:gd name="T36" fmla="*/ 33 w 41"/>
                  <a:gd name="T37" fmla="*/ 47 h 63"/>
                  <a:gd name="T38" fmla="*/ 35 w 41"/>
                  <a:gd name="T39" fmla="*/ 32 h 63"/>
                  <a:gd name="T40" fmla="*/ 33 w 41"/>
                  <a:gd name="T41" fmla="*/ 17 h 63"/>
                  <a:gd name="T42" fmla="*/ 28 w 41"/>
                  <a:gd name="T43" fmla="*/ 9 h 63"/>
                  <a:gd name="T44" fmla="*/ 20 w 41"/>
                  <a:gd name="T45" fmla="*/ 6 h 63"/>
                  <a:gd name="T46" fmla="*/ 13 w 41"/>
                  <a:gd name="T47" fmla="*/ 9 h 63"/>
                  <a:gd name="T48" fmla="*/ 8 w 41"/>
                  <a:gd name="T49" fmla="*/ 16 h 63"/>
                  <a:gd name="T50" fmla="*/ 6 w 41"/>
                  <a:gd name="T51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3">
                    <a:moveTo>
                      <a:pt x="0" y="31"/>
                    </a:moveTo>
                    <a:cubicBezTo>
                      <a:pt x="0" y="24"/>
                      <a:pt x="1" y="18"/>
                      <a:pt x="3" y="13"/>
                    </a:cubicBezTo>
                    <a:cubicBezTo>
                      <a:pt x="4" y="9"/>
                      <a:pt x="7" y="6"/>
                      <a:pt x="10" y="4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4"/>
                    </a:cubicBezTo>
                    <a:cubicBezTo>
                      <a:pt x="34" y="6"/>
                      <a:pt x="36" y="9"/>
                      <a:pt x="38" y="14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9"/>
                      <a:pt x="40" y="45"/>
                      <a:pt x="38" y="49"/>
                    </a:cubicBezTo>
                    <a:cubicBezTo>
                      <a:pt x="36" y="54"/>
                      <a:pt x="34" y="57"/>
                      <a:pt x="31" y="59"/>
                    </a:cubicBezTo>
                    <a:cubicBezTo>
                      <a:pt x="27" y="61"/>
                      <a:pt x="24" y="63"/>
                      <a:pt x="20" y="63"/>
                    </a:cubicBezTo>
                    <a:cubicBezTo>
                      <a:pt x="16" y="63"/>
                      <a:pt x="13" y="61"/>
                      <a:pt x="10" y="59"/>
                    </a:cubicBezTo>
                    <a:cubicBezTo>
                      <a:pt x="7" y="57"/>
                      <a:pt x="5" y="54"/>
                      <a:pt x="3" y="50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2"/>
                    </a:moveTo>
                    <a:cubicBezTo>
                      <a:pt x="6" y="38"/>
                      <a:pt x="6" y="43"/>
                      <a:pt x="8" y="47"/>
                    </a:cubicBezTo>
                    <a:cubicBezTo>
                      <a:pt x="9" y="50"/>
                      <a:pt x="11" y="53"/>
                      <a:pt x="13" y="55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5"/>
                    </a:cubicBezTo>
                    <a:cubicBezTo>
                      <a:pt x="30" y="53"/>
                      <a:pt x="32" y="50"/>
                      <a:pt x="33" y="47"/>
                    </a:cubicBezTo>
                    <a:cubicBezTo>
                      <a:pt x="34" y="43"/>
                      <a:pt x="35" y="37"/>
                      <a:pt x="35" y="32"/>
                    </a:cubicBezTo>
                    <a:cubicBezTo>
                      <a:pt x="35" y="26"/>
                      <a:pt x="34" y="21"/>
                      <a:pt x="33" y="17"/>
                    </a:cubicBezTo>
                    <a:cubicBezTo>
                      <a:pt x="32" y="13"/>
                      <a:pt x="30" y="10"/>
                      <a:pt x="28" y="9"/>
                    </a:cubicBezTo>
                    <a:cubicBezTo>
                      <a:pt x="25" y="7"/>
                      <a:pt x="23" y="6"/>
                      <a:pt x="20" y="6"/>
                    </a:cubicBezTo>
                    <a:cubicBezTo>
                      <a:pt x="18" y="6"/>
                      <a:pt x="15" y="7"/>
                      <a:pt x="13" y="9"/>
                    </a:cubicBezTo>
                    <a:cubicBezTo>
                      <a:pt x="11" y="10"/>
                      <a:pt x="9" y="13"/>
                      <a:pt x="8" y="16"/>
                    </a:cubicBezTo>
                    <a:cubicBezTo>
                      <a:pt x="6" y="20"/>
                      <a:pt x="6" y="25"/>
                      <a:pt x="6" y="3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6" name="Freeform 339"/>
              <p:cNvSpPr>
                <a:spLocks/>
              </p:cNvSpPr>
              <p:nvPr userDrawn="1"/>
            </p:nvSpPr>
            <p:spPr bwMode="auto">
              <a:xfrm>
                <a:off x="2087" y="1272"/>
                <a:ext cx="19" cy="73"/>
              </a:xfrm>
              <a:custGeom>
                <a:avLst/>
                <a:gdLst>
                  <a:gd name="T0" fmla="*/ 5 w 19"/>
                  <a:gd name="T1" fmla="*/ 0 h 73"/>
                  <a:gd name="T2" fmla="*/ 19 w 19"/>
                  <a:gd name="T3" fmla="*/ 0 h 73"/>
                  <a:gd name="T4" fmla="*/ 19 w 19"/>
                  <a:gd name="T5" fmla="*/ 73 h 73"/>
                  <a:gd name="T6" fmla="*/ 12 w 19"/>
                  <a:gd name="T7" fmla="*/ 73 h 73"/>
                  <a:gd name="T8" fmla="*/ 12 w 19"/>
                  <a:gd name="T9" fmla="*/ 8 h 73"/>
                  <a:gd name="T10" fmla="*/ 0 w 19"/>
                  <a:gd name="T11" fmla="*/ 8 h 73"/>
                  <a:gd name="T12" fmla="*/ 5 w 19"/>
                  <a:gd name="T1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3">
                    <a:moveTo>
                      <a:pt x="5" y="0"/>
                    </a:moveTo>
                    <a:lnTo>
                      <a:pt x="19" y="0"/>
                    </a:lnTo>
                    <a:lnTo>
                      <a:pt x="19" y="73"/>
                    </a:lnTo>
                    <a:lnTo>
                      <a:pt x="12" y="73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7" name="Freeform 340"/>
              <p:cNvSpPr>
                <a:spLocks noEditPoints="1"/>
              </p:cNvSpPr>
              <p:nvPr userDrawn="1"/>
            </p:nvSpPr>
            <p:spPr bwMode="auto">
              <a:xfrm>
                <a:off x="1495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8" name="Freeform 341"/>
              <p:cNvSpPr>
                <a:spLocks noEditPoints="1"/>
              </p:cNvSpPr>
              <p:nvPr userDrawn="1"/>
            </p:nvSpPr>
            <p:spPr bwMode="auto">
              <a:xfrm>
                <a:off x="1495" y="190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9" name="Freeform 342"/>
              <p:cNvSpPr>
                <a:spLocks/>
              </p:cNvSpPr>
              <p:nvPr userDrawn="1"/>
            </p:nvSpPr>
            <p:spPr bwMode="auto">
              <a:xfrm>
                <a:off x="1504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0" name="Freeform 343"/>
              <p:cNvSpPr>
                <a:spLocks noEditPoints="1"/>
              </p:cNvSpPr>
              <p:nvPr userDrawn="1"/>
            </p:nvSpPr>
            <p:spPr bwMode="auto">
              <a:xfrm>
                <a:off x="1495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1" name="Freeform 344"/>
              <p:cNvSpPr>
                <a:spLocks noEditPoints="1"/>
              </p:cNvSpPr>
              <p:nvPr userDrawn="1"/>
            </p:nvSpPr>
            <p:spPr bwMode="auto">
              <a:xfrm>
                <a:off x="1495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2" name="Freeform 345"/>
              <p:cNvSpPr>
                <a:spLocks/>
              </p:cNvSpPr>
              <p:nvPr userDrawn="1"/>
            </p:nvSpPr>
            <p:spPr bwMode="auto">
              <a:xfrm>
                <a:off x="1504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3" name="Freeform 346"/>
              <p:cNvSpPr>
                <a:spLocks noEditPoints="1"/>
              </p:cNvSpPr>
              <p:nvPr userDrawn="1"/>
            </p:nvSpPr>
            <p:spPr bwMode="auto">
              <a:xfrm>
                <a:off x="1495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4" name="Freeform 347"/>
              <p:cNvSpPr>
                <a:spLocks noEditPoints="1"/>
              </p:cNvSpPr>
              <p:nvPr userDrawn="1"/>
            </p:nvSpPr>
            <p:spPr bwMode="auto">
              <a:xfrm>
                <a:off x="1495" y="2320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5" name="Freeform 348"/>
              <p:cNvSpPr>
                <a:spLocks noEditPoints="1"/>
              </p:cNvSpPr>
              <p:nvPr userDrawn="1"/>
            </p:nvSpPr>
            <p:spPr bwMode="auto">
              <a:xfrm>
                <a:off x="1495" y="239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6" name="Freeform 349"/>
              <p:cNvSpPr>
                <a:spLocks/>
              </p:cNvSpPr>
              <p:nvPr userDrawn="1"/>
            </p:nvSpPr>
            <p:spPr bwMode="auto">
              <a:xfrm>
                <a:off x="1504" y="246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7" name="Freeform 350"/>
              <p:cNvSpPr>
                <a:spLocks noEditPoints="1"/>
              </p:cNvSpPr>
              <p:nvPr userDrawn="1"/>
            </p:nvSpPr>
            <p:spPr bwMode="auto">
              <a:xfrm>
                <a:off x="1495" y="253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8" name="Freeform 351"/>
              <p:cNvSpPr>
                <a:spLocks noEditPoints="1"/>
              </p:cNvSpPr>
              <p:nvPr userDrawn="1"/>
            </p:nvSpPr>
            <p:spPr bwMode="auto">
              <a:xfrm>
                <a:off x="1495" y="260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9" name="Freeform 352"/>
              <p:cNvSpPr>
                <a:spLocks/>
              </p:cNvSpPr>
              <p:nvPr userDrawn="1"/>
            </p:nvSpPr>
            <p:spPr bwMode="auto">
              <a:xfrm>
                <a:off x="1504" y="267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0" name="Freeform 353"/>
              <p:cNvSpPr>
                <a:spLocks noEditPoints="1"/>
              </p:cNvSpPr>
              <p:nvPr userDrawn="1"/>
            </p:nvSpPr>
            <p:spPr bwMode="auto">
              <a:xfrm>
                <a:off x="1495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1" name="Freeform 354"/>
              <p:cNvSpPr>
                <a:spLocks/>
              </p:cNvSpPr>
              <p:nvPr userDrawn="1"/>
            </p:nvSpPr>
            <p:spPr bwMode="auto">
              <a:xfrm>
                <a:off x="1504" y="2813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2" name="Freeform 355"/>
              <p:cNvSpPr>
                <a:spLocks/>
              </p:cNvSpPr>
              <p:nvPr userDrawn="1"/>
            </p:nvSpPr>
            <p:spPr bwMode="auto">
              <a:xfrm>
                <a:off x="1496" y="2886"/>
                <a:ext cx="32" cy="16"/>
              </a:xfrm>
              <a:custGeom>
                <a:avLst/>
                <a:gdLst>
                  <a:gd name="T0" fmla="*/ 4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2 w 26"/>
                  <a:gd name="T11" fmla="*/ 12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10 h 13"/>
                  <a:gd name="T18" fmla="*/ 20 w 26"/>
                  <a:gd name="T19" fmla="*/ 3 h 13"/>
                  <a:gd name="T20" fmla="*/ 13 w 26"/>
                  <a:gd name="T21" fmla="*/ 0 h 13"/>
                  <a:gd name="T22" fmla="*/ 6 w 26"/>
                  <a:gd name="T23" fmla="*/ 3 h 13"/>
                  <a:gd name="T24" fmla="*/ 1 w 26"/>
                  <a:gd name="T25" fmla="*/ 9 h 13"/>
                  <a:gd name="T26" fmla="*/ 0 w 26"/>
                  <a:gd name="T27" fmla="*/ 13 h 13"/>
                  <a:gd name="T28" fmla="*/ 4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4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10" y="5"/>
                      <a:pt x="11" y="4"/>
                      <a:pt x="13" y="4"/>
                    </a:cubicBezTo>
                    <a:cubicBezTo>
                      <a:pt x="15" y="4"/>
                      <a:pt x="17" y="5"/>
                      <a:pt x="18" y="6"/>
                    </a:cubicBezTo>
                    <a:cubicBezTo>
                      <a:pt x="20" y="7"/>
                      <a:pt x="21" y="9"/>
                      <a:pt x="22" y="12"/>
                    </a:cubicBezTo>
                    <a:cubicBezTo>
                      <a:pt x="22" y="12"/>
                      <a:pt x="22" y="13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6" y="11"/>
                      <a:pt x="25" y="10"/>
                    </a:cubicBezTo>
                    <a:cubicBezTo>
                      <a:pt x="24" y="6"/>
                      <a:pt x="22" y="4"/>
                      <a:pt x="20" y="3"/>
                    </a:cubicBezTo>
                    <a:cubicBezTo>
                      <a:pt x="18" y="1"/>
                      <a:pt x="16" y="0"/>
                      <a:pt x="13" y="0"/>
                    </a:cubicBezTo>
                    <a:cubicBezTo>
                      <a:pt x="10" y="0"/>
                      <a:pt x="8" y="1"/>
                      <a:pt x="6" y="3"/>
                    </a:cubicBezTo>
                    <a:cubicBezTo>
                      <a:pt x="4" y="4"/>
                      <a:pt x="2" y="6"/>
                      <a:pt x="1" y="9"/>
                    </a:cubicBezTo>
                    <a:cubicBezTo>
                      <a:pt x="1" y="10"/>
                      <a:pt x="0" y="12"/>
                      <a:pt x="0" y="13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3" name="Freeform 356"/>
              <p:cNvSpPr>
                <a:spLocks noEditPoints="1"/>
              </p:cNvSpPr>
              <p:nvPr userDrawn="1"/>
            </p:nvSpPr>
            <p:spPr bwMode="auto">
              <a:xfrm>
                <a:off x="1192" y="127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5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4" name="Freeform 357"/>
              <p:cNvSpPr>
                <a:spLocks noEditPoints="1"/>
              </p:cNvSpPr>
              <p:nvPr userDrawn="1"/>
            </p:nvSpPr>
            <p:spPr bwMode="auto">
              <a:xfrm>
                <a:off x="1365" y="203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5" name="Freeform 358"/>
              <p:cNvSpPr>
                <a:spLocks/>
              </p:cNvSpPr>
              <p:nvPr userDrawn="1"/>
            </p:nvSpPr>
            <p:spPr bwMode="auto">
              <a:xfrm>
                <a:off x="1373" y="21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6" name="Freeform 359"/>
              <p:cNvSpPr>
                <a:spLocks noEditPoints="1"/>
              </p:cNvSpPr>
              <p:nvPr userDrawn="1"/>
            </p:nvSpPr>
            <p:spPr bwMode="auto">
              <a:xfrm>
                <a:off x="1365" y="217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7" name="Freeform 360"/>
              <p:cNvSpPr>
                <a:spLocks noEditPoints="1"/>
              </p:cNvSpPr>
              <p:nvPr userDrawn="1"/>
            </p:nvSpPr>
            <p:spPr bwMode="auto">
              <a:xfrm>
                <a:off x="1365" y="224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8" name="Freeform 361"/>
              <p:cNvSpPr>
                <a:spLocks/>
              </p:cNvSpPr>
              <p:nvPr userDrawn="1"/>
            </p:nvSpPr>
            <p:spPr bwMode="auto">
              <a:xfrm>
                <a:off x="1373" y="231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9" name="Freeform 362"/>
              <p:cNvSpPr>
                <a:spLocks noEditPoints="1"/>
              </p:cNvSpPr>
              <p:nvPr userDrawn="1"/>
            </p:nvSpPr>
            <p:spPr bwMode="auto">
              <a:xfrm>
                <a:off x="1365" y="238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0" name="Freeform 363"/>
              <p:cNvSpPr>
                <a:spLocks/>
              </p:cNvSpPr>
              <p:nvPr userDrawn="1"/>
            </p:nvSpPr>
            <p:spPr bwMode="auto">
              <a:xfrm>
                <a:off x="1373" y="2453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1" name="Freeform 364"/>
              <p:cNvSpPr>
                <a:spLocks/>
              </p:cNvSpPr>
              <p:nvPr userDrawn="1"/>
            </p:nvSpPr>
            <p:spPr bwMode="auto">
              <a:xfrm>
                <a:off x="1373" y="25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2" name="Freeform 365"/>
              <p:cNvSpPr>
                <a:spLocks/>
              </p:cNvSpPr>
              <p:nvPr userDrawn="1"/>
            </p:nvSpPr>
            <p:spPr bwMode="auto">
              <a:xfrm>
                <a:off x="1373" y="259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3" name="Freeform 366"/>
              <p:cNvSpPr>
                <a:spLocks noEditPoints="1"/>
              </p:cNvSpPr>
              <p:nvPr userDrawn="1"/>
            </p:nvSpPr>
            <p:spPr bwMode="auto">
              <a:xfrm>
                <a:off x="1365" y="26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4" name="Freeform 367"/>
              <p:cNvSpPr>
                <a:spLocks noEditPoints="1"/>
              </p:cNvSpPr>
              <p:nvPr userDrawn="1"/>
            </p:nvSpPr>
            <p:spPr bwMode="auto">
              <a:xfrm>
                <a:off x="1365" y="2731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0" y="36"/>
                      <a:pt x="22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5" name="Freeform 368"/>
              <p:cNvSpPr>
                <a:spLocks/>
              </p:cNvSpPr>
              <p:nvPr userDrawn="1"/>
            </p:nvSpPr>
            <p:spPr bwMode="auto">
              <a:xfrm>
                <a:off x="1373" y="280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6" name="Freeform 369"/>
              <p:cNvSpPr>
                <a:spLocks noEditPoints="1"/>
              </p:cNvSpPr>
              <p:nvPr userDrawn="1"/>
            </p:nvSpPr>
            <p:spPr bwMode="auto">
              <a:xfrm>
                <a:off x="1874" y="1336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7" name="Freeform 370"/>
              <p:cNvSpPr>
                <a:spLocks noEditPoints="1"/>
              </p:cNvSpPr>
              <p:nvPr userDrawn="1"/>
            </p:nvSpPr>
            <p:spPr bwMode="auto">
              <a:xfrm>
                <a:off x="1874" y="1407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1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8" name="Freeform 371"/>
              <p:cNvSpPr>
                <a:spLocks/>
              </p:cNvSpPr>
              <p:nvPr userDrawn="1"/>
            </p:nvSpPr>
            <p:spPr bwMode="auto">
              <a:xfrm>
                <a:off x="1881" y="147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9" name="Freeform 372"/>
              <p:cNvSpPr>
                <a:spLocks/>
              </p:cNvSpPr>
              <p:nvPr userDrawn="1"/>
            </p:nvSpPr>
            <p:spPr bwMode="auto">
              <a:xfrm>
                <a:off x="2462" y="12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0" name="Freeform 373"/>
              <p:cNvSpPr>
                <a:spLocks noEditPoints="1"/>
              </p:cNvSpPr>
              <p:nvPr userDrawn="1"/>
            </p:nvSpPr>
            <p:spPr bwMode="auto">
              <a:xfrm>
                <a:off x="1874" y="15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1" name="Freeform 374"/>
              <p:cNvSpPr>
                <a:spLocks/>
              </p:cNvSpPr>
              <p:nvPr userDrawn="1"/>
            </p:nvSpPr>
            <p:spPr bwMode="auto">
              <a:xfrm>
                <a:off x="1881" y="161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2" name="Freeform 375"/>
              <p:cNvSpPr>
                <a:spLocks/>
              </p:cNvSpPr>
              <p:nvPr userDrawn="1"/>
            </p:nvSpPr>
            <p:spPr bwMode="auto">
              <a:xfrm>
                <a:off x="1881" y="1688"/>
                <a:ext cx="13" cy="50"/>
              </a:xfrm>
              <a:custGeom>
                <a:avLst/>
                <a:gdLst>
                  <a:gd name="T0" fmla="*/ 8 w 13"/>
                  <a:gd name="T1" fmla="*/ 50 h 50"/>
                  <a:gd name="T2" fmla="*/ 13 w 13"/>
                  <a:gd name="T3" fmla="*/ 50 h 50"/>
                  <a:gd name="T4" fmla="*/ 13 w 13"/>
                  <a:gd name="T5" fmla="*/ 0 h 50"/>
                  <a:gd name="T6" fmla="*/ 3 w 13"/>
                  <a:gd name="T7" fmla="*/ 0 h 50"/>
                  <a:gd name="T8" fmla="*/ 0 w 13"/>
                  <a:gd name="T9" fmla="*/ 5 h 50"/>
                  <a:gd name="T10" fmla="*/ 8 w 13"/>
                  <a:gd name="T11" fmla="*/ 5 h 50"/>
                  <a:gd name="T12" fmla="*/ 8 w 13"/>
                  <a:gd name="T13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8" y="50"/>
                    </a:moveTo>
                    <a:lnTo>
                      <a:pt x="13" y="50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5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3" name="Freeform 376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148"/>
              </a:xfrm>
              <a:custGeom>
                <a:avLst/>
                <a:gdLst>
                  <a:gd name="T0" fmla="*/ 15 w 30"/>
                  <a:gd name="T1" fmla="*/ 22 h 119"/>
                  <a:gd name="T2" fmla="*/ 0 w 30"/>
                  <a:gd name="T3" fmla="*/ 44 h 119"/>
                  <a:gd name="T4" fmla="*/ 5 w 30"/>
                  <a:gd name="T5" fmla="*/ 119 h 119"/>
                  <a:gd name="T6" fmla="*/ 20 w 30"/>
                  <a:gd name="T7" fmla="*/ 50 h 119"/>
                  <a:gd name="T8" fmla="*/ 15 w 30"/>
                  <a:gd name="T9" fmla="*/ 22 h 119"/>
                  <a:gd name="T10" fmla="*/ 30 w 30"/>
                  <a:gd name="T11" fmla="*/ 0 h 119"/>
                  <a:gd name="T12" fmla="*/ 30 w 30"/>
                  <a:gd name="T13" fmla="*/ 0 h 119"/>
                  <a:gd name="T14" fmla="*/ 25 w 30"/>
                  <a:gd name="T15" fmla="*/ 8 h 119"/>
                  <a:gd name="T16" fmla="*/ 23 w 30"/>
                  <a:gd name="T17" fmla="*/ 34 h 119"/>
                  <a:gd name="T18" fmla="*/ 30 w 30"/>
                  <a:gd name="T19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119">
                    <a:moveTo>
                      <a:pt x="15" y="22"/>
                    </a:moveTo>
                    <a:cubicBezTo>
                      <a:pt x="10" y="29"/>
                      <a:pt x="5" y="36"/>
                      <a:pt x="0" y="44"/>
                    </a:cubicBezTo>
                    <a:cubicBezTo>
                      <a:pt x="5" y="119"/>
                      <a:pt x="5" y="119"/>
                      <a:pt x="5" y="11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3"/>
                      <a:pt x="27" y="5"/>
                      <a:pt x="25" y="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4" name="Freeform 377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close/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5" name="Freeform 378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6" name="Freeform 379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close/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7" name="Freeform 380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8" name="Freeform 381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9" name="Freeform 382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0" name="Freeform 383"/>
              <p:cNvSpPr>
                <a:spLocks noEditPoints="1"/>
              </p:cNvSpPr>
              <p:nvPr userDrawn="1"/>
            </p:nvSpPr>
            <p:spPr bwMode="auto">
              <a:xfrm>
                <a:off x="2885" y="656"/>
                <a:ext cx="43" cy="203"/>
              </a:xfrm>
              <a:custGeom>
                <a:avLst/>
                <a:gdLst>
                  <a:gd name="T0" fmla="*/ 27 w 35"/>
                  <a:gd name="T1" fmla="*/ 138 h 164"/>
                  <a:gd name="T2" fmla="*/ 24 w 35"/>
                  <a:gd name="T3" fmla="*/ 154 h 164"/>
                  <a:gd name="T4" fmla="*/ 25 w 35"/>
                  <a:gd name="T5" fmla="*/ 164 h 164"/>
                  <a:gd name="T6" fmla="*/ 27 w 35"/>
                  <a:gd name="T7" fmla="*/ 138 h 164"/>
                  <a:gd name="T8" fmla="*/ 29 w 35"/>
                  <a:gd name="T9" fmla="*/ 22 h 164"/>
                  <a:gd name="T10" fmla="*/ 32 w 35"/>
                  <a:gd name="T11" fmla="*/ 72 h 164"/>
                  <a:gd name="T12" fmla="*/ 35 w 35"/>
                  <a:gd name="T13" fmla="*/ 27 h 164"/>
                  <a:gd name="T14" fmla="*/ 29 w 35"/>
                  <a:gd name="T15" fmla="*/ 22 h 164"/>
                  <a:gd name="T16" fmla="*/ 0 w 35"/>
                  <a:gd name="T17" fmla="*/ 0 h 164"/>
                  <a:gd name="T18" fmla="*/ 17 w 35"/>
                  <a:gd name="T19" fmla="*/ 112 h 164"/>
                  <a:gd name="T20" fmla="*/ 30 w 35"/>
                  <a:gd name="T21" fmla="*/ 106 h 164"/>
                  <a:gd name="T22" fmla="*/ 30 w 35"/>
                  <a:gd name="T23" fmla="*/ 96 h 164"/>
                  <a:gd name="T24" fmla="*/ 14 w 35"/>
                  <a:gd name="T25" fmla="*/ 63 h 164"/>
                  <a:gd name="T26" fmla="*/ 18 w 35"/>
                  <a:gd name="T27" fmla="*/ 14 h 164"/>
                  <a:gd name="T28" fmla="*/ 0 w 35"/>
                  <a:gd name="T2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164">
                    <a:moveTo>
                      <a:pt x="27" y="138"/>
                    </a:moveTo>
                    <a:cubicBezTo>
                      <a:pt x="24" y="154"/>
                      <a:pt x="24" y="154"/>
                      <a:pt x="24" y="154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7" y="138"/>
                      <a:pt x="27" y="138"/>
                      <a:pt x="27" y="138"/>
                    </a:cubicBezTo>
                    <a:moveTo>
                      <a:pt x="29" y="22"/>
                    </a:moveTo>
                    <a:cubicBezTo>
                      <a:pt x="32" y="72"/>
                      <a:pt x="32" y="72"/>
                      <a:pt x="32" y="72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29" y="22"/>
                      <a:pt x="29" y="22"/>
                      <a:pt x="29" y="22"/>
                    </a:cubicBezTo>
                    <a:moveTo>
                      <a:pt x="0" y="0"/>
                    </a:moveTo>
                    <a:cubicBezTo>
                      <a:pt x="17" y="112"/>
                      <a:pt x="17" y="112"/>
                      <a:pt x="17" y="112"/>
                    </a:cubicBezTo>
                    <a:cubicBezTo>
                      <a:pt x="21" y="110"/>
                      <a:pt x="25" y="108"/>
                      <a:pt x="30" y="106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1" name="Freeform 384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52"/>
              </a:xfrm>
              <a:custGeom>
                <a:avLst/>
                <a:gdLst>
                  <a:gd name="T0" fmla="*/ 10 w 10"/>
                  <a:gd name="T1" fmla="*/ 0 h 42"/>
                  <a:gd name="T2" fmla="*/ 0 w 10"/>
                  <a:gd name="T3" fmla="*/ 14 h 42"/>
                  <a:gd name="T4" fmla="*/ 5 w 10"/>
                  <a:gd name="T5" fmla="*/ 42 h 42"/>
                  <a:gd name="T6" fmla="*/ 8 w 10"/>
                  <a:gd name="T7" fmla="*/ 26 h 42"/>
                  <a:gd name="T8" fmla="*/ 10 w 10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42">
                    <a:moveTo>
                      <a:pt x="10" y="0"/>
                    </a:moveTo>
                    <a:cubicBezTo>
                      <a:pt x="7" y="4"/>
                      <a:pt x="4" y="9"/>
                      <a:pt x="0" y="14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2" name="Freeform 385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3" name="Freeform 386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4" name="Freeform 387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5" name="Freeform 388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6" name="Freeform 389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7" name="Freeform 390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8" name="Freeform 391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9" name="Freeform 392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0" name="Freeform 393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close/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1" name="Freeform 394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2" name="Freeform 395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close/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3" name="Freeform 396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4" name="Freeform 397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5" name="Freeform 398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6" name="Freeform 399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7" name="Freeform 400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8" name="Freeform 401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9" name="Freeform 402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0" name="Freeform 403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1" name="Freeform 404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2" name="Freeform 405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close/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0" name="Group 607"/>
            <p:cNvGrpSpPr>
              <a:grpSpLocks/>
            </p:cNvGrpSpPr>
            <p:nvPr userDrawn="1"/>
          </p:nvGrpSpPr>
          <p:grpSpPr bwMode="auto">
            <a:xfrm>
              <a:off x="2070101" y="-11113"/>
              <a:ext cx="3352800" cy="2368550"/>
              <a:chOff x="1304" y="-7"/>
              <a:chExt cx="2112" cy="1492"/>
            </a:xfrm>
          </p:grpSpPr>
          <p:sp>
            <p:nvSpPr>
              <p:cNvPr id="773" name="Freeform 407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4" name="Freeform 408"/>
              <p:cNvSpPr>
                <a:spLocks noEditPoints="1"/>
              </p:cNvSpPr>
              <p:nvPr userDrawn="1"/>
            </p:nvSpPr>
            <p:spPr bwMode="auto">
              <a:xfrm>
                <a:off x="3158" y="978"/>
                <a:ext cx="63" cy="68"/>
              </a:xfrm>
              <a:custGeom>
                <a:avLst/>
                <a:gdLst>
                  <a:gd name="T0" fmla="*/ 0 w 51"/>
                  <a:gd name="T1" fmla="*/ 19 h 55"/>
                  <a:gd name="T2" fmla="*/ 0 w 51"/>
                  <a:gd name="T3" fmla="*/ 32 h 55"/>
                  <a:gd name="T4" fmla="*/ 0 w 51"/>
                  <a:gd name="T5" fmla="*/ 32 h 55"/>
                  <a:gd name="T6" fmla="*/ 51 w 51"/>
                  <a:gd name="T7" fmla="*/ 55 h 55"/>
                  <a:gd name="T8" fmla="*/ 24 w 51"/>
                  <a:gd name="T9" fmla="*/ 26 h 55"/>
                  <a:gd name="T10" fmla="*/ 0 w 51"/>
                  <a:gd name="T11" fmla="*/ 19 h 55"/>
                  <a:gd name="T12" fmla="*/ 0 w 51"/>
                  <a:gd name="T13" fmla="*/ 0 h 55"/>
                  <a:gd name="T14" fmla="*/ 0 w 51"/>
                  <a:gd name="T15" fmla="*/ 5 h 55"/>
                  <a:gd name="T16" fmla="*/ 17 w 51"/>
                  <a:gd name="T17" fmla="*/ 18 h 55"/>
                  <a:gd name="T18" fmla="*/ 0 w 51"/>
                  <a:gd name="T1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55">
                    <a:moveTo>
                      <a:pt x="0" y="19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49" y="53"/>
                      <a:pt x="37" y="39"/>
                      <a:pt x="24" y="26"/>
                    </a:cubicBezTo>
                    <a:cubicBezTo>
                      <a:pt x="0" y="19"/>
                      <a:pt x="0" y="19"/>
                      <a:pt x="0" y="19"/>
                    </a:cubicBezTo>
                    <a:moveTo>
                      <a:pt x="0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8" y="8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5" name="Freeform 409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close/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6" name="Freeform 410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7" name="Freeform 411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8" name="Freeform 412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9" name="Freeform 413"/>
              <p:cNvSpPr>
                <a:spLocks/>
              </p:cNvSpPr>
              <p:nvPr userDrawn="1"/>
            </p:nvSpPr>
            <p:spPr bwMode="auto">
              <a:xfrm>
                <a:off x="3179" y="1000"/>
                <a:ext cx="15" cy="11"/>
              </a:xfrm>
              <a:custGeom>
                <a:avLst/>
                <a:gdLst>
                  <a:gd name="T0" fmla="*/ 0 w 12"/>
                  <a:gd name="T1" fmla="*/ 0 h 9"/>
                  <a:gd name="T2" fmla="*/ 7 w 12"/>
                  <a:gd name="T3" fmla="*/ 8 h 9"/>
                  <a:gd name="T4" fmla="*/ 12 w 12"/>
                  <a:gd name="T5" fmla="*/ 9 h 9"/>
                  <a:gd name="T6" fmla="*/ 0 w 12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0" y="0"/>
                    </a:moveTo>
                    <a:cubicBezTo>
                      <a:pt x="3" y="3"/>
                      <a:pt x="5" y="5"/>
                      <a:pt x="7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0" name="Freeform 414"/>
              <p:cNvSpPr>
                <a:spLocks/>
              </p:cNvSpPr>
              <p:nvPr userDrawn="1"/>
            </p:nvSpPr>
            <p:spPr bwMode="auto">
              <a:xfrm>
                <a:off x="3158" y="984"/>
                <a:ext cx="30" cy="26"/>
              </a:xfrm>
              <a:custGeom>
                <a:avLst/>
                <a:gdLst>
                  <a:gd name="T0" fmla="*/ 0 w 24"/>
                  <a:gd name="T1" fmla="*/ 0 h 21"/>
                  <a:gd name="T2" fmla="*/ 0 w 24"/>
                  <a:gd name="T3" fmla="*/ 14 h 21"/>
                  <a:gd name="T4" fmla="*/ 24 w 24"/>
                  <a:gd name="T5" fmla="*/ 21 h 21"/>
                  <a:gd name="T6" fmla="*/ 17 w 24"/>
                  <a:gd name="T7" fmla="*/ 13 h 21"/>
                  <a:gd name="T8" fmla="*/ 0 w 24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1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2" y="18"/>
                      <a:pt x="20" y="16"/>
                      <a:pt x="17" y="1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1" name="Freeform 415"/>
              <p:cNvSpPr>
                <a:spLocks/>
              </p:cNvSpPr>
              <p:nvPr userDrawn="1"/>
            </p:nvSpPr>
            <p:spPr bwMode="auto">
              <a:xfrm>
                <a:off x="2589" y="253"/>
                <a:ext cx="79" cy="26"/>
              </a:xfrm>
              <a:custGeom>
                <a:avLst/>
                <a:gdLst>
                  <a:gd name="T0" fmla="*/ 0 w 64"/>
                  <a:gd name="T1" fmla="*/ 0 h 21"/>
                  <a:gd name="T2" fmla="*/ 5 w 64"/>
                  <a:gd name="T3" fmla="*/ 21 h 21"/>
                  <a:gd name="T4" fmla="*/ 64 w 64"/>
                  <a:gd name="T5" fmla="*/ 21 h 21"/>
                  <a:gd name="T6" fmla="*/ 0 w 64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21">
                    <a:moveTo>
                      <a:pt x="0" y="0"/>
                    </a:moveTo>
                    <a:cubicBezTo>
                      <a:pt x="1" y="7"/>
                      <a:pt x="3" y="14"/>
                      <a:pt x="5" y="21"/>
                    </a:cubicBezTo>
                    <a:cubicBezTo>
                      <a:pt x="64" y="21"/>
                      <a:pt x="64" y="21"/>
                      <a:pt x="64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2" name="Freeform 416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close/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close/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3" name="Freeform 417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4" name="Freeform 418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5" name="Freeform 419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6" name="Freeform 420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7" name="Freeform 421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8" name="Freeform 422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9" name="Freeform 423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0" name="Freeform 424"/>
              <p:cNvSpPr>
                <a:spLocks/>
              </p:cNvSpPr>
              <p:nvPr userDrawn="1"/>
            </p:nvSpPr>
            <p:spPr bwMode="auto">
              <a:xfrm>
                <a:off x="2491" y="240"/>
                <a:ext cx="120" cy="107"/>
              </a:xfrm>
              <a:custGeom>
                <a:avLst/>
                <a:gdLst>
                  <a:gd name="T0" fmla="*/ 0 w 97"/>
                  <a:gd name="T1" fmla="*/ 0 h 87"/>
                  <a:gd name="T2" fmla="*/ 49 w 97"/>
                  <a:gd name="T3" fmla="*/ 32 h 87"/>
                  <a:gd name="T4" fmla="*/ 45 w 97"/>
                  <a:gd name="T5" fmla="*/ 40 h 87"/>
                  <a:gd name="T6" fmla="*/ 97 w 97"/>
                  <a:gd name="T7" fmla="*/ 87 h 87"/>
                  <a:gd name="T8" fmla="*/ 84 w 97"/>
                  <a:gd name="T9" fmla="*/ 32 h 87"/>
                  <a:gd name="T10" fmla="*/ 49 w 97"/>
                  <a:gd name="T11" fmla="*/ 32 h 87"/>
                  <a:gd name="T12" fmla="*/ 79 w 97"/>
                  <a:gd name="T13" fmla="*/ 11 h 87"/>
                  <a:gd name="T14" fmla="*/ 79 w 97"/>
                  <a:gd name="T15" fmla="*/ 11 h 87"/>
                  <a:gd name="T16" fmla="*/ 0 w 97"/>
                  <a:gd name="T1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87">
                    <a:moveTo>
                      <a:pt x="0" y="0"/>
                    </a:moveTo>
                    <a:cubicBezTo>
                      <a:pt x="49" y="32"/>
                      <a:pt x="49" y="32"/>
                      <a:pt x="49" y="32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62" y="55"/>
                      <a:pt x="79" y="71"/>
                      <a:pt x="97" y="87"/>
                    </a:cubicBezTo>
                    <a:cubicBezTo>
                      <a:pt x="92" y="69"/>
                      <a:pt x="88" y="51"/>
                      <a:pt x="84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1" name="Freeform 425"/>
              <p:cNvSpPr>
                <a:spLocks/>
              </p:cNvSpPr>
              <p:nvPr userDrawn="1"/>
            </p:nvSpPr>
            <p:spPr bwMode="auto">
              <a:xfrm>
                <a:off x="2552" y="253"/>
                <a:ext cx="43" cy="26"/>
              </a:xfrm>
              <a:custGeom>
                <a:avLst/>
                <a:gdLst>
                  <a:gd name="T0" fmla="*/ 30 w 35"/>
                  <a:gd name="T1" fmla="*/ 0 h 21"/>
                  <a:gd name="T2" fmla="*/ 0 w 35"/>
                  <a:gd name="T3" fmla="*/ 21 h 21"/>
                  <a:gd name="T4" fmla="*/ 35 w 35"/>
                  <a:gd name="T5" fmla="*/ 21 h 21"/>
                  <a:gd name="T6" fmla="*/ 30 w 35"/>
                  <a:gd name="T7" fmla="*/ 0 h 21"/>
                  <a:gd name="T8" fmla="*/ 30 w 35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1">
                    <a:moveTo>
                      <a:pt x="30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3" y="14"/>
                      <a:pt x="31" y="7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2" name="Freeform 426"/>
              <p:cNvSpPr>
                <a:spLocks/>
              </p:cNvSpPr>
              <p:nvPr userDrawn="1"/>
            </p:nvSpPr>
            <p:spPr bwMode="auto">
              <a:xfrm>
                <a:off x="2553" y="-7"/>
                <a:ext cx="119" cy="108"/>
              </a:xfrm>
              <a:custGeom>
                <a:avLst/>
                <a:gdLst>
                  <a:gd name="T0" fmla="*/ 0 w 96"/>
                  <a:gd name="T1" fmla="*/ 0 h 87"/>
                  <a:gd name="T2" fmla="*/ 96 w 96"/>
                  <a:gd name="T3" fmla="*/ 87 h 87"/>
                  <a:gd name="T4" fmla="*/ 78 w 96"/>
                  <a:gd name="T5" fmla="*/ 11 h 87"/>
                  <a:gd name="T6" fmla="*/ 0 w 96"/>
                  <a:gd name="T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87">
                    <a:moveTo>
                      <a:pt x="0" y="0"/>
                    </a:moveTo>
                    <a:cubicBezTo>
                      <a:pt x="32" y="29"/>
                      <a:pt x="64" y="58"/>
                      <a:pt x="96" y="87"/>
                    </a:cubicBezTo>
                    <a:cubicBezTo>
                      <a:pt x="90" y="61"/>
                      <a:pt x="84" y="36"/>
                      <a:pt x="78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3" name="Freeform 427"/>
              <p:cNvSpPr>
                <a:spLocks noEditPoints="1"/>
              </p:cNvSpPr>
              <p:nvPr userDrawn="1"/>
            </p:nvSpPr>
            <p:spPr bwMode="auto">
              <a:xfrm>
                <a:off x="2372" y="240"/>
                <a:ext cx="121" cy="63"/>
              </a:xfrm>
              <a:custGeom>
                <a:avLst/>
                <a:gdLst>
                  <a:gd name="T0" fmla="*/ 96 w 97"/>
                  <a:gd name="T1" fmla="*/ 0 h 51"/>
                  <a:gd name="T2" fmla="*/ 0 w 97"/>
                  <a:gd name="T3" fmla="*/ 5 h 51"/>
                  <a:gd name="T4" fmla="*/ 28 w 97"/>
                  <a:gd name="T5" fmla="*/ 19 h 51"/>
                  <a:gd name="T6" fmla="*/ 96 w 97"/>
                  <a:gd name="T7" fmla="*/ 0 h 51"/>
                  <a:gd name="T8" fmla="*/ 96 w 97"/>
                  <a:gd name="T9" fmla="*/ 0 h 51"/>
                  <a:gd name="T10" fmla="*/ 96 w 97"/>
                  <a:gd name="T11" fmla="*/ 0 h 51"/>
                  <a:gd name="T12" fmla="*/ 54 w 97"/>
                  <a:gd name="T13" fmla="*/ 31 h 51"/>
                  <a:gd name="T14" fmla="*/ 97 w 97"/>
                  <a:gd name="T15" fmla="*/ 51 h 51"/>
                  <a:gd name="T16" fmla="*/ 96 w 97"/>
                  <a:gd name="T17" fmla="*/ 0 h 51"/>
                  <a:gd name="T18" fmla="*/ 96 w 97"/>
                  <a:gd name="T19" fmla="*/ 0 h 51"/>
                  <a:gd name="T20" fmla="*/ 96 w 97"/>
                  <a:gd name="T21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51">
                    <a:moveTo>
                      <a:pt x="96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9" y="10"/>
                      <a:pt x="19" y="14"/>
                      <a:pt x="28" y="19"/>
                    </a:cubicBezTo>
                    <a:cubicBezTo>
                      <a:pt x="96" y="0"/>
                      <a:pt x="96" y="0"/>
                      <a:pt x="96" y="0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82" y="10"/>
                      <a:pt x="68" y="20"/>
                      <a:pt x="54" y="31"/>
                    </a:cubicBezTo>
                    <a:cubicBezTo>
                      <a:pt x="68" y="38"/>
                      <a:pt x="82" y="45"/>
                      <a:pt x="97" y="51"/>
                    </a:cubicBezTo>
                    <a:cubicBezTo>
                      <a:pt x="97" y="34"/>
                      <a:pt x="96" y="17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4" name="Freeform 428"/>
              <p:cNvSpPr>
                <a:spLocks/>
              </p:cNvSpPr>
              <p:nvPr userDrawn="1"/>
            </p:nvSpPr>
            <p:spPr bwMode="auto">
              <a:xfrm>
                <a:off x="2325" y="458"/>
                <a:ext cx="120" cy="64"/>
              </a:xfrm>
              <a:custGeom>
                <a:avLst/>
                <a:gdLst>
                  <a:gd name="T0" fmla="*/ 96 w 97"/>
                  <a:gd name="T1" fmla="*/ 0 h 52"/>
                  <a:gd name="T2" fmla="*/ 0 w 97"/>
                  <a:gd name="T3" fmla="*/ 6 h 52"/>
                  <a:gd name="T4" fmla="*/ 97 w 97"/>
                  <a:gd name="T5" fmla="*/ 52 h 52"/>
                  <a:gd name="T6" fmla="*/ 96 w 97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52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5" y="37"/>
                      <a:pt x="97" y="52"/>
                    </a:cubicBezTo>
                    <a:cubicBezTo>
                      <a:pt x="97" y="35"/>
                      <a:pt x="97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5" name="Freeform 429"/>
              <p:cNvSpPr>
                <a:spLocks/>
              </p:cNvSpPr>
              <p:nvPr userDrawn="1"/>
            </p:nvSpPr>
            <p:spPr bwMode="auto">
              <a:xfrm>
                <a:off x="2167" y="119"/>
                <a:ext cx="119" cy="63"/>
              </a:xfrm>
              <a:custGeom>
                <a:avLst/>
                <a:gdLst>
                  <a:gd name="T0" fmla="*/ 96 w 96"/>
                  <a:gd name="T1" fmla="*/ 0 h 51"/>
                  <a:gd name="T2" fmla="*/ 0 w 96"/>
                  <a:gd name="T3" fmla="*/ 6 h 51"/>
                  <a:gd name="T4" fmla="*/ 96 w 96"/>
                  <a:gd name="T5" fmla="*/ 51 h 51"/>
                  <a:gd name="T6" fmla="*/ 96 w 96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51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4" y="36"/>
                      <a:pt x="96" y="51"/>
                    </a:cubicBezTo>
                    <a:cubicBezTo>
                      <a:pt x="96" y="34"/>
                      <a:pt x="96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6" name="Freeform 430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close/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7" name="Freeform 431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8" name="Freeform 432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9" name="Freeform 433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0" name="Freeform 434"/>
              <p:cNvSpPr>
                <a:spLocks/>
              </p:cNvSpPr>
              <p:nvPr userDrawn="1"/>
            </p:nvSpPr>
            <p:spPr bwMode="auto">
              <a:xfrm>
                <a:off x="2078" y="336"/>
                <a:ext cx="62" cy="88"/>
              </a:xfrm>
              <a:custGeom>
                <a:avLst/>
                <a:gdLst>
                  <a:gd name="T0" fmla="*/ 50 w 50"/>
                  <a:gd name="T1" fmla="*/ 0 h 71"/>
                  <a:gd name="T2" fmla="*/ 0 w 50"/>
                  <a:gd name="T3" fmla="*/ 37 h 71"/>
                  <a:gd name="T4" fmla="*/ 29 w 50"/>
                  <a:gd name="T5" fmla="*/ 71 h 71"/>
                  <a:gd name="T6" fmla="*/ 50 w 50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71">
                    <a:moveTo>
                      <a:pt x="50" y="0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0" y="48"/>
                      <a:pt x="19" y="60"/>
                      <a:pt x="29" y="71"/>
                    </a:cubicBezTo>
                    <a:cubicBezTo>
                      <a:pt x="36" y="47"/>
                      <a:pt x="43" y="24"/>
                      <a:pt x="5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1" name="Freeform 435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close/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2" name="Freeform 436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3" name="Freeform 437"/>
              <p:cNvSpPr>
                <a:spLocks noEditPoints="1"/>
              </p:cNvSpPr>
              <p:nvPr userDrawn="1"/>
            </p:nvSpPr>
            <p:spPr bwMode="auto">
              <a:xfrm>
                <a:off x="1304" y="430"/>
                <a:ext cx="60" cy="103"/>
              </a:xfrm>
              <a:custGeom>
                <a:avLst/>
                <a:gdLst>
                  <a:gd name="T0" fmla="*/ 6 w 48"/>
                  <a:gd name="T1" fmla="*/ 46 h 83"/>
                  <a:gd name="T2" fmla="*/ 0 w 48"/>
                  <a:gd name="T3" fmla="*/ 53 h 83"/>
                  <a:gd name="T4" fmla="*/ 4 w 48"/>
                  <a:gd name="T5" fmla="*/ 83 h 83"/>
                  <a:gd name="T6" fmla="*/ 13 w 48"/>
                  <a:gd name="T7" fmla="*/ 80 h 83"/>
                  <a:gd name="T8" fmla="*/ 24 w 48"/>
                  <a:gd name="T9" fmla="*/ 54 h 83"/>
                  <a:gd name="T10" fmla="*/ 6 w 48"/>
                  <a:gd name="T11" fmla="*/ 46 h 83"/>
                  <a:gd name="T12" fmla="*/ 48 w 48"/>
                  <a:gd name="T13" fmla="*/ 0 h 83"/>
                  <a:gd name="T14" fmla="*/ 39 w 48"/>
                  <a:gd name="T15" fmla="*/ 9 h 83"/>
                  <a:gd name="T16" fmla="*/ 45 w 48"/>
                  <a:gd name="T17" fmla="*/ 5 h 83"/>
                  <a:gd name="T18" fmla="*/ 45 w 48"/>
                  <a:gd name="T19" fmla="*/ 7 h 83"/>
                  <a:gd name="T20" fmla="*/ 45 w 48"/>
                  <a:gd name="T21" fmla="*/ 6 h 83"/>
                  <a:gd name="T22" fmla="*/ 45 w 48"/>
                  <a:gd name="T23" fmla="*/ 5 h 83"/>
                  <a:gd name="T24" fmla="*/ 46 w 48"/>
                  <a:gd name="T25" fmla="*/ 4 h 83"/>
                  <a:gd name="T26" fmla="*/ 48 w 48"/>
                  <a:gd name="T2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83">
                    <a:moveTo>
                      <a:pt x="6" y="4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4" y="83"/>
                      <a:pt x="4" y="83"/>
                      <a:pt x="4" y="83"/>
                    </a:cubicBezTo>
                    <a:cubicBezTo>
                      <a:pt x="13" y="80"/>
                      <a:pt x="13" y="80"/>
                      <a:pt x="13" y="80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18" y="51"/>
                      <a:pt x="12" y="49"/>
                      <a:pt x="6" y="46"/>
                    </a:cubicBezTo>
                    <a:moveTo>
                      <a:pt x="48" y="0"/>
                    </a:moveTo>
                    <a:cubicBezTo>
                      <a:pt x="39" y="9"/>
                      <a:pt x="39" y="9"/>
                      <a:pt x="39" y="9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5"/>
                      <a:pt x="45" y="6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4" name="Freeform 438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close/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5" name="Freeform 439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6" name="Freeform 440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7" name="Freeform 441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8" name="Freeform 442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9" name="Freeform 443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0" name="Freeform 444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close/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1" name="Freeform 445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2" name="Freeform 446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3" name="Freeform 447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4" name="Freeform 448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close/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close/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5" name="Freeform 449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6" name="Freeform 450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close/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7" name="Freeform 451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8" name="Freeform 452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close/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close/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9" name="Freeform 453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0" name="Freeform 454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1" name="Freeform 455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2" name="Freeform 456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3" name="Freeform 457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4" name="Freeform 458"/>
              <p:cNvSpPr>
                <a:spLocks noEditPoints="1"/>
              </p:cNvSpPr>
              <p:nvPr userDrawn="1"/>
            </p:nvSpPr>
            <p:spPr bwMode="auto">
              <a:xfrm>
                <a:off x="2938" y="1447"/>
                <a:ext cx="183" cy="38"/>
              </a:xfrm>
              <a:custGeom>
                <a:avLst/>
                <a:gdLst>
                  <a:gd name="T0" fmla="*/ 114 w 148"/>
                  <a:gd name="T1" fmla="*/ 18 h 31"/>
                  <a:gd name="T2" fmla="*/ 99 w 148"/>
                  <a:gd name="T3" fmla="*/ 31 h 31"/>
                  <a:gd name="T4" fmla="*/ 99 w 148"/>
                  <a:gd name="T5" fmla="*/ 31 h 31"/>
                  <a:gd name="T6" fmla="*/ 148 w 148"/>
                  <a:gd name="T7" fmla="*/ 23 h 31"/>
                  <a:gd name="T8" fmla="*/ 114 w 148"/>
                  <a:gd name="T9" fmla="*/ 18 h 31"/>
                  <a:gd name="T10" fmla="*/ 64 w 148"/>
                  <a:gd name="T11" fmla="*/ 10 h 31"/>
                  <a:gd name="T12" fmla="*/ 64 w 148"/>
                  <a:gd name="T13" fmla="*/ 10 h 31"/>
                  <a:gd name="T14" fmla="*/ 65 w 148"/>
                  <a:gd name="T15" fmla="*/ 10 h 31"/>
                  <a:gd name="T16" fmla="*/ 64 w 148"/>
                  <a:gd name="T17" fmla="*/ 10 h 31"/>
                  <a:gd name="T18" fmla="*/ 0 w 148"/>
                  <a:gd name="T19" fmla="*/ 0 h 31"/>
                  <a:gd name="T20" fmla="*/ 4 w 148"/>
                  <a:gd name="T21" fmla="*/ 1 h 31"/>
                  <a:gd name="T22" fmla="*/ 5 w 148"/>
                  <a:gd name="T23" fmla="*/ 1 h 31"/>
                  <a:gd name="T24" fmla="*/ 0 w 148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8" h="31">
                    <a:moveTo>
                      <a:pt x="114" y="18"/>
                    </a:move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37" y="22"/>
                      <a:pt x="126" y="20"/>
                      <a:pt x="114" y="18"/>
                    </a:cubicBezTo>
                    <a:moveTo>
                      <a:pt x="64" y="10"/>
                    </a:moveTo>
                    <a:cubicBezTo>
                      <a:pt x="64" y="10"/>
                      <a:pt x="64" y="10"/>
                      <a:pt x="64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10"/>
                      <a:pt x="65" y="10"/>
                      <a:pt x="64" y="10"/>
                    </a:cubicBezTo>
                    <a:moveTo>
                      <a:pt x="0" y="0"/>
                    </a:moveTo>
                    <a:cubicBezTo>
                      <a:pt x="1" y="0"/>
                      <a:pt x="2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5" name="Freeform 459"/>
              <p:cNvSpPr>
                <a:spLocks noEditPoints="1"/>
              </p:cNvSpPr>
              <p:nvPr userDrawn="1"/>
            </p:nvSpPr>
            <p:spPr bwMode="auto">
              <a:xfrm>
                <a:off x="2915" y="1434"/>
                <a:ext cx="206" cy="51"/>
              </a:xfrm>
              <a:custGeom>
                <a:avLst/>
                <a:gdLst>
                  <a:gd name="T0" fmla="*/ 78 w 167"/>
                  <a:gd name="T1" fmla="*/ 28 h 41"/>
                  <a:gd name="T2" fmla="*/ 70 w 167"/>
                  <a:gd name="T3" fmla="*/ 41 h 41"/>
                  <a:gd name="T4" fmla="*/ 50 w 167"/>
                  <a:gd name="T5" fmla="*/ 29 h 41"/>
                  <a:gd name="T6" fmla="*/ 70 w 167"/>
                  <a:gd name="T7" fmla="*/ 41 h 41"/>
                  <a:gd name="T8" fmla="*/ 0 w 167"/>
                  <a:gd name="T9" fmla="*/ 41 h 41"/>
                  <a:gd name="T10" fmla="*/ 0 w 167"/>
                  <a:gd name="T11" fmla="*/ 41 h 41"/>
                  <a:gd name="T12" fmla="*/ 118 w 167"/>
                  <a:gd name="T13" fmla="*/ 41 h 41"/>
                  <a:gd name="T14" fmla="*/ 78 w 167"/>
                  <a:gd name="T15" fmla="*/ 28 h 41"/>
                  <a:gd name="T16" fmla="*/ 167 w 167"/>
                  <a:gd name="T17" fmla="*/ 0 h 41"/>
                  <a:gd name="T18" fmla="*/ 84 w 167"/>
                  <a:gd name="T19" fmla="*/ 20 h 41"/>
                  <a:gd name="T20" fmla="*/ 133 w 167"/>
                  <a:gd name="T21" fmla="*/ 28 h 41"/>
                  <a:gd name="T22" fmla="*/ 167 w 167"/>
                  <a:gd name="T2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7" h="41">
                    <a:moveTo>
                      <a:pt x="78" y="28"/>
                    </a:moveTo>
                    <a:cubicBezTo>
                      <a:pt x="70" y="41"/>
                      <a:pt x="70" y="41"/>
                      <a:pt x="70" y="41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35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05" y="37"/>
                      <a:pt x="91" y="32"/>
                      <a:pt x="78" y="28"/>
                    </a:cubicBezTo>
                    <a:moveTo>
                      <a:pt x="167" y="0"/>
                    </a:moveTo>
                    <a:cubicBezTo>
                      <a:pt x="84" y="20"/>
                      <a:pt x="84" y="20"/>
                      <a:pt x="84" y="20"/>
                    </a:cubicBezTo>
                    <a:cubicBezTo>
                      <a:pt x="100" y="23"/>
                      <a:pt x="117" y="25"/>
                      <a:pt x="133" y="28"/>
                    </a:cubicBezTo>
                    <a:cubicBezTo>
                      <a:pt x="167" y="0"/>
                      <a:pt x="167" y="0"/>
                      <a:pt x="1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6" name="Freeform 460"/>
              <p:cNvSpPr>
                <a:spLocks/>
              </p:cNvSpPr>
              <p:nvPr userDrawn="1"/>
            </p:nvSpPr>
            <p:spPr bwMode="auto">
              <a:xfrm>
                <a:off x="3011" y="1459"/>
                <a:ext cx="68" cy="26"/>
              </a:xfrm>
              <a:custGeom>
                <a:avLst/>
                <a:gdLst>
                  <a:gd name="T0" fmla="*/ 6 w 55"/>
                  <a:gd name="T1" fmla="*/ 0 h 21"/>
                  <a:gd name="T2" fmla="*/ 5 w 55"/>
                  <a:gd name="T3" fmla="*/ 0 h 21"/>
                  <a:gd name="T4" fmla="*/ 0 w 55"/>
                  <a:gd name="T5" fmla="*/ 8 h 21"/>
                  <a:gd name="T6" fmla="*/ 40 w 55"/>
                  <a:gd name="T7" fmla="*/ 21 h 21"/>
                  <a:gd name="T8" fmla="*/ 40 w 55"/>
                  <a:gd name="T9" fmla="*/ 21 h 21"/>
                  <a:gd name="T10" fmla="*/ 55 w 55"/>
                  <a:gd name="T11" fmla="*/ 8 h 21"/>
                  <a:gd name="T12" fmla="*/ 6 w 5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21">
                    <a:moveTo>
                      <a:pt x="6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3" y="12"/>
                      <a:pt x="27" y="17"/>
                      <a:pt x="40" y="21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39" y="5"/>
                      <a:pt x="22" y="3"/>
                      <a:pt x="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7" name="Freeform 461"/>
              <p:cNvSpPr>
                <a:spLocks/>
              </p:cNvSpPr>
              <p:nvPr userDrawn="1"/>
            </p:nvSpPr>
            <p:spPr bwMode="auto">
              <a:xfrm>
                <a:off x="2834" y="1449"/>
                <a:ext cx="142" cy="36"/>
              </a:xfrm>
              <a:custGeom>
                <a:avLst/>
                <a:gdLst>
                  <a:gd name="T0" fmla="*/ 87 w 115"/>
                  <a:gd name="T1" fmla="*/ 0 h 29"/>
                  <a:gd name="T2" fmla="*/ 63 w 115"/>
                  <a:gd name="T3" fmla="*/ 8 h 29"/>
                  <a:gd name="T4" fmla="*/ 65 w 115"/>
                  <a:gd name="T5" fmla="*/ 29 h 29"/>
                  <a:gd name="T6" fmla="*/ 0 w 115"/>
                  <a:gd name="T7" fmla="*/ 29 h 29"/>
                  <a:gd name="T8" fmla="*/ 65 w 115"/>
                  <a:gd name="T9" fmla="*/ 29 h 29"/>
                  <a:gd name="T10" fmla="*/ 115 w 115"/>
                  <a:gd name="T11" fmla="*/ 17 h 29"/>
                  <a:gd name="T12" fmla="*/ 87 w 115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29">
                    <a:moveTo>
                      <a:pt x="87" y="0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3" y="29"/>
                      <a:pt x="65" y="29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87" y="0"/>
                      <a:pt x="87" y="0"/>
                      <a:pt x="8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8" name="Freeform 462"/>
              <p:cNvSpPr>
                <a:spLocks/>
              </p:cNvSpPr>
              <p:nvPr userDrawn="1"/>
            </p:nvSpPr>
            <p:spPr bwMode="auto">
              <a:xfrm>
                <a:off x="2915" y="1470"/>
                <a:ext cx="86" cy="15"/>
              </a:xfrm>
              <a:custGeom>
                <a:avLst/>
                <a:gdLst>
                  <a:gd name="T0" fmla="*/ 50 w 70"/>
                  <a:gd name="T1" fmla="*/ 0 h 12"/>
                  <a:gd name="T2" fmla="*/ 0 w 70"/>
                  <a:gd name="T3" fmla="*/ 12 h 12"/>
                  <a:gd name="T4" fmla="*/ 70 w 70"/>
                  <a:gd name="T5" fmla="*/ 12 h 12"/>
                  <a:gd name="T6" fmla="*/ 50 w 70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0" h="12">
                    <a:moveTo>
                      <a:pt x="5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35" y="12"/>
                      <a:pt x="70" y="12"/>
                      <a:pt x="70" y="12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9" name="Freeform 463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0" name="Freeform 464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1" name="Freeform 465"/>
              <p:cNvSpPr>
                <a:spLocks/>
              </p:cNvSpPr>
              <p:nvPr userDrawn="1"/>
            </p:nvSpPr>
            <p:spPr bwMode="auto">
              <a:xfrm>
                <a:off x="1891" y="464"/>
                <a:ext cx="62" cy="93"/>
              </a:xfrm>
              <a:custGeom>
                <a:avLst/>
                <a:gdLst>
                  <a:gd name="T0" fmla="*/ 0 w 50"/>
                  <a:gd name="T1" fmla="*/ 0 h 75"/>
                  <a:gd name="T2" fmla="*/ 31 w 50"/>
                  <a:gd name="T3" fmla="*/ 74 h 75"/>
                  <a:gd name="T4" fmla="*/ 31 w 50"/>
                  <a:gd name="T5" fmla="*/ 75 h 75"/>
                  <a:gd name="T6" fmla="*/ 50 w 50"/>
                  <a:gd name="T7" fmla="*/ 46 h 75"/>
                  <a:gd name="T8" fmla="*/ 0 w 5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75">
                    <a:moveTo>
                      <a:pt x="0" y="0"/>
                    </a:moveTo>
                    <a:cubicBezTo>
                      <a:pt x="0" y="0"/>
                      <a:pt x="31" y="70"/>
                      <a:pt x="31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3" y="75"/>
                      <a:pt x="50" y="46"/>
                      <a:pt x="50" y="4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2" name="Freeform 466"/>
              <p:cNvSpPr>
                <a:spLocks noEditPoints="1"/>
              </p:cNvSpPr>
              <p:nvPr userDrawn="1"/>
            </p:nvSpPr>
            <p:spPr bwMode="auto">
              <a:xfrm>
                <a:off x="1762" y="408"/>
                <a:ext cx="129" cy="56"/>
              </a:xfrm>
              <a:custGeom>
                <a:avLst/>
                <a:gdLst>
                  <a:gd name="T0" fmla="*/ 15 w 104"/>
                  <a:gd name="T1" fmla="*/ 15 h 45"/>
                  <a:gd name="T2" fmla="*/ 0 w 104"/>
                  <a:gd name="T3" fmla="*/ 27 h 45"/>
                  <a:gd name="T4" fmla="*/ 1 w 104"/>
                  <a:gd name="T5" fmla="*/ 27 h 45"/>
                  <a:gd name="T6" fmla="*/ 0 w 104"/>
                  <a:gd name="T7" fmla="*/ 30 h 45"/>
                  <a:gd name="T8" fmla="*/ 46 w 104"/>
                  <a:gd name="T9" fmla="*/ 37 h 45"/>
                  <a:gd name="T10" fmla="*/ 15 w 104"/>
                  <a:gd name="T11" fmla="*/ 15 h 45"/>
                  <a:gd name="T12" fmla="*/ 32 w 104"/>
                  <a:gd name="T13" fmla="*/ 0 h 45"/>
                  <a:gd name="T14" fmla="*/ 50 w 104"/>
                  <a:gd name="T15" fmla="*/ 37 h 45"/>
                  <a:gd name="T16" fmla="*/ 104 w 104"/>
                  <a:gd name="T17" fmla="*/ 45 h 45"/>
                  <a:gd name="T18" fmla="*/ 32 w 104"/>
                  <a:gd name="T1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45">
                    <a:moveTo>
                      <a:pt x="15" y="15"/>
                    </a:moveTo>
                    <a:cubicBezTo>
                      <a:pt x="10" y="19"/>
                      <a:pt x="5" y="23"/>
                      <a:pt x="0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15" y="32"/>
                      <a:pt x="31" y="34"/>
                      <a:pt x="46" y="37"/>
                    </a:cubicBezTo>
                    <a:cubicBezTo>
                      <a:pt x="15" y="15"/>
                      <a:pt x="15" y="15"/>
                      <a:pt x="15" y="15"/>
                    </a:cubicBezTo>
                    <a:moveTo>
                      <a:pt x="32" y="0"/>
                    </a:moveTo>
                    <a:cubicBezTo>
                      <a:pt x="50" y="37"/>
                      <a:pt x="50" y="37"/>
                      <a:pt x="50" y="37"/>
                    </a:cubicBezTo>
                    <a:cubicBezTo>
                      <a:pt x="68" y="40"/>
                      <a:pt x="86" y="42"/>
                      <a:pt x="104" y="45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3" name="Freeform 467"/>
              <p:cNvSpPr>
                <a:spLocks noEditPoints="1"/>
              </p:cNvSpPr>
              <p:nvPr userDrawn="1"/>
            </p:nvSpPr>
            <p:spPr bwMode="auto">
              <a:xfrm>
                <a:off x="1709" y="376"/>
                <a:ext cx="116" cy="82"/>
              </a:xfrm>
              <a:custGeom>
                <a:avLst/>
                <a:gdLst>
                  <a:gd name="T0" fmla="*/ 89 w 94"/>
                  <a:gd name="T1" fmla="*/ 63 h 66"/>
                  <a:gd name="T2" fmla="*/ 94 w 94"/>
                  <a:gd name="T3" fmla="*/ 66 h 66"/>
                  <a:gd name="T4" fmla="*/ 93 w 94"/>
                  <a:gd name="T5" fmla="*/ 63 h 66"/>
                  <a:gd name="T6" fmla="*/ 89 w 94"/>
                  <a:gd name="T7" fmla="*/ 63 h 66"/>
                  <a:gd name="T8" fmla="*/ 0 w 94"/>
                  <a:gd name="T9" fmla="*/ 0 h 66"/>
                  <a:gd name="T10" fmla="*/ 10 w 94"/>
                  <a:gd name="T11" fmla="*/ 7 h 66"/>
                  <a:gd name="T12" fmla="*/ 47 w 94"/>
                  <a:gd name="T13" fmla="*/ 16 h 66"/>
                  <a:gd name="T14" fmla="*/ 43 w 94"/>
                  <a:gd name="T15" fmla="*/ 30 h 66"/>
                  <a:gd name="T16" fmla="*/ 58 w 94"/>
                  <a:gd name="T17" fmla="*/ 41 h 66"/>
                  <a:gd name="T18" fmla="*/ 75 w 94"/>
                  <a:gd name="T19" fmla="*/ 26 h 66"/>
                  <a:gd name="T20" fmla="*/ 75 w 94"/>
                  <a:gd name="T21" fmla="*/ 26 h 66"/>
                  <a:gd name="T22" fmla="*/ 0 w 94"/>
                  <a:gd name="T2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66">
                    <a:moveTo>
                      <a:pt x="89" y="63"/>
                    </a:moveTo>
                    <a:cubicBezTo>
                      <a:pt x="94" y="66"/>
                      <a:pt x="94" y="66"/>
                      <a:pt x="94" y="66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1" y="63"/>
                      <a:pt x="90" y="63"/>
                      <a:pt x="89" y="63"/>
                    </a:cubicBezTo>
                    <a:moveTo>
                      <a:pt x="0" y="0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64" y="36"/>
                      <a:pt x="70" y="31"/>
                      <a:pt x="75" y="26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4" name="Freeform 468"/>
              <p:cNvSpPr>
                <a:spLocks/>
              </p:cNvSpPr>
              <p:nvPr userDrawn="1"/>
            </p:nvSpPr>
            <p:spPr bwMode="auto">
              <a:xfrm>
                <a:off x="1781" y="408"/>
                <a:ext cx="43" cy="46"/>
              </a:xfrm>
              <a:custGeom>
                <a:avLst/>
                <a:gdLst>
                  <a:gd name="T0" fmla="*/ 17 w 35"/>
                  <a:gd name="T1" fmla="*/ 0 h 37"/>
                  <a:gd name="T2" fmla="*/ 0 w 35"/>
                  <a:gd name="T3" fmla="*/ 15 h 37"/>
                  <a:gd name="T4" fmla="*/ 31 w 35"/>
                  <a:gd name="T5" fmla="*/ 37 h 37"/>
                  <a:gd name="T6" fmla="*/ 35 w 35"/>
                  <a:gd name="T7" fmla="*/ 37 h 37"/>
                  <a:gd name="T8" fmla="*/ 17 w 35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7">
                    <a:moveTo>
                      <a:pt x="17" y="0"/>
                    </a:moveTo>
                    <a:cubicBezTo>
                      <a:pt x="12" y="5"/>
                      <a:pt x="6" y="10"/>
                      <a:pt x="0" y="15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7"/>
                      <a:pt x="35" y="37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5" name="Freeform 469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6" name="Freeform 470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7" name="Freeform 471"/>
              <p:cNvSpPr>
                <a:spLocks noEditPoints="1"/>
              </p:cNvSpPr>
              <p:nvPr userDrawn="1"/>
            </p:nvSpPr>
            <p:spPr bwMode="auto">
              <a:xfrm>
                <a:off x="1465" y="361"/>
                <a:ext cx="144" cy="52"/>
              </a:xfrm>
              <a:custGeom>
                <a:avLst/>
                <a:gdLst>
                  <a:gd name="T0" fmla="*/ 45 w 116"/>
                  <a:gd name="T1" fmla="*/ 26 h 42"/>
                  <a:gd name="T2" fmla="*/ 16 w 116"/>
                  <a:gd name="T3" fmla="*/ 28 h 42"/>
                  <a:gd name="T4" fmla="*/ 0 w 116"/>
                  <a:gd name="T5" fmla="*/ 42 h 42"/>
                  <a:gd name="T6" fmla="*/ 45 w 116"/>
                  <a:gd name="T7" fmla="*/ 26 h 42"/>
                  <a:gd name="T8" fmla="*/ 116 w 116"/>
                  <a:gd name="T9" fmla="*/ 0 h 42"/>
                  <a:gd name="T10" fmla="*/ 36 w 116"/>
                  <a:gd name="T11" fmla="*/ 9 h 42"/>
                  <a:gd name="T12" fmla="*/ 55 w 116"/>
                  <a:gd name="T13" fmla="*/ 22 h 42"/>
                  <a:gd name="T14" fmla="*/ 116 w 116"/>
                  <a:gd name="T15" fmla="*/ 0 h 42"/>
                  <a:gd name="T16" fmla="*/ 116 w 116"/>
                  <a:gd name="T1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42">
                    <a:moveTo>
                      <a:pt x="45" y="26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1" y="33"/>
                      <a:pt x="6" y="38"/>
                      <a:pt x="0" y="42"/>
                    </a:cubicBezTo>
                    <a:cubicBezTo>
                      <a:pt x="15" y="37"/>
                      <a:pt x="30" y="32"/>
                      <a:pt x="45" y="26"/>
                    </a:cubicBezTo>
                    <a:moveTo>
                      <a:pt x="116" y="0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76" y="15"/>
                      <a:pt x="96" y="7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8" name="Freeform 472"/>
              <p:cNvSpPr>
                <a:spLocks/>
              </p:cNvSpPr>
              <p:nvPr userDrawn="1"/>
            </p:nvSpPr>
            <p:spPr bwMode="auto">
              <a:xfrm>
                <a:off x="2491" y="240"/>
                <a:ext cx="56" cy="74"/>
              </a:xfrm>
              <a:custGeom>
                <a:avLst/>
                <a:gdLst>
                  <a:gd name="T0" fmla="*/ 0 w 45"/>
                  <a:gd name="T1" fmla="*/ 0 h 60"/>
                  <a:gd name="T2" fmla="*/ 35 w 45"/>
                  <a:gd name="T3" fmla="*/ 60 h 60"/>
                  <a:gd name="T4" fmla="*/ 45 w 45"/>
                  <a:gd name="T5" fmla="*/ 40 h 60"/>
                  <a:gd name="T6" fmla="*/ 0 w 45"/>
                  <a:gd name="T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60">
                    <a:moveTo>
                      <a:pt x="0" y="0"/>
                    </a:moveTo>
                    <a:cubicBezTo>
                      <a:pt x="35" y="60"/>
                      <a:pt x="35" y="60"/>
                      <a:pt x="35" y="6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30" y="26"/>
                      <a:pt x="15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9" name="Freeform 473"/>
              <p:cNvSpPr>
                <a:spLocks/>
              </p:cNvSpPr>
              <p:nvPr userDrawn="1"/>
            </p:nvSpPr>
            <p:spPr bwMode="auto">
              <a:xfrm>
                <a:off x="2491" y="240"/>
                <a:ext cx="61" cy="49"/>
              </a:xfrm>
              <a:custGeom>
                <a:avLst/>
                <a:gdLst>
                  <a:gd name="T0" fmla="*/ 0 w 49"/>
                  <a:gd name="T1" fmla="*/ 0 h 40"/>
                  <a:gd name="T2" fmla="*/ 0 w 49"/>
                  <a:gd name="T3" fmla="*/ 0 h 40"/>
                  <a:gd name="T4" fmla="*/ 45 w 49"/>
                  <a:gd name="T5" fmla="*/ 40 h 40"/>
                  <a:gd name="T6" fmla="*/ 49 w 49"/>
                  <a:gd name="T7" fmla="*/ 32 h 40"/>
                  <a:gd name="T8" fmla="*/ 0 w 4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13"/>
                      <a:pt x="30" y="26"/>
                      <a:pt x="45" y="40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0" name="Freeform 474"/>
              <p:cNvSpPr>
                <a:spLocks/>
              </p:cNvSpPr>
              <p:nvPr userDrawn="1"/>
            </p:nvSpPr>
            <p:spPr bwMode="auto">
              <a:xfrm>
                <a:off x="2395" y="263"/>
                <a:ext cx="44" cy="46"/>
              </a:xfrm>
              <a:custGeom>
                <a:avLst/>
                <a:gdLst>
                  <a:gd name="T0" fmla="*/ 10 w 36"/>
                  <a:gd name="T1" fmla="*/ 0 h 37"/>
                  <a:gd name="T2" fmla="*/ 0 w 36"/>
                  <a:gd name="T3" fmla="*/ 3 h 37"/>
                  <a:gd name="T4" fmla="*/ 1 w 36"/>
                  <a:gd name="T5" fmla="*/ 37 h 37"/>
                  <a:gd name="T6" fmla="*/ 36 w 36"/>
                  <a:gd name="T7" fmla="*/ 12 h 37"/>
                  <a:gd name="T8" fmla="*/ 10 w 3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7">
                    <a:moveTo>
                      <a:pt x="1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14"/>
                      <a:pt x="1" y="26"/>
                      <a:pt x="1" y="37"/>
                    </a:cubicBezTo>
                    <a:cubicBezTo>
                      <a:pt x="13" y="29"/>
                      <a:pt x="24" y="20"/>
                      <a:pt x="36" y="12"/>
                    </a:cubicBezTo>
                    <a:cubicBezTo>
                      <a:pt x="27" y="8"/>
                      <a:pt x="19" y="4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1" name="Freeform 475"/>
              <p:cNvSpPr>
                <a:spLocks/>
              </p:cNvSpPr>
              <p:nvPr userDrawn="1"/>
            </p:nvSpPr>
            <p:spPr bwMode="auto">
              <a:xfrm>
                <a:off x="2407" y="240"/>
                <a:ext cx="84" cy="38"/>
              </a:xfrm>
              <a:custGeom>
                <a:avLst/>
                <a:gdLst>
                  <a:gd name="T0" fmla="*/ 68 w 68"/>
                  <a:gd name="T1" fmla="*/ 0 h 31"/>
                  <a:gd name="T2" fmla="*/ 68 w 68"/>
                  <a:gd name="T3" fmla="*/ 0 h 31"/>
                  <a:gd name="T4" fmla="*/ 0 w 68"/>
                  <a:gd name="T5" fmla="*/ 19 h 31"/>
                  <a:gd name="T6" fmla="*/ 26 w 68"/>
                  <a:gd name="T7" fmla="*/ 31 h 31"/>
                  <a:gd name="T8" fmla="*/ 68 w 6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1">
                    <a:moveTo>
                      <a:pt x="68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9" y="23"/>
                      <a:pt x="17" y="27"/>
                      <a:pt x="26" y="31"/>
                    </a:cubicBezTo>
                    <a:cubicBezTo>
                      <a:pt x="40" y="20"/>
                      <a:pt x="54" y="10"/>
                      <a:pt x="6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2" name="Freeform 476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3" name="Freeform 477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4" name="Freeform 478"/>
              <p:cNvSpPr>
                <a:spLocks noEditPoints="1"/>
              </p:cNvSpPr>
              <p:nvPr userDrawn="1"/>
            </p:nvSpPr>
            <p:spPr bwMode="auto">
              <a:xfrm>
                <a:off x="2825" y="784"/>
                <a:ext cx="102" cy="129"/>
              </a:xfrm>
              <a:custGeom>
                <a:avLst/>
                <a:gdLst>
                  <a:gd name="T0" fmla="*/ 65 w 82"/>
                  <a:gd name="T1" fmla="*/ 8 h 104"/>
                  <a:gd name="T2" fmla="*/ 0 w 82"/>
                  <a:gd name="T3" fmla="*/ 35 h 104"/>
                  <a:gd name="T4" fmla="*/ 10 w 82"/>
                  <a:gd name="T5" fmla="*/ 104 h 104"/>
                  <a:gd name="T6" fmla="*/ 52 w 82"/>
                  <a:gd name="T7" fmla="*/ 44 h 104"/>
                  <a:gd name="T8" fmla="*/ 52 w 82"/>
                  <a:gd name="T9" fmla="*/ 43 h 104"/>
                  <a:gd name="T10" fmla="*/ 67 w 82"/>
                  <a:gd name="T11" fmla="*/ 22 h 104"/>
                  <a:gd name="T12" fmla="*/ 65 w 82"/>
                  <a:gd name="T13" fmla="*/ 8 h 104"/>
                  <a:gd name="T14" fmla="*/ 82 w 82"/>
                  <a:gd name="T15" fmla="*/ 0 h 104"/>
                  <a:gd name="T16" fmla="*/ 78 w 82"/>
                  <a:gd name="T17" fmla="*/ 2 h 104"/>
                  <a:gd name="T18" fmla="*/ 77 w 82"/>
                  <a:gd name="T19" fmla="*/ 8 h 104"/>
                  <a:gd name="T20" fmla="*/ 82 w 82"/>
                  <a:gd name="T21" fmla="*/ 0 h 104"/>
                  <a:gd name="T22" fmla="*/ 82 w 82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" h="104">
                    <a:moveTo>
                      <a:pt x="65" y="8"/>
                    </a:moveTo>
                    <a:cubicBezTo>
                      <a:pt x="43" y="17"/>
                      <a:pt x="22" y="26"/>
                      <a:pt x="0" y="35"/>
                    </a:cubicBezTo>
                    <a:cubicBezTo>
                      <a:pt x="3" y="58"/>
                      <a:pt x="7" y="81"/>
                      <a:pt x="10" y="104"/>
                    </a:cubicBezTo>
                    <a:cubicBezTo>
                      <a:pt x="24" y="84"/>
                      <a:pt x="38" y="64"/>
                      <a:pt x="52" y="44"/>
                    </a:cubicBezTo>
                    <a:cubicBezTo>
                      <a:pt x="52" y="43"/>
                      <a:pt x="52" y="43"/>
                      <a:pt x="52" y="43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5" y="8"/>
                      <a:pt x="65" y="8"/>
                      <a:pt x="65" y="8"/>
                    </a:cubicBezTo>
                    <a:moveTo>
                      <a:pt x="82" y="0"/>
                    </a:moveTo>
                    <a:cubicBezTo>
                      <a:pt x="81" y="1"/>
                      <a:pt x="79" y="2"/>
                      <a:pt x="78" y="2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5" name="Freeform 479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55"/>
              </a:xfrm>
              <a:custGeom>
                <a:avLst/>
                <a:gdLst>
                  <a:gd name="T0" fmla="*/ 15 w 30"/>
                  <a:gd name="T1" fmla="*/ 22 h 44"/>
                  <a:gd name="T2" fmla="*/ 0 w 30"/>
                  <a:gd name="T3" fmla="*/ 43 h 44"/>
                  <a:gd name="T4" fmla="*/ 0 w 30"/>
                  <a:gd name="T5" fmla="*/ 44 h 44"/>
                  <a:gd name="T6" fmla="*/ 15 w 30"/>
                  <a:gd name="T7" fmla="*/ 22 h 44"/>
                  <a:gd name="T8" fmla="*/ 15 w 30"/>
                  <a:gd name="T9" fmla="*/ 22 h 44"/>
                  <a:gd name="T10" fmla="*/ 30 w 30"/>
                  <a:gd name="T11" fmla="*/ 0 h 44"/>
                  <a:gd name="T12" fmla="*/ 25 w 30"/>
                  <a:gd name="T13" fmla="*/ 8 h 44"/>
                  <a:gd name="T14" fmla="*/ 25 w 30"/>
                  <a:gd name="T15" fmla="*/ 8 h 44"/>
                  <a:gd name="T16" fmla="*/ 30 w 30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44">
                    <a:moveTo>
                      <a:pt x="15" y="22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5" y="36"/>
                      <a:pt x="10" y="29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7" y="5"/>
                      <a:pt x="29" y="3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6" name="Freeform 480"/>
              <p:cNvSpPr>
                <a:spLocks/>
              </p:cNvSpPr>
              <p:nvPr userDrawn="1"/>
            </p:nvSpPr>
            <p:spPr bwMode="auto">
              <a:xfrm>
                <a:off x="2906" y="787"/>
                <a:ext cx="16" cy="25"/>
              </a:xfrm>
              <a:custGeom>
                <a:avLst/>
                <a:gdLst>
                  <a:gd name="T0" fmla="*/ 13 w 13"/>
                  <a:gd name="T1" fmla="*/ 0 h 20"/>
                  <a:gd name="T2" fmla="*/ 0 w 13"/>
                  <a:gd name="T3" fmla="*/ 6 h 20"/>
                  <a:gd name="T4" fmla="*/ 2 w 13"/>
                  <a:gd name="T5" fmla="*/ 20 h 20"/>
                  <a:gd name="T6" fmla="*/ 12 w 13"/>
                  <a:gd name="T7" fmla="*/ 6 h 20"/>
                  <a:gd name="T8" fmla="*/ 13 w 13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0"/>
                    </a:moveTo>
                    <a:cubicBezTo>
                      <a:pt x="8" y="2"/>
                      <a:pt x="4" y="4"/>
                      <a:pt x="0" y="6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7" name="Freeform 481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18"/>
              </a:xfrm>
              <a:custGeom>
                <a:avLst/>
                <a:gdLst>
                  <a:gd name="T0" fmla="*/ 10 w 10"/>
                  <a:gd name="T1" fmla="*/ 0 h 14"/>
                  <a:gd name="T2" fmla="*/ 0 w 10"/>
                  <a:gd name="T3" fmla="*/ 14 h 14"/>
                  <a:gd name="T4" fmla="*/ 0 w 10"/>
                  <a:gd name="T5" fmla="*/ 14 h 14"/>
                  <a:gd name="T6" fmla="*/ 10 w 10"/>
                  <a:gd name="T7" fmla="*/ 0 h 14"/>
                  <a:gd name="T8" fmla="*/ 10 w 10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1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" y="9"/>
                      <a:pt x="7" y="4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8" name="Freeform 482"/>
              <p:cNvSpPr>
                <a:spLocks/>
              </p:cNvSpPr>
              <p:nvPr userDrawn="1"/>
            </p:nvSpPr>
            <p:spPr bwMode="auto">
              <a:xfrm>
                <a:off x="2832" y="656"/>
                <a:ext cx="53" cy="143"/>
              </a:xfrm>
              <a:custGeom>
                <a:avLst/>
                <a:gdLst>
                  <a:gd name="T0" fmla="*/ 43 w 43"/>
                  <a:gd name="T1" fmla="*/ 0 h 116"/>
                  <a:gd name="T2" fmla="*/ 0 w 43"/>
                  <a:gd name="T3" fmla="*/ 85 h 116"/>
                  <a:gd name="T4" fmla="*/ 27 w 43"/>
                  <a:gd name="T5" fmla="*/ 116 h 116"/>
                  <a:gd name="T6" fmla="*/ 43 w 43"/>
                  <a:gd name="T7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116">
                    <a:moveTo>
                      <a:pt x="43" y="0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9" y="95"/>
                      <a:pt x="18" y="106"/>
                      <a:pt x="27" y="116"/>
                    </a:cubicBezTo>
                    <a:cubicBezTo>
                      <a:pt x="32" y="77"/>
                      <a:pt x="37" y="39"/>
                      <a:pt x="4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9" name="Freeform 483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0" name="Freeform 484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1" name="Freeform 485"/>
              <p:cNvSpPr>
                <a:spLocks/>
              </p:cNvSpPr>
              <p:nvPr userDrawn="1"/>
            </p:nvSpPr>
            <p:spPr bwMode="auto">
              <a:xfrm>
                <a:off x="3091" y="1017"/>
                <a:ext cx="168" cy="105"/>
              </a:xfrm>
              <a:custGeom>
                <a:avLst/>
                <a:gdLst>
                  <a:gd name="T0" fmla="*/ 54 w 135"/>
                  <a:gd name="T1" fmla="*/ 0 h 85"/>
                  <a:gd name="T2" fmla="*/ 0 w 135"/>
                  <a:gd name="T3" fmla="*/ 36 h 85"/>
                  <a:gd name="T4" fmla="*/ 135 w 135"/>
                  <a:gd name="T5" fmla="*/ 85 h 85"/>
                  <a:gd name="T6" fmla="*/ 54 w 135"/>
                  <a:gd name="T7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5" h="85">
                    <a:moveTo>
                      <a:pt x="54" y="0"/>
                    </a:moveTo>
                    <a:cubicBezTo>
                      <a:pt x="36" y="12"/>
                      <a:pt x="18" y="24"/>
                      <a:pt x="0" y="36"/>
                    </a:cubicBezTo>
                    <a:cubicBezTo>
                      <a:pt x="45" y="52"/>
                      <a:pt x="90" y="69"/>
                      <a:pt x="135" y="85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2" name="Freeform 486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3" name="Freeform 487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4" name="Freeform 488"/>
              <p:cNvSpPr>
                <a:spLocks/>
              </p:cNvSpPr>
              <p:nvPr userDrawn="1"/>
            </p:nvSpPr>
            <p:spPr bwMode="auto">
              <a:xfrm>
                <a:off x="1713" y="442"/>
                <a:ext cx="49" cy="123"/>
              </a:xfrm>
              <a:custGeom>
                <a:avLst/>
                <a:gdLst>
                  <a:gd name="T0" fmla="*/ 40 w 40"/>
                  <a:gd name="T1" fmla="*/ 0 h 100"/>
                  <a:gd name="T2" fmla="*/ 34 w 40"/>
                  <a:gd name="T3" fmla="*/ 2 h 100"/>
                  <a:gd name="T4" fmla="*/ 34 w 40"/>
                  <a:gd name="T5" fmla="*/ 3 h 100"/>
                  <a:gd name="T6" fmla="*/ 33 w 40"/>
                  <a:gd name="T7" fmla="*/ 2 h 100"/>
                  <a:gd name="T8" fmla="*/ 0 w 40"/>
                  <a:gd name="T9" fmla="*/ 9 h 100"/>
                  <a:gd name="T10" fmla="*/ 17 w 40"/>
                  <a:gd name="T11" fmla="*/ 100 h 100"/>
                  <a:gd name="T12" fmla="*/ 40 w 40"/>
                  <a:gd name="T13" fmla="*/ 3 h 100"/>
                  <a:gd name="T14" fmla="*/ 38 w 40"/>
                  <a:gd name="T15" fmla="*/ 3 h 100"/>
                  <a:gd name="T16" fmla="*/ 40 w 40"/>
                  <a:gd name="T1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00">
                    <a:moveTo>
                      <a:pt x="40" y="0"/>
                    </a:moveTo>
                    <a:cubicBezTo>
                      <a:pt x="34" y="2"/>
                      <a:pt x="34" y="2"/>
                      <a:pt x="34" y="2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7" y="100"/>
                      <a:pt x="17" y="100"/>
                      <a:pt x="17" y="10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3"/>
                      <a:pt x="38" y="3"/>
                      <a:pt x="38" y="3"/>
                    </a:cubicBezTo>
                    <a:cubicBezTo>
                      <a:pt x="38" y="2"/>
                      <a:pt x="39" y="1"/>
                      <a:pt x="4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5" name="Freeform 489"/>
              <p:cNvSpPr>
                <a:spLocks/>
              </p:cNvSpPr>
              <p:nvPr userDrawn="1"/>
            </p:nvSpPr>
            <p:spPr bwMode="auto">
              <a:xfrm>
                <a:off x="1760" y="442"/>
                <a:ext cx="4" cy="3"/>
              </a:xfrm>
              <a:custGeom>
                <a:avLst/>
                <a:gdLst>
                  <a:gd name="T0" fmla="*/ 3 w 3"/>
                  <a:gd name="T1" fmla="*/ 0 h 3"/>
                  <a:gd name="T2" fmla="*/ 2 w 3"/>
                  <a:gd name="T3" fmla="*/ 0 h 3"/>
                  <a:gd name="T4" fmla="*/ 0 w 3"/>
                  <a:gd name="T5" fmla="*/ 3 h 3"/>
                  <a:gd name="T6" fmla="*/ 2 w 3"/>
                  <a:gd name="T7" fmla="*/ 3 h 3"/>
                  <a:gd name="T8" fmla="*/ 3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6" name="Freeform 490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close/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close/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7" name="Freeform 491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8" name="Freeform 492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9" name="Freeform 493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0" name="Freeform 494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1" name="Freeform 495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2" name="Freeform 496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close/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3" name="Freeform 497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4" name="Freeform 498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5" name="Freeform 499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6" name="Freeform 500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7" name="Freeform 501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8" name="Freeform 502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9" name="Freeform 503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0" name="Freeform 504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1" name="Freeform 505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2" name="Freeform 506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3" name="Freeform 507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4" name="Freeform 508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5" name="Freeform 509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6" name="Freeform 510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close/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7" name="Freeform 511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8" name="Freeform 512"/>
              <p:cNvSpPr>
                <a:spLocks noEditPoints="1"/>
              </p:cNvSpPr>
              <p:nvPr userDrawn="1"/>
            </p:nvSpPr>
            <p:spPr bwMode="auto">
              <a:xfrm>
                <a:off x="2942" y="1393"/>
                <a:ext cx="119" cy="77"/>
              </a:xfrm>
              <a:custGeom>
                <a:avLst/>
                <a:gdLst>
                  <a:gd name="T0" fmla="*/ 1 w 96"/>
                  <a:gd name="T1" fmla="*/ 44 h 62"/>
                  <a:gd name="T2" fmla="*/ 0 w 96"/>
                  <a:gd name="T3" fmla="*/ 45 h 62"/>
                  <a:gd name="T4" fmla="*/ 28 w 96"/>
                  <a:gd name="T5" fmla="*/ 62 h 62"/>
                  <a:gd name="T6" fmla="*/ 44 w 96"/>
                  <a:gd name="T7" fmla="*/ 58 h 62"/>
                  <a:gd name="T8" fmla="*/ 1 w 96"/>
                  <a:gd name="T9" fmla="*/ 44 h 62"/>
                  <a:gd name="T10" fmla="*/ 94 w 96"/>
                  <a:gd name="T11" fmla="*/ 3 h 62"/>
                  <a:gd name="T12" fmla="*/ 89 w 96"/>
                  <a:gd name="T13" fmla="*/ 3 h 62"/>
                  <a:gd name="T14" fmla="*/ 2 w 96"/>
                  <a:gd name="T15" fmla="*/ 44 h 62"/>
                  <a:gd name="T16" fmla="*/ 61 w 96"/>
                  <a:gd name="T17" fmla="*/ 53 h 62"/>
                  <a:gd name="T18" fmla="*/ 94 w 96"/>
                  <a:gd name="T19" fmla="*/ 3 h 62"/>
                  <a:gd name="T20" fmla="*/ 96 w 96"/>
                  <a:gd name="T21" fmla="*/ 0 h 62"/>
                  <a:gd name="T22" fmla="*/ 96 w 96"/>
                  <a:gd name="T23" fmla="*/ 0 h 62"/>
                  <a:gd name="T24" fmla="*/ 96 w 96"/>
                  <a:gd name="T25" fmla="*/ 0 h 62"/>
                  <a:gd name="T26" fmla="*/ 96 w 96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2">
                    <a:moveTo>
                      <a:pt x="1" y="44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30" y="53"/>
                      <a:pt x="15" y="49"/>
                      <a:pt x="1" y="44"/>
                    </a:cubicBezTo>
                    <a:moveTo>
                      <a:pt x="94" y="3"/>
                    </a:moveTo>
                    <a:cubicBezTo>
                      <a:pt x="89" y="3"/>
                      <a:pt x="89" y="3"/>
                      <a:pt x="89" y="3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22" y="47"/>
                      <a:pt x="42" y="50"/>
                      <a:pt x="61" y="53"/>
                    </a:cubicBezTo>
                    <a:cubicBezTo>
                      <a:pt x="94" y="3"/>
                      <a:pt x="94" y="3"/>
                      <a:pt x="94" y="3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9" name="Freeform 513"/>
              <p:cNvSpPr>
                <a:spLocks/>
              </p:cNvSpPr>
              <p:nvPr userDrawn="1"/>
            </p:nvSpPr>
            <p:spPr bwMode="auto">
              <a:xfrm>
                <a:off x="2943" y="1448"/>
                <a:ext cx="74" cy="17"/>
              </a:xfrm>
              <a:custGeom>
                <a:avLst/>
                <a:gdLst>
                  <a:gd name="T0" fmla="*/ 1 w 60"/>
                  <a:gd name="T1" fmla="*/ 0 h 14"/>
                  <a:gd name="T2" fmla="*/ 0 w 60"/>
                  <a:gd name="T3" fmla="*/ 0 h 14"/>
                  <a:gd name="T4" fmla="*/ 43 w 60"/>
                  <a:gd name="T5" fmla="*/ 14 h 14"/>
                  <a:gd name="T6" fmla="*/ 60 w 60"/>
                  <a:gd name="T7" fmla="*/ 9 h 14"/>
                  <a:gd name="T8" fmla="*/ 60 w 60"/>
                  <a:gd name="T9" fmla="*/ 9 h 14"/>
                  <a:gd name="T10" fmla="*/ 1 w 60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4" y="5"/>
                      <a:pt x="29" y="9"/>
                      <a:pt x="43" y="14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41" y="6"/>
                      <a:pt x="21" y="3"/>
                      <a:pt x="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0" name="Freeform 514"/>
              <p:cNvSpPr>
                <a:spLocks/>
              </p:cNvSpPr>
              <p:nvPr userDrawn="1"/>
            </p:nvSpPr>
            <p:spPr bwMode="auto">
              <a:xfrm>
                <a:off x="2976" y="1465"/>
                <a:ext cx="35" cy="20"/>
              </a:xfrm>
              <a:custGeom>
                <a:avLst/>
                <a:gdLst>
                  <a:gd name="T0" fmla="*/ 16 w 28"/>
                  <a:gd name="T1" fmla="*/ 0 h 16"/>
                  <a:gd name="T2" fmla="*/ 0 w 28"/>
                  <a:gd name="T3" fmla="*/ 4 h 16"/>
                  <a:gd name="T4" fmla="*/ 20 w 28"/>
                  <a:gd name="T5" fmla="*/ 16 h 16"/>
                  <a:gd name="T6" fmla="*/ 28 w 28"/>
                  <a:gd name="T7" fmla="*/ 3 h 16"/>
                  <a:gd name="T8" fmla="*/ 16 w 28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16">
                    <a:moveTo>
                      <a:pt x="16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4" y="2"/>
                      <a:pt x="20" y="1"/>
                      <a:pt x="1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1" name="Freeform 515"/>
              <p:cNvSpPr>
                <a:spLocks/>
              </p:cNvSpPr>
              <p:nvPr userDrawn="1"/>
            </p:nvSpPr>
            <p:spPr bwMode="auto">
              <a:xfrm>
                <a:off x="2996" y="1459"/>
                <a:ext cx="21" cy="10"/>
              </a:xfrm>
              <a:custGeom>
                <a:avLst/>
                <a:gdLst>
                  <a:gd name="T0" fmla="*/ 17 w 17"/>
                  <a:gd name="T1" fmla="*/ 0 h 8"/>
                  <a:gd name="T2" fmla="*/ 0 w 17"/>
                  <a:gd name="T3" fmla="*/ 5 h 8"/>
                  <a:gd name="T4" fmla="*/ 12 w 17"/>
                  <a:gd name="T5" fmla="*/ 8 h 8"/>
                  <a:gd name="T6" fmla="*/ 17 w 17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17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2" name="Freeform 516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3" name="Freeform 517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4" name="Freeform 518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close/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5" name="Freeform 519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6" name="Freeform 520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7" name="Freeform 521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8" name="Freeform 522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9" name="Freeform 523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0" name="Freeform 524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1" name="Freeform 525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2" name="Freeform 526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3" name="Freeform 527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4" name="Freeform 528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5" name="Freeform 529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6" name="Freeform 530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7" name="Freeform 531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8" name="Freeform 532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9" name="Freeform 533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0" name="Freeform 534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close/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1" name="Freeform 535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2" name="Freeform 536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3" name="Freeform 537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4" name="Freeform 538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5" name="Freeform 539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6" name="Freeform 540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7" name="Freeform 541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8" name="Freeform 542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9" name="Freeform 543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0" name="Freeform 544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1" name="Freeform 545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2" name="Freeform 546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3" name="Freeform 547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4" name="Freeform 548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5" name="Freeform 549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6" name="Freeform 550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close/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7" name="Freeform 551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8" name="Freeform 552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9" name="Freeform 553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0" name="Freeform 554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1" name="Freeform 555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2" name="Freeform 556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3" name="Freeform 557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4" name="Freeform 558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5" name="Freeform 559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6" name="Freeform 560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7" name="Freeform 561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8" name="Freeform 562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9" name="Freeform 563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0" name="Freeform 564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1" name="Freeform 565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2" name="Freeform 566"/>
              <p:cNvSpPr>
                <a:spLocks/>
              </p:cNvSpPr>
              <p:nvPr userDrawn="1"/>
            </p:nvSpPr>
            <p:spPr bwMode="auto">
              <a:xfrm>
                <a:off x="2025" y="942"/>
                <a:ext cx="121" cy="127"/>
              </a:xfrm>
              <a:custGeom>
                <a:avLst/>
                <a:gdLst>
                  <a:gd name="T0" fmla="*/ 0 w 98"/>
                  <a:gd name="T1" fmla="*/ 0 h 103"/>
                  <a:gd name="T2" fmla="*/ 98 w 98"/>
                  <a:gd name="T3" fmla="*/ 103 h 103"/>
                  <a:gd name="T4" fmla="*/ 96 w 98"/>
                  <a:gd name="T5" fmla="*/ 100 h 103"/>
                  <a:gd name="T6" fmla="*/ 55 w 98"/>
                  <a:gd name="T7" fmla="*/ 56 h 103"/>
                  <a:gd name="T8" fmla="*/ 73 w 98"/>
                  <a:gd name="T9" fmla="*/ 53 h 103"/>
                  <a:gd name="T10" fmla="*/ 50 w 98"/>
                  <a:gd name="T11" fmla="*/ 7 h 103"/>
                  <a:gd name="T12" fmla="*/ 29 w 98"/>
                  <a:gd name="T13" fmla="*/ 4 h 103"/>
                  <a:gd name="T14" fmla="*/ 55 w 98"/>
                  <a:gd name="T15" fmla="*/ 56 h 103"/>
                  <a:gd name="T16" fmla="*/ 2 w 98"/>
                  <a:gd name="T17" fmla="*/ 0 h 103"/>
                  <a:gd name="T18" fmla="*/ 0 w 98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8" h="103">
                    <a:moveTo>
                      <a:pt x="0" y="0"/>
                    </a:moveTo>
                    <a:cubicBezTo>
                      <a:pt x="98" y="103"/>
                      <a:pt x="98" y="103"/>
                      <a:pt x="98" y="103"/>
                    </a:cubicBezTo>
                    <a:cubicBezTo>
                      <a:pt x="96" y="100"/>
                      <a:pt x="96" y="100"/>
                      <a:pt x="96" y="100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61" y="55"/>
                      <a:pt x="67" y="54"/>
                      <a:pt x="73" y="5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3" name="Freeform 567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4" name="Freeform 568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5" name="Freeform 569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6" name="Freeform 570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7" name="Freeform 571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8" name="Freeform 572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9" name="Freeform 573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0" name="Freeform 574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1" name="Freeform 575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2" name="Freeform 576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3" name="Freeform 577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4" name="Freeform 578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5" name="Freeform 579"/>
              <p:cNvSpPr>
                <a:spLocks/>
              </p:cNvSpPr>
              <p:nvPr userDrawn="1"/>
            </p:nvSpPr>
            <p:spPr bwMode="auto">
              <a:xfrm>
                <a:off x="2115" y="997"/>
                <a:ext cx="52" cy="78"/>
              </a:xfrm>
              <a:custGeom>
                <a:avLst/>
                <a:gdLst>
                  <a:gd name="T0" fmla="*/ 42 w 42"/>
                  <a:gd name="T1" fmla="*/ 0 h 63"/>
                  <a:gd name="T2" fmla="*/ 0 w 42"/>
                  <a:gd name="T3" fmla="*/ 8 h 63"/>
                  <a:gd name="T4" fmla="*/ 23 w 42"/>
                  <a:gd name="T5" fmla="*/ 55 h 63"/>
                  <a:gd name="T6" fmla="*/ 30 w 42"/>
                  <a:gd name="T7" fmla="*/ 63 h 63"/>
                  <a:gd name="T8" fmla="*/ 42 w 42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63">
                    <a:moveTo>
                      <a:pt x="42" y="0"/>
                    </a:moveTo>
                    <a:cubicBezTo>
                      <a:pt x="28" y="2"/>
                      <a:pt x="14" y="5"/>
                      <a:pt x="0" y="8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4" y="42"/>
                      <a:pt x="38" y="21"/>
                      <a:pt x="4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6" name="Freeform 580"/>
              <p:cNvSpPr>
                <a:spLocks/>
              </p:cNvSpPr>
              <p:nvPr userDrawn="1"/>
            </p:nvSpPr>
            <p:spPr bwMode="auto">
              <a:xfrm>
                <a:off x="2093" y="1007"/>
                <a:ext cx="51" cy="58"/>
              </a:xfrm>
              <a:custGeom>
                <a:avLst/>
                <a:gdLst>
                  <a:gd name="T0" fmla="*/ 18 w 41"/>
                  <a:gd name="T1" fmla="*/ 0 h 47"/>
                  <a:gd name="T2" fmla="*/ 0 w 41"/>
                  <a:gd name="T3" fmla="*/ 3 h 47"/>
                  <a:gd name="T4" fmla="*/ 41 w 41"/>
                  <a:gd name="T5" fmla="*/ 47 h 47"/>
                  <a:gd name="T6" fmla="*/ 18 w 4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47">
                    <a:moveTo>
                      <a:pt x="18" y="0"/>
                    </a:moveTo>
                    <a:cubicBezTo>
                      <a:pt x="12" y="1"/>
                      <a:pt x="6" y="2"/>
                      <a:pt x="0" y="3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7" name="Freeform 581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8" name="Freeform 582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9" name="Freeform 583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0" name="Freeform 584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1" name="Freeform 585"/>
              <p:cNvSpPr>
                <a:spLocks noEditPoints="1"/>
              </p:cNvSpPr>
              <p:nvPr userDrawn="1"/>
            </p:nvSpPr>
            <p:spPr bwMode="auto">
              <a:xfrm>
                <a:off x="1593" y="1256"/>
                <a:ext cx="82" cy="25"/>
              </a:xfrm>
              <a:custGeom>
                <a:avLst/>
                <a:gdLst>
                  <a:gd name="T0" fmla="*/ 61 w 66"/>
                  <a:gd name="T1" fmla="*/ 7 h 20"/>
                  <a:gd name="T2" fmla="*/ 48 w 66"/>
                  <a:gd name="T3" fmla="*/ 15 h 20"/>
                  <a:gd name="T4" fmla="*/ 66 w 66"/>
                  <a:gd name="T5" fmla="*/ 20 h 20"/>
                  <a:gd name="T6" fmla="*/ 61 w 66"/>
                  <a:gd name="T7" fmla="*/ 7 h 20"/>
                  <a:gd name="T8" fmla="*/ 24 w 66"/>
                  <a:gd name="T9" fmla="*/ 0 h 20"/>
                  <a:gd name="T10" fmla="*/ 0 w 66"/>
                  <a:gd name="T11" fmla="*/ 1 h 20"/>
                  <a:gd name="T12" fmla="*/ 26 w 66"/>
                  <a:gd name="T13" fmla="*/ 8 h 20"/>
                  <a:gd name="T14" fmla="*/ 24 w 66"/>
                  <a:gd name="T1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20">
                    <a:moveTo>
                      <a:pt x="61" y="7"/>
                    </a:moveTo>
                    <a:cubicBezTo>
                      <a:pt x="48" y="15"/>
                      <a:pt x="48" y="15"/>
                      <a:pt x="48" y="15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4" y="16"/>
                      <a:pt x="63" y="11"/>
                      <a:pt x="61" y="7"/>
                    </a:cubicBezTo>
                    <a:moveTo>
                      <a:pt x="2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2" name="Freeform 586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close/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3" name="Freeform 587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4" name="Freeform 588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5" name="Freeform 589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6" name="Freeform 590"/>
              <p:cNvSpPr>
                <a:spLocks noEditPoints="1"/>
              </p:cNvSpPr>
              <p:nvPr userDrawn="1"/>
            </p:nvSpPr>
            <p:spPr bwMode="auto">
              <a:xfrm>
                <a:off x="1595" y="1122"/>
                <a:ext cx="150" cy="72"/>
              </a:xfrm>
              <a:custGeom>
                <a:avLst/>
                <a:gdLst>
                  <a:gd name="T0" fmla="*/ 39 w 121"/>
                  <a:gd name="T1" fmla="*/ 33 h 58"/>
                  <a:gd name="T2" fmla="*/ 0 w 121"/>
                  <a:gd name="T3" fmla="*/ 48 h 58"/>
                  <a:gd name="T4" fmla="*/ 33 w 121"/>
                  <a:gd name="T5" fmla="*/ 58 h 58"/>
                  <a:gd name="T6" fmla="*/ 39 w 121"/>
                  <a:gd name="T7" fmla="*/ 33 h 58"/>
                  <a:gd name="T8" fmla="*/ 121 w 121"/>
                  <a:gd name="T9" fmla="*/ 0 h 58"/>
                  <a:gd name="T10" fmla="*/ 70 w 121"/>
                  <a:gd name="T11" fmla="*/ 20 h 58"/>
                  <a:gd name="T12" fmla="*/ 90 w 121"/>
                  <a:gd name="T13" fmla="*/ 32 h 58"/>
                  <a:gd name="T14" fmla="*/ 121 w 121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8">
                    <a:moveTo>
                      <a:pt x="39" y="33"/>
                    </a:moveTo>
                    <a:cubicBezTo>
                      <a:pt x="26" y="38"/>
                      <a:pt x="13" y="43"/>
                      <a:pt x="0" y="48"/>
                    </a:cubicBezTo>
                    <a:cubicBezTo>
                      <a:pt x="11" y="51"/>
                      <a:pt x="22" y="54"/>
                      <a:pt x="33" y="58"/>
                    </a:cubicBezTo>
                    <a:cubicBezTo>
                      <a:pt x="39" y="33"/>
                      <a:pt x="39" y="33"/>
                      <a:pt x="39" y="33"/>
                    </a:cubicBezTo>
                    <a:moveTo>
                      <a:pt x="121" y="0"/>
                    </a:moveTo>
                    <a:cubicBezTo>
                      <a:pt x="104" y="7"/>
                      <a:pt x="87" y="14"/>
                      <a:pt x="70" y="20"/>
                    </a:cubicBezTo>
                    <a:cubicBezTo>
                      <a:pt x="90" y="32"/>
                      <a:pt x="90" y="32"/>
                      <a:pt x="90" y="32"/>
                    </a:cubicBezTo>
                    <a:cubicBezTo>
                      <a:pt x="121" y="0"/>
                      <a:pt x="121" y="0"/>
                      <a:pt x="12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7" name="Freeform 591"/>
              <p:cNvSpPr>
                <a:spLocks noEditPoints="1"/>
              </p:cNvSpPr>
              <p:nvPr userDrawn="1"/>
            </p:nvSpPr>
            <p:spPr bwMode="auto">
              <a:xfrm>
                <a:off x="1623" y="1130"/>
                <a:ext cx="84" cy="122"/>
              </a:xfrm>
              <a:custGeom>
                <a:avLst/>
                <a:gdLst>
                  <a:gd name="T0" fmla="*/ 68 w 68"/>
                  <a:gd name="T1" fmla="*/ 26 h 99"/>
                  <a:gd name="T2" fmla="*/ 37 w 68"/>
                  <a:gd name="T3" fmla="*/ 59 h 99"/>
                  <a:gd name="T4" fmla="*/ 11 w 68"/>
                  <a:gd name="T5" fmla="*/ 52 h 99"/>
                  <a:gd name="T6" fmla="*/ 7 w 68"/>
                  <a:gd name="T7" fmla="*/ 68 h 99"/>
                  <a:gd name="T8" fmla="*/ 29 w 68"/>
                  <a:gd name="T9" fmla="*/ 68 h 99"/>
                  <a:gd name="T10" fmla="*/ 0 w 68"/>
                  <a:gd name="T11" fmla="*/ 99 h 99"/>
                  <a:gd name="T12" fmla="*/ 68 w 68"/>
                  <a:gd name="T13" fmla="*/ 26 h 99"/>
                  <a:gd name="T14" fmla="*/ 24 w 68"/>
                  <a:gd name="T15" fmla="*/ 0 h 99"/>
                  <a:gd name="T16" fmla="*/ 17 w 68"/>
                  <a:gd name="T17" fmla="*/ 27 h 99"/>
                  <a:gd name="T18" fmla="*/ 48 w 68"/>
                  <a:gd name="T19" fmla="*/ 14 h 99"/>
                  <a:gd name="T20" fmla="*/ 24 w 68"/>
                  <a:gd name="T2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99">
                    <a:moveTo>
                      <a:pt x="68" y="26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29" y="56"/>
                      <a:pt x="20" y="54"/>
                      <a:pt x="11" y="52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68" y="26"/>
                      <a:pt x="68" y="26"/>
                      <a:pt x="68" y="26"/>
                    </a:cubicBezTo>
                    <a:moveTo>
                      <a:pt x="24" y="0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27" y="22"/>
                      <a:pt x="38" y="18"/>
                      <a:pt x="48" y="14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8" name="Freeform 592"/>
              <p:cNvSpPr>
                <a:spLocks/>
              </p:cNvSpPr>
              <p:nvPr userDrawn="1"/>
            </p:nvSpPr>
            <p:spPr bwMode="auto">
              <a:xfrm>
                <a:off x="1636" y="1147"/>
                <a:ext cx="71" cy="56"/>
              </a:xfrm>
              <a:custGeom>
                <a:avLst/>
                <a:gdLst>
                  <a:gd name="T0" fmla="*/ 37 w 57"/>
                  <a:gd name="T1" fmla="*/ 0 h 45"/>
                  <a:gd name="T2" fmla="*/ 6 w 57"/>
                  <a:gd name="T3" fmla="*/ 13 h 45"/>
                  <a:gd name="T4" fmla="*/ 0 w 57"/>
                  <a:gd name="T5" fmla="*/ 38 h 45"/>
                  <a:gd name="T6" fmla="*/ 26 w 57"/>
                  <a:gd name="T7" fmla="*/ 45 h 45"/>
                  <a:gd name="T8" fmla="*/ 57 w 57"/>
                  <a:gd name="T9" fmla="*/ 12 h 45"/>
                  <a:gd name="T10" fmla="*/ 37 w 5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45">
                    <a:moveTo>
                      <a:pt x="37" y="0"/>
                    </a:moveTo>
                    <a:cubicBezTo>
                      <a:pt x="27" y="4"/>
                      <a:pt x="16" y="8"/>
                      <a:pt x="6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40"/>
                      <a:pt x="18" y="42"/>
                      <a:pt x="26" y="45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9" name="Freeform 593"/>
              <p:cNvSpPr>
                <a:spLocks noEditPoints="1"/>
              </p:cNvSpPr>
              <p:nvPr userDrawn="1"/>
            </p:nvSpPr>
            <p:spPr bwMode="auto">
              <a:xfrm>
                <a:off x="1623" y="1252"/>
                <a:ext cx="69" cy="35"/>
              </a:xfrm>
              <a:custGeom>
                <a:avLst/>
                <a:gdLst>
                  <a:gd name="T0" fmla="*/ 2 w 56"/>
                  <a:gd name="T1" fmla="*/ 11 h 28"/>
                  <a:gd name="T2" fmla="*/ 6 w 56"/>
                  <a:gd name="T3" fmla="*/ 28 h 28"/>
                  <a:gd name="T4" fmla="*/ 24 w 56"/>
                  <a:gd name="T5" fmla="*/ 18 h 28"/>
                  <a:gd name="T6" fmla="*/ 2 w 56"/>
                  <a:gd name="T7" fmla="*/ 11 h 28"/>
                  <a:gd name="T8" fmla="*/ 56 w 56"/>
                  <a:gd name="T9" fmla="*/ 0 h 28"/>
                  <a:gd name="T10" fmla="*/ 0 w 56"/>
                  <a:gd name="T11" fmla="*/ 0 h 28"/>
                  <a:gd name="T12" fmla="*/ 0 w 56"/>
                  <a:gd name="T13" fmla="*/ 3 h 28"/>
                  <a:gd name="T14" fmla="*/ 35 w 56"/>
                  <a:gd name="T15" fmla="*/ 2 h 28"/>
                  <a:gd name="T16" fmla="*/ 34 w 56"/>
                  <a:gd name="T17" fmla="*/ 1 h 28"/>
                  <a:gd name="T18" fmla="*/ 54 w 56"/>
                  <a:gd name="T19" fmla="*/ 1 h 28"/>
                  <a:gd name="T20" fmla="*/ 56 w 56"/>
                  <a:gd name="T2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6" h="28">
                    <a:moveTo>
                      <a:pt x="2" y="11"/>
                    </a:moveTo>
                    <a:cubicBezTo>
                      <a:pt x="6" y="28"/>
                      <a:pt x="6" y="28"/>
                      <a:pt x="6" y="2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" y="11"/>
                      <a:pt x="2" y="11"/>
                      <a:pt x="2" y="11"/>
                    </a:cubicBezTo>
                    <a:moveTo>
                      <a:pt x="5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4" y="1"/>
                      <a:pt x="34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0" name="Freeform 594"/>
              <p:cNvSpPr>
                <a:spLocks/>
              </p:cNvSpPr>
              <p:nvPr userDrawn="1"/>
            </p:nvSpPr>
            <p:spPr bwMode="auto">
              <a:xfrm>
                <a:off x="1623" y="1255"/>
                <a:ext cx="45" cy="20"/>
              </a:xfrm>
              <a:custGeom>
                <a:avLst/>
                <a:gdLst>
                  <a:gd name="T0" fmla="*/ 35 w 37"/>
                  <a:gd name="T1" fmla="*/ 0 h 16"/>
                  <a:gd name="T2" fmla="*/ 0 w 37"/>
                  <a:gd name="T3" fmla="*/ 1 h 16"/>
                  <a:gd name="T4" fmla="*/ 2 w 37"/>
                  <a:gd name="T5" fmla="*/ 9 h 16"/>
                  <a:gd name="T6" fmla="*/ 24 w 37"/>
                  <a:gd name="T7" fmla="*/ 16 h 16"/>
                  <a:gd name="T8" fmla="*/ 37 w 37"/>
                  <a:gd name="T9" fmla="*/ 8 h 16"/>
                  <a:gd name="T10" fmla="*/ 35 w 3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6">
                    <a:moveTo>
                      <a:pt x="3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6"/>
                      <a:pt x="35" y="3"/>
                      <a:pt x="35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1" name="Freeform 595"/>
              <p:cNvSpPr>
                <a:spLocks noEditPoints="1"/>
              </p:cNvSpPr>
              <p:nvPr userDrawn="1"/>
            </p:nvSpPr>
            <p:spPr bwMode="auto">
              <a:xfrm>
                <a:off x="1675" y="1254"/>
                <a:ext cx="66" cy="39"/>
              </a:xfrm>
              <a:custGeom>
                <a:avLst/>
                <a:gdLst>
                  <a:gd name="T0" fmla="*/ 0 w 54"/>
                  <a:gd name="T1" fmla="*/ 22 h 32"/>
                  <a:gd name="T2" fmla="*/ 3 w 54"/>
                  <a:gd name="T3" fmla="*/ 32 h 32"/>
                  <a:gd name="T4" fmla="*/ 13 w 54"/>
                  <a:gd name="T5" fmla="*/ 26 h 32"/>
                  <a:gd name="T6" fmla="*/ 0 w 54"/>
                  <a:gd name="T7" fmla="*/ 22 h 32"/>
                  <a:gd name="T8" fmla="*/ 12 w 54"/>
                  <a:gd name="T9" fmla="*/ 0 h 32"/>
                  <a:gd name="T10" fmla="*/ 11 w 54"/>
                  <a:gd name="T11" fmla="*/ 1 h 32"/>
                  <a:gd name="T12" fmla="*/ 19 w 54"/>
                  <a:gd name="T13" fmla="*/ 1 h 32"/>
                  <a:gd name="T14" fmla="*/ 29 w 54"/>
                  <a:gd name="T15" fmla="*/ 16 h 32"/>
                  <a:gd name="T16" fmla="*/ 54 w 54"/>
                  <a:gd name="T17" fmla="*/ 1 h 32"/>
                  <a:gd name="T18" fmla="*/ 12 w 54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32">
                    <a:moveTo>
                      <a:pt x="0" y="22"/>
                    </a:moveTo>
                    <a:cubicBezTo>
                      <a:pt x="1" y="25"/>
                      <a:pt x="2" y="28"/>
                      <a:pt x="3" y="32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12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2" name="Freeform 596"/>
              <p:cNvSpPr>
                <a:spLocks/>
              </p:cNvSpPr>
              <p:nvPr userDrawn="1"/>
            </p:nvSpPr>
            <p:spPr bwMode="auto">
              <a:xfrm>
                <a:off x="1668" y="1255"/>
                <a:ext cx="42" cy="31"/>
              </a:xfrm>
              <a:custGeom>
                <a:avLst/>
                <a:gdLst>
                  <a:gd name="T0" fmla="*/ 24 w 34"/>
                  <a:gd name="T1" fmla="*/ 0 h 25"/>
                  <a:gd name="T2" fmla="*/ 16 w 34"/>
                  <a:gd name="T3" fmla="*/ 0 h 25"/>
                  <a:gd name="T4" fmla="*/ 0 w 34"/>
                  <a:gd name="T5" fmla="*/ 8 h 25"/>
                  <a:gd name="T6" fmla="*/ 5 w 34"/>
                  <a:gd name="T7" fmla="*/ 21 h 25"/>
                  <a:gd name="T8" fmla="*/ 18 w 34"/>
                  <a:gd name="T9" fmla="*/ 25 h 25"/>
                  <a:gd name="T10" fmla="*/ 34 w 34"/>
                  <a:gd name="T11" fmla="*/ 15 h 25"/>
                  <a:gd name="T12" fmla="*/ 24 w 34"/>
                  <a:gd name="T1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5">
                    <a:moveTo>
                      <a:pt x="2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12"/>
                      <a:pt x="3" y="17"/>
                      <a:pt x="5" y="21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3" name="Freeform 597"/>
              <p:cNvSpPr>
                <a:spLocks/>
              </p:cNvSpPr>
              <p:nvPr userDrawn="1"/>
            </p:nvSpPr>
            <p:spPr bwMode="auto">
              <a:xfrm>
                <a:off x="1665" y="1254"/>
                <a:ext cx="24" cy="1"/>
              </a:xfrm>
              <a:custGeom>
                <a:avLst/>
                <a:gdLst>
                  <a:gd name="T0" fmla="*/ 0 w 20"/>
                  <a:gd name="T1" fmla="*/ 0 h 1"/>
                  <a:gd name="T2" fmla="*/ 1 w 20"/>
                  <a:gd name="T3" fmla="*/ 1 h 1"/>
                  <a:gd name="T4" fmla="*/ 19 w 20"/>
                  <a:gd name="T5" fmla="*/ 1 h 1"/>
                  <a:gd name="T6" fmla="*/ 20 w 20"/>
                  <a:gd name="T7" fmla="*/ 0 h 1"/>
                  <a:gd name="T8" fmla="*/ 0 w 20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4" name="Freeform 598"/>
              <p:cNvSpPr>
                <a:spLocks/>
              </p:cNvSpPr>
              <p:nvPr userDrawn="1"/>
            </p:nvSpPr>
            <p:spPr bwMode="auto">
              <a:xfrm>
                <a:off x="1666" y="1255"/>
                <a:ext cx="22" cy="10"/>
              </a:xfrm>
              <a:custGeom>
                <a:avLst/>
                <a:gdLst>
                  <a:gd name="T0" fmla="*/ 18 w 18"/>
                  <a:gd name="T1" fmla="*/ 0 h 8"/>
                  <a:gd name="T2" fmla="*/ 0 w 18"/>
                  <a:gd name="T3" fmla="*/ 0 h 8"/>
                  <a:gd name="T4" fmla="*/ 2 w 18"/>
                  <a:gd name="T5" fmla="*/ 8 h 8"/>
                  <a:gd name="T6" fmla="*/ 18 w 18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8">
                    <a:moveTo>
                      <a:pt x="1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6"/>
                      <a:pt x="2" y="8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5" name="Freeform 599"/>
              <p:cNvSpPr>
                <a:spLocks/>
              </p:cNvSpPr>
              <p:nvPr userDrawn="1"/>
            </p:nvSpPr>
            <p:spPr bwMode="auto">
              <a:xfrm>
                <a:off x="1699" y="1255"/>
                <a:ext cx="42" cy="84"/>
              </a:xfrm>
              <a:custGeom>
                <a:avLst/>
                <a:gdLst>
                  <a:gd name="T0" fmla="*/ 34 w 34"/>
                  <a:gd name="T1" fmla="*/ 0 h 68"/>
                  <a:gd name="T2" fmla="*/ 34 w 34"/>
                  <a:gd name="T3" fmla="*/ 0 h 68"/>
                  <a:gd name="T4" fmla="*/ 18 w 34"/>
                  <a:gd name="T5" fmla="*/ 32 h 68"/>
                  <a:gd name="T6" fmla="*/ 18 w 34"/>
                  <a:gd name="T7" fmla="*/ 32 h 68"/>
                  <a:gd name="T8" fmla="*/ 18 w 34"/>
                  <a:gd name="T9" fmla="*/ 32 h 68"/>
                  <a:gd name="T10" fmla="*/ 0 w 34"/>
                  <a:gd name="T11" fmla="*/ 68 h 68"/>
                  <a:gd name="T12" fmla="*/ 34 w 34"/>
                  <a:gd name="T13" fmla="*/ 45 h 68"/>
                  <a:gd name="T14" fmla="*/ 34 w 34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68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11"/>
                      <a:pt x="23" y="21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2" y="44"/>
                      <a:pt x="6" y="56"/>
                      <a:pt x="0" y="68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34" y="21"/>
                      <a:pt x="34" y="0"/>
                      <a:pt x="3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6" name="Freeform 600"/>
              <p:cNvSpPr>
                <a:spLocks/>
              </p:cNvSpPr>
              <p:nvPr userDrawn="1"/>
            </p:nvSpPr>
            <p:spPr bwMode="auto">
              <a:xfrm>
                <a:off x="1722" y="129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7" name="Freeform 601"/>
              <p:cNvSpPr>
                <a:spLocks/>
              </p:cNvSpPr>
              <p:nvPr userDrawn="1"/>
            </p:nvSpPr>
            <p:spPr bwMode="auto">
              <a:xfrm>
                <a:off x="1651" y="1293"/>
                <a:ext cx="45" cy="51"/>
              </a:xfrm>
              <a:custGeom>
                <a:avLst/>
                <a:gdLst>
                  <a:gd name="T0" fmla="*/ 22 w 36"/>
                  <a:gd name="T1" fmla="*/ 0 h 41"/>
                  <a:gd name="T2" fmla="*/ 0 w 36"/>
                  <a:gd name="T3" fmla="*/ 14 h 41"/>
                  <a:gd name="T4" fmla="*/ 34 w 36"/>
                  <a:gd name="T5" fmla="*/ 41 h 41"/>
                  <a:gd name="T6" fmla="*/ 36 w 36"/>
                  <a:gd name="T7" fmla="*/ 39 h 41"/>
                  <a:gd name="T8" fmla="*/ 22 w 3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1">
                    <a:moveTo>
                      <a:pt x="22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2" y="26"/>
                      <a:pt x="27" y="13"/>
                      <a:pt x="2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8" name="Freeform 602"/>
              <p:cNvSpPr>
                <a:spLocks noEditPoints="1"/>
              </p:cNvSpPr>
              <p:nvPr userDrawn="1"/>
            </p:nvSpPr>
            <p:spPr bwMode="auto">
              <a:xfrm>
                <a:off x="1678" y="1255"/>
                <a:ext cx="63" cy="86"/>
              </a:xfrm>
              <a:custGeom>
                <a:avLst/>
                <a:gdLst>
                  <a:gd name="T0" fmla="*/ 10 w 51"/>
                  <a:gd name="T1" fmla="*/ 25 h 70"/>
                  <a:gd name="T2" fmla="*/ 0 w 51"/>
                  <a:gd name="T3" fmla="*/ 31 h 70"/>
                  <a:gd name="T4" fmla="*/ 14 w 51"/>
                  <a:gd name="T5" fmla="*/ 70 h 70"/>
                  <a:gd name="T6" fmla="*/ 17 w 51"/>
                  <a:gd name="T7" fmla="*/ 68 h 70"/>
                  <a:gd name="T8" fmla="*/ 35 w 51"/>
                  <a:gd name="T9" fmla="*/ 32 h 70"/>
                  <a:gd name="T10" fmla="*/ 10 w 51"/>
                  <a:gd name="T11" fmla="*/ 25 h 70"/>
                  <a:gd name="T12" fmla="*/ 51 w 51"/>
                  <a:gd name="T13" fmla="*/ 0 h 70"/>
                  <a:gd name="T14" fmla="*/ 26 w 51"/>
                  <a:gd name="T15" fmla="*/ 15 h 70"/>
                  <a:gd name="T16" fmla="*/ 35 w 51"/>
                  <a:gd name="T17" fmla="*/ 32 h 70"/>
                  <a:gd name="T18" fmla="*/ 51 w 51"/>
                  <a:gd name="T19" fmla="*/ 0 h 70"/>
                  <a:gd name="T20" fmla="*/ 51 w 51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70">
                    <a:moveTo>
                      <a:pt x="10" y="25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5" y="44"/>
                      <a:pt x="10" y="57"/>
                      <a:pt x="14" y="70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23" y="56"/>
                      <a:pt x="29" y="44"/>
                      <a:pt x="35" y="32"/>
                    </a:cubicBezTo>
                    <a:cubicBezTo>
                      <a:pt x="10" y="25"/>
                      <a:pt x="10" y="25"/>
                      <a:pt x="10" y="25"/>
                    </a:cubicBezTo>
                    <a:moveTo>
                      <a:pt x="51" y="0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40" y="21"/>
                      <a:pt x="46" y="11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9" name="Freeform 603"/>
              <p:cNvSpPr>
                <a:spLocks/>
              </p:cNvSpPr>
              <p:nvPr userDrawn="1"/>
            </p:nvSpPr>
            <p:spPr bwMode="auto">
              <a:xfrm>
                <a:off x="1691" y="1273"/>
                <a:ext cx="31" cy="21"/>
              </a:xfrm>
              <a:custGeom>
                <a:avLst/>
                <a:gdLst>
                  <a:gd name="T0" fmla="*/ 16 w 25"/>
                  <a:gd name="T1" fmla="*/ 0 h 17"/>
                  <a:gd name="T2" fmla="*/ 0 w 25"/>
                  <a:gd name="T3" fmla="*/ 10 h 17"/>
                  <a:gd name="T4" fmla="*/ 25 w 25"/>
                  <a:gd name="T5" fmla="*/ 17 h 17"/>
                  <a:gd name="T6" fmla="*/ 25 w 25"/>
                  <a:gd name="T7" fmla="*/ 17 h 17"/>
                  <a:gd name="T8" fmla="*/ 16 w 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7">
                    <a:moveTo>
                      <a:pt x="16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0" name="Freeform 604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1" name="Freeform 605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2" name="Freeform 606"/>
              <p:cNvSpPr>
                <a:spLocks noEditPoints="1"/>
              </p:cNvSpPr>
              <p:nvPr userDrawn="1"/>
            </p:nvSpPr>
            <p:spPr bwMode="auto">
              <a:xfrm>
                <a:off x="2592" y="474"/>
                <a:ext cx="56" cy="104"/>
              </a:xfrm>
              <a:custGeom>
                <a:avLst/>
                <a:gdLst>
                  <a:gd name="T0" fmla="*/ 3 w 46"/>
                  <a:gd name="T1" fmla="*/ 79 h 84"/>
                  <a:gd name="T2" fmla="*/ 0 w 46"/>
                  <a:gd name="T3" fmla="*/ 84 h 84"/>
                  <a:gd name="T4" fmla="*/ 4 w 46"/>
                  <a:gd name="T5" fmla="*/ 84 h 84"/>
                  <a:gd name="T6" fmla="*/ 3 w 46"/>
                  <a:gd name="T7" fmla="*/ 79 h 84"/>
                  <a:gd name="T8" fmla="*/ 46 w 46"/>
                  <a:gd name="T9" fmla="*/ 0 h 84"/>
                  <a:gd name="T10" fmla="*/ 7 w 46"/>
                  <a:gd name="T11" fmla="*/ 72 h 84"/>
                  <a:gd name="T12" fmla="*/ 7 w 46"/>
                  <a:gd name="T13" fmla="*/ 72 h 84"/>
                  <a:gd name="T14" fmla="*/ 10 w 46"/>
                  <a:gd name="T15" fmla="*/ 84 h 84"/>
                  <a:gd name="T16" fmla="*/ 46 w 46"/>
                  <a:gd name="T17" fmla="*/ 84 h 84"/>
                  <a:gd name="T18" fmla="*/ 46 w 46"/>
                  <a:gd name="T1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84">
                    <a:moveTo>
                      <a:pt x="3" y="79"/>
                    </a:moveTo>
                    <a:cubicBezTo>
                      <a:pt x="0" y="84"/>
                      <a:pt x="0" y="84"/>
                      <a:pt x="0" y="84"/>
                    </a:cubicBezTo>
                    <a:cubicBezTo>
                      <a:pt x="4" y="84"/>
                      <a:pt x="4" y="84"/>
                      <a:pt x="4" y="84"/>
                    </a:cubicBezTo>
                    <a:cubicBezTo>
                      <a:pt x="4" y="82"/>
                      <a:pt x="3" y="81"/>
                      <a:pt x="3" y="79"/>
                    </a:cubicBezTo>
                    <a:moveTo>
                      <a:pt x="46" y="0"/>
                    </a:move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9" y="75"/>
                      <a:pt x="9" y="79"/>
                      <a:pt x="10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1" name="Group 808"/>
            <p:cNvGrpSpPr>
              <a:grpSpLocks/>
            </p:cNvGrpSpPr>
            <p:nvPr userDrawn="1"/>
          </p:nvGrpSpPr>
          <p:grpSpPr bwMode="auto">
            <a:xfrm>
              <a:off x="693738" y="-268288"/>
              <a:ext cx="3440113" cy="2625726"/>
              <a:chOff x="437" y="-169"/>
              <a:chExt cx="2167" cy="1654"/>
            </a:xfrm>
          </p:grpSpPr>
          <p:sp>
            <p:nvSpPr>
              <p:cNvPr id="573" name="Freeform 608"/>
              <p:cNvSpPr>
                <a:spLocks/>
              </p:cNvSpPr>
              <p:nvPr userDrawn="1"/>
            </p:nvSpPr>
            <p:spPr bwMode="auto">
              <a:xfrm>
                <a:off x="2595" y="563"/>
                <a:ext cx="9" cy="15"/>
              </a:xfrm>
              <a:custGeom>
                <a:avLst/>
                <a:gdLst>
                  <a:gd name="T0" fmla="*/ 4 w 7"/>
                  <a:gd name="T1" fmla="*/ 0 h 12"/>
                  <a:gd name="T2" fmla="*/ 0 w 7"/>
                  <a:gd name="T3" fmla="*/ 7 h 12"/>
                  <a:gd name="T4" fmla="*/ 1 w 7"/>
                  <a:gd name="T5" fmla="*/ 12 h 12"/>
                  <a:gd name="T6" fmla="*/ 7 w 7"/>
                  <a:gd name="T7" fmla="*/ 12 h 12"/>
                  <a:gd name="T8" fmla="*/ 4 w 7"/>
                  <a:gd name="T9" fmla="*/ 0 h 12"/>
                  <a:gd name="T10" fmla="*/ 4 w 7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2">
                    <a:moveTo>
                      <a:pt x="4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9"/>
                      <a:pt x="1" y="10"/>
                      <a:pt x="1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7"/>
                      <a:pt x="6" y="3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4" name="Freeform 609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5" name="Freeform 610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6" name="Freeform 611"/>
              <p:cNvSpPr>
                <a:spLocks/>
              </p:cNvSpPr>
              <p:nvPr userDrawn="1"/>
            </p:nvSpPr>
            <p:spPr bwMode="auto">
              <a:xfrm>
                <a:off x="1693" y="1310"/>
                <a:ext cx="48" cy="71"/>
              </a:xfrm>
              <a:custGeom>
                <a:avLst/>
                <a:gdLst>
                  <a:gd name="T0" fmla="*/ 39 w 39"/>
                  <a:gd name="T1" fmla="*/ 0 h 57"/>
                  <a:gd name="T2" fmla="*/ 5 w 39"/>
                  <a:gd name="T3" fmla="*/ 23 h 57"/>
                  <a:gd name="T4" fmla="*/ 3 w 39"/>
                  <a:gd name="T5" fmla="*/ 28 h 57"/>
                  <a:gd name="T6" fmla="*/ 2 w 39"/>
                  <a:gd name="T7" fmla="*/ 25 h 57"/>
                  <a:gd name="T8" fmla="*/ 0 w 39"/>
                  <a:gd name="T9" fmla="*/ 27 h 57"/>
                  <a:gd name="T10" fmla="*/ 39 w 39"/>
                  <a:gd name="T11" fmla="*/ 57 h 57"/>
                  <a:gd name="T12" fmla="*/ 39 w 39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57">
                    <a:moveTo>
                      <a:pt x="39" y="0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4" y="25"/>
                      <a:pt x="4" y="26"/>
                      <a:pt x="3" y="28"/>
                    </a:cubicBezTo>
                    <a:cubicBezTo>
                      <a:pt x="3" y="27"/>
                      <a:pt x="3" y="26"/>
                      <a:pt x="2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6"/>
                      <a:pt x="39" y="27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7" name="Freeform 612"/>
              <p:cNvSpPr>
                <a:spLocks/>
              </p:cNvSpPr>
              <p:nvPr userDrawn="1"/>
            </p:nvSpPr>
            <p:spPr bwMode="auto">
              <a:xfrm>
                <a:off x="1696" y="1339"/>
                <a:ext cx="3" cy="6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2 h 5"/>
                  <a:gd name="T4" fmla="*/ 1 w 3"/>
                  <a:gd name="T5" fmla="*/ 5 h 5"/>
                  <a:gd name="T6" fmla="*/ 3 w 3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2" y="3"/>
                      <a:pt x="2" y="2"/>
                      <a:pt x="3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8" name="Freeform 613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9" name="Freeform 614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0" name="Freeform 615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1" name="Freeform 616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2" name="Freeform 617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3" name="Freeform 618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4" name="Freeform 619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close/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5" name="Freeform 620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6" name="Freeform 621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7" name="Freeform 622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8" name="Freeform 623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9" name="Freeform 624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0" name="Freeform 625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1" name="Freeform 626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2" name="Freeform 627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3" name="Freeform 628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4" name="Freeform 629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close/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close/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5" name="Freeform 630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6" name="Freeform 631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7" name="Freeform 632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8" name="Freeform 633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9" name="Freeform 634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0" name="Freeform 635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1" name="Freeform 636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2" name="Freeform 637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3" name="Freeform 638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4" name="Freeform 639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5" name="Freeform 640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6" name="Freeform 641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7" name="Freeform 642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8" name="Freeform 643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9" name="Freeform 644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0" name="Freeform 645"/>
              <p:cNvSpPr>
                <a:spLocks noEditPoints="1"/>
              </p:cNvSpPr>
              <p:nvPr userDrawn="1"/>
            </p:nvSpPr>
            <p:spPr bwMode="auto">
              <a:xfrm>
                <a:off x="913" y="1444"/>
                <a:ext cx="132" cy="41"/>
              </a:xfrm>
              <a:custGeom>
                <a:avLst/>
                <a:gdLst>
                  <a:gd name="T0" fmla="*/ 43 w 106"/>
                  <a:gd name="T1" fmla="*/ 13 h 33"/>
                  <a:gd name="T2" fmla="*/ 20 w 106"/>
                  <a:gd name="T3" fmla="*/ 33 h 33"/>
                  <a:gd name="T4" fmla="*/ 20 w 106"/>
                  <a:gd name="T5" fmla="*/ 33 h 33"/>
                  <a:gd name="T6" fmla="*/ 106 w 106"/>
                  <a:gd name="T7" fmla="*/ 33 h 33"/>
                  <a:gd name="T8" fmla="*/ 104 w 106"/>
                  <a:gd name="T9" fmla="*/ 32 h 33"/>
                  <a:gd name="T10" fmla="*/ 63 w 106"/>
                  <a:gd name="T11" fmla="*/ 33 h 33"/>
                  <a:gd name="T12" fmla="*/ 86 w 106"/>
                  <a:gd name="T13" fmla="*/ 26 h 33"/>
                  <a:gd name="T14" fmla="*/ 43 w 106"/>
                  <a:gd name="T15" fmla="*/ 13 h 33"/>
                  <a:gd name="T16" fmla="*/ 0 w 106"/>
                  <a:gd name="T17" fmla="*/ 0 h 33"/>
                  <a:gd name="T18" fmla="*/ 4 w 106"/>
                  <a:gd name="T19" fmla="*/ 7 h 33"/>
                  <a:gd name="T20" fmla="*/ 13 w 106"/>
                  <a:gd name="T21" fmla="*/ 4 h 33"/>
                  <a:gd name="T22" fmla="*/ 0 w 106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6" h="33">
                    <a:moveTo>
                      <a:pt x="43" y="13"/>
                    </a:moveTo>
                    <a:cubicBezTo>
                      <a:pt x="35" y="20"/>
                      <a:pt x="28" y="26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86" y="26"/>
                      <a:pt x="86" y="26"/>
                      <a:pt x="86" y="26"/>
                    </a:cubicBezTo>
                    <a:cubicBezTo>
                      <a:pt x="43" y="13"/>
                      <a:pt x="43" y="13"/>
                      <a:pt x="43" y="13"/>
                    </a:cubicBezTo>
                    <a:moveTo>
                      <a:pt x="0" y="0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7" y="6"/>
                      <a:pt x="10" y="5"/>
                      <a:pt x="13" y="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1" name="Freeform 646"/>
              <p:cNvSpPr>
                <a:spLocks noEditPoints="1"/>
              </p:cNvSpPr>
              <p:nvPr userDrawn="1"/>
            </p:nvSpPr>
            <p:spPr bwMode="auto">
              <a:xfrm>
                <a:off x="831" y="1422"/>
                <a:ext cx="179" cy="63"/>
              </a:xfrm>
              <a:custGeom>
                <a:avLst/>
                <a:gdLst>
                  <a:gd name="T0" fmla="*/ 71 w 145"/>
                  <a:gd name="T1" fmla="*/ 25 h 51"/>
                  <a:gd name="T2" fmla="*/ 0 w 145"/>
                  <a:gd name="T3" fmla="*/ 49 h 51"/>
                  <a:gd name="T4" fmla="*/ 87 w 145"/>
                  <a:gd name="T5" fmla="*/ 51 h 51"/>
                  <a:gd name="T6" fmla="*/ 71 w 145"/>
                  <a:gd name="T7" fmla="*/ 25 h 51"/>
                  <a:gd name="T8" fmla="*/ 145 w 145"/>
                  <a:gd name="T9" fmla="*/ 0 h 51"/>
                  <a:gd name="T10" fmla="*/ 142 w 145"/>
                  <a:gd name="T11" fmla="*/ 1 h 51"/>
                  <a:gd name="T12" fmla="*/ 143 w 145"/>
                  <a:gd name="T13" fmla="*/ 2 h 51"/>
                  <a:gd name="T14" fmla="*/ 145 w 145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51">
                    <a:moveTo>
                      <a:pt x="71" y="25"/>
                    </a:moveTo>
                    <a:cubicBezTo>
                      <a:pt x="47" y="33"/>
                      <a:pt x="23" y="41"/>
                      <a:pt x="0" y="49"/>
                    </a:cubicBezTo>
                    <a:cubicBezTo>
                      <a:pt x="87" y="51"/>
                      <a:pt x="87" y="51"/>
                      <a:pt x="87" y="51"/>
                    </a:cubicBezTo>
                    <a:cubicBezTo>
                      <a:pt x="71" y="25"/>
                      <a:pt x="71" y="25"/>
                      <a:pt x="71" y="25"/>
                    </a:cubicBezTo>
                    <a:moveTo>
                      <a:pt x="145" y="0"/>
                    </a:moveTo>
                    <a:cubicBezTo>
                      <a:pt x="144" y="0"/>
                      <a:pt x="143" y="0"/>
                      <a:pt x="142" y="1"/>
                    </a:cubicBezTo>
                    <a:cubicBezTo>
                      <a:pt x="143" y="2"/>
                      <a:pt x="143" y="2"/>
                      <a:pt x="143" y="2"/>
                    </a:cubicBezTo>
                    <a:cubicBezTo>
                      <a:pt x="143" y="1"/>
                      <a:pt x="144" y="0"/>
                      <a:pt x="14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2" name="Freeform 647"/>
              <p:cNvSpPr>
                <a:spLocks/>
              </p:cNvSpPr>
              <p:nvPr userDrawn="1"/>
            </p:nvSpPr>
            <p:spPr bwMode="auto">
              <a:xfrm>
                <a:off x="918" y="1449"/>
                <a:ext cx="49" cy="36"/>
              </a:xfrm>
              <a:custGeom>
                <a:avLst/>
                <a:gdLst>
                  <a:gd name="T0" fmla="*/ 9 w 39"/>
                  <a:gd name="T1" fmla="*/ 0 h 29"/>
                  <a:gd name="T2" fmla="*/ 0 w 39"/>
                  <a:gd name="T3" fmla="*/ 3 h 29"/>
                  <a:gd name="T4" fmla="*/ 16 w 39"/>
                  <a:gd name="T5" fmla="*/ 29 h 29"/>
                  <a:gd name="T6" fmla="*/ 39 w 39"/>
                  <a:gd name="T7" fmla="*/ 9 h 29"/>
                  <a:gd name="T8" fmla="*/ 9 w 3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9">
                    <a:moveTo>
                      <a:pt x="9" y="0"/>
                    </a:moveTo>
                    <a:cubicBezTo>
                      <a:pt x="6" y="1"/>
                      <a:pt x="3" y="2"/>
                      <a:pt x="0" y="3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4" y="22"/>
                      <a:pt x="31" y="16"/>
                      <a:pt x="39" y="9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3" name="Freeform 648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close/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4" name="Freeform 649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5" name="Freeform 650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6" name="Freeform 651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7" name="Freeform 652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8" name="Freeform 653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9" name="Freeform 654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0" name="Freeform 655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1" name="Freeform 656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close/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2" name="Freeform 657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3" name="Freeform 658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close/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4" name="Freeform 659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5" name="Freeform 660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6" name="Freeform 661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7" name="Freeform 662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8" name="Freeform 663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9" name="Freeform 664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0" name="Freeform 665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1" name="Freeform 666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close/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close/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2" name="Freeform 667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3" name="Freeform 668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4" name="Freeform 669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5" name="Freeform 670"/>
              <p:cNvSpPr>
                <a:spLocks noEditPoints="1"/>
              </p:cNvSpPr>
              <p:nvPr userDrawn="1"/>
            </p:nvSpPr>
            <p:spPr bwMode="auto">
              <a:xfrm>
                <a:off x="699" y="1132"/>
                <a:ext cx="86" cy="122"/>
              </a:xfrm>
              <a:custGeom>
                <a:avLst/>
                <a:gdLst>
                  <a:gd name="T0" fmla="*/ 28 w 69"/>
                  <a:gd name="T1" fmla="*/ 24 h 98"/>
                  <a:gd name="T2" fmla="*/ 7 w 69"/>
                  <a:gd name="T3" fmla="*/ 53 h 98"/>
                  <a:gd name="T4" fmla="*/ 0 w 69"/>
                  <a:gd name="T5" fmla="*/ 97 h 98"/>
                  <a:gd name="T6" fmla="*/ 69 w 69"/>
                  <a:gd name="T7" fmla="*/ 98 h 98"/>
                  <a:gd name="T8" fmla="*/ 28 w 69"/>
                  <a:gd name="T9" fmla="*/ 24 h 98"/>
                  <a:gd name="T10" fmla="*/ 15 w 69"/>
                  <a:gd name="T11" fmla="*/ 0 h 98"/>
                  <a:gd name="T12" fmla="*/ 9 w 69"/>
                  <a:gd name="T13" fmla="*/ 41 h 98"/>
                  <a:gd name="T14" fmla="*/ 18 w 69"/>
                  <a:gd name="T15" fmla="*/ 7 h 98"/>
                  <a:gd name="T16" fmla="*/ 15 w 69"/>
                  <a:gd name="T17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98">
                    <a:moveTo>
                      <a:pt x="28" y="24"/>
                    </a:moveTo>
                    <a:cubicBezTo>
                      <a:pt x="7" y="53"/>
                      <a:pt x="7" y="53"/>
                      <a:pt x="7" y="5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23" y="97"/>
                      <a:pt x="46" y="97"/>
                      <a:pt x="69" y="98"/>
                    </a:cubicBezTo>
                    <a:cubicBezTo>
                      <a:pt x="55" y="73"/>
                      <a:pt x="42" y="49"/>
                      <a:pt x="28" y="24"/>
                    </a:cubicBezTo>
                    <a:moveTo>
                      <a:pt x="15" y="0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5"/>
                      <a:pt x="16" y="2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6" name="Freeform 671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close/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7" name="Freeform 672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8" name="Freeform 673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9" name="Freeform 674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0" name="Freeform 675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1" name="Freeform 676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2" name="Freeform 677"/>
              <p:cNvSpPr>
                <a:spLocks noEditPoints="1"/>
              </p:cNvSpPr>
              <p:nvPr userDrawn="1"/>
            </p:nvSpPr>
            <p:spPr bwMode="auto">
              <a:xfrm>
                <a:off x="761" y="961"/>
                <a:ext cx="88" cy="77"/>
              </a:xfrm>
              <a:custGeom>
                <a:avLst/>
                <a:gdLst>
                  <a:gd name="T0" fmla="*/ 69 w 71"/>
                  <a:gd name="T1" fmla="*/ 50 h 62"/>
                  <a:gd name="T2" fmla="*/ 66 w 71"/>
                  <a:gd name="T3" fmla="*/ 57 h 62"/>
                  <a:gd name="T4" fmla="*/ 71 w 71"/>
                  <a:gd name="T5" fmla="*/ 57 h 62"/>
                  <a:gd name="T6" fmla="*/ 69 w 71"/>
                  <a:gd name="T7" fmla="*/ 50 h 62"/>
                  <a:gd name="T8" fmla="*/ 56 w 71"/>
                  <a:gd name="T9" fmla="*/ 0 h 62"/>
                  <a:gd name="T10" fmla="*/ 0 w 71"/>
                  <a:gd name="T11" fmla="*/ 62 h 62"/>
                  <a:gd name="T12" fmla="*/ 32 w 71"/>
                  <a:gd name="T13" fmla="*/ 60 h 62"/>
                  <a:gd name="T14" fmla="*/ 56 w 71"/>
                  <a:gd name="T1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62">
                    <a:moveTo>
                      <a:pt x="69" y="50"/>
                    </a:moveTo>
                    <a:cubicBezTo>
                      <a:pt x="66" y="57"/>
                      <a:pt x="66" y="57"/>
                      <a:pt x="66" y="57"/>
                    </a:cubicBezTo>
                    <a:cubicBezTo>
                      <a:pt x="68" y="57"/>
                      <a:pt x="70" y="57"/>
                      <a:pt x="71" y="57"/>
                    </a:cubicBezTo>
                    <a:cubicBezTo>
                      <a:pt x="71" y="55"/>
                      <a:pt x="70" y="52"/>
                      <a:pt x="69" y="50"/>
                    </a:cubicBezTo>
                    <a:moveTo>
                      <a:pt x="56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10" y="61"/>
                      <a:pt x="21" y="60"/>
                      <a:pt x="32" y="60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3" name="Freeform 678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4" name="Freeform 679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5" name="Freeform 680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close/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6" name="Freeform 681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7" name="Freeform 682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8" name="Freeform 683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9" name="Freeform 684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close/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0" name="Freeform 685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1" name="Freeform 686"/>
              <p:cNvSpPr>
                <a:spLocks noEditPoints="1"/>
              </p:cNvSpPr>
              <p:nvPr userDrawn="1"/>
            </p:nvSpPr>
            <p:spPr bwMode="auto">
              <a:xfrm>
                <a:off x="1427" y="372"/>
                <a:ext cx="113" cy="27"/>
              </a:xfrm>
              <a:custGeom>
                <a:avLst/>
                <a:gdLst>
                  <a:gd name="T0" fmla="*/ 86 w 91"/>
                  <a:gd name="T1" fmla="*/ 13 h 22"/>
                  <a:gd name="T2" fmla="*/ 76 w 91"/>
                  <a:gd name="T3" fmla="*/ 17 h 22"/>
                  <a:gd name="T4" fmla="*/ 91 w 91"/>
                  <a:gd name="T5" fmla="*/ 16 h 22"/>
                  <a:gd name="T6" fmla="*/ 86 w 91"/>
                  <a:gd name="T7" fmla="*/ 13 h 22"/>
                  <a:gd name="T8" fmla="*/ 67 w 91"/>
                  <a:gd name="T9" fmla="*/ 0 h 22"/>
                  <a:gd name="T10" fmla="*/ 0 w 91"/>
                  <a:gd name="T11" fmla="*/ 22 h 22"/>
                  <a:gd name="T12" fmla="*/ 47 w 91"/>
                  <a:gd name="T13" fmla="*/ 19 h 22"/>
                  <a:gd name="T14" fmla="*/ 67 w 91"/>
                  <a:gd name="T15" fmla="*/ 0 h 22"/>
                  <a:gd name="T16" fmla="*/ 67 w 91"/>
                  <a:gd name="T1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22">
                    <a:moveTo>
                      <a:pt x="86" y="13"/>
                    </a:moveTo>
                    <a:cubicBezTo>
                      <a:pt x="83" y="14"/>
                      <a:pt x="79" y="16"/>
                      <a:pt x="76" y="17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86" y="13"/>
                      <a:pt x="86" y="13"/>
                      <a:pt x="86" y="13"/>
                    </a:cubicBezTo>
                    <a:moveTo>
                      <a:pt x="67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4" y="13"/>
                      <a:pt x="61" y="6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2" name="Freeform 687"/>
              <p:cNvSpPr>
                <a:spLocks/>
              </p:cNvSpPr>
              <p:nvPr userDrawn="1"/>
            </p:nvSpPr>
            <p:spPr bwMode="auto">
              <a:xfrm>
                <a:off x="1485" y="372"/>
                <a:ext cx="48" cy="24"/>
              </a:xfrm>
              <a:custGeom>
                <a:avLst/>
                <a:gdLst>
                  <a:gd name="T0" fmla="*/ 20 w 39"/>
                  <a:gd name="T1" fmla="*/ 0 h 19"/>
                  <a:gd name="T2" fmla="*/ 20 w 39"/>
                  <a:gd name="T3" fmla="*/ 0 h 19"/>
                  <a:gd name="T4" fmla="*/ 0 w 39"/>
                  <a:gd name="T5" fmla="*/ 19 h 19"/>
                  <a:gd name="T6" fmla="*/ 29 w 39"/>
                  <a:gd name="T7" fmla="*/ 17 h 19"/>
                  <a:gd name="T8" fmla="*/ 39 w 39"/>
                  <a:gd name="T9" fmla="*/ 13 h 19"/>
                  <a:gd name="T10" fmla="*/ 20 w 39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9">
                    <a:moveTo>
                      <a:pt x="20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4" y="6"/>
                      <a:pt x="7" y="13"/>
                      <a:pt x="0" y="19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32" y="16"/>
                      <a:pt x="36" y="14"/>
                      <a:pt x="39" y="13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3" name="Freeform 688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4" name="Freeform 689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5" name="Freeform 690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6" name="Freeform 691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7" name="Freeform 692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8" name="Freeform 693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9" name="Freeform 694"/>
              <p:cNvSpPr>
                <a:spLocks noEditPoints="1"/>
              </p:cNvSpPr>
              <p:nvPr userDrawn="1"/>
            </p:nvSpPr>
            <p:spPr bwMode="auto">
              <a:xfrm>
                <a:off x="1302" y="439"/>
                <a:ext cx="58" cy="68"/>
              </a:xfrm>
              <a:custGeom>
                <a:avLst/>
                <a:gdLst>
                  <a:gd name="T0" fmla="*/ 41 w 47"/>
                  <a:gd name="T1" fmla="*/ 2 h 55"/>
                  <a:gd name="T2" fmla="*/ 0 w 47"/>
                  <a:gd name="T3" fmla="*/ 36 h 55"/>
                  <a:gd name="T4" fmla="*/ 8 w 47"/>
                  <a:gd name="T5" fmla="*/ 39 h 55"/>
                  <a:gd name="T6" fmla="*/ 41 w 47"/>
                  <a:gd name="T7" fmla="*/ 2 h 55"/>
                  <a:gd name="T8" fmla="*/ 47 w 47"/>
                  <a:gd name="T9" fmla="*/ 0 h 55"/>
                  <a:gd name="T10" fmla="*/ 26 w 47"/>
                  <a:gd name="T11" fmla="*/ 47 h 55"/>
                  <a:gd name="T12" fmla="*/ 45 w 47"/>
                  <a:gd name="T13" fmla="*/ 55 h 55"/>
                  <a:gd name="T14" fmla="*/ 47 w 47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5">
                    <a:moveTo>
                      <a:pt x="41" y="2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3" y="37"/>
                      <a:pt x="5" y="38"/>
                      <a:pt x="8" y="39"/>
                    </a:cubicBezTo>
                    <a:cubicBezTo>
                      <a:pt x="41" y="2"/>
                      <a:pt x="41" y="2"/>
                      <a:pt x="41" y="2"/>
                    </a:cubicBezTo>
                    <a:moveTo>
                      <a:pt x="47" y="0"/>
                    </a:moveTo>
                    <a:cubicBezTo>
                      <a:pt x="26" y="47"/>
                      <a:pt x="26" y="47"/>
                      <a:pt x="26" y="47"/>
                    </a:cubicBezTo>
                    <a:cubicBezTo>
                      <a:pt x="32" y="50"/>
                      <a:pt x="39" y="52"/>
                      <a:pt x="45" y="55"/>
                    </a:cubicBezTo>
                    <a:cubicBezTo>
                      <a:pt x="45" y="37"/>
                      <a:pt x="46" y="18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0" name="Freeform 695"/>
              <p:cNvSpPr>
                <a:spLocks/>
              </p:cNvSpPr>
              <p:nvPr userDrawn="1"/>
            </p:nvSpPr>
            <p:spPr bwMode="auto">
              <a:xfrm>
                <a:off x="1312" y="437"/>
                <a:ext cx="48" cy="60"/>
              </a:xfrm>
              <a:custGeom>
                <a:avLst/>
                <a:gdLst>
                  <a:gd name="T0" fmla="*/ 39 w 39"/>
                  <a:gd name="T1" fmla="*/ 0 h 49"/>
                  <a:gd name="T2" fmla="*/ 33 w 39"/>
                  <a:gd name="T3" fmla="*/ 4 h 49"/>
                  <a:gd name="T4" fmla="*/ 0 w 39"/>
                  <a:gd name="T5" fmla="*/ 41 h 49"/>
                  <a:gd name="T6" fmla="*/ 18 w 39"/>
                  <a:gd name="T7" fmla="*/ 49 h 49"/>
                  <a:gd name="T8" fmla="*/ 39 w 39"/>
                  <a:gd name="T9" fmla="*/ 2 h 49"/>
                  <a:gd name="T10" fmla="*/ 39 w 39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9">
                    <a:moveTo>
                      <a:pt x="39" y="0"/>
                    </a:moveTo>
                    <a:cubicBezTo>
                      <a:pt x="33" y="4"/>
                      <a:pt x="33" y="4"/>
                      <a:pt x="33" y="4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6" y="44"/>
                      <a:pt x="12" y="46"/>
                      <a:pt x="18" y="49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9" y="1"/>
                      <a:pt x="39" y="0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1" name="Freeform 696"/>
              <p:cNvSpPr>
                <a:spLocks/>
              </p:cNvSpPr>
              <p:nvPr userDrawn="1"/>
            </p:nvSpPr>
            <p:spPr bwMode="auto">
              <a:xfrm>
                <a:off x="1189" y="154"/>
                <a:ext cx="59" cy="72"/>
              </a:xfrm>
              <a:custGeom>
                <a:avLst/>
                <a:gdLst>
                  <a:gd name="T0" fmla="*/ 47 w 47"/>
                  <a:gd name="T1" fmla="*/ 0 h 58"/>
                  <a:gd name="T2" fmla="*/ 0 w 47"/>
                  <a:gd name="T3" fmla="*/ 38 h 58"/>
                  <a:gd name="T4" fmla="*/ 45 w 47"/>
                  <a:gd name="T5" fmla="*/ 58 h 58"/>
                  <a:gd name="T6" fmla="*/ 47 w 47"/>
                  <a:gd name="T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58">
                    <a:moveTo>
                      <a:pt x="47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5" y="45"/>
                      <a:pt x="30" y="51"/>
                      <a:pt x="45" y="58"/>
                    </a:cubicBezTo>
                    <a:cubicBezTo>
                      <a:pt x="46" y="38"/>
                      <a:pt x="46" y="19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2" name="Freeform 697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3" name="Freeform 698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4" name="Freeform 699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5" name="Freeform 700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6" name="Freeform 701"/>
              <p:cNvSpPr>
                <a:spLocks noEditPoints="1"/>
              </p:cNvSpPr>
              <p:nvPr userDrawn="1"/>
            </p:nvSpPr>
            <p:spPr bwMode="auto">
              <a:xfrm>
                <a:off x="1188" y="569"/>
                <a:ext cx="133" cy="102"/>
              </a:xfrm>
              <a:custGeom>
                <a:avLst/>
                <a:gdLst>
                  <a:gd name="T0" fmla="*/ 82 w 107"/>
                  <a:gd name="T1" fmla="*/ 27 h 82"/>
                  <a:gd name="T2" fmla="*/ 74 w 107"/>
                  <a:gd name="T3" fmla="*/ 54 h 82"/>
                  <a:gd name="T4" fmla="*/ 107 w 107"/>
                  <a:gd name="T5" fmla="*/ 41 h 82"/>
                  <a:gd name="T6" fmla="*/ 82 w 107"/>
                  <a:gd name="T7" fmla="*/ 27 h 82"/>
                  <a:gd name="T8" fmla="*/ 37 w 107"/>
                  <a:gd name="T9" fmla="*/ 0 h 82"/>
                  <a:gd name="T10" fmla="*/ 0 w 107"/>
                  <a:gd name="T11" fmla="*/ 82 h 82"/>
                  <a:gd name="T12" fmla="*/ 0 w 107"/>
                  <a:gd name="T13" fmla="*/ 82 h 82"/>
                  <a:gd name="T14" fmla="*/ 28 w 107"/>
                  <a:gd name="T15" fmla="*/ 71 h 82"/>
                  <a:gd name="T16" fmla="*/ 37 w 107"/>
                  <a:gd name="T1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82">
                    <a:moveTo>
                      <a:pt x="82" y="27"/>
                    </a:moveTo>
                    <a:cubicBezTo>
                      <a:pt x="74" y="54"/>
                      <a:pt x="74" y="54"/>
                      <a:pt x="74" y="54"/>
                    </a:cubicBezTo>
                    <a:cubicBezTo>
                      <a:pt x="85" y="49"/>
                      <a:pt x="96" y="45"/>
                      <a:pt x="107" y="41"/>
                    </a:cubicBezTo>
                    <a:cubicBezTo>
                      <a:pt x="98" y="36"/>
                      <a:pt x="90" y="31"/>
                      <a:pt x="82" y="27"/>
                    </a:cubicBezTo>
                    <a:moveTo>
                      <a:pt x="37" y="0"/>
                    </a:moveTo>
                    <a:cubicBezTo>
                      <a:pt x="37" y="0"/>
                      <a:pt x="1" y="77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9" y="78"/>
                      <a:pt x="19" y="74"/>
                      <a:pt x="28" y="71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7" name="Freeform 702"/>
              <p:cNvSpPr>
                <a:spLocks/>
              </p:cNvSpPr>
              <p:nvPr userDrawn="1"/>
            </p:nvSpPr>
            <p:spPr bwMode="auto">
              <a:xfrm>
                <a:off x="1170" y="671"/>
                <a:ext cx="49" cy="82"/>
              </a:xfrm>
              <a:custGeom>
                <a:avLst/>
                <a:gdLst>
                  <a:gd name="T0" fmla="*/ 15 w 40"/>
                  <a:gd name="T1" fmla="*/ 0 h 67"/>
                  <a:gd name="T2" fmla="*/ 0 w 40"/>
                  <a:gd name="T3" fmla="*/ 67 h 67"/>
                  <a:gd name="T4" fmla="*/ 40 w 40"/>
                  <a:gd name="T5" fmla="*/ 18 h 67"/>
                  <a:gd name="T6" fmla="*/ 40 w 40"/>
                  <a:gd name="T7" fmla="*/ 14 h 67"/>
                  <a:gd name="T8" fmla="*/ 15 w 40"/>
                  <a:gd name="T9" fmla="*/ 0 h 67"/>
                  <a:gd name="T10" fmla="*/ 15 w 40"/>
                  <a:gd name="T11" fmla="*/ 0 h 67"/>
                  <a:gd name="T12" fmla="*/ 15 w 40"/>
                  <a:gd name="T13" fmla="*/ 0 h 67"/>
                  <a:gd name="T14" fmla="*/ 15 w 40"/>
                  <a:gd name="T1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32" y="9"/>
                      <a:pt x="23" y="4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8" name="Freeform 703"/>
              <p:cNvSpPr>
                <a:spLocks noEditPoints="1"/>
              </p:cNvSpPr>
              <p:nvPr userDrawn="1"/>
            </p:nvSpPr>
            <p:spPr bwMode="auto">
              <a:xfrm>
                <a:off x="1170" y="690"/>
                <a:ext cx="91" cy="63"/>
              </a:xfrm>
              <a:custGeom>
                <a:avLst/>
                <a:gdLst>
                  <a:gd name="T0" fmla="*/ 0 w 74"/>
                  <a:gd name="T1" fmla="*/ 51 h 51"/>
                  <a:gd name="T2" fmla="*/ 0 w 74"/>
                  <a:gd name="T3" fmla="*/ 51 h 51"/>
                  <a:gd name="T4" fmla="*/ 0 w 74"/>
                  <a:gd name="T5" fmla="*/ 51 h 51"/>
                  <a:gd name="T6" fmla="*/ 0 w 74"/>
                  <a:gd name="T7" fmla="*/ 51 h 51"/>
                  <a:gd name="T8" fmla="*/ 0 w 74"/>
                  <a:gd name="T9" fmla="*/ 51 h 51"/>
                  <a:gd name="T10" fmla="*/ 44 w 74"/>
                  <a:gd name="T11" fmla="*/ 0 h 51"/>
                  <a:gd name="T12" fmla="*/ 40 w 74"/>
                  <a:gd name="T13" fmla="*/ 2 h 51"/>
                  <a:gd name="T14" fmla="*/ 52 w 74"/>
                  <a:gd name="T15" fmla="*/ 27 h 51"/>
                  <a:gd name="T16" fmla="*/ 74 w 74"/>
                  <a:gd name="T17" fmla="*/ 17 h 51"/>
                  <a:gd name="T18" fmla="*/ 44 w 74"/>
                  <a:gd name="T1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51">
                    <a:moveTo>
                      <a:pt x="0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moveTo>
                      <a:pt x="44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9" y="24"/>
                      <a:pt x="67" y="20"/>
                      <a:pt x="74" y="17"/>
                    </a:cubicBezTo>
                    <a:cubicBezTo>
                      <a:pt x="64" y="11"/>
                      <a:pt x="54" y="6"/>
                      <a:pt x="4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9" name="Freeform 704"/>
              <p:cNvSpPr>
                <a:spLocks/>
              </p:cNvSpPr>
              <p:nvPr userDrawn="1"/>
            </p:nvSpPr>
            <p:spPr bwMode="auto">
              <a:xfrm>
                <a:off x="904" y="705"/>
                <a:ext cx="92" cy="83"/>
              </a:xfrm>
              <a:custGeom>
                <a:avLst/>
                <a:gdLst>
                  <a:gd name="T0" fmla="*/ 15 w 75"/>
                  <a:gd name="T1" fmla="*/ 0 h 67"/>
                  <a:gd name="T2" fmla="*/ 0 w 75"/>
                  <a:gd name="T3" fmla="*/ 67 h 67"/>
                  <a:gd name="T4" fmla="*/ 75 w 75"/>
                  <a:gd name="T5" fmla="*/ 33 h 67"/>
                  <a:gd name="T6" fmla="*/ 15 w 75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25" y="56"/>
                      <a:pt x="50" y="44"/>
                      <a:pt x="75" y="33"/>
                    </a:cubicBezTo>
                    <a:cubicBezTo>
                      <a:pt x="55" y="22"/>
                      <a:pt x="35" y="11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0" name="Freeform 705"/>
              <p:cNvSpPr>
                <a:spLocks/>
              </p:cNvSpPr>
              <p:nvPr userDrawn="1"/>
            </p:nvSpPr>
            <p:spPr bwMode="auto">
              <a:xfrm>
                <a:off x="1168" y="753"/>
                <a:ext cx="59" cy="132"/>
              </a:xfrm>
              <a:custGeom>
                <a:avLst/>
                <a:gdLst>
                  <a:gd name="T0" fmla="*/ 1 w 47"/>
                  <a:gd name="T1" fmla="*/ 0 h 106"/>
                  <a:gd name="T2" fmla="*/ 0 w 47"/>
                  <a:gd name="T3" fmla="*/ 92 h 106"/>
                  <a:gd name="T4" fmla="*/ 47 w 47"/>
                  <a:gd name="T5" fmla="*/ 106 h 106"/>
                  <a:gd name="T6" fmla="*/ 27 w 47"/>
                  <a:gd name="T7" fmla="*/ 60 h 106"/>
                  <a:gd name="T8" fmla="*/ 1 w 47"/>
                  <a:gd name="T9" fmla="*/ 77 h 106"/>
                  <a:gd name="T10" fmla="*/ 1 w 47"/>
                  <a:gd name="T11" fmla="*/ 0 h 106"/>
                  <a:gd name="T12" fmla="*/ 1 w 47"/>
                  <a:gd name="T13" fmla="*/ 0 h 106"/>
                  <a:gd name="T14" fmla="*/ 1 w 47"/>
                  <a:gd name="T15" fmla="*/ 0 h 106"/>
                  <a:gd name="T16" fmla="*/ 1 w 47"/>
                  <a:gd name="T17" fmla="*/ 0 h 106"/>
                  <a:gd name="T18" fmla="*/ 1 w 47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106">
                    <a:moveTo>
                      <a:pt x="1" y="0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16" y="97"/>
                      <a:pt x="31" y="101"/>
                      <a:pt x="47" y="106"/>
                    </a:cubicBezTo>
                    <a:cubicBezTo>
                      <a:pt x="40" y="91"/>
                      <a:pt x="34" y="75"/>
                      <a:pt x="27" y="60"/>
                    </a:cubicBezTo>
                    <a:cubicBezTo>
                      <a:pt x="19" y="66"/>
                      <a:pt x="10" y="71"/>
                      <a:pt x="1" y="77"/>
                    </a:cubicBezTo>
                    <a:cubicBezTo>
                      <a:pt x="1" y="51"/>
                      <a:pt x="1" y="25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1" name="Freeform 706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2" name="Freeform 707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3" name="Freeform 708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4" name="Freeform 709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5" name="Freeform 710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6" name="Freeform 711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7" name="Freeform 712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8" name="Freeform 713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9" name="Freeform 714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0" name="Freeform 715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1" name="Freeform 716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2" name="Freeform 717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3" name="Freeform 718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4" name="Freeform 719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5" name="Freeform 720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6" name="Freeform 721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7" name="Freeform 722"/>
              <p:cNvSpPr>
                <a:spLocks noEditPoints="1"/>
              </p:cNvSpPr>
              <p:nvPr userDrawn="1"/>
            </p:nvSpPr>
            <p:spPr bwMode="auto">
              <a:xfrm>
                <a:off x="1234" y="538"/>
                <a:ext cx="77" cy="119"/>
              </a:xfrm>
              <a:custGeom>
                <a:avLst/>
                <a:gdLst>
                  <a:gd name="T0" fmla="*/ 37 w 62"/>
                  <a:gd name="T1" fmla="*/ 79 h 96"/>
                  <a:gd name="T2" fmla="*/ 25 w 62"/>
                  <a:gd name="T3" fmla="*/ 83 h 96"/>
                  <a:gd name="T4" fmla="*/ 31 w 62"/>
                  <a:gd name="T5" fmla="*/ 96 h 96"/>
                  <a:gd name="T6" fmla="*/ 37 w 62"/>
                  <a:gd name="T7" fmla="*/ 79 h 96"/>
                  <a:gd name="T8" fmla="*/ 62 w 62"/>
                  <a:gd name="T9" fmla="*/ 0 h 96"/>
                  <a:gd name="T10" fmla="*/ 0 w 62"/>
                  <a:gd name="T11" fmla="*/ 25 h 96"/>
                  <a:gd name="T12" fmla="*/ 45 w 62"/>
                  <a:gd name="T13" fmla="*/ 52 h 96"/>
                  <a:gd name="T14" fmla="*/ 62 w 62"/>
                  <a:gd name="T1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96">
                    <a:moveTo>
                      <a:pt x="37" y="79"/>
                    </a:moveTo>
                    <a:cubicBezTo>
                      <a:pt x="33" y="80"/>
                      <a:pt x="29" y="81"/>
                      <a:pt x="25" y="83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37" y="79"/>
                      <a:pt x="37" y="79"/>
                      <a:pt x="37" y="79"/>
                    </a:cubicBezTo>
                    <a:moveTo>
                      <a:pt x="62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15" y="34"/>
                      <a:pt x="30" y="43"/>
                      <a:pt x="45" y="52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8" name="Freeform 723"/>
              <p:cNvSpPr>
                <a:spLocks/>
              </p:cNvSpPr>
              <p:nvPr userDrawn="1"/>
            </p:nvSpPr>
            <p:spPr bwMode="auto">
              <a:xfrm>
                <a:off x="1234" y="569"/>
                <a:ext cx="56" cy="72"/>
              </a:xfrm>
              <a:custGeom>
                <a:avLst/>
                <a:gdLst>
                  <a:gd name="T0" fmla="*/ 0 w 45"/>
                  <a:gd name="T1" fmla="*/ 0 h 58"/>
                  <a:gd name="T2" fmla="*/ 25 w 45"/>
                  <a:gd name="T3" fmla="*/ 58 h 58"/>
                  <a:gd name="T4" fmla="*/ 37 w 45"/>
                  <a:gd name="T5" fmla="*/ 54 h 58"/>
                  <a:gd name="T6" fmla="*/ 45 w 45"/>
                  <a:gd name="T7" fmla="*/ 27 h 58"/>
                  <a:gd name="T8" fmla="*/ 0 w 45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8">
                    <a:moveTo>
                      <a:pt x="0" y="0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9" y="56"/>
                      <a:pt x="33" y="55"/>
                      <a:pt x="37" y="54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30" y="18"/>
                      <a:pt x="15" y="9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9" name="Freeform 724"/>
              <p:cNvSpPr>
                <a:spLocks/>
              </p:cNvSpPr>
              <p:nvPr userDrawn="1"/>
            </p:nvSpPr>
            <p:spPr bwMode="auto">
              <a:xfrm>
                <a:off x="1219" y="641"/>
                <a:ext cx="53" cy="49"/>
              </a:xfrm>
              <a:custGeom>
                <a:avLst/>
                <a:gdLst>
                  <a:gd name="T0" fmla="*/ 37 w 43"/>
                  <a:gd name="T1" fmla="*/ 0 h 40"/>
                  <a:gd name="T2" fmla="*/ 3 w 43"/>
                  <a:gd name="T3" fmla="*/ 13 h 40"/>
                  <a:gd name="T4" fmla="*/ 0 w 43"/>
                  <a:gd name="T5" fmla="*/ 38 h 40"/>
                  <a:gd name="T6" fmla="*/ 4 w 43"/>
                  <a:gd name="T7" fmla="*/ 40 h 40"/>
                  <a:gd name="T8" fmla="*/ 43 w 43"/>
                  <a:gd name="T9" fmla="*/ 13 h 40"/>
                  <a:gd name="T10" fmla="*/ 37 w 4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37" y="0"/>
                    </a:moveTo>
                    <a:cubicBezTo>
                      <a:pt x="26" y="4"/>
                      <a:pt x="15" y="8"/>
                      <a:pt x="3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39"/>
                      <a:pt x="2" y="39"/>
                      <a:pt x="4" y="40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0" name="Freeform 725"/>
              <p:cNvSpPr>
                <a:spLocks/>
              </p:cNvSpPr>
              <p:nvPr userDrawn="1"/>
            </p:nvSpPr>
            <p:spPr bwMode="auto">
              <a:xfrm>
                <a:off x="1223" y="569"/>
                <a:ext cx="42" cy="88"/>
              </a:xfrm>
              <a:custGeom>
                <a:avLst/>
                <a:gdLst>
                  <a:gd name="T0" fmla="*/ 9 w 34"/>
                  <a:gd name="T1" fmla="*/ 0 h 71"/>
                  <a:gd name="T2" fmla="*/ 9 w 34"/>
                  <a:gd name="T3" fmla="*/ 0 h 71"/>
                  <a:gd name="T4" fmla="*/ 0 w 34"/>
                  <a:gd name="T5" fmla="*/ 71 h 71"/>
                  <a:gd name="T6" fmla="*/ 34 w 34"/>
                  <a:gd name="T7" fmla="*/ 58 h 71"/>
                  <a:gd name="T8" fmla="*/ 9 w 34"/>
                  <a:gd name="T9" fmla="*/ 0 h 71"/>
                  <a:gd name="T10" fmla="*/ 9 w 34"/>
                  <a:gd name="T11" fmla="*/ 0 h 71"/>
                  <a:gd name="T12" fmla="*/ 9 w 34"/>
                  <a:gd name="T1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71">
                    <a:moveTo>
                      <a:pt x="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12" y="66"/>
                      <a:pt x="23" y="62"/>
                      <a:pt x="34" y="5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1" name="Freeform 726"/>
              <p:cNvSpPr>
                <a:spLocks/>
              </p:cNvSpPr>
              <p:nvPr userDrawn="1"/>
            </p:nvSpPr>
            <p:spPr bwMode="auto">
              <a:xfrm>
                <a:off x="1219" y="688"/>
                <a:ext cx="5" cy="5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4 h 4"/>
                  <a:gd name="T4" fmla="*/ 4 w 4"/>
                  <a:gd name="T5" fmla="*/ 2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1"/>
                      <a:pt x="1" y="1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2" name="Freeform 727"/>
              <p:cNvSpPr>
                <a:spLocks/>
              </p:cNvSpPr>
              <p:nvPr userDrawn="1"/>
            </p:nvSpPr>
            <p:spPr bwMode="auto">
              <a:xfrm>
                <a:off x="1170" y="724"/>
                <a:ext cx="75" cy="29"/>
              </a:xfrm>
              <a:custGeom>
                <a:avLst/>
                <a:gdLst>
                  <a:gd name="T0" fmla="*/ 52 w 61"/>
                  <a:gd name="T1" fmla="*/ 0 h 24"/>
                  <a:gd name="T2" fmla="*/ 0 w 61"/>
                  <a:gd name="T3" fmla="*/ 24 h 24"/>
                  <a:gd name="T4" fmla="*/ 61 w 61"/>
                  <a:gd name="T5" fmla="*/ 19 h 24"/>
                  <a:gd name="T6" fmla="*/ 52 w 6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24">
                    <a:moveTo>
                      <a:pt x="52" y="0"/>
                    </a:moveTo>
                    <a:cubicBezTo>
                      <a:pt x="35" y="8"/>
                      <a:pt x="17" y="16"/>
                      <a:pt x="0" y="2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52" y="0"/>
                      <a:pt x="52" y="0"/>
                      <a:pt x="5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3" name="Freeform 728"/>
              <p:cNvSpPr>
                <a:spLocks/>
              </p:cNvSpPr>
              <p:nvPr userDrawn="1"/>
            </p:nvSpPr>
            <p:spPr bwMode="auto">
              <a:xfrm>
                <a:off x="1170" y="693"/>
                <a:ext cx="64" cy="60"/>
              </a:xfrm>
              <a:custGeom>
                <a:avLst/>
                <a:gdLst>
                  <a:gd name="T0" fmla="*/ 40 w 52"/>
                  <a:gd name="T1" fmla="*/ 0 h 49"/>
                  <a:gd name="T2" fmla="*/ 0 w 52"/>
                  <a:gd name="T3" fmla="*/ 49 h 49"/>
                  <a:gd name="T4" fmla="*/ 0 w 52"/>
                  <a:gd name="T5" fmla="*/ 49 h 49"/>
                  <a:gd name="T6" fmla="*/ 52 w 52"/>
                  <a:gd name="T7" fmla="*/ 25 h 49"/>
                  <a:gd name="T8" fmla="*/ 40 w 52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49">
                    <a:moveTo>
                      <a:pt x="4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7" y="41"/>
                      <a:pt x="35" y="33"/>
                      <a:pt x="52" y="2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4" name="Freeform 729"/>
              <p:cNvSpPr>
                <a:spLocks/>
              </p:cNvSpPr>
              <p:nvPr userDrawn="1"/>
            </p:nvSpPr>
            <p:spPr bwMode="auto">
              <a:xfrm>
                <a:off x="1170" y="753"/>
                <a:ext cx="73" cy="75"/>
              </a:xfrm>
              <a:custGeom>
                <a:avLst/>
                <a:gdLst>
                  <a:gd name="T0" fmla="*/ 0 w 59"/>
                  <a:gd name="T1" fmla="*/ 0 h 60"/>
                  <a:gd name="T2" fmla="*/ 0 w 59"/>
                  <a:gd name="T3" fmla="*/ 0 h 60"/>
                  <a:gd name="T4" fmla="*/ 26 w 59"/>
                  <a:gd name="T5" fmla="*/ 60 h 60"/>
                  <a:gd name="T6" fmla="*/ 59 w 59"/>
                  <a:gd name="T7" fmla="*/ 38 h 60"/>
                  <a:gd name="T8" fmla="*/ 0 w 59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20"/>
                      <a:pt x="17" y="40"/>
                      <a:pt x="26" y="60"/>
                    </a:cubicBezTo>
                    <a:cubicBezTo>
                      <a:pt x="37" y="53"/>
                      <a:pt x="48" y="46"/>
                      <a:pt x="59" y="38"/>
                    </a:cubicBezTo>
                    <a:cubicBezTo>
                      <a:pt x="39" y="25"/>
                      <a:pt x="20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5" name="Freeform 730"/>
              <p:cNvSpPr>
                <a:spLocks/>
              </p:cNvSpPr>
              <p:nvPr userDrawn="1"/>
            </p:nvSpPr>
            <p:spPr bwMode="auto">
              <a:xfrm>
                <a:off x="1170" y="753"/>
                <a:ext cx="32" cy="96"/>
              </a:xfrm>
              <a:custGeom>
                <a:avLst/>
                <a:gdLst>
                  <a:gd name="T0" fmla="*/ 0 w 26"/>
                  <a:gd name="T1" fmla="*/ 0 h 77"/>
                  <a:gd name="T2" fmla="*/ 0 w 26"/>
                  <a:gd name="T3" fmla="*/ 77 h 77"/>
                  <a:gd name="T4" fmla="*/ 26 w 26"/>
                  <a:gd name="T5" fmla="*/ 60 h 77"/>
                  <a:gd name="T6" fmla="*/ 0 w 26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77">
                    <a:moveTo>
                      <a:pt x="0" y="0"/>
                    </a:moveTo>
                    <a:cubicBezTo>
                      <a:pt x="0" y="25"/>
                      <a:pt x="0" y="51"/>
                      <a:pt x="0" y="77"/>
                    </a:cubicBezTo>
                    <a:cubicBezTo>
                      <a:pt x="9" y="71"/>
                      <a:pt x="18" y="66"/>
                      <a:pt x="26" y="60"/>
                    </a:cubicBezTo>
                    <a:cubicBezTo>
                      <a:pt x="17" y="40"/>
                      <a:pt x="9" y="2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6" name="Freeform 731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7" name="Freeform 732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8" name="Freeform 733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close/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close/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9" name="Freeform 734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0" name="Freeform 735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1" name="Freeform 736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2" name="Freeform 737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3" name="Freeform 738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4" name="Freeform 739"/>
              <p:cNvSpPr>
                <a:spLocks noEditPoints="1"/>
              </p:cNvSpPr>
              <p:nvPr userDrawn="1"/>
            </p:nvSpPr>
            <p:spPr bwMode="auto">
              <a:xfrm>
                <a:off x="831" y="952"/>
                <a:ext cx="44" cy="85"/>
              </a:xfrm>
              <a:custGeom>
                <a:avLst/>
                <a:gdLst>
                  <a:gd name="T0" fmla="*/ 10 w 36"/>
                  <a:gd name="T1" fmla="*/ 65 h 69"/>
                  <a:gd name="T2" fmla="*/ 8 w 36"/>
                  <a:gd name="T3" fmla="*/ 66 h 69"/>
                  <a:gd name="T4" fmla="*/ 9 w 36"/>
                  <a:gd name="T5" fmla="*/ 69 h 69"/>
                  <a:gd name="T6" fmla="*/ 10 w 36"/>
                  <a:gd name="T7" fmla="*/ 65 h 69"/>
                  <a:gd name="T8" fmla="*/ 36 w 36"/>
                  <a:gd name="T9" fmla="*/ 0 h 69"/>
                  <a:gd name="T10" fmla="*/ 0 w 36"/>
                  <a:gd name="T11" fmla="*/ 8 h 69"/>
                  <a:gd name="T12" fmla="*/ 13 w 36"/>
                  <a:gd name="T13" fmla="*/ 58 h 69"/>
                  <a:gd name="T14" fmla="*/ 36 w 36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69">
                    <a:moveTo>
                      <a:pt x="10" y="65"/>
                    </a:moveTo>
                    <a:cubicBezTo>
                      <a:pt x="9" y="66"/>
                      <a:pt x="9" y="66"/>
                      <a:pt x="8" y="66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10" y="65"/>
                      <a:pt x="10" y="65"/>
                      <a:pt x="10" y="65"/>
                    </a:cubicBezTo>
                    <a:moveTo>
                      <a:pt x="36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" y="24"/>
                      <a:pt x="9" y="41"/>
                      <a:pt x="13" y="58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5" name="Freeform 740"/>
              <p:cNvSpPr>
                <a:spLocks/>
              </p:cNvSpPr>
              <p:nvPr userDrawn="1"/>
            </p:nvSpPr>
            <p:spPr bwMode="auto">
              <a:xfrm>
                <a:off x="831" y="961"/>
                <a:ext cx="16" cy="72"/>
              </a:xfrm>
              <a:custGeom>
                <a:avLst/>
                <a:gdLst>
                  <a:gd name="T0" fmla="*/ 0 w 13"/>
                  <a:gd name="T1" fmla="*/ 0 h 58"/>
                  <a:gd name="T2" fmla="*/ 8 w 13"/>
                  <a:gd name="T3" fmla="*/ 58 h 58"/>
                  <a:gd name="T4" fmla="*/ 10 w 13"/>
                  <a:gd name="T5" fmla="*/ 57 h 58"/>
                  <a:gd name="T6" fmla="*/ 13 w 13"/>
                  <a:gd name="T7" fmla="*/ 50 h 58"/>
                  <a:gd name="T8" fmla="*/ 0 w 13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8">
                    <a:moveTo>
                      <a:pt x="0" y="0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9" y="58"/>
                      <a:pt x="9" y="58"/>
                      <a:pt x="10" y="57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9" y="33"/>
                      <a:pt x="4" y="16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6" name="Freeform 741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7" name="Freeform 742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8" name="Freeform 743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9" name="Freeform 744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0" name="Freeform 745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1" name="Freeform 746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2" name="Freeform 747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3" name="Freeform 748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4" name="Freeform 749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5" name="Freeform 750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6" name="Freeform 751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7" name="Freeform 752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8" name="Freeform 753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9" name="Freeform 754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0" name="Freeform 755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close/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close/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1" name="Freeform 756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2" name="Freeform 757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3" name="Freeform 758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4" name="Freeform 759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5" name="Freeform 760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6" name="Freeform 761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7" name="Freeform 762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8" name="Freeform 763"/>
              <p:cNvSpPr>
                <a:spLocks noEditPoints="1"/>
              </p:cNvSpPr>
              <p:nvPr userDrawn="1"/>
            </p:nvSpPr>
            <p:spPr bwMode="auto">
              <a:xfrm>
                <a:off x="704" y="1093"/>
                <a:ext cx="65" cy="110"/>
              </a:xfrm>
              <a:custGeom>
                <a:avLst/>
                <a:gdLst>
                  <a:gd name="T0" fmla="*/ 5 w 52"/>
                  <a:gd name="T1" fmla="*/ 73 h 89"/>
                  <a:gd name="T2" fmla="*/ 0 w 52"/>
                  <a:gd name="T3" fmla="*/ 89 h 89"/>
                  <a:gd name="T4" fmla="*/ 3 w 52"/>
                  <a:gd name="T5" fmla="*/ 85 h 89"/>
                  <a:gd name="T6" fmla="*/ 5 w 52"/>
                  <a:gd name="T7" fmla="*/ 73 h 89"/>
                  <a:gd name="T8" fmla="*/ 52 w 52"/>
                  <a:gd name="T9" fmla="*/ 17 h 89"/>
                  <a:gd name="T10" fmla="*/ 17 w 52"/>
                  <a:gd name="T11" fmla="*/ 30 h 89"/>
                  <a:gd name="T12" fmla="*/ 14 w 52"/>
                  <a:gd name="T13" fmla="*/ 39 h 89"/>
                  <a:gd name="T14" fmla="*/ 24 w 52"/>
                  <a:gd name="T15" fmla="*/ 56 h 89"/>
                  <a:gd name="T16" fmla="*/ 52 w 52"/>
                  <a:gd name="T17" fmla="*/ 17 h 89"/>
                  <a:gd name="T18" fmla="*/ 25 w 52"/>
                  <a:gd name="T19" fmla="*/ 0 h 89"/>
                  <a:gd name="T20" fmla="*/ 25 w 52"/>
                  <a:gd name="T21" fmla="*/ 0 h 89"/>
                  <a:gd name="T22" fmla="*/ 25 w 52"/>
                  <a:gd name="T23" fmla="*/ 0 h 89"/>
                  <a:gd name="T24" fmla="*/ 25 w 52"/>
                  <a:gd name="T25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89">
                    <a:moveTo>
                      <a:pt x="5" y="73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3" y="85"/>
                      <a:pt x="3" y="85"/>
                      <a:pt x="3" y="85"/>
                    </a:cubicBezTo>
                    <a:cubicBezTo>
                      <a:pt x="5" y="73"/>
                      <a:pt x="5" y="73"/>
                      <a:pt x="5" y="73"/>
                    </a:cubicBezTo>
                    <a:moveTo>
                      <a:pt x="52" y="17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8" y="44"/>
                      <a:pt x="21" y="50"/>
                      <a:pt x="24" y="56"/>
                    </a:cubicBezTo>
                    <a:cubicBezTo>
                      <a:pt x="52" y="17"/>
                      <a:pt x="52" y="17"/>
                      <a:pt x="52" y="17"/>
                    </a:cubicBezTo>
                    <a:moveTo>
                      <a:pt x="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9" name="Freeform 764"/>
              <p:cNvSpPr>
                <a:spLocks/>
              </p:cNvSpPr>
              <p:nvPr userDrawn="1"/>
            </p:nvSpPr>
            <p:spPr bwMode="auto">
              <a:xfrm>
                <a:off x="708" y="1141"/>
                <a:ext cx="26" cy="57"/>
              </a:xfrm>
              <a:custGeom>
                <a:avLst/>
                <a:gdLst>
                  <a:gd name="T0" fmla="*/ 11 w 21"/>
                  <a:gd name="T1" fmla="*/ 0 h 46"/>
                  <a:gd name="T2" fmla="*/ 2 w 21"/>
                  <a:gd name="T3" fmla="*/ 34 h 46"/>
                  <a:gd name="T4" fmla="*/ 0 w 21"/>
                  <a:gd name="T5" fmla="*/ 46 h 46"/>
                  <a:gd name="T6" fmla="*/ 21 w 21"/>
                  <a:gd name="T7" fmla="*/ 17 h 46"/>
                  <a:gd name="T8" fmla="*/ 11 w 21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46">
                    <a:moveTo>
                      <a:pt x="11" y="0"/>
                    </a:moveTo>
                    <a:cubicBezTo>
                      <a:pt x="2" y="34"/>
                      <a:pt x="2" y="34"/>
                      <a:pt x="2" y="3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18" y="11"/>
                      <a:pt x="15" y="5"/>
                      <a:pt x="1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0" name="Freeform 765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1" name="Freeform 766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2" name="Freeform 767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close/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3" name="Freeform 768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4" name="Freeform 769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5" name="Freeform 770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6" name="Freeform 771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close/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7" name="Freeform 772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8" name="Freeform 773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9" name="Freeform 774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0" name="Freeform 775"/>
              <p:cNvSpPr>
                <a:spLocks/>
              </p:cNvSpPr>
              <p:nvPr userDrawn="1"/>
            </p:nvSpPr>
            <p:spPr bwMode="auto">
              <a:xfrm>
                <a:off x="769" y="1033"/>
                <a:ext cx="73" cy="81"/>
              </a:xfrm>
              <a:custGeom>
                <a:avLst/>
                <a:gdLst>
                  <a:gd name="T0" fmla="*/ 58 w 59"/>
                  <a:gd name="T1" fmla="*/ 0 h 65"/>
                  <a:gd name="T2" fmla="*/ 26 w 59"/>
                  <a:gd name="T3" fmla="*/ 2 h 65"/>
                  <a:gd name="T4" fmla="*/ 0 w 59"/>
                  <a:gd name="T5" fmla="*/ 65 h 65"/>
                  <a:gd name="T6" fmla="*/ 59 w 59"/>
                  <a:gd name="T7" fmla="*/ 3 h 65"/>
                  <a:gd name="T8" fmla="*/ 58 w 59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5">
                    <a:moveTo>
                      <a:pt x="58" y="0"/>
                    </a:moveTo>
                    <a:cubicBezTo>
                      <a:pt x="47" y="0"/>
                      <a:pt x="36" y="1"/>
                      <a:pt x="26" y="2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1" name="Freeform 776"/>
              <p:cNvSpPr>
                <a:spLocks/>
              </p:cNvSpPr>
              <p:nvPr userDrawn="1"/>
            </p:nvSpPr>
            <p:spPr bwMode="auto">
              <a:xfrm>
                <a:off x="801" y="961"/>
                <a:ext cx="39" cy="75"/>
              </a:xfrm>
              <a:custGeom>
                <a:avLst/>
                <a:gdLst>
                  <a:gd name="T0" fmla="*/ 24 w 32"/>
                  <a:gd name="T1" fmla="*/ 0 h 60"/>
                  <a:gd name="T2" fmla="*/ 24 w 32"/>
                  <a:gd name="T3" fmla="*/ 0 h 60"/>
                  <a:gd name="T4" fmla="*/ 0 w 32"/>
                  <a:gd name="T5" fmla="*/ 60 h 60"/>
                  <a:gd name="T6" fmla="*/ 32 w 32"/>
                  <a:gd name="T7" fmla="*/ 58 h 60"/>
                  <a:gd name="T8" fmla="*/ 24 w 32"/>
                  <a:gd name="T9" fmla="*/ 0 h 60"/>
                  <a:gd name="T10" fmla="*/ 24 w 32"/>
                  <a:gd name="T1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60"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10" y="59"/>
                      <a:pt x="21" y="58"/>
                      <a:pt x="32" y="5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2" name="Freeform 777"/>
              <p:cNvSpPr>
                <a:spLocks noEditPoints="1"/>
              </p:cNvSpPr>
              <p:nvPr userDrawn="1"/>
            </p:nvSpPr>
            <p:spPr bwMode="auto">
              <a:xfrm>
                <a:off x="913" y="1381"/>
                <a:ext cx="124" cy="95"/>
              </a:xfrm>
              <a:custGeom>
                <a:avLst/>
                <a:gdLst>
                  <a:gd name="T0" fmla="*/ 76 w 100"/>
                  <a:gd name="T1" fmla="*/ 35 h 77"/>
                  <a:gd name="T2" fmla="*/ 43 w 100"/>
                  <a:gd name="T3" fmla="*/ 64 h 77"/>
                  <a:gd name="T4" fmla="*/ 86 w 100"/>
                  <a:gd name="T5" fmla="*/ 77 h 77"/>
                  <a:gd name="T6" fmla="*/ 100 w 100"/>
                  <a:gd name="T7" fmla="*/ 74 h 77"/>
                  <a:gd name="T8" fmla="*/ 76 w 100"/>
                  <a:gd name="T9" fmla="*/ 35 h 77"/>
                  <a:gd name="T10" fmla="*/ 54 w 100"/>
                  <a:gd name="T11" fmla="*/ 0 h 77"/>
                  <a:gd name="T12" fmla="*/ 0 w 100"/>
                  <a:gd name="T13" fmla="*/ 51 h 77"/>
                  <a:gd name="T14" fmla="*/ 13 w 100"/>
                  <a:gd name="T15" fmla="*/ 55 h 77"/>
                  <a:gd name="T16" fmla="*/ 75 w 100"/>
                  <a:gd name="T17" fmla="*/ 34 h 77"/>
                  <a:gd name="T18" fmla="*/ 54 w 100"/>
                  <a:gd name="T1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77">
                    <a:moveTo>
                      <a:pt x="76" y="35"/>
                    </a:moveTo>
                    <a:cubicBezTo>
                      <a:pt x="65" y="44"/>
                      <a:pt x="54" y="54"/>
                      <a:pt x="43" y="64"/>
                    </a:cubicBezTo>
                    <a:cubicBezTo>
                      <a:pt x="86" y="77"/>
                      <a:pt x="86" y="77"/>
                      <a:pt x="86" y="77"/>
                    </a:cubicBezTo>
                    <a:cubicBezTo>
                      <a:pt x="100" y="74"/>
                      <a:pt x="100" y="74"/>
                      <a:pt x="100" y="74"/>
                    </a:cubicBezTo>
                    <a:cubicBezTo>
                      <a:pt x="76" y="35"/>
                      <a:pt x="76" y="35"/>
                      <a:pt x="76" y="35"/>
                    </a:cubicBezTo>
                    <a:moveTo>
                      <a:pt x="54" y="0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34" y="48"/>
                      <a:pt x="54" y="41"/>
                      <a:pt x="75" y="34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3" name="Freeform 778"/>
              <p:cNvSpPr>
                <a:spLocks/>
              </p:cNvSpPr>
              <p:nvPr userDrawn="1"/>
            </p:nvSpPr>
            <p:spPr bwMode="auto">
              <a:xfrm>
                <a:off x="930" y="1423"/>
                <a:ext cx="77" cy="37"/>
              </a:xfrm>
              <a:custGeom>
                <a:avLst/>
                <a:gdLst>
                  <a:gd name="T0" fmla="*/ 62 w 63"/>
                  <a:gd name="T1" fmla="*/ 0 h 30"/>
                  <a:gd name="T2" fmla="*/ 0 w 63"/>
                  <a:gd name="T3" fmla="*/ 21 h 30"/>
                  <a:gd name="T4" fmla="*/ 30 w 63"/>
                  <a:gd name="T5" fmla="*/ 30 h 30"/>
                  <a:gd name="T6" fmla="*/ 63 w 63"/>
                  <a:gd name="T7" fmla="*/ 1 h 30"/>
                  <a:gd name="T8" fmla="*/ 62 w 63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30">
                    <a:moveTo>
                      <a:pt x="62" y="0"/>
                    </a:moveTo>
                    <a:cubicBezTo>
                      <a:pt x="41" y="7"/>
                      <a:pt x="21" y="14"/>
                      <a:pt x="0" y="2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1" y="20"/>
                      <a:pt x="52" y="10"/>
                      <a:pt x="63" y="1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4" name="Freeform 779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5" name="Freeform 780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6" name="Freeform 781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7" name="Freeform 782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8" name="Freeform 783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close/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9" name="Freeform 784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0" name="Freeform 785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1" name="Freeform 786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2" name="Freeform 787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3" name="Freeform 788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4" name="Freeform 789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5" name="Freeform 790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6" name="Freeform 791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7" name="Freeform 792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8" name="Freeform 793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9" name="Freeform 794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0" name="Freeform 795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1" name="Freeform 796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2" name="Freeform 797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3" name="Freeform 798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4" name="Freeform 79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39" cy="79"/>
              </a:xfrm>
              <a:custGeom>
                <a:avLst/>
                <a:gdLst>
                  <a:gd name="T0" fmla="*/ 61 w 112"/>
                  <a:gd name="T1" fmla="*/ 14 h 64"/>
                  <a:gd name="T2" fmla="*/ 26 w 112"/>
                  <a:gd name="T3" fmla="*/ 24 h 64"/>
                  <a:gd name="T4" fmla="*/ 0 w 112"/>
                  <a:gd name="T5" fmla="*/ 64 h 64"/>
                  <a:gd name="T6" fmla="*/ 74 w 112"/>
                  <a:gd name="T7" fmla="*/ 22 h 64"/>
                  <a:gd name="T8" fmla="*/ 61 w 112"/>
                  <a:gd name="T9" fmla="*/ 14 h 64"/>
                  <a:gd name="T10" fmla="*/ 112 w 112"/>
                  <a:gd name="T11" fmla="*/ 0 h 64"/>
                  <a:gd name="T12" fmla="*/ 81 w 112"/>
                  <a:gd name="T13" fmla="*/ 9 h 64"/>
                  <a:gd name="T14" fmla="*/ 101 w 112"/>
                  <a:gd name="T15" fmla="*/ 7 h 64"/>
                  <a:gd name="T16" fmla="*/ 112 w 112"/>
                  <a:gd name="T1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64">
                    <a:moveTo>
                      <a:pt x="61" y="1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0" y="20"/>
                      <a:pt x="65" y="17"/>
                      <a:pt x="61" y="14"/>
                    </a:cubicBezTo>
                    <a:moveTo>
                      <a:pt x="112" y="0"/>
                    </a:moveTo>
                    <a:cubicBezTo>
                      <a:pt x="81" y="9"/>
                      <a:pt x="81" y="9"/>
                      <a:pt x="81" y="9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5" name="Freeform 800"/>
              <p:cNvSpPr>
                <a:spLocks noEditPoints="1"/>
              </p:cNvSpPr>
              <p:nvPr userDrawn="1"/>
            </p:nvSpPr>
            <p:spPr bwMode="auto">
              <a:xfrm>
                <a:off x="1300" y="953"/>
                <a:ext cx="105" cy="28"/>
              </a:xfrm>
              <a:custGeom>
                <a:avLst/>
                <a:gdLst>
                  <a:gd name="T0" fmla="*/ 45 w 85"/>
                  <a:gd name="T1" fmla="*/ 3 h 23"/>
                  <a:gd name="T2" fmla="*/ 38 w 85"/>
                  <a:gd name="T3" fmla="*/ 23 h 23"/>
                  <a:gd name="T4" fmla="*/ 85 w 85"/>
                  <a:gd name="T5" fmla="*/ 7 h 23"/>
                  <a:gd name="T6" fmla="*/ 45 w 85"/>
                  <a:gd name="T7" fmla="*/ 3 h 23"/>
                  <a:gd name="T8" fmla="*/ 0 w 85"/>
                  <a:gd name="T9" fmla="*/ 0 h 23"/>
                  <a:gd name="T10" fmla="*/ 5 w 85"/>
                  <a:gd name="T11" fmla="*/ 5 h 23"/>
                  <a:gd name="T12" fmla="*/ 29 w 85"/>
                  <a:gd name="T13" fmla="*/ 2 h 23"/>
                  <a:gd name="T14" fmla="*/ 0 w 85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5" h="23">
                    <a:moveTo>
                      <a:pt x="45" y="3"/>
                    </a:moveTo>
                    <a:cubicBezTo>
                      <a:pt x="43" y="10"/>
                      <a:pt x="40" y="16"/>
                      <a:pt x="38" y="23"/>
                    </a:cubicBezTo>
                    <a:cubicBezTo>
                      <a:pt x="85" y="7"/>
                      <a:pt x="85" y="7"/>
                      <a:pt x="85" y="7"/>
                    </a:cubicBezTo>
                    <a:cubicBezTo>
                      <a:pt x="82" y="6"/>
                      <a:pt x="64" y="4"/>
                      <a:pt x="45" y="3"/>
                    </a:cubicBezTo>
                    <a:moveTo>
                      <a:pt x="0" y="0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14" y="1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6" name="Freeform 801"/>
              <p:cNvSpPr>
                <a:spLocks noEditPoints="1"/>
              </p:cNvSpPr>
              <p:nvPr userDrawn="1"/>
            </p:nvSpPr>
            <p:spPr bwMode="auto">
              <a:xfrm>
                <a:off x="1231" y="953"/>
                <a:ext cx="125" cy="73"/>
              </a:xfrm>
              <a:custGeom>
                <a:avLst/>
                <a:gdLst>
                  <a:gd name="T0" fmla="*/ 80 w 101"/>
                  <a:gd name="T1" fmla="*/ 27 h 59"/>
                  <a:gd name="T2" fmla="*/ 42 w 101"/>
                  <a:gd name="T3" fmla="*/ 37 h 59"/>
                  <a:gd name="T4" fmla="*/ 78 w 101"/>
                  <a:gd name="T5" fmla="*/ 59 h 59"/>
                  <a:gd name="T6" fmla="*/ 89 w 101"/>
                  <a:gd name="T7" fmla="*/ 31 h 59"/>
                  <a:gd name="T8" fmla="*/ 80 w 101"/>
                  <a:gd name="T9" fmla="*/ 27 h 59"/>
                  <a:gd name="T10" fmla="*/ 93 w 101"/>
                  <a:gd name="T11" fmla="*/ 23 h 59"/>
                  <a:gd name="T12" fmla="*/ 80 w 101"/>
                  <a:gd name="T13" fmla="*/ 27 h 59"/>
                  <a:gd name="T14" fmla="*/ 91 w 101"/>
                  <a:gd name="T15" fmla="*/ 27 h 59"/>
                  <a:gd name="T16" fmla="*/ 93 w 101"/>
                  <a:gd name="T17" fmla="*/ 23 h 59"/>
                  <a:gd name="T18" fmla="*/ 24 w 101"/>
                  <a:gd name="T19" fmla="*/ 9 h 59"/>
                  <a:gd name="T20" fmla="*/ 0 w 101"/>
                  <a:gd name="T21" fmla="*/ 12 h 59"/>
                  <a:gd name="T22" fmla="*/ 4 w 101"/>
                  <a:gd name="T23" fmla="*/ 14 h 59"/>
                  <a:gd name="T24" fmla="*/ 24 w 101"/>
                  <a:gd name="T25" fmla="*/ 9 h 59"/>
                  <a:gd name="T26" fmla="*/ 101 w 101"/>
                  <a:gd name="T27" fmla="*/ 0 h 59"/>
                  <a:gd name="T28" fmla="*/ 84 w 101"/>
                  <a:gd name="T29" fmla="*/ 2 h 59"/>
                  <a:gd name="T30" fmla="*/ 100 w 101"/>
                  <a:gd name="T31" fmla="*/ 3 h 59"/>
                  <a:gd name="T32" fmla="*/ 101 w 101"/>
                  <a:gd name="T3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59">
                    <a:moveTo>
                      <a:pt x="80" y="27"/>
                    </a:moveTo>
                    <a:cubicBezTo>
                      <a:pt x="42" y="37"/>
                      <a:pt x="42" y="37"/>
                      <a:pt x="42" y="37"/>
                    </a:cubicBezTo>
                    <a:cubicBezTo>
                      <a:pt x="54" y="45"/>
                      <a:pt x="66" y="52"/>
                      <a:pt x="78" y="59"/>
                    </a:cubicBezTo>
                    <a:cubicBezTo>
                      <a:pt x="82" y="50"/>
                      <a:pt x="86" y="40"/>
                      <a:pt x="89" y="31"/>
                    </a:cubicBezTo>
                    <a:cubicBezTo>
                      <a:pt x="80" y="27"/>
                      <a:pt x="80" y="27"/>
                      <a:pt x="80" y="27"/>
                    </a:cubicBezTo>
                    <a:moveTo>
                      <a:pt x="93" y="23"/>
                    </a:moveTo>
                    <a:cubicBezTo>
                      <a:pt x="80" y="27"/>
                      <a:pt x="80" y="27"/>
                      <a:pt x="80" y="27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1" y="26"/>
                      <a:pt x="92" y="24"/>
                      <a:pt x="93" y="23"/>
                    </a:cubicBezTo>
                    <a:moveTo>
                      <a:pt x="24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3"/>
                      <a:pt x="3" y="14"/>
                      <a:pt x="4" y="14"/>
                    </a:cubicBezTo>
                    <a:cubicBezTo>
                      <a:pt x="24" y="9"/>
                      <a:pt x="24" y="9"/>
                      <a:pt x="24" y="9"/>
                    </a:cubicBezTo>
                    <a:moveTo>
                      <a:pt x="101" y="0"/>
                    </a:moveTo>
                    <a:cubicBezTo>
                      <a:pt x="84" y="2"/>
                      <a:pt x="84" y="2"/>
                      <a:pt x="84" y="2"/>
                    </a:cubicBezTo>
                    <a:cubicBezTo>
                      <a:pt x="89" y="2"/>
                      <a:pt x="95" y="3"/>
                      <a:pt x="100" y="3"/>
                    </a:cubicBezTo>
                    <a:cubicBezTo>
                      <a:pt x="101" y="2"/>
                      <a:pt x="101" y="1"/>
                      <a:pt x="10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7" name="Freeform 802"/>
              <p:cNvSpPr>
                <a:spLocks/>
              </p:cNvSpPr>
              <p:nvPr userDrawn="1"/>
            </p:nvSpPr>
            <p:spPr bwMode="auto">
              <a:xfrm>
                <a:off x="1236" y="961"/>
                <a:ext cx="50" cy="19"/>
              </a:xfrm>
              <a:custGeom>
                <a:avLst/>
                <a:gdLst>
                  <a:gd name="T0" fmla="*/ 40 w 40"/>
                  <a:gd name="T1" fmla="*/ 0 h 15"/>
                  <a:gd name="T2" fmla="*/ 20 w 40"/>
                  <a:gd name="T3" fmla="*/ 2 h 15"/>
                  <a:gd name="T4" fmla="*/ 0 w 40"/>
                  <a:gd name="T5" fmla="*/ 7 h 15"/>
                  <a:gd name="T6" fmla="*/ 13 w 40"/>
                  <a:gd name="T7" fmla="*/ 15 h 15"/>
                  <a:gd name="T8" fmla="*/ 40 w 40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5">
                    <a:moveTo>
                      <a:pt x="40" y="0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10"/>
                      <a:pt x="9" y="13"/>
                      <a:pt x="13" y="1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8" name="Freeform 803"/>
              <p:cNvSpPr>
                <a:spLocks/>
              </p:cNvSpPr>
              <p:nvPr userDrawn="1"/>
            </p:nvSpPr>
            <p:spPr bwMode="auto">
              <a:xfrm>
                <a:off x="1306" y="955"/>
                <a:ext cx="49" cy="31"/>
              </a:xfrm>
              <a:custGeom>
                <a:avLst/>
                <a:gdLst>
                  <a:gd name="T0" fmla="*/ 24 w 40"/>
                  <a:gd name="T1" fmla="*/ 0 h 25"/>
                  <a:gd name="T2" fmla="*/ 0 w 40"/>
                  <a:gd name="T3" fmla="*/ 3 h 25"/>
                  <a:gd name="T4" fmla="*/ 20 w 40"/>
                  <a:gd name="T5" fmla="*/ 25 h 25"/>
                  <a:gd name="T6" fmla="*/ 33 w 40"/>
                  <a:gd name="T7" fmla="*/ 21 h 25"/>
                  <a:gd name="T8" fmla="*/ 40 w 40"/>
                  <a:gd name="T9" fmla="*/ 1 h 25"/>
                  <a:gd name="T10" fmla="*/ 24 w 40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25">
                    <a:moveTo>
                      <a:pt x="24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5" y="14"/>
                      <a:pt x="38" y="8"/>
                      <a:pt x="40" y="1"/>
                    </a:cubicBezTo>
                    <a:cubicBezTo>
                      <a:pt x="35" y="1"/>
                      <a:pt x="29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9" name="Freeform 804"/>
              <p:cNvSpPr>
                <a:spLocks/>
              </p:cNvSpPr>
              <p:nvPr userDrawn="1"/>
            </p:nvSpPr>
            <p:spPr bwMode="auto">
              <a:xfrm>
                <a:off x="1405" y="961"/>
                <a:ext cx="90" cy="34"/>
              </a:xfrm>
              <a:custGeom>
                <a:avLst/>
                <a:gdLst>
                  <a:gd name="T0" fmla="*/ 0 w 73"/>
                  <a:gd name="T1" fmla="*/ 0 h 27"/>
                  <a:gd name="T2" fmla="*/ 5 w 73"/>
                  <a:gd name="T3" fmla="*/ 24 h 27"/>
                  <a:gd name="T4" fmla="*/ 73 w 73"/>
                  <a:gd name="T5" fmla="*/ 27 h 27"/>
                  <a:gd name="T6" fmla="*/ 0 w 73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27">
                    <a:moveTo>
                      <a:pt x="0" y="0"/>
                    </a:moveTo>
                    <a:cubicBezTo>
                      <a:pt x="2" y="8"/>
                      <a:pt x="4" y="16"/>
                      <a:pt x="5" y="24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0" name="Freeform 805"/>
              <p:cNvSpPr>
                <a:spLocks/>
              </p:cNvSpPr>
              <p:nvPr userDrawn="1"/>
            </p:nvSpPr>
            <p:spPr bwMode="auto">
              <a:xfrm>
                <a:off x="1342" y="986"/>
                <a:ext cx="153" cy="57"/>
              </a:xfrm>
              <a:custGeom>
                <a:avLst/>
                <a:gdLst>
                  <a:gd name="T0" fmla="*/ 2 w 124"/>
                  <a:gd name="T1" fmla="*/ 0 h 46"/>
                  <a:gd name="T2" fmla="*/ 0 w 124"/>
                  <a:gd name="T3" fmla="*/ 4 h 46"/>
                  <a:gd name="T4" fmla="*/ 97 w 124"/>
                  <a:gd name="T5" fmla="*/ 46 h 46"/>
                  <a:gd name="T6" fmla="*/ 124 w 124"/>
                  <a:gd name="T7" fmla="*/ 7 h 46"/>
                  <a:gd name="T8" fmla="*/ 62 w 124"/>
                  <a:gd name="T9" fmla="*/ 30 h 46"/>
                  <a:gd name="T10" fmla="*/ 56 w 124"/>
                  <a:gd name="T11" fmla="*/ 4 h 46"/>
                  <a:gd name="T12" fmla="*/ 2 w 124"/>
                  <a:gd name="T1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46">
                    <a:moveTo>
                      <a:pt x="2" y="0"/>
                    </a:moveTo>
                    <a:cubicBezTo>
                      <a:pt x="1" y="2"/>
                      <a:pt x="1" y="3"/>
                      <a:pt x="0" y="4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24" y="7"/>
                      <a:pt x="124" y="7"/>
                      <a:pt x="124" y="7"/>
                    </a:cubicBezTo>
                    <a:cubicBezTo>
                      <a:pt x="103" y="15"/>
                      <a:pt x="82" y="23"/>
                      <a:pt x="62" y="30"/>
                    </a:cubicBezTo>
                    <a:cubicBezTo>
                      <a:pt x="60" y="21"/>
                      <a:pt x="58" y="13"/>
                      <a:pt x="56" y="4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1" name="Freeform 806"/>
              <p:cNvSpPr>
                <a:spLocks/>
              </p:cNvSpPr>
              <p:nvPr userDrawn="1"/>
            </p:nvSpPr>
            <p:spPr bwMode="auto">
              <a:xfrm>
                <a:off x="1330" y="986"/>
                <a:ext cx="14" cy="5"/>
              </a:xfrm>
              <a:custGeom>
                <a:avLst/>
                <a:gdLst>
                  <a:gd name="T0" fmla="*/ 0 w 11"/>
                  <a:gd name="T1" fmla="*/ 0 h 4"/>
                  <a:gd name="T2" fmla="*/ 0 w 11"/>
                  <a:gd name="T3" fmla="*/ 0 h 4"/>
                  <a:gd name="T4" fmla="*/ 9 w 11"/>
                  <a:gd name="T5" fmla="*/ 4 h 4"/>
                  <a:gd name="T6" fmla="*/ 11 w 11"/>
                  <a:gd name="T7" fmla="*/ 0 h 4"/>
                  <a:gd name="T8" fmla="*/ 0 w 1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3"/>
                      <a:pt x="10" y="2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2" name="Freeform 807"/>
              <p:cNvSpPr>
                <a:spLocks/>
              </p:cNvSpPr>
              <p:nvPr userDrawn="1"/>
            </p:nvSpPr>
            <p:spPr bwMode="auto">
              <a:xfrm>
                <a:off x="1411" y="991"/>
                <a:ext cx="84" cy="32"/>
              </a:xfrm>
              <a:custGeom>
                <a:avLst/>
                <a:gdLst>
                  <a:gd name="T0" fmla="*/ 0 w 68"/>
                  <a:gd name="T1" fmla="*/ 0 h 26"/>
                  <a:gd name="T2" fmla="*/ 6 w 68"/>
                  <a:gd name="T3" fmla="*/ 26 h 26"/>
                  <a:gd name="T4" fmla="*/ 68 w 68"/>
                  <a:gd name="T5" fmla="*/ 3 h 26"/>
                  <a:gd name="T6" fmla="*/ 68 w 68"/>
                  <a:gd name="T7" fmla="*/ 3 h 26"/>
                  <a:gd name="T8" fmla="*/ 0 w 68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6">
                    <a:moveTo>
                      <a:pt x="0" y="0"/>
                    </a:moveTo>
                    <a:cubicBezTo>
                      <a:pt x="2" y="9"/>
                      <a:pt x="4" y="17"/>
                      <a:pt x="6" y="26"/>
                    </a:cubicBezTo>
                    <a:cubicBezTo>
                      <a:pt x="26" y="19"/>
                      <a:pt x="47" y="11"/>
                      <a:pt x="68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2" name="Group 1009"/>
            <p:cNvGrpSpPr>
              <a:grpSpLocks/>
            </p:cNvGrpSpPr>
            <p:nvPr userDrawn="1"/>
          </p:nvGrpSpPr>
          <p:grpSpPr bwMode="auto">
            <a:xfrm>
              <a:off x="1196976" y="-138113"/>
              <a:ext cx="4010025" cy="2497138"/>
              <a:chOff x="754" y="-87"/>
              <a:chExt cx="2526" cy="1573"/>
            </a:xfrm>
          </p:grpSpPr>
          <p:sp>
            <p:nvSpPr>
              <p:cNvPr id="373" name="Freeform 80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45" cy="79"/>
              </a:xfrm>
              <a:custGeom>
                <a:avLst/>
                <a:gdLst>
                  <a:gd name="T0" fmla="*/ 74 w 117"/>
                  <a:gd name="T1" fmla="*/ 22 h 64"/>
                  <a:gd name="T2" fmla="*/ 0 w 117"/>
                  <a:gd name="T3" fmla="*/ 64 h 64"/>
                  <a:gd name="T4" fmla="*/ 99 w 117"/>
                  <a:gd name="T5" fmla="*/ 37 h 64"/>
                  <a:gd name="T6" fmla="*/ 74 w 117"/>
                  <a:gd name="T7" fmla="*/ 22 h 64"/>
                  <a:gd name="T8" fmla="*/ 112 w 117"/>
                  <a:gd name="T9" fmla="*/ 0 h 64"/>
                  <a:gd name="T10" fmla="*/ 112 w 117"/>
                  <a:gd name="T11" fmla="*/ 0 h 64"/>
                  <a:gd name="T12" fmla="*/ 101 w 117"/>
                  <a:gd name="T13" fmla="*/ 7 h 64"/>
                  <a:gd name="T14" fmla="*/ 117 w 117"/>
                  <a:gd name="T15" fmla="*/ 5 h 64"/>
                  <a:gd name="T16" fmla="*/ 112 w 117"/>
                  <a:gd name="T17" fmla="*/ 0 h 64"/>
                  <a:gd name="T18" fmla="*/ 112 w 117"/>
                  <a:gd name="T1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7" h="64">
                    <a:moveTo>
                      <a:pt x="74" y="22"/>
                    </a:moveTo>
                    <a:cubicBezTo>
                      <a:pt x="0" y="64"/>
                      <a:pt x="0" y="64"/>
                      <a:pt x="0" y="64"/>
                    </a:cubicBezTo>
                    <a:cubicBezTo>
                      <a:pt x="99" y="37"/>
                      <a:pt x="99" y="37"/>
                      <a:pt x="99" y="37"/>
                    </a:cubicBezTo>
                    <a:cubicBezTo>
                      <a:pt x="91" y="32"/>
                      <a:pt x="82" y="27"/>
                      <a:pt x="74" y="22"/>
                    </a:cubicBezTo>
                    <a:moveTo>
                      <a:pt x="112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810"/>
              <p:cNvSpPr>
                <a:spLocks/>
              </p:cNvSpPr>
              <p:nvPr userDrawn="1"/>
            </p:nvSpPr>
            <p:spPr bwMode="auto">
              <a:xfrm>
                <a:off x="1253" y="959"/>
                <a:ext cx="77" cy="40"/>
              </a:xfrm>
              <a:custGeom>
                <a:avLst/>
                <a:gdLst>
                  <a:gd name="T0" fmla="*/ 43 w 63"/>
                  <a:gd name="T1" fmla="*/ 0 h 32"/>
                  <a:gd name="T2" fmla="*/ 27 w 63"/>
                  <a:gd name="T3" fmla="*/ 2 h 32"/>
                  <a:gd name="T4" fmla="*/ 0 w 63"/>
                  <a:gd name="T5" fmla="*/ 17 h 32"/>
                  <a:gd name="T6" fmla="*/ 25 w 63"/>
                  <a:gd name="T7" fmla="*/ 32 h 32"/>
                  <a:gd name="T8" fmla="*/ 63 w 63"/>
                  <a:gd name="T9" fmla="*/ 22 h 32"/>
                  <a:gd name="T10" fmla="*/ 43 w 63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32">
                    <a:moveTo>
                      <a:pt x="43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8" y="22"/>
                      <a:pt x="17" y="27"/>
                      <a:pt x="25" y="3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811"/>
              <p:cNvSpPr>
                <a:spLocks/>
              </p:cNvSpPr>
              <p:nvPr userDrawn="1"/>
            </p:nvSpPr>
            <p:spPr bwMode="auto">
              <a:xfrm>
                <a:off x="2385" y="871"/>
                <a:ext cx="47" cy="103"/>
              </a:xfrm>
              <a:custGeom>
                <a:avLst/>
                <a:gdLst>
                  <a:gd name="T0" fmla="*/ 0 w 38"/>
                  <a:gd name="T1" fmla="*/ 0 h 83"/>
                  <a:gd name="T2" fmla="*/ 9 w 38"/>
                  <a:gd name="T3" fmla="*/ 82 h 83"/>
                  <a:gd name="T4" fmla="*/ 9 w 38"/>
                  <a:gd name="T5" fmla="*/ 83 h 83"/>
                  <a:gd name="T6" fmla="*/ 38 w 38"/>
                  <a:gd name="T7" fmla="*/ 63 h 83"/>
                  <a:gd name="T8" fmla="*/ 38 w 38"/>
                  <a:gd name="T9" fmla="*/ 63 h 83"/>
                  <a:gd name="T10" fmla="*/ 0 w 38"/>
                  <a:gd name="T1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83">
                    <a:moveTo>
                      <a:pt x="0" y="0"/>
                    </a:moveTo>
                    <a:cubicBezTo>
                      <a:pt x="0" y="0"/>
                      <a:pt x="10" y="78"/>
                      <a:pt x="9" y="82"/>
                    </a:cubicBezTo>
                    <a:cubicBezTo>
                      <a:pt x="9" y="83"/>
                      <a:pt x="9" y="83"/>
                      <a:pt x="9" y="83"/>
                    </a:cubicBezTo>
                    <a:cubicBezTo>
                      <a:pt x="12" y="8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812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813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814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815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816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817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818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819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820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821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822"/>
              <p:cNvSpPr>
                <a:spLocks/>
              </p:cNvSpPr>
              <p:nvPr userDrawn="1"/>
            </p:nvSpPr>
            <p:spPr bwMode="auto">
              <a:xfrm>
                <a:off x="1918" y="646"/>
                <a:ext cx="97" cy="37"/>
              </a:xfrm>
              <a:custGeom>
                <a:avLst/>
                <a:gdLst>
                  <a:gd name="T0" fmla="*/ 0 w 78"/>
                  <a:gd name="T1" fmla="*/ 0 h 30"/>
                  <a:gd name="T2" fmla="*/ 12 w 78"/>
                  <a:gd name="T3" fmla="*/ 5 h 30"/>
                  <a:gd name="T4" fmla="*/ 14 w 78"/>
                  <a:gd name="T5" fmla="*/ 5 h 30"/>
                  <a:gd name="T6" fmla="*/ 14 w 78"/>
                  <a:gd name="T7" fmla="*/ 5 h 30"/>
                  <a:gd name="T8" fmla="*/ 72 w 78"/>
                  <a:gd name="T9" fmla="*/ 30 h 30"/>
                  <a:gd name="T10" fmla="*/ 78 w 78"/>
                  <a:gd name="T11" fmla="*/ 3 h 30"/>
                  <a:gd name="T12" fmla="*/ 0 w 78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30">
                    <a:moveTo>
                      <a:pt x="0" y="0"/>
                    </a:moveTo>
                    <a:cubicBezTo>
                      <a:pt x="4" y="1"/>
                      <a:pt x="8" y="3"/>
                      <a:pt x="12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33" y="13"/>
                      <a:pt x="52" y="21"/>
                      <a:pt x="72" y="30"/>
                    </a:cubicBezTo>
                    <a:cubicBezTo>
                      <a:pt x="74" y="21"/>
                      <a:pt x="76" y="12"/>
                      <a:pt x="7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823"/>
              <p:cNvSpPr>
                <a:spLocks/>
              </p:cNvSpPr>
              <p:nvPr userDrawn="1"/>
            </p:nvSpPr>
            <p:spPr bwMode="auto">
              <a:xfrm>
                <a:off x="1837" y="652"/>
                <a:ext cx="99" cy="48"/>
              </a:xfrm>
              <a:custGeom>
                <a:avLst/>
                <a:gdLst>
                  <a:gd name="T0" fmla="*/ 78 w 80"/>
                  <a:gd name="T1" fmla="*/ 0 h 39"/>
                  <a:gd name="T2" fmla="*/ 0 w 80"/>
                  <a:gd name="T3" fmla="*/ 3 h 39"/>
                  <a:gd name="T4" fmla="*/ 60 w 80"/>
                  <a:gd name="T5" fmla="*/ 39 h 39"/>
                  <a:gd name="T6" fmla="*/ 80 w 80"/>
                  <a:gd name="T7" fmla="*/ 0 h 39"/>
                  <a:gd name="T8" fmla="*/ 78 w 80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9">
                    <a:moveTo>
                      <a:pt x="78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15"/>
                      <a:pt x="40" y="27"/>
                      <a:pt x="60" y="39"/>
                    </a:cubicBezTo>
                    <a:cubicBezTo>
                      <a:pt x="67" y="26"/>
                      <a:pt x="73" y="13"/>
                      <a:pt x="80" y="0"/>
                    </a:cubicBezTo>
                    <a:cubicBezTo>
                      <a:pt x="79" y="0"/>
                      <a:pt x="79" y="0"/>
                      <a:pt x="7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824"/>
              <p:cNvSpPr>
                <a:spLocks/>
              </p:cNvSpPr>
              <p:nvPr userDrawn="1"/>
            </p:nvSpPr>
            <p:spPr bwMode="auto">
              <a:xfrm>
                <a:off x="1933" y="652"/>
                <a:ext cx="3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825"/>
              <p:cNvSpPr>
                <a:spLocks/>
              </p:cNvSpPr>
              <p:nvPr userDrawn="1"/>
            </p:nvSpPr>
            <p:spPr bwMode="auto">
              <a:xfrm>
                <a:off x="1785" y="746"/>
                <a:ext cx="81" cy="50"/>
              </a:xfrm>
              <a:custGeom>
                <a:avLst/>
                <a:gdLst>
                  <a:gd name="T0" fmla="*/ 66 w 66"/>
                  <a:gd name="T1" fmla="*/ 0 h 40"/>
                  <a:gd name="T2" fmla="*/ 0 w 66"/>
                  <a:gd name="T3" fmla="*/ 9 h 40"/>
                  <a:gd name="T4" fmla="*/ 47 w 66"/>
                  <a:gd name="T5" fmla="*/ 40 h 40"/>
                  <a:gd name="T6" fmla="*/ 66 w 66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40">
                    <a:moveTo>
                      <a:pt x="66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6" y="20"/>
                      <a:pt x="31" y="30"/>
                      <a:pt x="47" y="40"/>
                    </a:cubicBezTo>
                    <a:cubicBezTo>
                      <a:pt x="53" y="27"/>
                      <a:pt x="59" y="14"/>
                      <a:pt x="6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826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Freeform 827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Freeform 828"/>
              <p:cNvSpPr>
                <a:spLocks/>
              </p:cNvSpPr>
              <p:nvPr userDrawn="1"/>
            </p:nvSpPr>
            <p:spPr bwMode="auto">
              <a:xfrm>
                <a:off x="1760" y="679"/>
                <a:ext cx="5" cy="1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1 h 1"/>
                  <a:gd name="T4" fmla="*/ 2 w 4"/>
                  <a:gd name="T5" fmla="*/ 1 h 1"/>
                  <a:gd name="T6" fmla="*/ 4 w 4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0"/>
                      <a:pt x="3" y="0"/>
                      <a:pt x="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829"/>
              <p:cNvSpPr>
                <a:spLocks/>
              </p:cNvSpPr>
              <p:nvPr userDrawn="1"/>
            </p:nvSpPr>
            <p:spPr bwMode="auto">
              <a:xfrm>
                <a:off x="1580" y="737"/>
                <a:ext cx="81" cy="113"/>
              </a:xfrm>
              <a:custGeom>
                <a:avLst/>
                <a:gdLst>
                  <a:gd name="T0" fmla="*/ 65 w 65"/>
                  <a:gd name="T1" fmla="*/ 0 h 91"/>
                  <a:gd name="T2" fmla="*/ 0 w 65"/>
                  <a:gd name="T3" fmla="*/ 64 h 91"/>
                  <a:gd name="T4" fmla="*/ 20 w 65"/>
                  <a:gd name="T5" fmla="*/ 91 h 91"/>
                  <a:gd name="T6" fmla="*/ 50 w 65"/>
                  <a:gd name="T7" fmla="*/ 30 h 91"/>
                  <a:gd name="T8" fmla="*/ 25 w 65"/>
                  <a:gd name="T9" fmla="*/ 39 h 91"/>
                  <a:gd name="T10" fmla="*/ 58 w 65"/>
                  <a:gd name="T11" fmla="*/ 13 h 91"/>
                  <a:gd name="T12" fmla="*/ 65 w 65"/>
                  <a:gd name="T1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91">
                    <a:moveTo>
                      <a:pt x="65" y="0"/>
                    </a:moveTo>
                    <a:cubicBezTo>
                      <a:pt x="65" y="0"/>
                      <a:pt x="3" y="60"/>
                      <a:pt x="0" y="64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830"/>
              <p:cNvSpPr>
                <a:spLocks/>
              </p:cNvSpPr>
              <p:nvPr userDrawn="1"/>
            </p:nvSpPr>
            <p:spPr bwMode="auto">
              <a:xfrm>
                <a:off x="1535" y="817"/>
                <a:ext cx="70" cy="71"/>
              </a:xfrm>
              <a:custGeom>
                <a:avLst/>
                <a:gdLst>
                  <a:gd name="T0" fmla="*/ 37 w 57"/>
                  <a:gd name="T1" fmla="*/ 0 h 58"/>
                  <a:gd name="T2" fmla="*/ 0 w 57"/>
                  <a:gd name="T3" fmla="*/ 58 h 58"/>
                  <a:gd name="T4" fmla="*/ 57 w 57"/>
                  <a:gd name="T5" fmla="*/ 27 h 58"/>
                  <a:gd name="T6" fmla="*/ 37 w 57"/>
                  <a:gd name="T7" fmla="*/ 0 h 58"/>
                  <a:gd name="T8" fmla="*/ 37 w 57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37" y="0"/>
                    </a:moveTo>
                    <a:cubicBezTo>
                      <a:pt x="37" y="0"/>
                      <a:pt x="1" y="55"/>
                      <a:pt x="0" y="58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831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832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833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834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835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836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837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838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839"/>
              <p:cNvSpPr>
                <a:spLocks noEditPoints="1"/>
              </p:cNvSpPr>
              <p:nvPr userDrawn="1"/>
            </p:nvSpPr>
            <p:spPr bwMode="auto">
              <a:xfrm>
                <a:off x="1642" y="705"/>
                <a:ext cx="109" cy="70"/>
              </a:xfrm>
              <a:custGeom>
                <a:avLst/>
                <a:gdLst>
                  <a:gd name="T0" fmla="*/ 73 w 88"/>
                  <a:gd name="T1" fmla="*/ 11 h 56"/>
                  <a:gd name="T2" fmla="*/ 34 w 88"/>
                  <a:gd name="T3" fmla="*/ 20 h 56"/>
                  <a:gd name="T4" fmla="*/ 8 w 88"/>
                  <a:gd name="T5" fmla="*/ 39 h 56"/>
                  <a:gd name="T6" fmla="*/ 0 w 88"/>
                  <a:gd name="T7" fmla="*/ 56 h 56"/>
                  <a:gd name="T8" fmla="*/ 88 w 88"/>
                  <a:gd name="T9" fmla="*/ 25 h 56"/>
                  <a:gd name="T10" fmla="*/ 73 w 88"/>
                  <a:gd name="T11" fmla="*/ 11 h 56"/>
                  <a:gd name="T12" fmla="*/ 60 w 88"/>
                  <a:gd name="T13" fmla="*/ 0 h 56"/>
                  <a:gd name="T14" fmla="*/ 52 w 88"/>
                  <a:gd name="T15" fmla="*/ 7 h 56"/>
                  <a:gd name="T16" fmla="*/ 61 w 88"/>
                  <a:gd name="T17" fmla="*/ 1 h 56"/>
                  <a:gd name="T18" fmla="*/ 60 w 88"/>
                  <a:gd name="T1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56">
                    <a:moveTo>
                      <a:pt x="73" y="11"/>
                    </a:moveTo>
                    <a:cubicBezTo>
                      <a:pt x="60" y="14"/>
                      <a:pt x="47" y="17"/>
                      <a:pt x="34" y="20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73" y="11"/>
                      <a:pt x="73" y="11"/>
                      <a:pt x="73" y="11"/>
                    </a:cubicBezTo>
                    <a:moveTo>
                      <a:pt x="60" y="0"/>
                    </a:moveTo>
                    <a:cubicBezTo>
                      <a:pt x="52" y="7"/>
                      <a:pt x="52" y="7"/>
                      <a:pt x="52" y="7"/>
                    </a:cubicBezTo>
                    <a:cubicBezTo>
                      <a:pt x="55" y="5"/>
                      <a:pt x="58" y="3"/>
                      <a:pt x="61" y="1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840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841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Freeform 842"/>
              <p:cNvSpPr>
                <a:spLocks noEditPoints="1"/>
              </p:cNvSpPr>
              <p:nvPr userDrawn="1"/>
            </p:nvSpPr>
            <p:spPr bwMode="auto">
              <a:xfrm>
                <a:off x="1675" y="672"/>
                <a:ext cx="136" cy="60"/>
              </a:xfrm>
              <a:custGeom>
                <a:avLst/>
                <a:gdLst>
                  <a:gd name="T0" fmla="*/ 26 w 110"/>
                  <a:gd name="T1" fmla="*/ 34 h 49"/>
                  <a:gd name="T2" fmla="*/ 0 w 110"/>
                  <a:gd name="T3" fmla="*/ 49 h 49"/>
                  <a:gd name="T4" fmla="*/ 8 w 110"/>
                  <a:gd name="T5" fmla="*/ 47 h 49"/>
                  <a:gd name="T6" fmla="*/ 26 w 110"/>
                  <a:gd name="T7" fmla="*/ 34 h 49"/>
                  <a:gd name="T8" fmla="*/ 71 w 110"/>
                  <a:gd name="T9" fmla="*/ 7 h 49"/>
                  <a:gd name="T10" fmla="*/ 35 w 110"/>
                  <a:gd name="T11" fmla="*/ 28 h 49"/>
                  <a:gd name="T12" fmla="*/ 47 w 110"/>
                  <a:gd name="T13" fmla="*/ 38 h 49"/>
                  <a:gd name="T14" fmla="*/ 110 w 110"/>
                  <a:gd name="T15" fmla="*/ 24 h 49"/>
                  <a:gd name="T16" fmla="*/ 92 w 110"/>
                  <a:gd name="T17" fmla="*/ 9 h 49"/>
                  <a:gd name="T18" fmla="*/ 71 w 110"/>
                  <a:gd name="T19" fmla="*/ 7 h 49"/>
                  <a:gd name="T20" fmla="*/ 82 w 110"/>
                  <a:gd name="T21" fmla="*/ 0 h 49"/>
                  <a:gd name="T22" fmla="*/ 73 w 110"/>
                  <a:gd name="T23" fmla="*/ 6 h 49"/>
                  <a:gd name="T24" fmla="*/ 84 w 110"/>
                  <a:gd name="T25" fmla="*/ 2 h 49"/>
                  <a:gd name="T26" fmla="*/ 82 w 110"/>
                  <a:gd name="T2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49">
                    <a:moveTo>
                      <a:pt x="26" y="34"/>
                    </a:moveTo>
                    <a:cubicBezTo>
                      <a:pt x="17" y="39"/>
                      <a:pt x="8" y="44"/>
                      <a:pt x="0" y="49"/>
                    </a:cubicBezTo>
                    <a:cubicBezTo>
                      <a:pt x="2" y="48"/>
                      <a:pt x="5" y="48"/>
                      <a:pt x="8" y="47"/>
                    </a:cubicBezTo>
                    <a:cubicBezTo>
                      <a:pt x="26" y="34"/>
                      <a:pt x="26" y="34"/>
                      <a:pt x="26" y="34"/>
                    </a:cubicBezTo>
                    <a:moveTo>
                      <a:pt x="71" y="7"/>
                    </a:moveTo>
                    <a:cubicBezTo>
                      <a:pt x="59" y="14"/>
                      <a:pt x="47" y="21"/>
                      <a:pt x="35" y="28"/>
                    </a:cubicBezTo>
                    <a:cubicBezTo>
                      <a:pt x="47" y="38"/>
                      <a:pt x="47" y="38"/>
                      <a:pt x="47" y="38"/>
                    </a:cubicBezTo>
                    <a:cubicBezTo>
                      <a:pt x="68" y="34"/>
                      <a:pt x="89" y="29"/>
                      <a:pt x="110" y="24"/>
                    </a:cubicBezTo>
                    <a:cubicBezTo>
                      <a:pt x="92" y="9"/>
                      <a:pt x="92" y="9"/>
                      <a:pt x="92" y="9"/>
                    </a:cubicBezTo>
                    <a:cubicBezTo>
                      <a:pt x="71" y="7"/>
                      <a:pt x="71" y="7"/>
                      <a:pt x="71" y="7"/>
                    </a:cubicBezTo>
                    <a:moveTo>
                      <a:pt x="82" y="0"/>
                    </a:moveTo>
                    <a:cubicBezTo>
                      <a:pt x="79" y="2"/>
                      <a:pt x="76" y="4"/>
                      <a:pt x="73" y="6"/>
                    </a:cubicBezTo>
                    <a:cubicBezTo>
                      <a:pt x="84" y="2"/>
                      <a:pt x="84" y="2"/>
                      <a:pt x="84" y="2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843"/>
              <p:cNvSpPr>
                <a:spLocks/>
              </p:cNvSpPr>
              <p:nvPr userDrawn="1"/>
            </p:nvSpPr>
            <p:spPr bwMode="auto">
              <a:xfrm>
                <a:off x="1762" y="674"/>
                <a:ext cx="26" cy="9"/>
              </a:xfrm>
              <a:custGeom>
                <a:avLst/>
                <a:gdLst>
                  <a:gd name="T0" fmla="*/ 13 w 21"/>
                  <a:gd name="T1" fmla="*/ 0 h 7"/>
                  <a:gd name="T2" fmla="*/ 2 w 21"/>
                  <a:gd name="T3" fmla="*/ 4 h 7"/>
                  <a:gd name="T4" fmla="*/ 0 w 21"/>
                  <a:gd name="T5" fmla="*/ 5 h 7"/>
                  <a:gd name="T6" fmla="*/ 21 w 21"/>
                  <a:gd name="T7" fmla="*/ 7 h 7"/>
                  <a:gd name="T8" fmla="*/ 13 w 21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7">
                    <a:moveTo>
                      <a:pt x="13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0" y="5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844"/>
              <p:cNvSpPr>
                <a:spLocks/>
              </p:cNvSpPr>
              <p:nvPr userDrawn="1"/>
            </p:nvSpPr>
            <p:spPr bwMode="auto">
              <a:xfrm>
                <a:off x="1684" y="706"/>
                <a:ext cx="49" cy="24"/>
              </a:xfrm>
              <a:custGeom>
                <a:avLst/>
                <a:gdLst>
                  <a:gd name="T0" fmla="*/ 27 w 39"/>
                  <a:gd name="T1" fmla="*/ 0 h 19"/>
                  <a:gd name="T2" fmla="*/ 18 w 39"/>
                  <a:gd name="T3" fmla="*/ 6 h 19"/>
                  <a:gd name="T4" fmla="*/ 0 w 39"/>
                  <a:gd name="T5" fmla="*/ 19 h 19"/>
                  <a:gd name="T6" fmla="*/ 39 w 39"/>
                  <a:gd name="T7" fmla="*/ 10 h 19"/>
                  <a:gd name="T8" fmla="*/ 27 w 39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9">
                    <a:moveTo>
                      <a:pt x="27" y="0"/>
                    </a:moveTo>
                    <a:cubicBezTo>
                      <a:pt x="24" y="2"/>
                      <a:pt x="21" y="4"/>
                      <a:pt x="18" y="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3"/>
                      <a:pt x="39" y="10"/>
                    </a:cubicBez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845"/>
              <p:cNvSpPr>
                <a:spLocks noEditPoints="1"/>
              </p:cNvSpPr>
              <p:nvPr userDrawn="1"/>
            </p:nvSpPr>
            <p:spPr bwMode="auto">
              <a:xfrm>
                <a:off x="2480" y="1017"/>
                <a:ext cx="113" cy="76"/>
              </a:xfrm>
              <a:custGeom>
                <a:avLst/>
                <a:gdLst>
                  <a:gd name="T0" fmla="*/ 38 w 91"/>
                  <a:gd name="T1" fmla="*/ 14 h 61"/>
                  <a:gd name="T2" fmla="*/ 0 w 91"/>
                  <a:gd name="T3" fmla="*/ 26 h 61"/>
                  <a:gd name="T4" fmla="*/ 91 w 91"/>
                  <a:gd name="T5" fmla="*/ 61 h 61"/>
                  <a:gd name="T6" fmla="*/ 86 w 91"/>
                  <a:gd name="T7" fmla="*/ 23 h 61"/>
                  <a:gd name="T8" fmla="*/ 38 w 91"/>
                  <a:gd name="T9" fmla="*/ 14 h 61"/>
                  <a:gd name="T10" fmla="*/ 83 w 91"/>
                  <a:gd name="T11" fmla="*/ 0 h 61"/>
                  <a:gd name="T12" fmla="*/ 48 w 91"/>
                  <a:gd name="T13" fmla="*/ 11 h 61"/>
                  <a:gd name="T14" fmla="*/ 83 w 91"/>
                  <a:gd name="T15" fmla="*/ 5 h 61"/>
                  <a:gd name="T16" fmla="*/ 83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38" y="14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30" y="38"/>
                      <a:pt x="60" y="49"/>
                      <a:pt x="91" y="61"/>
                    </a:cubicBezTo>
                    <a:cubicBezTo>
                      <a:pt x="89" y="48"/>
                      <a:pt x="87" y="36"/>
                      <a:pt x="86" y="23"/>
                    </a:cubicBezTo>
                    <a:cubicBezTo>
                      <a:pt x="38" y="14"/>
                      <a:pt x="38" y="14"/>
                      <a:pt x="38" y="14"/>
                    </a:cubicBezTo>
                    <a:moveTo>
                      <a:pt x="83" y="0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3"/>
                      <a:pt x="83" y="2"/>
                      <a:pt x="8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846"/>
              <p:cNvSpPr>
                <a:spLocks/>
              </p:cNvSpPr>
              <p:nvPr userDrawn="1"/>
            </p:nvSpPr>
            <p:spPr bwMode="auto">
              <a:xfrm>
                <a:off x="2583" y="1015"/>
                <a:ext cx="114" cy="59"/>
              </a:xfrm>
              <a:custGeom>
                <a:avLst/>
                <a:gdLst>
                  <a:gd name="T0" fmla="*/ 74 w 92"/>
                  <a:gd name="T1" fmla="*/ 0 h 48"/>
                  <a:gd name="T2" fmla="*/ 0 w 92"/>
                  <a:gd name="T3" fmla="*/ 2 h 48"/>
                  <a:gd name="T4" fmla="*/ 7 w 92"/>
                  <a:gd name="T5" fmla="*/ 6 h 48"/>
                  <a:gd name="T6" fmla="*/ 31 w 92"/>
                  <a:gd name="T7" fmla="*/ 1 h 48"/>
                  <a:gd name="T8" fmla="*/ 29 w 92"/>
                  <a:gd name="T9" fmla="*/ 17 h 48"/>
                  <a:gd name="T10" fmla="*/ 92 w 92"/>
                  <a:gd name="T11" fmla="*/ 48 h 48"/>
                  <a:gd name="T12" fmla="*/ 74 w 92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48">
                    <a:moveTo>
                      <a:pt x="74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5" y="5"/>
                      <a:pt x="7" y="6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50" y="27"/>
                      <a:pt x="71" y="37"/>
                      <a:pt x="92" y="48"/>
                    </a:cubicBezTo>
                    <a:cubicBezTo>
                      <a:pt x="86" y="32"/>
                      <a:pt x="80" y="16"/>
                      <a:pt x="7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847"/>
              <p:cNvSpPr>
                <a:spLocks noEditPoints="1"/>
              </p:cNvSpPr>
              <p:nvPr userDrawn="1"/>
            </p:nvSpPr>
            <p:spPr bwMode="auto">
              <a:xfrm>
                <a:off x="2674" y="1015"/>
                <a:ext cx="96" cy="63"/>
              </a:xfrm>
              <a:custGeom>
                <a:avLst/>
                <a:gdLst>
                  <a:gd name="T0" fmla="*/ 76 w 77"/>
                  <a:gd name="T1" fmla="*/ 48 h 51"/>
                  <a:gd name="T2" fmla="*/ 72 w 77"/>
                  <a:gd name="T3" fmla="*/ 48 h 51"/>
                  <a:gd name="T4" fmla="*/ 77 w 77"/>
                  <a:gd name="T5" fmla="*/ 51 h 51"/>
                  <a:gd name="T6" fmla="*/ 76 w 77"/>
                  <a:gd name="T7" fmla="*/ 48 h 51"/>
                  <a:gd name="T8" fmla="*/ 0 w 77"/>
                  <a:gd name="T9" fmla="*/ 0 h 51"/>
                  <a:gd name="T10" fmla="*/ 51 w 77"/>
                  <a:gd name="T11" fmla="*/ 34 h 51"/>
                  <a:gd name="T12" fmla="*/ 71 w 77"/>
                  <a:gd name="T13" fmla="*/ 21 h 51"/>
                  <a:gd name="T14" fmla="*/ 0 w 77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51">
                    <a:moveTo>
                      <a:pt x="76" y="48"/>
                    </a:moveTo>
                    <a:cubicBezTo>
                      <a:pt x="72" y="48"/>
                      <a:pt x="72" y="48"/>
                      <a:pt x="72" y="48"/>
                    </a:cubicBezTo>
                    <a:cubicBezTo>
                      <a:pt x="74" y="49"/>
                      <a:pt x="75" y="50"/>
                      <a:pt x="77" y="51"/>
                    </a:cubicBezTo>
                    <a:cubicBezTo>
                      <a:pt x="76" y="50"/>
                      <a:pt x="76" y="49"/>
                      <a:pt x="76" y="48"/>
                    </a:cubicBezTo>
                    <a:moveTo>
                      <a:pt x="0" y="0"/>
                    </a:moveTo>
                    <a:cubicBezTo>
                      <a:pt x="17" y="12"/>
                      <a:pt x="34" y="23"/>
                      <a:pt x="51" y="34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Freeform 848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849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850"/>
              <p:cNvSpPr>
                <a:spLocks noEditPoints="1"/>
              </p:cNvSpPr>
              <p:nvPr userDrawn="1"/>
            </p:nvSpPr>
            <p:spPr bwMode="auto">
              <a:xfrm>
                <a:off x="2813" y="1093"/>
                <a:ext cx="100" cy="78"/>
              </a:xfrm>
              <a:custGeom>
                <a:avLst/>
                <a:gdLst>
                  <a:gd name="T0" fmla="*/ 72 w 81"/>
                  <a:gd name="T1" fmla="*/ 53 h 63"/>
                  <a:gd name="T2" fmla="*/ 76 w 81"/>
                  <a:gd name="T3" fmla="*/ 59 h 63"/>
                  <a:gd name="T4" fmla="*/ 81 w 81"/>
                  <a:gd name="T5" fmla="*/ 63 h 63"/>
                  <a:gd name="T6" fmla="*/ 72 w 81"/>
                  <a:gd name="T7" fmla="*/ 53 h 63"/>
                  <a:gd name="T8" fmla="*/ 65 w 81"/>
                  <a:gd name="T9" fmla="*/ 45 h 63"/>
                  <a:gd name="T10" fmla="*/ 70 w 81"/>
                  <a:gd name="T11" fmla="*/ 52 h 63"/>
                  <a:gd name="T12" fmla="*/ 69 w 81"/>
                  <a:gd name="T13" fmla="*/ 50 h 63"/>
                  <a:gd name="T14" fmla="*/ 65 w 81"/>
                  <a:gd name="T15" fmla="*/ 45 h 63"/>
                  <a:gd name="T16" fmla="*/ 24 w 81"/>
                  <a:gd name="T17" fmla="*/ 0 h 63"/>
                  <a:gd name="T18" fmla="*/ 24 w 81"/>
                  <a:gd name="T19" fmla="*/ 0 h 63"/>
                  <a:gd name="T20" fmla="*/ 0 w 81"/>
                  <a:gd name="T21" fmla="*/ 12 h 63"/>
                  <a:gd name="T22" fmla="*/ 61 w 81"/>
                  <a:gd name="T23" fmla="*/ 50 h 63"/>
                  <a:gd name="T24" fmla="*/ 57 w 81"/>
                  <a:gd name="T25" fmla="*/ 36 h 63"/>
                  <a:gd name="T26" fmla="*/ 24 w 81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" h="63">
                    <a:moveTo>
                      <a:pt x="72" y="53"/>
                    </a:moveTo>
                    <a:cubicBezTo>
                      <a:pt x="73" y="55"/>
                      <a:pt x="75" y="57"/>
                      <a:pt x="76" y="59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72" y="53"/>
                      <a:pt x="72" y="53"/>
                      <a:pt x="72" y="53"/>
                    </a:cubicBezTo>
                    <a:moveTo>
                      <a:pt x="65" y="45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69" y="51"/>
                      <a:pt x="69" y="50"/>
                      <a:pt x="69" y="50"/>
                    </a:cubicBezTo>
                    <a:cubicBezTo>
                      <a:pt x="65" y="45"/>
                      <a:pt x="65" y="45"/>
                      <a:pt x="65" y="45"/>
                    </a:cubicBezTo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61" y="50"/>
                      <a:pt x="61" y="50"/>
                      <a:pt x="61" y="50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851"/>
              <p:cNvSpPr>
                <a:spLocks noEditPoints="1"/>
              </p:cNvSpPr>
              <p:nvPr userDrawn="1"/>
            </p:nvSpPr>
            <p:spPr bwMode="auto">
              <a:xfrm>
                <a:off x="2898" y="1151"/>
                <a:ext cx="68" cy="122"/>
              </a:xfrm>
              <a:custGeom>
                <a:avLst/>
                <a:gdLst>
                  <a:gd name="T0" fmla="*/ 32 w 55"/>
                  <a:gd name="T1" fmla="*/ 58 h 99"/>
                  <a:gd name="T2" fmla="*/ 10 w 55"/>
                  <a:gd name="T3" fmla="*/ 69 h 99"/>
                  <a:gd name="T4" fmla="*/ 10 w 55"/>
                  <a:gd name="T5" fmla="*/ 69 h 99"/>
                  <a:gd name="T6" fmla="*/ 55 w 55"/>
                  <a:gd name="T7" fmla="*/ 99 h 99"/>
                  <a:gd name="T8" fmla="*/ 32 w 55"/>
                  <a:gd name="T9" fmla="*/ 58 h 99"/>
                  <a:gd name="T10" fmla="*/ 0 w 55"/>
                  <a:gd name="T11" fmla="*/ 0 h 99"/>
                  <a:gd name="T12" fmla="*/ 0 w 55"/>
                  <a:gd name="T13" fmla="*/ 3 h 99"/>
                  <a:gd name="T14" fmla="*/ 1 w 55"/>
                  <a:gd name="T15" fmla="*/ 5 h 99"/>
                  <a:gd name="T16" fmla="*/ 14 w 55"/>
                  <a:gd name="T17" fmla="*/ 25 h 99"/>
                  <a:gd name="T18" fmla="*/ 7 w 55"/>
                  <a:gd name="T19" fmla="*/ 12 h 99"/>
                  <a:gd name="T20" fmla="*/ 3 w 55"/>
                  <a:gd name="T21" fmla="*/ 6 h 99"/>
                  <a:gd name="T22" fmla="*/ 0 w 55"/>
                  <a:gd name="T23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99">
                    <a:moveTo>
                      <a:pt x="32" y="58"/>
                    </a:moveTo>
                    <a:cubicBezTo>
                      <a:pt x="10" y="69"/>
                      <a:pt x="10" y="69"/>
                      <a:pt x="10" y="6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55" y="99"/>
                      <a:pt x="55" y="99"/>
                      <a:pt x="55" y="99"/>
                    </a:cubicBezTo>
                    <a:cubicBezTo>
                      <a:pt x="48" y="85"/>
                      <a:pt x="40" y="71"/>
                      <a:pt x="32" y="58"/>
                    </a:cubicBezTo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1" y="21"/>
                      <a:pt x="9" y="17"/>
                      <a:pt x="7" y="12"/>
                    </a:cubicBezTo>
                    <a:cubicBezTo>
                      <a:pt x="6" y="10"/>
                      <a:pt x="4" y="8"/>
                      <a:pt x="3" y="6"/>
                    </a:cubicBez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852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853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Freeform 854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Freeform 855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856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857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858"/>
              <p:cNvSpPr>
                <a:spLocks/>
              </p:cNvSpPr>
              <p:nvPr userDrawn="1"/>
            </p:nvSpPr>
            <p:spPr bwMode="auto">
              <a:xfrm>
                <a:off x="2420" y="949"/>
                <a:ext cx="59" cy="100"/>
              </a:xfrm>
              <a:custGeom>
                <a:avLst/>
                <a:gdLst>
                  <a:gd name="T0" fmla="*/ 10 w 48"/>
                  <a:gd name="T1" fmla="*/ 0 h 81"/>
                  <a:gd name="T2" fmla="*/ 10 w 48"/>
                  <a:gd name="T3" fmla="*/ 0 h 81"/>
                  <a:gd name="T4" fmla="*/ 10 w 48"/>
                  <a:gd name="T5" fmla="*/ 0 h 81"/>
                  <a:gd name="T6" fmla="*/ 0 w 48"/>
                  <a:gd name="T7" fmla="*/ 81 h 81"/>
                  <a:gd name="T8" fmla="*/ 48 w 48"/>
                  <a:gd name="T9" fmla="*/ 78 h 81"/>
                  <a:gd name="T10" fmla="*/ 10 w 48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27"/>
                      <a:pt x="3" y="54"/>
                      <a:pt x="0" y="81"/>
                    </a:cubicBezTo>
                    <a:cubicBezTo>
                      <a:pt x="16" y="80"/>
                      <a:pt x="32" y="79"/>
                      <a:pt x="48" y="78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859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860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861"/>
              <p:cNvSpPr>
                <a:spLocks noEditPoints="1"/>
              </p:cNvSpPr>
              <p:nvPr userDrawn="1"/>
            </p:nvSpPr>
            <p:spPr bwMode="auto">
              <a:xfrm>
                <a:off x="2887" y="783"/>
                <a:ext cx="42" cy="150"/>
              </a:xfrm>
              <a:custGeom>
                <a:avLst/>
                <a:gdLst>
                  <a:gd name="T0" fmla="*/ 7 w 34"/>
                  <a:gd name="T1" fmla="*/ 121 h 121"/>
                  <a:gd name="T2" fmla="*/ 7 w 34"/>
                  <a:gd name="T3" fmla="*/ 121 h 121"/>
                  <a:gd name="T4" fmla="*/ 6 w 34"/>
                  <a:gd name="T5" fmla="*/ 120 h 121"/>
                  <a:gd name="T6" fmla="*/ 1 w 34"/>
                  <a:gd name="T7" fmla="*/ 44 h 121"/>
                  <a:gd name="T8" fmla="*/ 1 w 34"/>
                  <a:gd name="T9" fmla="*/ 43 h 121"/>
                  <a:gd name="T10" fmla="*/ 31 w 34"/>
                  <a:gd name="T11" fmla="*/ 0 h 121"/>
                  <a:gd name="T12" fmla="*/ 33 w 34"/>
                  <a:gd name="T13" fmla="*/ 0 h 121"/>
                  <a:gd name="T14" fmla="*/ 34 w 34"/>
                  <a:gd name="T15" fmla="*/ 2 h 121"/>
                  <a:gd name="T16" fmla="*/ 9 w 34"/>
                  <a:gd name="T17" fmla="*/ 120 h 121"/>
                  <a:gd name="T18" fmla="*/ 7 w 34"/>
                  <a:gd name="T19" fmla="*/ 121 h 121"/>
                  <a:gd name="T20" fmla="*/ 4 w 34"/>
                  <a:gd name="T21" fmla="*/ 45 h 121"/>
                  <a:gd name="T22" fmla="*/ 8 w 34"/>
                  <a:gd name="T23" fmla="*/ 107 h 121"/>
                  <a:gd name="T24" fmla="*/ 29 w 34"/>
                  <a:gd name="T25" fmla="*/ 9 h 121"/>
                  <a:gd name="T26" fmla="*/ 4 w 34"/>
                  <a:gd name="T27" fmla="*/ 4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121">
                    <a:moveTo>
                      <a:pt x="7" y="121"/>
                    </a:moveTo>
                    <a:cubicBezTo>
                      <a:pt x="7" y="121"/>
                      <a:pt x="7" y="121"/>
                      <a:pt x="7" y="121"/>
                    </a:cubicBezTo>
                    <a:cubicBezTo>
                      <a:pt x="6" y="121"/>
                      <a:pt x="6" y="121"/>
                      <a:pt x="6" y="120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1" y="43"/>
                      <a:pt x="1" y="4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9" y="120"/>
                      <a:pt x="9" y="120"/>
                      <a:pt x="9" y="120"/>
                    </a:cubicBezTo>
                    <a:cubicBezTo>
                      <a:pt x="9" y="121"/>
                      <a:pt x="8" y="121"/>
                      <a:pt x="7" y="121"/>
                    </a:cubicBezTo>
                    <a:close/>
                    <a:moveTo>
                      <a:pt x="4" y="45"/>
                    </a:moveTo>
                    <a:cubicBezTo>
                      <a:pt x="8" y="107"/>
                      <a:pt x="8" y="107"/>
                      <a:pt x="8" y="107"/>
                    </a:cubicBezTo>
                    <a:cubicBezTo>
                      <a:pt x="29" y="9"/>
                      <a:pt x="29" y="9"/>
                      <a:pt x="29" y="9"/>
                    </a:cubicBezTo>
                    <a:lnTo>
                      <a:pt x="4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862"/>
              <p:cNvSpPr>
                <a:spLocks noEditPoints="1"/>
              </p:cNvSpPr>
              <p:nvPr userDrawn="1"/>
            </p:nvSpPr>
            <p:spPr bwMode="auto">
              <a:xfrm>
                <a:off x="2901" y="590"/>
                <a:ext cx="28" cy="197"/>
              </a:xfrm>
              <a:custGeom>
                <a:avLst/>
                <a:gdLst>
                  <a:gd name="T0" fmla="*/ 21 w 23"/>
                  <a:gd name="T1" fmla="*/ 159 h 159"/>
                  <a:gd name="T2" fmla="*/ 20 w 23"/>
                  <a:gd name="T3" fmla="*/ 158 h 159"/>
                  <a:gd name="T4" fmla="*/ 0 w 23"/>
                  <a:gd name="T5" fmla="*/ 117 h 159"/>
                  <a:gd name="T6" fmla="*/ 0 w 23"/>
                  <a:gd name="T7" fmla="*/ 116 h 159"/>
                  <a:gd name="T8" fmla="*/ 9 w 23"/>
                  <a:gd name="T9" fmla="*/ 2 h 159"/>
                  <a:gd name="T10" fmla="*/ 11 w 23"/>
                  <a:gd name="T11" fmla="*/ 0 h 159"/>
                  <a:gd name="T12" fmla="*/ 11 w 23"/>
                  <a:gd name="T13" fmla="*/ 0 h 159"/>
                  <a:gd name="T14" fmla="*/ 13 w 23"/>
                  <a:gd name="T15" fmla="*/ 2 h 159"/>
                  <a:gd name="T16" fmla="*/ 23 w 23"/>
                  <a:gd name="T17" fmla="*/ 157 h 159"/>
                  <a:gd name="T18" fmla="*/ 22 w 23"/>
                  <a:gd name="T19" fmla="*/ 159 h 159"/>
                  <a:gd name="T20" fmla="*/ 21 w 23"/>
                  <a:gd name="T21" fmla="*/ 159 h 159"/>
                  <a:gd name="T22" fmla="*/ 3 w 23"/>
                  <a:gd name="T23" fmla="*/ 116 h 159"/>
                  <a:gd name="T24" fmla="*/ 19 w 23"/>
                  <a:gd name="T25" fmla="*/ 149 h 159"/>
                  <a:gd name="T26" fmla="*/ 11 w 23"/>
                  <a:gd name="T27" fmla="*/ 24 h 159"/>
                  <a:gd name="T28" fmla="*/ 3 w 23"/>
                  <a:gd name="T29" fmla="*/ 116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159">
                    <a:moveTo>
                      <a:pt x="21" y="159"/>
                    </a:moveTo>
                    <a:cubicBezTo>
                      <a:pt x="21" y="159"/>
                      <a:pt x="20" y="159"/>
                      <a:pt x="20" y="158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10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3" y="1"/>
                      <a:pt x="13" y="2"/>
                    </a:cubicBezTo>
                    <a:cubicBezTo>
                      <a:pt x="23" y="157"/>
                      <a:pt x="23" y="157"/>
                      <a:pt x="23" y="157"/>
                    </a:cubicBezTo>
                    <a:cubicBezTo>
                      <a:pt x="23" y="158"/>
                      <a:pt x="22" y="159"/>
                      <a:pt x="22" y="159"/>
                    </a:cubicBezTo>
                    <a:lnTo>
                      <a:pt x="21" y="159"/>
                    </a:lnTo>
                    <a:close/>
                    <a:moveTo>
                      <a:pt x="3" y="116"/>
                    </a:moveTo>
                    <a:cubicBezTo>
                      <a:pt x="19" y="149"/>
                      <a:pt x="19" y="149"/>
                      <a:pt x="19" y="149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3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863"/>
              <p:cNvSpPr>
                <a:spLocks noEditPoints="1"/>
              </p:cNvSpPr>
              <p:nvPr userDrawn="1"/>
            </p:nvSpPr>
            <p:spPr bwMode="auto">
              <a:xfrm>
                <a:off x="2882" y="554"/>
                <a:ext cx="49" cy="136"/>
              </a:xfrm>
              <a:custGeom>
                <a:avLst/>
                <a:gdLst>
                  <a:gd name="T0" fmla="*/ 37 w 39"/>
                  <a:gd name="T1" fmla="*/ 110 h 110"/>
                  <a:gd name="T2" fmla="*/ 36 w 39"/>
                  <a:gd name="T3" fmla="*/ 110 h 110"/>
                  <a:gd name="T4" fmla="*/ 1 w 39"/>
                  <a:gd name="T5" fmla="*/ 84 h 110"/>
                  <a:gd name="T6" fmla="*/ 0 w 39"/>
                  <a:gd name="T7" fmla="*/ 82 h 110"/>
                  <a:gd name="T8" fmla="*/ 20 w 39"/>
                  <a:gd name="T9" fmla="*/ 1 h 110"/>
                  <a:gd name="T10" fmla="*/ 21 w 39"/>
                  <a:gd name="T11" fmla="*/ 0 h 110"/>
                  <a:gd name="T12" fmla="*/ 23 w 39"/>
                  <a:gd name="T13" fmla="*/ 1 h 110"/>
                  <a:gd name="T14" fmla="*/ 39 w 39"/>
                  <a:gd name="T15" fmla="*/ 108 h 110"/>
                  <a:gd name="T16" fmla="*/ 38 w 39"/>
                  <a:gd name="T17" fmla="*/ 110 h 110"/>
                  <a:gd name="T18" fmla="*/ 37 w 39"/>
                  <a:gd name="T19" fmla="*/ 110 h 110"/>
                  <a:gd name="T20" fmla="*/ 4 w 39"/>
                  <a:gd name="T21" fmla="*/ 82 h 110"/>
                  <a:gd name="T22" fmla="*/ 35 w 39"/>
                  <a:gd name="T23" fmla="*/ 105 h 110"/>
                  <a:gd name="T24" fmla="*/ 21 w 39"/>
                  <a:gd name="T25" fmla="*/ 10 h 110"/>
                  <a:gd name="T26" fmla="*/ 4 w 39"/>
                  <a:gd name="T27" fmla="*/ 82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10">
                    <a:moveTo>
                      <a:pt x="37" y="110"/>
                    </a:moveTo>
                    <a:cubicBezTo>
                      <a:pt x="36" y="110"/>
                      <a:pt x="36" y="110"/>
                      <a:pt x="36" y="110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0" y="83"/>
                      <a:pt x="0" y="82"/>
                      <a:pt x="0" y="8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9"/>
                      <a:pt x="39" y="110"/>
                      <a:pt x="38" y="110"/>
                    </a:cubicBezTo>
                    <a:lnTo>
                      <a:pt x="37" y="110"/>
                    </a:lnTo>
                    <a:close/>
                    <a:moveTo>
                      <a:pt x="4" y="82"/>
                    </a:moveTo>
                    <a:cubicBezTo>
                      <a:pt x="35" y="105"/>
                      <a:pt x="35" y="105"/>
                      <a:pt x="35" y="105"/>
                    </a:cubicBezTo>
                    <a:cubicBezTo>
                      <a:pt x="21" y="10"/>
                      <a:pt x="21" y="10"/>
                      <a:pt x="21" y="10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864"/>
              <p:cNvSpPr>
                <a:spLocks noEditPoints="1"/>
              </p:cNvSpPr>
              <p:nvPr userDrawn="1"/>
            </p:nvSpPr>
            <p:spPr bwMode="auto">
              <a:xfrm>
                <a:off x="2882" y="653"/>
                <a:ext cx="49" cy="207"/>
              </a:xfrm>
              <a:custGeom>
                <a:avLst/>
                <a:gdLst>
                  <a:gd name="T0" fmla="*/ 27 w 39"/>
                  <a:gd name="T1" fmla="*/ 167 h 167"/>
                  <a:gd name="T2" fmla="*/ 26 w 39"/>
                  <a:gd name="T3" fmla="*/ 166 h 167"/>
                  <a:gd name="T4" fmla="*/ 0 w 39"/>
                  <a:gd name="T5" fmla="*/ 2 h 167"/>
                  <a:gd name="T6" fmla="*/ 1 w 39"/>
                  <a:gd name="T7" fmla="*/ 1 h 167"/>
                  <a:gd name="T8" fmla="*/ 3 w 39"/>
                  <a:gd name="T9" fmla="*/ 1 h 167"/>
                  <a:gd name="T10" fmla="*/ 38 w 39"/>
                  <a:gd name="T11" fmla="*/ 27 h 167"/>
                  <a:gd name="T12" fmla="*/ 39 w 39"/>
                  <a:gd name="T13" fmla="*/ 29 h 167"/>
                  <a:gd name="T14" fmla="*/ 29 w 39"/>
                  <a:gd name="T15" fmla="*/ 166 h 167"/>
                  <a:gd name="T16" fmla="*/ 27 w 39"/>
                  <a:gd name="T17" fmla="*/ 167 h 167"/>
                  <a:gd name="T18" fmla="*/ 4 w 39"/>
                  <a:gd name="T19" fmla="*/ 6 h 167"/>
                  <a:gd name="T20" fmla="*/ 27 w 39"/>
                  <a:gd name="T21" fmla="*/ 151 h 167"/>
                  <a:gd name="T22" fmla="*/ 36 w 39"/>
                  <a:gd name="T23" fmla="*/ 29 h 167"/>
                  <a:gd name="T24" fmla="*/ 4 w 39"/>
                  <a:gd name="T25" fmla="*/ 6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167">
                    <a:moveTo>
                      <a:pt x="27" y="167"/>
                    </a:moveTo>
                    <a:cubicBezTo>
                      <a:pt x="27" y="167"/>
                      <a:pt x="26" y="167"/>
                      <a:pt x="26" y="16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8"/>
                      <a:pt x="39" y="28"/>
                      <a:pt x="39" y="29"/>
                    </a:cubicBezTo>
                    <a:cubicBezTo>
                      <a:pt x="29" y="166"/>
                      <a:pt x="29" y="166"/>
                      <a:pt x="29" y="166"/>
                    </a:cubicBezTo>
                    <a:cubicBezTo>
                      <a:pt x="29" y="167"/>
                      <a:pt x="28" y="167"/>
                      <a:pt x="27" y="167"/>
                    </a:cubicBezTo>
                    <a:close/>
                    <a:moveTo>
                      <a:pt x="4" y="6"/>
                    </a:moveTo>
                    <a:cubicBezTo>
                      <a:pt x="27" y="151"/>
                      <a:pt x="27" y="151"/>
                      <a:pt x="27" y="151"/>
                    </a:cubicBezTo>
                    <a:cubicBezTo>
                      <a:pt x="36" y="29"/>
                      <a:pt x="36" y="29"/>
                      <a:pt x="36" y="29"/>
                    </a:cubicBez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865"/>
              <p:cNvSpPr>
                <a:spLocks noEditPoints="1"/>
              </p:cNvSpPr>
              <p:nvPr userDrawn="1"/>
            </p:nvSpPr>
            <p:spPr bwMode="auto">
              <a:xfrm>
                <a:off x="2856" y="449"/>
                <a:ext cx="55" cy="109"/>
              </a:xfrm>
              <a:custGeom>
                <a:avLst/>
                <a:gdLst>
                  <a:gd name="T0" fmla="*/ 42 w 44"/>
                  <a:gd name="T1" fmla="*/ 88 h 88"/>
                  <a:gd name="T2" fmla="*/ 41 w 44"/>
                  <a:gd name="T3" fmla="*/ 88 h 88"/>
                  <a:gd name="T4" fmla="*/ 1 w 44"/>
                  <a:gd name="T5" fmla="*/ 65 h 88"/>
                  <a:gd name="T6" fmla="*/ 0 w 44"/>
                  <a:gd name="T7" fmla="*/ 64 h 88"/>
                  <a:gd name="T8" fmla="*/ 0 w 44"/>
                  <a:gd name="T9" fmla="*/ 2 h 88"/>
                  <a:gd name="T10" fmla="*/ 2 w 44"/>
                  <a:gd name="T11" fmla="*/ 0 h 88"/>
                  <a:gd name="T12" fmla="*/ 4 w 44"/>
                  <a:gd name="T13" fmla="*/ 1 h 88"/>
                  <a:gd name="T14" fmla="*/ 44 w 44"/>
                  <a:gd name="T15" fmla="*/ 86 h 88"/>
                  <a:gd name="T16" fmla="*/ 43 w 44"/>
                  <a:gd name="T17" fmla="*/ 88 h 88"/>
                  <a:gd name="T18" fmla="*/ 42 w 44"/>
                  <a:gd name="T19" fmla="*/ 88 h 88"/>
                  <a:gd name="T20" fmla="*/ 4 w 44"/>
                  <a:gd name="T21" fmla="*/ 63 h 88"/>
                  <a:gd name="T22" fmla="*/ 38 w 44"/>
                  <a:gd name="T23" fmla="*/ 82 h 88"/>
                  <a:gd name="T24" fmla="*/ 4 w 44"/>
                  <a:gd name="T25" fmla="*/ 10 h 88"/>
                  <a:gd name="T26" fmla="*/ 4 w 44"/>
                  <a:gd name="T27" fmla="*/ 6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88">
                    <a:moveTo>
                      <a:pt x="42" y="88"/>
                    </a:moveTo>
                    <a:cubicBezTo>
                      <a:pt x="41" y="88"/>
                      <a:pt x="41" y="88"/>
                      <a:pt x="41" y="88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1"/>
                      <a:pt x="4" y="1"/>
                    </a:cubicBezTo>
                    <a:cubicBezTo>
                      <a:pt x="44" y="86"/>
                      <a:pt x="44" y="86"/>
                      <a:pt x="44" y="86"/>
                    </a:cubicBezTo>
                    <a:cubicBezTo>
                      <a:pt x="44" y="86"/>
                      <a:pt x="44" y="87"/>
                      <a:pt x="43" y="88"/>
                    </a:cubicBezTo>
                    <a:cubicBezTo>
                      <a:pt x="43" y="88"/>
                      <a:pt x="43" y="88"/>
                      <a:pt x="42" y="88"/>
                    </a:cubicBezTo>
                    <a:close/>
                    <a:moveTo>
                      <a:pt x="4" y="63"/>
                    </a:moveTo>
                    <a:cubicBezTo>
                      <a:pt x="38" y="82"/>
                      <a:pt x="38" y="82"/>
                      <a:pt x="38" y="82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4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866"/>
              <p:cNvSpPr>
                <a:spLocks noEditPoints="1"/>
              </p:cNvSpPr>
              <p:nvPr userDrawn="1"/>
            </p:nvSpPr>
            <p:spPr bwMode="auto">
              <a:xfrm>
                <a:off x="2782" y="354"/>
                <a:ext cx="79" cy="127"/>
              </a:xfrm>
              <a:custGeom>
                <a:avLst/>
                <a:gdLst>
                  <a:gd name="T0" fmla="*/ 45 w 64"/>
                  <a:gd name="T1" fmla="*/ 103 h 103"/>
                  <a:gd name="T2" fmla="*/ 44 w 64"/>
                  <a:gd name="T3" fmla="*/ 103 h 103"/>
                  <a:gd name="T4" fmla="*/ 43 w 64"/>
                  <a:gd name="T5" fmla="*/ 102 h 103"/>
                  <a:gd name="T6" fmla="*/ 0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3 w 64"/>
                  <a:gd name="T13" fmla="*/ 78 h 103"/>
                  <a:gd name="T14" fmla="*/ 63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8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8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4" y="103"/>
                      <a:pt x="44" y="103"/>
                      <a:pt x="44" y="103"/>
                    </a:cubicBezTo>
                    <a:cubicBezTo>
                      <a:pt x="44" y="103"/>
                      <a:pt x="43" y="103"/>
                      <a:pt x="43" y="10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79"/>
                      <a:pt x="64" y="80"/>
                      <a:pt x="63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5" y="103"/>
                      <a:pt x="45" y="103"/>
                    </a:cubicBezTo>
                    <a:close/>
                    <a:moveTo>
                      <a:pt x="8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867"/>
              <p:cNvSpPr>
                <a:spLocks noEditPoints="1"/>
              </p:cNvSpPr>
              <p:nvPr userDrawn="1"/>
            </p:nvSpPr>
            <p:spPr bwMode="auto">
              <a:xfrm>
                <a:off x="2666" y="90"/>
                <a:ext cx="79" cy="128"/>
              </a:xfrm>
              <a:custGeom>
                <a:avLst/>
                <a:gdLst>
                  <a:gd name="T0" fmla="*/ 45 w 64"/>
                  <a:gd name="T1" fmla="*/ 103 h 103"/>
                  <a:gd name="T2" fmla="*/ 45 w 64"/>
                  <a:gd name="T3" fmla="*/ 103 h 103"/>
                  <a:gd name="T4" fmla="*/ 44 w 64"/>
                  <a:gd name="T5" fmla="*/ 102 h 103"/>
                  <a:gd name="T6" fmla="*/ 1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4 w 64"/>
                  <a:gd name="T13" fmla="*/ 78 h 103"/>
                  <a:gd name="T14" fmla="*/ 64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9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9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5" y="103"/>
                      <a:pt x="45" y="103"/>
                      <a:pt x="45" y="103"/>
                    </a:cubicBezTo>
                    <a:cubicBezTo>
                      <a:pt x="44" y="103"/>
                      <a:pt x="44" y="103"/>
                      <a:pt x="44" y="10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9"/>
                      <a:pt x="64" y="79"/>
                      <a:pt x="64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6" y="103"/>
                      <a:pt x="45" y="103"/>
                    </a:cubicBezTo>
                    <a:close/>
                    <a:moveTo>
                      <a:pt x="9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9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868"/>
              <p:cNvSpPr>
                <a:spLocks noEditPoints="1"/>
              </p:cNvSpPr>
              <p:nvPr userDrawn="1"/>
            </p:nvSpPr>
            <p:spPr bwMode="auto">
              <a:xfrm>
                <a:off x="2666" y="278"/>
                <a:ext cx="120" cy="81"/>
              </a:xfrm>
              <a:custGeom>
                <a:avLst/>
                <a:gdLst>
                  <a:gd name="T0" fmla="*/ 96 w 97"/>
                  <a:gd name="T1" fmla="*/ 65 h 65"/>
                  <a:gd name="T2" fmla="*/ 95 w 97"/>
                  <a:gd name="T3" fmla="*/ 65 h 65"/>
                  <a:gd name="T4" fmla="*/ 32 w 97"/>
                  <a:gd name="T5" fmla="*/ 59 h 65"/>
                  <a:gd name="T6" fmla="*/ 31 w 97"/>
                  <a:gd name="T7" fmla="*/ 58 h 65"/>
                  <a:gd name="T8" fmla="*/ 1 w 97"/>
                  <a:gd name="T9" fmla="*/ 2 h 65"/>
                  <a:gd name="T10" fmla="*/ 1 w 97"/>
                  <a:gd name="T11" fmla="*/ 0 h 65"/>
                  <a:gd name="T12" fmla="*/ 3 w 97"/>
                  <a:gd name="T13" fmla="*/ 0 h 65"/>
                  <a:gd name="T14" fmla="*/ 96 w 97"/>
                  <a:gd name="T15" fmla="*/ 62 h 65"/>
                  <a:gd name="T16" fmla="*/ 97 w 97"/>
                  <a:gd name="T17" fmla="*/ 64 h 65"/>
                  <a:gd name="T18" fmla="*/ 96 w 97"/>
                  <a:gd name="T19" fmla="*/ 65 h 65"/>
                  <a:gd name="T20" fmla="*/ 33 w 97"/>
                  <a:gd name="T21" fmla="*/ 56 h 65"/>
                  <a:gd name="T22" fmla="*/ 89 w 97"/>
                  <a:gd name="T23" fmla="*/ 61 h 65"/>
                  <a:gd name="T24" fmla="*/ 7 w 97"/>
                  <a:gd name="T25" fmla="*/ 7 h 65"/>
                  <a:gd name="T26" fmla="*/ 33 w 97"/>
                  <a:gd name="T27" fmla="*/ 5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65">
                    <a:moveTo>
                      <a:pt x="96" y="65"/>
                    </a:moveTo>
                    <a:cubicBezTo>
                      <a:pt x="95" y="65"/>
                      <a:pt x="95" y="65"/>
                      <a:pt x="95" y="65"/>
                    </a:cubicBezTo>
                    <a:cubicBezTo>
                      <a:pt x="32" y="59"/>
                      <a:pt x="32" y="59"/>
                      <a:pt x="32" y="59"/>
                    </a:cubicBezTo>
                    <a:cubicBezTo>
                      <a:pt x="31" y="59"/>
                      <a:pt x="31" y="59"/>
                      <a:pt x="31" y="5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96" y="62"/>
                      <a:pt x="96" y="62"/>
                      <a:pt x="96" y="62"/>
                    </a:cubicBezTo>
                    <a:cubicBezTo>
                      <a:pt x="97" y="62"/>
                      <a:pt x="97" y="63"/>
                      <a:pt x="97" y="64"/>
                    </a:cubicBezTo>
                    <a:cubicBezTo>
                      <a:pt x="97" y="65"/>
                      <a:pt x="96" y="65"/>
                      <a:pt x="96" y="65"/>
                    </a:cubicBezTo>
                    <a:close/>
                    <a:moveTo>
                      <a:pt x="33" y="56"/>
                    </a:moveTo>
                    <a:cubicBezTo>
                      <a:pt x="89" y="61"/>
                      <a:pt x="89" y="61"/>
                      <a:pt x="89" y="61"/>
                    </a:cubicBezTo>
                    <a:cubicBezTo>
                      <a:pt x="7" y="7"/>
                      <a:pt x="7" y="7"/>
                      <a:pt x="7" y="7"/>
                    </a:cubicBezTo>
                    <a:lnTo>
                      <a:pt x="33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869"/>
              <p:cNvSpPr>
                <a:spLocks noEditPoints="1"/>
              </p:cNvSpPr>
              <p:nvPr userDrawn="1"/>
            </p:nvSpPr>
            <p:spPr bwMode="auto">
              <a:xfrm>
                <a:off x="2895" y="916"/>
                <a:ext cx="76" cy="44"/>
              </a:xfrm>
              <a:custGeom>
                <a:avLst/>
                <a:gdLst>
                  <a:gd name="T0" fmla="*/ 39 w 62"/>
                  <a:gd name="T1" fmla="*/ 36 h 36"/>
                  <a:gd name="T2" fmla="*/ 38 w 62"/>
                  <a:gd name="T3" fmla="*/ 36 h 36"/>
                  <a:gd name="T4" fmla="*/ 1 w 62"/>
                  <a:gd name="T5" fmla="*/ 14 h 36"/>
                  <a:gd name="T6" fmla="*/ 0 w 62"/>
                  <a:gd name="T7" fmla="*/ 12 h 36"/>
                  <a:gd name="T8" fmla="*/ 1 w 62"/>
                  <a:gd name="T9" fmla="*/ 11 h 36"/>
                  <a:gd name="T10" fmla="*/ 60 w 62"/>
                  <a:gd name="T11" fmla="*/ 0 h 36"/>
                  <a:gd name="T12" fmla="*/ 62 w 62"/>
                  <a:gd name="T13" fmla="*/ 1 h 36"/>
                  <a:gd name="T14" fmla="*/ 62 w 62"/>
                  <a:gd name="T15" fmla="*/ 3 h 36"/>
                  <a:gd name="T16" fmla="*/ 41 w 62"/>
                  <a:gd name="T17" fmla="*/ 35 h 36"/>
                  <a:gd name="T18" fmla="*/ 39 w 62"/>
                  <a:gd name="T19" fmla="*/ 36 h 36"/>
                  <a:gd name="T20" fmla="*/ 6 w 62"/>
                  <a:gd name="T21" fmla="*/ 14 h 36"/>
                  <a:gd name="T22" fmla="*/ 39 w 62"/>
                  <a:gd name="T23" fmla="*/ 32 h 36"/>
                  <a:gd name="T24" fmla="*/ 57 w 62"/>
                  <a:gd name="T25" fmla="*/ 4 h 36"/>
                  <a:gd name="T26" fmla="*/ 6 w 62"/>
                  <a:gd name="T27" fmla="*/ 1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36">
                    <a:moveTo>
                      <a:pt x="39" y="36"/>
                    </a:moveTo>
                    <a:cubicBezTo>
                      <a:pt x="38" y="36"/>
                      <a:pt x="38" y="36"/>
                      <a:pt x="38" y="36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4"/>
                      <a:pt x="0" y="13"/>
                      <a:pt x="0" y="12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1"/>
                      <a:pt x="62" y="1"/>
                    </a:cubicBezTo>
                    <a:cubicBezTo>
                      <a:pt x="62" y="2"/>
                      <a:pt x="62" y="2"/>
                      <a:pt x="62" y="3"/>
                    </a:cubicBezTo>
                    <a:cubicBezTo>
                      <a:pt x="41" y="35"/>
                      <a:pt x="41" y="35"/>
                      <a:pt x="41" y="35"/>
                    </a:cubicBezTo>
                    <a:cubicBezTo>
                      <a:pt x="40" y="36"/>
                      <a:pt x="40" y="36"/>
                      <a:pt x="39" y="36"/>
                    </a:cubicBezTo>
                    <a:close/>
                    <a:moveTo>
                      <a:pt x="6" y="1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Freeform 870"/>
              <p:cNvSpPr>
                <a:spLocks noEditPoints="1"/>
              </p:cNvSpPr>
              <p:nvPr userDrawn="1"/>
            </p:nvSpPr>
            <p:spPr bwMode="auto">
              <a:xfrm>
                <a:off x="2966" y="916"/>
                <a:ext cx="107" cy="31"/>
              </a:xfrm>
              <a:custGeom>
                <a:avLst/>
                <a:gdLst>
                  <a:gd name="T0" fmla="*/ 43 w 86"/>
                  <a:gd name="T1" fmla="*/ 25 h 25"/>
                  <a:gd name="T2" fmla="*/ 42 w 86"/>
                  <a:gd name="T3" fmla="*/ 25 h 25"/>
                  <a:gd name="T4" fmla="*/ 1 w 86"/>
                  <a:gd name="T5" fmla="*/ 4 h 25"/>
                  <a:gd name="T6" fmla="*/ 1 w 86"/>
                  <a:gd name="T7" fmla="*/ 2 h 25"/>
                  <a:gd name="T8" fmla="*/ 2 w 86"/>
                  <a:gd name="T9" fmla="*/ 0 h 25"/>
                  <a:gd name="T10" fmla="*/ 84 w 86"/>
                  <a:gd name="T11" fmla="*/ 11 h 25"/>
                  <a:gd name="T12" fmla="*/ 86 w 86"/>
                  <a:gd name="T13" fmla="*/ 13 h 25"/>
                  <a:gd name="T14" fmla="*/ 84 w 86"/>
                  <a:gd name="T15" fmla="*/ 14 h 25"/>
                  <a:gd name="T16" fmla="*/ 43 w 86"/>
                  <a:gd name="T17" fmla="*/ 25 h 25"/>
                  <a:gd name="T18" fmla="*/ 11 w 86"/>
                  <a:gd name="T19" fmla="*/ 5 h 25"/>
                  <a:gd name="T20" fmla="*/ 43 w 86"/>
                  <a:gd name="T21" fmla="*/ 22 h 25"/>
                  <a:gd name="T22" fmla="*/ 75 w 86"/>
                  <a:gd name="T23" fmla="*/ 13 h 25"/>
                  <a:gd name="T24" fmla="*/ 11 w 86"/>
                  <a:gd name="T25" fmla="*/ 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25">
                    <a:moveTo>
                      <a:pt x="43" y="25"/>
                    </a:moveTo>
                    <a:cubicBezTo>
                      <a:pt x="42" y="25"/>
                      <a:pt x="42" y="25"/>
                      <a:pt x="42" y="2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0" y="2"/>
                      <a:pt x="1" y="2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5" y="12"/>
                      <a:pt x="86" y="13"/>
                    </a:cubicBezTo>
                    <a:cubicBezTo>
                      <a:pt x="86" y="13"/>
                      <a:pt x="85" y="14"/>
                      <a:pt x="84" y="14"/>
                    </a:cubicBezTo>
                    <a:cubicBezTo>
                      <a:pt x="43" y="25"/>
                      <a:pt x="43" y="25"/>
                      <a:pt x="43" y="25"/>
                    </a:cubicBezTo>
                    <a:close/>
                    <a:moveTo>
                      <a:pt x="11" y="5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75" y="13"/>
                      <a:pt x="75" y="13"/>
                      <a:pt x="75" y="13"/>
                    </a:cubicBez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Freeform 871"/>
              <p:cNvSpPr>
                <a:spLocks noEditPoints="1"/>
              </p:cNvSpPr>
              <p:nvPr userDrawn="1"/>
            </p:nvSpPr>
            <p:spPr bwMode="auto">
              <a:xfrm>
                <a:off x="3017" y="929"/>
                <a:ext cx="143" cy="50"/>
              </a:xfrm>
              <a:custGeom>
                <a:avLst/>
                <a:gdLst>
                  <a:gd name="T0" fmla="*/ 114 w 115"/>
                  <a:gd name="T1" fmla="*/ 40 h 40"/>
                  <a:gd name="T2" fmla="*/ 113 w 115"/>
                  <a:gd name="T3" fmla="*/ 40 h 40"/>
                  <a:gd name="T4" fmla="*/ 2 w 115"/>
                  <a:gd name="T5" fmla="*/ 14 h 40"/>
                  <a:gd name="T6" fmla="*/ 0 w 115"/>
                  <a:gd name="T7" fmla="*/ 13 h 40"/>
                  <a:gd name="T8" fmla="*/ 2 w 115"/>
                  <a:gd name="T9" fmla="*/ 11 h 40"/>
                  <a:gd name="T10" fmla="*/ 42 w 115"/>
                  <a:gd name="T11" fmla="*/ 0 h 40"/>
                  <a:gd name="T12" fmla="*/ 44 w 115"/>
                  <a:gd name="T13" fmla="*/ 0 h 40"/>
                  <a:gd name="T14" fmla="*/ 114 w 115"/>
                  <a:gd name="T15" fmla="*/ 37 h 40"/>
                  <a:gd name="T16" fmla="*/ 115 w 115"/>
                  <a:gd name="T17" fmla="*/ 39 h 40"/>
                  <a:gd name="T18" fmla="*/ 114 w 115"/>
                  <a:gd name="T19" fmla="*/ 40 h 40"/>
                  <a:gd name="T20" fmla="*/ 9 w 115"/>
                  <a:gd name="T21" fmla="*/ 12 h 40"/>
                  <a:gd name="T22" fmla="*/ 101 w 115"/>
                  <a:gd name="T23" fmla="*/ 34 h 40"/>
                  <a:gd name="T24" fmla="*/ 43 w 115"/>
                  <a:gd name="T25" fmla="*/ 3 h 40"/>
                  <a:gd name="T26" fmla="*/ 9 w 115"/>
                  <a:gd name="T27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40">
                    <a:moveTo>
                      <a:pt x="114" y="40"/>
                    </a:moveTo>
                    <a:cubicBezTo>
                      <a:pt x="113" y="40"/>
                      <a:pt x="113" y="40"/>
                      <a:pt x="113" y="4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0" y="13"/>
                    </a:cubicBezTo>
                    <a:cubicBezTo>
                      <a:pt x="0" y="12"/>
                      <a:pt x="1" y="11"/>
                      <a:pt x="2" y="11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14" y="37"/>
                      <a:pt x="114" y="37"/>
                      <a:pt x="114" y="37"/>
                    </a:cubicBezTo>
                    <a:cubicBezTo>
                      <a:pt x="115" y="38"/>
                      <a:pt x="115" y="39"/>
                      <a:pt x="115" y="39"/>
                    </a:cubicBezTo>
                    <a:cubicBezTo>
                      <a:pt x="115" y="40"/>
                      <a:pt x="114" y="40"/>
                      <a:pt x="114" y="40"/>
                    </a:cubicBezTo>
                    <a:close/>
                    <a:moveTo>
                      <a:pt x="9" y="12"/>
                    </a:moveTo>
                    <a:cubicBezTo>
                      <a:pt x="101" y="34"/>
                      <a:pt x="101" y="34"/>
                      <a:pt x="101" y="3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872"/>
              <p:cNvSpPr>
                <a:spLocks noEditPoints="1"/>
              </p:cNvSpPr>
              <p:nvPr userDrawn="1"/>
            </p:nvSpPr>
            <p:spPr bwMode="auto">
              <a:xfrm>
                <a:off x="3156" y="975"/>
                <a:ext cx="68" cy="73"/>
              </a:xfrm>
              <a:custGeom>
                <a:avLst/>
                <a:gdLst>
                  <a:gd name="T0" fmla="*/ 53 w 55"/>
                  <a:gd name="T1" fmla="*/ 59 h 59"/>
                  <a:gd name="T2" fmla="*/ 52 w 55"/>
                  <a:gd name="T3" fmla="*/ 59 h 59"/>
                  <a:gd name="T4" fmla="*/ 1 w 55"/>
                  <a:gd name="T5" fmla="*/ 35 h 59"/>
                  <a:gd name="T6" fmla="*/ 0 w 55"/>
                  <a:gd name="T7" fmla="*/ 34 h 59"/>
                  <a:gd name="T8" fmla="*/ 0 w 55"/>
                  <a:gd name="T9" fmla="*/ 2 h 59"/>
                  <a:gd name="T10" fmla="*/ 1 w 55"/>
                  <a:gd name="T11" fmla="*/ 0 h 59"/>
                  <a:gd name="T12" fmla="*/ 3 w 55"/>
                  <a:gd name="T13" fmla="*/ 1 h 59"/>
                  <a:gd name="T14" fmla="*/ 54 w 55"/>
                  <a:gd name="T15" fmla="*/ 56 h 59"/>
                  <a:gd name="T16" fmla="*/ 54 w 55"/>
                  <a:gd name="T17" fmla="*/ 58 h 59"/>
                  <a:gd name="T18" fmla="*/ 53 w 55"/>
                  <a:gd name="T19" fmla="*/ 59 h 59"/>
                  <a:gd name="T20" fmla="*/ 3 w 55"/>
                  <a:gd name="T21" fmla="*/ 33 h 59"/>
                  <a:gd name="T22" fmla="*/ 47 w 55"/>
                  <a:gd name="T23" fmla="*/ 52 h 59"/>
                  <a:gd name="T24" fmla="*/ 3 w 55"/>
                  <a:gd name="T25" fmla="*/ 6 h 59"/>
                  <a:gd name="T26" fmla="*/ 3 w 55"/>
                  <a:gd name="T27" fmla="*/ 3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59">
                    <a:moveTo>
                      <a:pt x="53" y="59"/>
                    </a:moveTo>
                    <a:cubicBezTo>
                      <a:pt x="52" y="59"/>
                      <a:pt x="52" y="59"/>
                      <a:pt x="52" y="59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5" y="3"/>
                      <a:pt x="51" y="51"/>
                      <a:pt x="54" y="56"/>
                    </a:cubicBezTo>
                    <a:cubicBezTo>
                      <a:pt x="55" y="57"/>
                      <a:pt x="55" y="57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lose/>
                    <a:moveTo>
                      <a:pt x="3" y="33"/>
                    </a:moveTo>
                    <a:cubicBezTo>
                      <a:pt x="47" y="52"/>
                      <a:pt x="47" y="52"/>
                      <a:pt x="47" y="52"/>
                    </a:cubicBezTo>
                    <a:cubicBezTo>
                      <a:pt x="37" y="42"/>
                      <a:pt x="17" y="20"/>
                      <a:pt x="3" y="6"/>
                    </a:cubicBezTo>
                    <a:lnTo>
                      <a:pt x="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873"/>
              <p:cNvSpPr>
                <a:spLocks noEditPoints="1"/>
              </p:cNvSpPr>
              <p:nvPr userDrawn="1"/>
            </p:nvSpPr>
            <p:spPr bwMode="auto">
              <a:xfrm>
                <a:off x="3068" y="943"/>
                <a:ext cx="129" cy="70"/>
              </a:xfrm>
              <a:custGeom>
                <a:avLst/>
                <a:gdLst>
                  <a:gd name="T0" fmla="*/ 102 w 104"/>
                  <a:gd name="T1" fmla="*/ 57 h 57"/>
                  <a:gd name="T2" fmla="*/ 102 w 104"/>
                  <a:gd name="T3" fmla="*/ 57 h 57"/>
                  <a:gd name="T4" fmla="*/ 1 w 104"/>
                  <a:gd name="T5" fmla="*/ 29 h 57"/>
                  <a:gd name="T6" fmla="*/ 0 w 104"/>
                  <a:gd name="T7" fmla="*/ 28 h 57"/>
                  <a:gd name="T8" fmla="*/ 1 w 104"/>
                  <a:gd name="T9" fmla="*/ 27 h 57"/>
                  <a:gd name="T10" fmla="*/ 28 w 104"/>
                  <a:gd name="T11" fmla="*/ 0 h 57"/>
                  <a:gd name="T12" fmla="*/ 30 w 104"/>
                  <a:gd name="T13" fmla="*/ 0 h 57"/>
                  <a:gd name="T14" fmla="*/ 103 w 104"/>
                  <a:gd name="T15" fmla="*/ 54 h 57"/>
                  <a:gd name="T16" fmla="*/ 104 w 104"/>
                  <a:gd name="T17" fmla="*/ 56 h 57"/>
                  <a:gd name="T18" fmla="*/ 102 w 104"/>
                  <a:gd name="T19" fmla="*/ 57 h 57"/>
                  <a:gd name="T20" fmla="*/ 5 w 104"/>
                  <a:gd name="T21" fmla="*/ 27 h 57"/>
                  <a:gd name="T22" fmla="*/ 94 w 104"/>
                  <a:gd name="T23" fmla="*/ 51 h 57"/>
                  <a:gd name="T24" fmla="*/ 30 w 104"/>
                  <a:gd name="T25" fmla="*/ 4 h 57"/>
                  <a:gd name="T26" fmla="*/ 5 w 104"/>
                  <a:gd name="T27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4" h="57">
                    <a:moveTo>
                      <a:pt x="102" y="57"/>
                    </a:moveTo>
                    <a:cubicBezTo>
                      <a:pt x="102" y="57"/>
                      <a:pt x="102" y="57"/>
                      <a:pt x="102" y="57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103" y="54"/>
                      <a:pt x="103" y="54"/>
                      <a:pt x="103" y="54"/>
                    </a:cubicBezTo>
                    <a:cubicBezTo>
                      <a:pt x="104" y="55"/>
                      <a:pt x="104" y="55"/>
                      <a:pt x="104" y="56"/>
                    </a:cubicBezTo>
                    <a:cubicBezTo>
                      <a:pt x="104" y="57"/>
                      <a:pt x="103" y="57"/>
                      <a:pt x="102" y="57"/>
                    </a:cubicBezTo>
                    <a:close/>
                    <a:moveTo>
                      <a:pt x="5" y="27"/>
                    </a:moveTo>
                    <a:cubicBezTo>
                      <a:pt x="94" y="51"/>
                      <a:pt x="94" y="51"/>
                      <a:pt x="94" y="51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Freeform 874"/>
              <p:cNvSpPr>
                <a:spLocks noEditPoints="1"/>
              </p:cNvSpPr>
              <p:nvPr userDrawn="1"/>
            </p:nvSpPr>
            <p:spPr bwMode="auto">
              <a:xfrm>
                <a:off x="2549" y="251"/>
                <a:ext cx="122" cy="31"/>
              </a:xfrm>
              <a:custGeom>
                <a:avLst/>
                <a:gdLst>
                  <a:gd name="T0" fmla="*/ 96 w 98"/>
                  <a:gd name="T1" fmla="*/ 25 h 25"/>
                  <a:gd name="T2" fmla="*/ 1 w 98"/>
                  <a:gd name="T3" fmla="*/ 25 h 25"/>
                  <a:gd name="T4" fmla="*/ 0 w 98"/>
                  <a:gd name="T5" fmla="*/ 24 h 25"/>
                  <a:gd name="T6" fmla="*/ 1 w 98"/>
                  <a:gd name="T7" fmla="*/ 22 h 25"/>
                  <a:gd name="T8" fmla="*/ 31 w 98"/>
                  <a:gd name="T9" fmla="*/ 0 h 25"/>
                  <a:gd name="T10" fmla="*/ 32 w 98"/>
                  <a:gd name="T11" fmla="*/ 0 h 25"/>
                  <a:gd name="T12" fmla="*/ 97 w 98"/>
                  <a:gd name="T13" fmla="*/ 22 h 25"/>
                  <a:gd name="T14" fmla="*/ 98 w 98"/>
                  <a:gd name="T15" fmla="*/ 24 h 25"/>
                  <a:gd name="T16" fmla="*/ 96 w 98"/>
                  <a:gd name="T17" fmla="*/ 25 h 25"/>
                  <a:gd name="T18" fmla="*/ 7 w 98"/>
                  <a:gd name="T19" fmla="*/ 22 h 25"/>
                  <a:gd name="T20" fmla="*/ 86 w 98"/>
                  <a:gd name="T21" fmla="*/ 22 h 25"/>
                  <a:gd name="T22" fmla="*/ 32 w 98"/>
                  <a:gd name="T23" fmla="*/ 3 h 25"/>
                  <a:gd name="T24" fmla="*/ 7 w 98"/>
                  <a:gd name="T25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25">
                    <a:moveTo>
                      <a:pt x="96" y="25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8" y="22"/>
                      <a:pt x="98" y="23"/>
                      <a:pt x="98" y="24"/>
                    </a:cubicBezTo>
                    <a:cubicBezTo>
                      <a:pt x="98" y="25"/>
                      <a:pt x="97" y="25"/>
                      <a:pt x="96" y="25"/>
                    </a:cubicBezTo>
                    <a:close/>
                    <a:moveTo>
                      <a:pt x="7" y="22"/>
                    </a:moveTo>
                    <a:cubicBezTo>
                      <a:pt x="86" y="22"/>
                      <a:pt x="86" y="22"/>
                      <a:pt x="86" y="22"/>
                    </a:cubicBezTo>
                    <a:cubicBezTo>
                      <a:pt x="32" y="3"/>
                      <a:pt x="32" y="3"/>
                      <a:pt x="32" y="3"/>
                    </a:cubicBezTo>
                    <a:lnTo>
                      <a:pt x="7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875"/>
              <p:cNvSpPr>
                <a:spLocks noEditPoints="1"/>
              </p:cNvSpPr>
              <p:nvPr userDrawn="1"/>
            </p:nvSpPr>
            <p:spPr bwMode="auto">
              <a:xfrm>
                <a:off x="2735" y="317"/>
                <a:ext cx="93" cy="89"/>
              </a:xfrm>
              <a:custGeom>
                <a:avLst/>
                <a:gdLst>
                  <a:gd name="T0" fmla="*/ 73 w 75"/>
                  <a:gd name="T1" fmla="*/ 72 h 72"/>
                  <a:gd name="T2" fmla="*/ 73 w 75"/>
                  <a:gd name="T3" fmla="*/ 71 h 72"/>
                  <a:gd name="T4" fmla="*/ 1 w 75"/>
                  <a:gd name="T5" fmla="*/ 41 h 72"/>
                  <a:gd name="T6" fmla="*/ 0 w 75"/>
                  <a:gd name="T7" fmla="*/ 40 h 72"/>
                  <a:gd name="T8" fmla="*/ 0 w 75"/>
                  <a:gd name="T9" fmla="*/ 1 h 72"/>
                  <a:gd name="T10" fmla="*/ 1 w 75"/>
                  <a:gd name="T11" fmla="*/ 0 h 72"/>
                  <a:gd name="T12" fmla="*/ 3 w 75"/>
                  <a:gd name="T13" fmla="*/ 0 h 72"/>
                  <a:gd name="T14" fmla="*/ 75 w 75"/>
                  <a:gd name="T15" fmla="*/ 69 h 72"/>
                  <a:gd name="T16" fmla="*/ 75 w 75"/>
                  <a:gd name="T17" fmla="*/ 71 h 72"/>
                  <a:gd name="T18" fmla="*/ 73 w 75"/>
                  <a:gd name="T19" fmla="*/ 72 h 72"/>
                  <a:gd name="T20" fmla="*/ 3 w 75"/>
                  <a:gd name="T21" fmla="*/ 39 h 72"/>
                  <a:gd name="T22" fmla="*/ 66 w 75"/>
                  <a:gd name="T23" fmla="*/ 65 h 72"/>
                  <a:gd name="T24" fmla="*/ 3 w 75"/>
                  <a:gd name="T25" fmla="*/ 5 h 72"/>
                  <a:gd name="T26" fmla="*/ 3 w 75"/>
                  <a:gd name="T27" fmla="*/ 3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72">
                    <a:moveTo>
                      <a:pt x="73" y="72"/>
                    </a:moveTo>
                    <a:cubicBezTo>
                      <a:pt x="73" y="71"/>
                      <a:pt x="73" y="71"/>
                      <a:pt x="73" y="7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75" y="69"/>
                      <a:pt x="75" y="69"/>
                      <a:pt x="75" y="69"/>
                    </a:cubicBezTo>
                    <a:cubicBezTo>
                      <a:pt x="75" y="69"/>
                      <a:pt x="75" y="70"/>
                      <a:pt x="75" y="71"/>
                    </a:cubicBezTo>
                    <a:cubicBezTo>
                      <a:pt x="75" y="71"/>
                      <a:pt x="74" y="72"/>
                      <a:pt x="73" y="72"/>
                    </a:cubicBezTo>
                    <a:close/>
                    <a:moveTo>
                      <a:pt x="3" y="39"/>
                    </a:moveTo>
                    <a:cubicBezTo>
                      <a:pt x="66" y="65"/>
                      <a:pt x="66" y="65"/>
                      <a:pt x="66" y="65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876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101" cy="45"/>
              </a:xfrm>
              <a:custGeom>
                <a:avLst/>
                <a:gdLst>
                  <a:gd name="T0" fmla="*/ 50 w 82"/>
                  <a:gd name="T1" fmla="*/ 36 h 36"/>
                  <a:gd name="T2" fmla="*/ 50 w 82"/>
                  <a:gd name="T3" fmla="*/ 36 h 36"/>
                  <a:gd name="T4" fmla="*/ 1 w 82"/>
                  <a:gd name="T5" fmla="*/ 3 h 36"/>
                  <a:gd name="T6" fmla="*/ 1 w 82"/>
                  <a:gd name="T7" fmla="*/ 1 h 36"/>
                  <a:gd name="T8" fmla="*/ 3 w 82"/>
                  <a:gd name="T9" fmla="*/ 0 h 36"/>
                  <a:gd name="T10" fmla="*/ 81 w 82"/>
                  <a:gd name="T11" fmla="*/ 11 h 36"/>
                  <a:gd name="T12" fmla="*/ 82 w 82"/>
                  <a:gd name="T13" fmla="*/ 12 h 36"/>
                  <a:gd name="T14" fmla="*/ 82 w 82"/>
                  <a:gd name="T15" fmla="*/ 14 h 36"/>
                  <a:gd name="T16" fmla="*/ 51 w 82"/>
                  <a:gd name="T17" fmla="*/ 36 h 36"/>
                  <a:gd name="T18" fmla="*/ 50 w 82"/>
                  <a:gd name="T19" fmla="*/ 36 h 36"/>
                  <a:gd name="T20" fmla="*/ 9 w 82"/>
                  <a:gd name="T21" fmla="*/ 4 h 36"/>
                  <a:gd name="T22" fmla="*/ 50 w 82"/>
                  <a:gd name="T23" fmla="*/ 32 h 36"/>
                  <a:gd name="T24" fmla="*/ 76 w 82"/>
                  <a:gd name="T25" fmla="*/ 14 h 36"/>
                  <a:gd name="T26" fmla="*/ 9 w 82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36">
                    <a:moveTo>
                      <a:pt x="50" y="36"/>
                    </a:moveTo>
                    <a:cubicBezTo>
                      <a:pt x="50" y="36"/>
                      <a:pt x="50" y="36"/>
                      <a:pt x="50" y="3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2" y="11"/>
                      <a:pt x="82" y="11"/>
                      <a:pt x="82" y="12"/>
                    </a:cubicBezTo>
                    <a:cubicBezTo>
                      <a:pt x="82" y="13"/>
                      <a:pt x="82" y="14"/>
                      <a:pt x="82" y="14"/>
                    </a:cubicBezTo>
                    <a:cubicBezTo>
                      <a:pt x="51" y="36"/>
                      <a:pt x="51" y="36"/>
                      <a:pt x="51" y="36"/>
                    </a:cubicBezTo>
                    <a:lnTo>
                      <a:pt x="50" y="36"/>
                    </a:lnTo>
                    <a:close/>
                    <a:moveTo>
                      <a:pt x="9" y="4"/>
                    </a:moveTo>
                    <a:cubicBezTo>
                      <a:pt x="50" y="32"/>
                      <a:pt x="50" y="32"/>
                      <a:pt x="50" y="32"/>
                    </a:cubicBezTo>
                    <a:cubicBezTo>
                      <a:pt x="76" y="14"/>
                      <a:pt x="76" y="14"/>
                      <a:pt x="76" y="14"/>
                    </a:cubicBez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877"/>
              <p:cNvSpPr>
                <a:spLocks noEditPoints="1"/>
              </p:cNvSpPr>
              <p:nvPr userDrawn="1"/>
            </p:nvSpPr>
            <p:spPr bwMode="auto">
              <a:xfrm>
                <a:off x="2370" y="237"/>
                <a:ext cx="124" cy="31"/>
              </a:xfrm>
              <a:custGeom>
                <a:avLst/>
                <a:gdLst>
                  <a:gd name="T0" fmla="*/ 20 w 100"/>
                  <a:gd name="T1" fmla="*/ 25 h 25"/>
                  <a:gd name="T2" fmla="*/ 19 w 100"/>
                  <a:gd name="T3" fmla="*/ 25 h 25"/>
                  <a:gd name="T4" fmla="*/ 1 w 100"/>
                  <a:gd name="T5" fmla="*/ 9 h 25"/>
                  <a:gd name="T6" fmla="*/ 0 w 100"/>
                  <a:gd name="T7" fmla="*/ 7 h 25"/>
                  <a:gd name="T8" fmla="*/ 2 w 100"/>
                  <a:gd name="T9" fmla="*/ 6 h 25"/>
                  <a:gd name="T10" fmla="*/ 98 w 100"/>
                  <a:gd name="T11" fmla="*/ 0 h 25"/>
                  <a:gd name="T12" fmla="*/ 100 w 100"/>
                  <a:gd name="T13" fmla="*/ 1 h 25"/>
                  <a:gd name="T14" fmla="*/ 99 w 100"/>
                  <a:gd name="T15" fmla="*/ 3 h 25"/>
                  <a:gd name="T16" fmla="*/ 20 w 100"/>
                  <a:gd name="T17" fmla="*/ 25 h 25"/>
                  <a:gd name="T18" fmla="*/ 6 w 100"/>
                  <a:gd name="T19" fmla="*/ 9 h 25"/>
                  <a:gd name="T20" fmla="*/ 20 w 100"/>
                  <a:gd name="T21" fmla="*/ 22 h 25"/>
                  <a:gd name="T22" fmla="*/ 83 w 100"/>
                  <a:gd name="T23" fmla="*/ 4 h 25"/>
                  <a:gd name="T24" fmla="*/ 6 w 100"/>
                  <a:gd name="T25" fmla="*/ 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0" h="25">
                    <a:moveTo>
                      <a:pt x="20" y="25"/>
                    </a:moveTo>
                    <a:cubicBezTo>
                      <a:pt x="19" y="25"/>
                      <a:pt x="19" y="25"/>
                      <a:pt x="19" y="25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6"/>
                      <a:pt x="1" y="6"/>
                      <a:pt x="2" y="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100" y="0"/>
                      <a:pt x="100" y="1"/>
                    </a:cubicBezTo>
                    <a:cubicBezTo>
                      <a:pt x="100" y="2"/>
                      <a:pt x="100" y="3"/>
                      <a:pt x="99" y="3"/>
                    </a:cubicBezTo>
                    <a:cubicBezTo>
                      <a:pt x="20" y="25"/>
                      <a:pt x="20" y="25"/>
                      <a:pt x="20" y="25"/>
                    </a:cubicBezTo>
                    <a:close/>
                    <a:moveTo>
                      <a:pt x="6" y="9"/>
                    </a:moveTo>
                    <a:cubicBezTo>
                      <a:pt x="20" y="22"/>
                      <a:pt x="20" y="22"/>
                      <a:pt x="20" y="22"/>
                    </a:cubicBezTo>
                    <a:cubicBezTo>
                      <a:pt x="83" y="4"/>
                      <a:pt x="83" y="4"/>
                      <a:pt x="83" y="4"/>
                    </a:cubicBezTo>
                    <a:lnTo>
                      <a:pt x="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878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50" cy="94"/>
              </a:xfrm>
              <a:custGeom>
                <a:avLst/>
                <a:gdLst>
                  <a:gd name="T0" fmla="*/ 2 w 121"/>
                  <a:gd name="T1" fmla="*/ 76 h 76"/>
                  <a:gd name="T2" fmla="*/ 1 w 121"/>
                  <a:gd name="T3" fmla="*/ 75 h 76"/>
                  <a:gd name="T4" fmla="*/ 1 w 121"/>
                  <a:gd name="T5" fmla="*/ 73 h 76"/>
                  <a:gd name="T6" fmla="*/ 25 w 121"/>
                  <a:gd name="T7" fmla="*/ 25 h 76"/>
                  <a:gd name="T8" fmla="*/ 26 w 121"/>
                  <a:gd name="T9" fmla="*/ 25 h 76"/>
                  <a:gd name="T10" fmla="*/ 118 w 121"/>
                  <a:gd name="T11" fmla="*/ 0 h 76"/>
                  <a:gd name="T12" fmla="*/ 120 w 121"/>
                  <a:gd name="T13" fmla="*/ 1 h 76"/>
                  <a:gd name="T14" fmla="*/ 120 w 121"/>
                  <a:gd name="T15" fmla="*/ 3 h 76"/>
                  <a:gd name="T16" fmla="*/ 3 w 121"/>
                  <a:gd name="T17" fmla="*/ 76 h 76"/>
                  <a:gd name="T18" fmla="*/ 2 w 121"/>
                  <a:gd name="T19" fmla="*/ 76 h 76"/>
                  <a:gd name="T20" fmla="*/ 28 w 121"/>
                  <a:gd name="T21" fmla="*/ 28 h 76"/>
                  <a:gd name="T22" fmla="*/ 6 w 121"/>
                  <a:gd name="T23" fmla="*/ 70 h 76"/>
                  <a:gd name="T24" fmla="*/ 108 w 121"/>
                  <a:gd name="T25" fmla="*/ 6 h 76"/>
                  <a:gd name="T26" fmla="*/ 28 w 121"/>
                  <a:gd name="T27" fmla="*/ 2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5"/>
                      <a:pt x="0" y="74"/>
                      <a:pt x="1" y="73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25"/>
                      <a:pt x="26" y="25"/>
                      <a:pt x="26" y="25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20" y="0"/>
                      <a:pt x="120" y="1"/>
                    </a:cubicBezTo>
                    <a:cubicBezTo>
                      <a:pt x="121" y="1"/>
                      <a:pt x="120" y="2"/>
                      <a:pt x="120" y="3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8" y="28"/>
                    </a:moveTo>
                    <a:cubicBezTo>
                      <a:pt x="6" y="70"/>
                      <a:pt x="6" y="70"/>
                      <a:pt x="6" y="70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28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879"/>
              <p:cNvSpPr>
                <a:spLocks noEditPoints="1"/>
              </p:cNvSpPr>
              <p:nvPr userDrawn="1"/>
            </p:nvSpPr>
            <p:spPr bwMode="auto">
              <a:xfrm>
                <a:off x="2139" y="274"/>
                <a:ext cx="121" cy="65"/>
              </a:xfrm>
              <a:custGeom>
                <a:avLst/>
                <a:gdLst>
                  <a:gd name="T0" fmla="*/ 72 w 98"/>
                  <a:gd name="T1" fmla="*/ 52 h 52"/>
                  <a:gd name="T2" fmla="*/ 1 w 98"/>
                  <a:gd name="T3" fmla="*/ 52 h 52"/>
                  <a:gd name="T4" fmla="*/ 0 w 98"/>
                  <a:gd name="T5" fmla="*/ 51 h 52"/>
                  <a:gd name="T6" fmla="*/ 1 w 98"/>
                  <a:gd name="T7" fmla="*/ 49 h 52"/>
                  <a:gd name="T8" fmla="*/ 96 w 98"/>
                  <a:gd name="T9" fmla="*/ 1 h 52"/>
                  <a:gd name="T10" fmla="*/ 98 w 98"/>
                  <a:gd name="T11" fmla="*/ 1 h 52"/>
                  <a:gd name="T12" fmla="*/ 98 w 98"/>
                  <a:gd name="T13" fmla="*/ 3 h 52"/>
                  <a:gd name="T14" fmla="*/ 74 w 98"/>
                  <a:gd name="T15" fmla="*/ 51 h 52"/>
                  <a:gd name="T16" fmla="*/ 72 w 98"/>
                  <a:gd name="T17" fmla="*/ 52 h 52"/>
                  <a:gd name="T18" fmla="*/ 9 w 98"/>
                  <a:gd name="T19" fmla="*/ 49 h 52"/>
                  <a:gd name="T20" fmla="*/ 71 w 98"/>
                  <a:gd name="T21" fmla="*/ 49 h 52"/>
                  <a:gd name="T22" fmla="*/ 93 w 98"/>
                  <a:gd name="T23" fmla="*/ 6 h 52"/>
                  <a:gd name="T24" fmla="*/ 9 w 98"/>
                  <a:gd name="T25" fmla="*/ 4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52">
                    <a:moveTo>
                      <a:pt x="72" y="52"/>
                    </a:moveTo>
                    <a:cubicBezTo>
                      <a:pt x="1" y="52"/>
                      <a:pt x="1" y="52"/>
                      <a:pt x="1" y="52"/>
                    </a:cubicBezTo>
                    <a:cubicBezTo>
                      <a:pt x="1" y="52"/>
                      <a:pt x="0" y="51"/>
                      <a:pt x="0" y="51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0"/>
                      <a:pt x="97" y="1"/>
                      <a:pt x="98" y="1"/>
                    </a:cubicBezTo>
                    <a:cubicBezTo>
                      <a:pt x="98" y="2"/>
                      <a:pt x="98" y="2"/>
                      <a:pt x="98" y="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3" y="52"/>
                      <a:pt x="73" y="52"/>
                      <a:pt x="72" y="52"/>
                    </a:cubicBezTo>
                    <a:close/>
                    <a:moveTo>
                      <a:pt x="9" y="49"/>
                    </a:moveTo>
                    <a:cubicBezTo>
                      <a:pt x="71" y="49"/>
                      <a:pt x="71" y="49"/>
                      <a:pt x="71" y="49"/>
                    </a:cubicBezTo>
                    <a:cubicBezTo>
                      <a:pt x="93" y="6"/>
                      <a:pt x="93" y="6"/>
                      <a:pt x="93" y="6"/>
                    </a:cubicBezTo>
                    <a:lnTo>
                      <a:pt x="9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880"/>
              <p:cNvSpPr>
                <a:spLocks noEditPoints="1"/>
              </p:cNvSpPr>
              <p:nvPr userDrawn="1"/>
            </p:nvSpPr>
            <p:spPr bwMode="auto">
              <a:xfrm>
                <a:off x="2075" y="335"/>
                <a:ext cx="155" cy="50"/>
              </a:xfrm>
              <a:custGeom>
                <a:avLst/>
                <a:gdLst>
                  <a:gd name="T0" fmla="*/ 2 w 125"/>
                  <a:gd name="T1" fmla="*/ 40 h 40"/>
                  <a:gd name="T2" fmla="*/ 1 w 125"/>
                  <a:gd name="T3" fmla="*/ 39 h 40"/>
                  <a:gd name="T4" fmla="*/ 1 w 125"/>
                  <a:gd name="T5" fmla="*/ 37 h 40"/>
                  <a:gd name="T6" fmla="*/ 51 w 125"/>
                  <a:gd name="T7" fmla="*/ 0 h 40"/>
                  <a:gd name="T8" fmla="*/ 52 w 125"/>
                  <a:gd name="T9" fmla="*/ 0 h 40"/>
                  <a:gd name="T10" fmla="*/ 123 w 125"/>
                  <a:gd name="T11" fmla="*/ 0 h 40"/>
                  <a:gd name="T12" fmla="*/ 125 w 125"/>
                  <a:gd name="T13" fmla="*/ 1 h 40"/>
                  <a:gd name="T14" fmla="*/ 124 w 125"/>
                  <a:gd name="T15" fmla="*/ 3 h 40"/>
                  <a:gd name="T16" fmla="*/ 3 w 125"/>
                  <a:gd name="T17" fmla="*/ 40 h 40"/>
                  <a:gd name="T18" fmla="*/ 2 w 125"/>
                  <a:gd name="T19" fmla="*/ 40 h 40"/>
                  <a:gd name="T20" fmla="*/ 53 w 125"/>
                  <a:gd name="T21" fmla="*/ 3 h 40"/>
                  <a:gd name="T22" fmla="*/ 11 w 125"/>
                  <a:gd name="T23" fmla="*/ 34 h 40"/>
                  <a:gd name="T24" fmla="*/ 112 w 125"/>
                  <a:gd name="T25" fmla="*/ 3 h 40"/>
                  <a:gd name="T26" fmla="*/ 53 w 125"/>
                  <a:gd name="T27" fmla="*/ 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0">
                    <a:moveTo>
                      <a:pt x="2" y="40"/>
                    </a:moveTo>
                    <a:cubicBezTo>
                      <a:pt x="1" y="40"/>
                      <a:pt x="1" y="40"/>
                      <a:pt x="1" y="39"/>
                    </a:cubicBezTo>
                    <a:cubicBezTo>
                      <a:pt x="0" y="38"/>
                      <a:pt x="0" y="37"/>
                      <a:pt x="1" y="37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5" y="0"/>
                      <a:pt x="125" y="1"/>
                    </a:cubicBezTo>
                    <a:cubicBezTo>
                      <a:pt x="125" y="2"/>
                      <a:pt x="124" y="3"/>
                      <a:pt x="124" y="3"/>
                    </a:cubicBezTo>
                    <a:cubicBezTo>
                      <a:pt x="3" y="40"/>
                      <a:pt x="3" y="40"/>
                      <a:pt x="3" y="40"/>
                    </a:cubicBezTo>
                    <a:lnTo>
                      <a:pt x="2" y="40"/>
                    </a:lnTo>
                    <a:close/>
                    <a:moveTo>
                      <a:pt x="53" y="3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2" y="3"/>
                      <a:pt x="112" y="3"/>
                      <a:pt x="112" y="3"/>
                    </a:cubicBez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881"/>
              <p:cNvSpPr>
                <a:spLocks noEditPoints="1"/>
              </p:cNvSpPr>
              <p:nvPr userDrawn="1"/>
            </p:nvSpPr>
            <p:spPr bwMode="auto">
              <a:xfrm>
                <a:off x="2011" y="380"/>
                <a:ext cx="69" cy="68"/>
              </a:xfrm>
              <a:custGeom>
                <a:avLst/>
                <a:gdLst>
                  <a:gd name="T0" fmla="*/ 1 w 56"/>
                  <a:gd name="T1" fmla="*/ 55 h 55"/>
                  <a:gd name="T2" fmla="*/ 0 w 56"/>
                  <a:gd name="T3" fmla="*/ 54 h 55"/>
                  <a:gd name="T4" fmla="*/ 0 w 56"/>
                  <a:gd name="T5" fmla="*/ 52 h 55"/>
                  <a:gd name="T6" fmla="*/ 53 w 56"/>
                  <a:gd name="T7" fmla="*/ 1 h 55"/>
                  <a:gd name="T8" fmla="*/ 55 w 56"/>
                  <a:gd name="T9" fmla="*/ 1 h 55"/>
                  <a:gd name="T10" fmla="*/ 56 w 56"/>
                  <a:gd name="T11" fmla="*/ 3 h 55"/>
                  <a:gd name="T12" fmla="*/ 36 w 56"/>
                  <a:gd name="T13" fmla="*/ 41 h 55"/>
                  <a:gd name="T14" fmla="*/ 36 w 56"/>
                  <a:gd name="T15" fmla="*/ 42 h 55"/>
                  <a:gd name="T16" fmla="*/ 2 w 56"/>
                  <a:gd name="T17" fmla="*/ 54 h 55"/>
                  <a:gd name="T18" fmla="*/ 1 w 56"/>
                  <a:gd name="T19" fmla="*/ 55 h 55"/>
                  <a:gd name="T20" fmla="*/ 48 w 56"/>
                  <a:gd name="T21" fmla="*/ 10 h 55"/>
                  <a:gd name="T22" fmla="*/ 8 w 56"/>
                  <a:gd name="T23" fmla="*/ 48 h 55"/>
                  <a:gd name="T24" fmla="*/ 34 w 56"/>
                  <a:gd name="T25" fmla="*/ 39 h 55"/>
                  <a:gd name="T26" fmla="*/ 48 w 56"/>
                  <a:gd name="T27" fmla="*/ 1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55">
                    <a:moveTo>
                      <a:pt x="1" y="55"/>
                    </a:moveTo>
                    <a:cubicBezTo>
                      <a:pt x="1" y="55"/>
                      <a:pt x="0" y="54"/>
                      <a:pt x="0" y="54"/>
                    </a:cubicBezTo>
                    <a:cubicBezTo>
                      <a:pt x="0" y="53"/>
                      <a:pt x="0" y="52"/>
                      <a:pt x="0" y="52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4" y="1"/>
                      <a:pt x="54" y="0"/>
                      <a:pt x="55" y="1"/>
                    </a:cubicBezTo>
                    <a:cubicBezTo>
                      <a:pt x="56" y="1"/>
                      <a:pt x="56" y="2"/>
                      <a:pt x="56" y="3"/>
                    </a:cubicBezTo>
                    <a:cubicBezTo>
                      <a:pt x="36" y="41"/>
                      <a:pt x="36" y="41"/>
                      <a:pt x="36" y="41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2" y="54"/>
                      <a:pt x="2" y="54"/>
                      <a:pt x="2" y="54"/>
                    </a:cubicBezTo>
                    <a:lnTo>
                      <a:pt x="1" y="55"/>
                    </a:lnTo>
                    <a:close/>
                    <a:moveTo>
                      <a:pt x="48" y="10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34" y="39"/>
                      <a:pt x="34" y="39"/>
                      <a:pt x="34" y="39"/>
                    </a:cubicBezTo>
                    <a:lnTo>
                      <a:pt x="48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882"/>
              <p:cNvSpPr>
                <a:spLocks noEditPoints="1"/>
              </p:cNvSpPr>
              <p:nvPr userDrawn="1"/>
            </p:nvSpPr>
            <p:spPr bwMode="auto">
              <a:xfrm>
                <a:off x="1950" y="443"/>
                <a:ext cx="65" cy="80"/>
              </a:xfrm>
              <a:custGeom>
                <a:avLst/>
                <a:gdLst>
                  <a:gd name="T0" fmla="*/ 31 w 52"/>
                  <a:gd name="T1" fmla="*/ 65 h 65"/>
                  <a:gd name="T2" fmla="*/ 2 w 52"/>
                  <a:gd name="T3" fmla="*/ 65 h 65"/>
                  <a:gd name="T4" fmla="*/ 1 w 52"/>
                  <a:gd name="T5" fmla="*/ 64 h 65"/>
                  <a:gd name="T6" fmla="*/ 1 w 52"/>
                  <a:gd name="T7" fmla="*/ 62 h 65"/>
                  <a:gd name="T8" fmla="*/ 49 w 52"/>
                  <a:gd name="T9" fmla="*/ 1 h 65"/>
                  <a:gd name="T10" fmla="*/ 51 w 52"/>
                  <a:gd name="T11" fmla="*/ 0 h 65"/>
                  <a:gd name="T12" fmla="*/ 52 w 52"/>
                  <a:gd name="T13" fmla="*/ 2 h 65"/>
                  <a:gd name="T14" fmla="*/ 32 w 52"/>
                  <a:gd name="T15" fmla="*/ 64 h 65"/>
                  <a:gd name="T16" fmla="*/ 31 w 52"/>
                  <a:gd name="T17" fmla="*/ 65 h 65"/>
                  <a:gd name="T18" fmla="*/ 6 w 52"/>
                  <a:gd name="T19" fmla="*/ 62 h 65"/>
                  <a:gd name="T20" fmla="*/ 29 w 52"/>
                  <a:gd name="T21" fmla="*/ 62 h 65"/>
                  <a:gd name="T22" fmla="*/ 46 w 52"/>
                  <a:gd name="T23" fmla="*/ 10 h 65"/>
                  <a:gd name="T24" fmla="*/ 6 w 52"/>
                  <a:gd name="T25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5">
                    <a:moveTo>
                      <a:pt x="31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2" y="65"/>
                      <a:pt x="1" y="65"/>
                      <a:pt x="1" y="64"/>
                    </a:cubicBezTo>
                    <a:cubicBezTo>
                      <a:pt x="0" y="64"/>
                      <a:pt x="1" y="63"/>
                      <a:pt x="1" y="62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50" y="0"/>
                      <a:pt x="51" y="0"/>
                      <a:pt x="51" y="0"/>
                    </a:cubicBezTo>
                    <a:cubicBezTo>
                      <a:pt x="52" y="1"/>
                      <a:pt x="52" y="2"/>
                      <a:pt x="52" y="2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5"/>
                      <a:pt x="31" y="65"/>
                      <a:pt x="31" y="65"/>
                    </a:cubicBezTo>
                    <a:close/>
                    <a:moveTo>
                      <a:pt x="6" y="62"/>
                    </a:moveTo>
                    <a:cubicBezTo>
                      <a:pt x="29" y="62"/>
                      <a:pt x="29" y="62"/>
                      <a:pt x="29" y="62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6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883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10"/>
              </a:xfrm>
              <a:custGeom>
                <a:avLst/>
                <a:gdLst>
                  <a:gd name="T0" fmla="*/ 83 w 85"/>
                  <a:gd name="T1" fmla="*/ 89 h 89"/>
                  <a:gd name="T2" fmla="*/ 82 w 85"/>
                  <a:gd name="T3" fmla="*/ 88 h 89"/>
                  <a:gd name="T4" fmla="*/ 0 w 85"/>
                  <a:gd name="T5" fmla="*/ 3 h 89"/>
                  <a:gd name="T6" fmla="*/ 0 w 85"/>
                  <a:gd name="T7" fmla="*/ 1 h 89"/>
                  <a:gd name="T8" fmla="*/ 2 w 85"/>
                  <a:gd name="T9" fmla="*/ 0 h 89"/>
                  <a:gd name="T10" fmla="*/ 54 w 85"/>
                  <a:gd name="T11" fmla="*/ 23 h 89"/>
                  <a:gd name="T12" fmla="*/ 54 w 85"/>
                  <a:gd name="T13" fmla="*/ 24 h 89"/>
                  <a:gd name="T14" fmla="*/ 85 w 85"/>
                  <a:gd name="T15" fmla="*/ 86 h 89"/>
                  <a:gd name="T16" fmla="*/ 84 w 85"/>
                  <a:gd name="T17" fmla="*/ 88 h 89"/>
                  <a:gd name="T18" fmla="*/ 83 w 85"/>
                  <a:gd name="T19" fmla="*/ 89 h 89"/>
                  <a:gd name="T20" fmla="*/ 9 w 85"/>
                  <a:gd name="T21" fmla="*/ 7 h 89"/>
                  <a:gd name="T22" fmla="*/ 77 w 85"/>
                  <a:gd name="T23" fmla="*/ 78 h 89"/>
                  <a:gd name="T24" fmla="*/ 52 w 85"/>
                  <a:gd name="T25" fmla="*/ 26 h 89"/>
                  <a:gd name="T26" fmla="*/ 9 w 85"/>
                  <a:gd name="T27" fmla="*/ 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89">
                    <a:moveTo>
                      <a:pt x="83" y="89"/>
                    </a:moveTo>
                    <a:cubicBezTo>
                      <a:pt x="83" y="89"/>
                      <a:pt x="82" y="88"/>
                      <a:pt x="82" y="8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5" y="87"/>
                      <a:pt x="85" y="88"/>
                      <a:pt x="84" y="88"/>
                    </a:cubicBezTo>
                    <a:lnTo>
                      <a:pt x="83" y="89"/>
                    </a:lnTo>
                    <a:close/>
                    <a:moveTo>
                      <a:pt x="9" y="7"/>
                    </a:moveTo>
                    <a:cubicBezTo>
                      <a:pt x="77" y="78"/>
                      <a:pt x="77" y="78"/>
                      <a:pt x="77" y="78"/>
                    </a:cubicBezTo>
                    <a:cubicBezTo>
                      <a:pt x="52" y="26"/>
                      <a:pt x="52" y="26"/>
                      <a:pt x="52" y="26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884"/>
              <p:cNvSpPr>
                <a:spLocks noEditPoints="1"/>
              </p:cNvSpPr>
              <p:nvPr userDrawn="1"/>
            </p:nvSpPr>
            <p:spPr bwMode="auto">
              <a:xfrm>
                <a:off x="3226" y="1120"/>
                <a:ext cx="51" cy="129"/>
              </a:xfrm>
              <a:custGeom>
                <a:avLst/>
                <a:gdLst>
                  <a:gd name="T0" fmla="*/ 2 w 41"/>
                  <a:gd name="T1" fmla="*/ 104 h 104"/>
                  <a:gd name="T2" fmla="*/ 1 w 41"/>
                  <a:gd name="T3" fmla="*/ 103 h 104"/>
                  <a:gd name="T4" fmla="*/ 0 w 41"/>
                  <a:gd name="T5" fmla="*/ 102 h 104"/>
                  <a:gd name="T6" fmla="*/ 24 w 41"/>
                  <a:gd name="T7" fmla="*/ 1 h 104"/>
                  <a:gd name="T8" fmla="*/ 26 w 41"/>
                  <a:gd name="T9" fmla="*/ 0 h 104"/>
                  <a:gd name="T10" fmla="*/ 28 w 41"/>
                  <a:gd name="T11" fmla="*/ 2 h 104"/>
                  <a:gd name="T12" fmla="*/ 41 w 41"/>
                  <a:gd name="T13" fmla="*/ 59 h 104"/>
                  <a:gd name="T14" fmla="*/ 40 w 41"/>
                  <a:gd name="T15" fmla="*/ 60 h 104"/>
                  <a:gd name="T16" fmla="*/ 3 w 41"/>
                  <a:gd name="T17" fmla="*/ 103 h 104"/>
                  <a:gd name="T18" fmla="*/ 2 w 41"/>
                  <a:gd name="T19" fmla="*/ 104 h 104"/>
                  <a:gd name="T20" fmla="*/ 26 w 41"/>
                  <a:gd name="T21" fmla="*/ 9 h 104"/>
                  <a:gd name="T22" fmla="*/ 5 w 41"/>
                  <a:gd name="T23" fmla="*/ 96 h 104"/>
                  <a:gd name="T24" fmla="*/ 37 w 41"/>
                  <a:gd name="T25" fmla="*/ 59 h 104"/>
                  <a:gd name="T26" fmla="*/ 26 w 41"/>
                  <a:gd name="T27" fmla="*/ 9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04">
                    <a:moveTo>
                      <a:pt x="2" y="104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3"/>
                      <a:pt x="0" y="102"/>
                      <a:pt x="0" y="102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5" y="1"/>
                      <a:pt x="25" y="0"/>
                      <a:pt x="26" y="0"/>
                    </a:cubicBezTo>
                    <a:cubicBezTo>
                      <a:pt x="27" y="0"/>
                      <a:pt x="27" y="1"/>
                      <a:pt x="28" y="2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60"/>
                      <a:pt x="40" y="60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3" y="103"/>
                      <a:pt x="2" y="104"/>
                      <a:pt x="2" y="104"/>
                    </a:cubicBezTo>
                    <a:close/>
                    <a:moveTo>
                      <a:pt x="26" y="9"/>
                    </a:moveTo>
                    <a:cubicBezTo>
                      <a:pt x="5" y="96"/>
                      <a:pt x="5" y="96"/>
                      <a:pt x="5" y="96"/>
                    </a:cubicBezTo>
                    <a:cubicBezTo>
                      <a:pt x="37" y="59"/>
                      <a:pt x="37" y="59"/>
                      <a:pt x="37" y="59"/>
                    </a:cubicBezTo>
                    <a:lnTo>
                      <a:pt x="2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885"/>
              <p:cNvSpPr>
                <a:spLocks noEditPoints="1"/>
              </p:cNvSpPr>
              <p:nvPr userDrawn="1"/>
            </p:nvSpPr>
            <p:spPr bwMode="auto">
              <a:xfrm>
                <a:off x="3226" y="1190"/>
                <a:ext cx="54" cy="77"/>
              </a:xfrm>
              <a:custGeom>
                <a:avLst/>
                <a:gdLst>
                  <a:gd name="T0" fmla="*/ 41 w 43"/>
                  <a:gd name="T1" fmla="*/ 62 h 62"/>
                  <a:gd name="T2" fmla="*/ 40 w 43"/>
                  <a:gd name="T3" fmla="*/ 62 h 62"/>
                  <a:gd name="T4" fmla="*/ 1 w 43"/>
                  <a:gd name="T5" fmla="*/ 46 h 62"/>
                  <a:gd name="T6" fmla="*/ 0 w 43"/>
                  <a:gd name="T7" fmla="*/ 45 h 62"/>
                  <a:gd name="T8" fmla="*/ 1 w 43"/>
                  <a:gd name="T9" fmla="*/ 44 h 62"/>
                  <a:gd name="T10" fmla="*/ 38 w 43"/>
                  <a:gd name="T11" fmla="*/ 1 h 62"/>
                  <a:gd name="T12" fmla="*/ 40 w 43"/>
                  <a:gd name="T13" fmla="*/ 1 h 62"/>
                  <a:gd name="T14" fmla="*/ 41 w 43"/>
                  <a:gd name="T15" fmla="*/ 2 h 62"/>
                  <a:gd name="T16" fmla="*/ 43 w 43"/>
                  <a:gd name="T17" fmla="*/ 61 h 62"/>
                  <a:gd name="T18" fmla="*/ 42 w 43"/>
                  <a:gd name="T19" fmla="*/ 62 h 62"/>
                  <a:gd name="T20" fmla="*/ 41 w 43"/>
                  <a:gd name="T21" fmla="*/ 62 h 62"/>
                  <a:gd name="T22" fmla="*/ 5 w 43"/>
                  <a:gd name="T23" fmla="*/ 44 h 62"/>
                  <a:gd name="T24" fmla="*/ 39 w 43"/>
                  <a:gd name="T25" fmla="*/ 58 h 62"/>
                  <a:gd name="T26" fmla="*/ 38 w 43"/>
                  <a:gd name="T27" fmla="*/ 6 h 62"/>
                  <a:gd name="T28" fmla="*/ 5 w 43"/>
                  <a:gd name="T29" fmla="*/ 4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62">
                    <a:moveTo>
                      <a:pt x="41" y="62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1" y="46"/>
                      <a:pt x="0" y="46"/>
                      <a:pt x="0" y="45"/>
                    </a:cubicBezTo>
                    <a:cubicBezTo>
                      <a:pt x="0" y="45"/>
                      <a:pt x="0" y="44"/>
                      <a:pt x="1" y="44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1"/>
                      <a:pt x="39" y="0"/>
                      <a:pt x="40" y="1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3" y="61"/>
                      <a:pt x="43" y="62"/>
                      <a:pt x="42" y="62"/>
                    </a:cubicBezTo>
                    <a:lnTo>
                      <a:pt x="41" y="62"/>
                    </a:lnTo>
                    <a:close/>
                    <a:moveTo>
                      <a:pt x="5" y="44"/>
                    </a:moveTo>
                    <a:cubicBezTo>
                      <a:pt x="39" y="58"/>
                      <a:pt x="39" y="58"/>
                      <a:pt x="39" y="58"/>
                    </a:cubicBezTo>
                    <a:cubicBezTo>
                      <a:pt x="38" y="6"/>
                      <a:pt x="38" y="6"/>
                      <a:pt x="38" y="6"/>
                    </a:cubicBezTo>
                    <a:lnTo>
                      <a:pt x="5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886"/>
              <p:cNvSpPr>
                <a:spLocks noEditPoints="1"/>
              </p:cNvSpPr>
              <p:nvPr userDrawn="1"/>
            </p:nvSpPr>
            <p:spPr bwMode="auto">
              <a:xfrm>
                <a:off x="3226" y="1244"/>
                <a:ext cx="54" cy="111"/>
              </a:xfrm>
              <a:custGeom>
                <a:avLst/>
                <a:gdLst>
                  <a:gd name="T0" fmla="*/ 20 w 43"/>
                  <a:gd name="T1" fmla="*/ 90 h 90"/>
                  <a:gd name="T2" fmla="*/ 20 w 43"/>
                  <a:gd name="T3" fmla="*/ 90 h 90"/>
                  <a:gd name="T4" fmla="*/ 19 w 43"/>
                  <a:gd name="T5" fmla="*/ 89 h 90"/>
                  <a:gd name="T6" fmla="*/ 0 w 43"/>
                  <a:gd name="T7" fmla="*/ 2 h 90"/>
                  <a:gd name="T8" fmla="*/ 1 w 43"/>
                  <a:gd name="T9" fmla="*/ 1 h 90"/>
                  <a:gd name="T10" fmla="*/ 3 w 43"/>
                  <a:gd name="T11" fmla="*/ 0 h 90"/>
                  <a:gd name="T12" fmla="*/ 42 w 43"/>
                  <a:gd name="T13" fmla="*/ 16 h 90"/>
                  <a:gd name="T14" fmla="*/ 43 w 43"/>
                  <a:gd name="T15" fmla="*/ 18 h 90"/>
                  <a:gd name="T16" fmla="*/ 22 w 43"/>
                  <a:gd name="T17" fmla="*/ 89 h 90"/>
                  <a:gd name="T18" fmla="*/ 20 w 43"/>
                  <a:gd name="T19" fmla="*/ 90 h 90"/>
                  <a:gd name="T20" fmla="*/ 4 w 43"/>
                  <a:gd name="T21" fmla="*/ 5 h 90"/>
                  <a:gd name="T22" fmla="*/ 21 w 43"/>
                  <a:gd name="T23" fmla="*/ 82 h 90"/>
                  <a:gd name="T24" fmla="*/ 39 w 43"/>
                  <a:gd name="T25" fmla="*/ 19 h 90"/>
                  <a:gd name="T26" fmla="*/ 4 w 43"/>
                  <a:gd name="T27" fmla="*/ 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3" h="90">
                    <a:moveTo>
                      <a:pt x="20" y="90"/>
                    </a:moveTo>
                    <a:cubicBezTo>
                      <a:pt x="20" y="90"/>
                      <a:pt x="20" y="90"/>
                      <a:pt x="20" y="90"/>
                    </a:cubicBezTo>
                    <a:cubicBezTo>
                      <a:pt x="20" y="90"/>
                      <a:pt x="19" y="90"/>
                      <a:pt x="19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3" y="16"/>
                      <a:pt x="43" y="17"/>
                      <a:pt x="43" y="18"/>
                    </a:cubicBezTo>
                    <a:cubicBezTo>
                      <a:pt x="22" y="89"/>
                      <a:pt x="22" y="89"/>
                      <a:pt x="22" y="89"/>
                    </a:cubicBezTo>
                    <a:cubicBezTo>
                      <a:pt x="22" y="90"/>
                      <a:pt x="21" y="90"/>
                      <a:pt x="20" y="90"/>
                    </a:cubicBezTo>
                    <a:close/>
                    <a:moveTo>
                      <a:pt x="4" y="5"/>
                    </a:moveTo>
                    <a:cubicBezTo>
                      <a:pt x="21" y="82"/>
                      <a:pt x="21" y="82"/>
                      <a:pt x="21" y="82"/>
                    </a:cubicBezTo>
                    <a:cubicBezTo>
                      <a:pt x="39" y="19"/>
                      <a:pt x="39" y="19"/>
                      <a:pt x="39" y="19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887"/>
              <p:cNvSpPr>
                <a:spLocks noEditPoints="1"/>
              </p:cNvSpPr>
              <p:nvPr userDrawn="1"/>
            </p:nvSpPr>
            <p:spPr bwMode="auto">
              <a:xfrm>
                <a:off x="3188" y="1351"/>
                <a:ext cx="66" cy="86"/>
              </a:xfrm>
              <a:custGeom>
                <a:avLst/>
                <a:gdLst>
                  <a:gd name="T0" fmla="*/ 1 w 53"/>
                  <a:gd name="T1" fmla="*/ 69 h 69"/>
                  <a:gd name="T2" fmla="*/ 1 w 53"/>
                  <a:gd name="T3" fmla="*/ 69 h 69"/>
                  <a:gd name="T4" fmla="*/ 0 w 53"/>
                  <a:gd name="T5" fmla="*/ 67 h 69"/>
                  <a:gd name="T6" fmla="*/ 0 w 53"/>
                  <a:gd name="T7" fmla="*/ 34 h 69"/>
                  <a:gd name="T8" fmla="*/ 0 w 53"/>
                  <a:gd name="T9" fmla="*/ 33 h 69"/>
                  <a:gd name="T10" fmla="*/ 51 w 53"/>
                  <a:gd name="T11" fmla="*/ 0 h 69"/>
                  <a:gd name="T12" fmla="*/ 53 w 53"/>
                  <a:gd name="T13" fmla="*/ 0 h 69"/>
                  <a:gd name="T14" fmla="*/ 53 w 53"/>
                  <a:gd name="T15" fmla="*/ 3 h 69"/>
                  <a:gd name="T16" fmla="*/ 3 w 53"/>
                  <a:gd name="T17" fmla="*/ 68 h 69"/>
                  <a:gd name="T18" fmla="*/ 1 w 53"/>
                  <a:gd name="T19" fmla="*/ 69 h 69"/>
                  <a:gd name="T20" fmla="*/ 3 w 53"/>
                  <a:gd name="T21" fmla="*/ 35 h 69"/>
                  <a:gd name="T22" fmla="*/ 3 w 53"/>
                  <a:gd name="T23" fmla="*/ 62 h 69"/>
                  <a:gd name="T24" fmla="*/ 44 w 53"/>
                  <a:gd name="T25" fmla="*/ 8 h 69"/>
                  <a:gd name="T26" fmla="*/ 3 w 53"/>
                  <a:gd name="T27" fmla="*/ 3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9">
                    <a:moveTo>
                      <a:pt x="1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3"/>
                      <a:pt x="0" y="33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1"/>
                      <a:pt x="53" y="2"/>
                      <a:pt x="53" y="3"/>
                    </a:cubicBezTo>
                    <a:cubicBezTo>
                      <a:pt x="3" y="68"/>
                      <a:pt x="3" y="68"/>
                      <a:pt x="3" y="68"/>
                    </a:cubicBezTo>
                    <a:cubicBezTo>
                      <a:pt x="2" y="68"/>
                      <a:pt x="2" y="69"/>
                      <a:pt x="1" y="69"/>
                    </a:cubicBezTo>
                    <a:close/>
                    <a:moveTo>
                      <a:pt x="3" y="35"/>
                    </a:moveTo>
                    <a:cubicBezTo>
                      <a:pt x="3" y="62"/>
                      <a:pt x="3" y="62"/>
                      <a:pt x="3" y="62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3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888"/>
              <p:cNvSpPr>
                <a:spLocks noEditPoints="1"/>
              </p:cNvSpPr>
              <p:nvPr userDrawn="1"/>
            </p:nvSpPr>
            <p:spPr bwMode="auto">
              <a:xfrm>
                <a:off x="3120" y="1432"/>
                <a:ext cx="72" cy="46"/>
              </a:xfrm>
              <a:custGeom>
                <a:avLst/>
                <a:gdLst>
                  <a:gd name="T0" fmla="*/ 1 w 58"/>
                  <a:gd name="T1" fmla="*/ 37 h 37"/>
                  <a:gd name="T2" fmla="*/ 0 w 58"/>
                  <a:gd name="T3" fmla="*/ 37 h 37"/>
                  <a:gd name="T4" fmla="*/ 0 w 58"/>
                  <a:gd name="T5" fmla="*/ 35 h 37"/>
                  <a:gd name="T6" fmla="*/ 0 w 58"/>
                  <a:gd name="T7" fmla="*/ 2 h 37"/>
                  <a:gd name="T8" fmla="*/ 1 w 58"/>
                  <a:gd name="T9" fmla="*/ 0 h 37"/>
                  <a:gd name="T10" fmla="*/ 56 w 58"/>
                  <a:gd name="T11" fmla="*/ 0 h 37"/>
                  <a:gd name="T12" fmla="*/ 58 w 58"/>
                  <a:gd name="T13" fmla="*/ 1 h 37"/>
                  <a:gd name="T14" fmla="*/ 57 w 58"/>
                  <a:gd name="T15" fmla="*/ 3 h 37"/>
                  <a:gd name="T16" fmla="*/ 2 w 58"/>
                  <a:gd name="T17" fmla="*/ 37 h 37"/>
                  <a:gd name="T18" fmla="*/ 1 w 58"/>
                  <a:gd name="T19" fmla="*/ 37 h 37"/>
                  <a:gd name="T20" fmla="*/ 3 w 58"/>
                  <a:gd name="T21" fmla="*/ 4 h 37"/>
                  <a:gd name="T22" fmla="*/ 3 w 58"/>
                  <a:gd name="T23" fmla="*/ 32 h 37"/>
                  <a:gd name="T24" fmla="*/ 50 w 58"/>
                  <a:gd name="T25" fmla="*/ 4 h 37"/>
                  <a:gd name="T26" fmla="*/ 3 w 58"/>
                  <a:gd name="T27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37">
                    <a:moveTo>
                      <a:pt x="1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1"/>
                    </a:cubicBezTo>
                    <a:cubicBezTo>
                      <a:pt x="58" y="2"/>
                      <a:pt x="58" y="3"/>
                      <a:pt x="57" y="3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3" y="4"/>
                    </a:moveTo>
                    <a:cubicBezTo>
                      <a:pt x="3" y="32"/>
                      <a:pt x="3" y="32"/>
                      <a:pt x="3" y="32"/>
                    </a:cubicBezTo>
                    <a:cubicBezTo>
                      <a:pt x="50" y="4"/>
                      <a:pt x="50" y="4"/>
                      <a:pt x="50" y="4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889"/>
              <p:cNvSpPr>
                <a:spLocks noEditPoints="1"/>
              </p:cNvSpPr>
              <p:nvPr userDrawn="1"/>
            </p:nvSpPr>
            <p:spPr bwMode="auto">
              <a:xfrm>
                <a:off x="3153" y="1392"/>
                <a:ext cx="78" cy="68"/>
              </a:xfrm>
              <a:custGeom>
                <a:avLst/>
                <a:gdLst>
                  <a:gd name="T0" fmla="*/ 2 w 63"/>
                  <a:gd name="T1" fmla="*/ 55 h 55"/>
                  <a:gd name="T2" fmla="*/ 1 w 63"/>
                  <a:gd name="T3" fmla="*/ 55 h 55"/>
                  <a:gd name="T4" fmla="*/ 0 w 63"/>
                  <a:gd name="T5" fmla="*/ 53 h 55"/>
                  <a:gd name="T6" fmla="*/ 28 w 63"/>
                  <a:gd name="T7" fmla="*/ 0 h 55"/>
                  <a:gd name="T8" fmla="*/ 29 w 63"/>
                  <a:gd name="T9" fmla="*/ 0 h 55"/>
                  <a:gd name="T10" fmla="*/ 61 w 63"/>
                  <a:gd name="T11" fmla="*/ 0 h 55"/>
                  <a:gd name="T12" fmla="*/ 62 w 63"/>
                  <a:gd name="T13" fmla="*/ 1 h 55"/>
                  <a:gd name="T14" fmla="*/ 62 w 63"/>
                  <a:gd name="T15" fmla="*/ 2 h 55"/>
                  <a:gd name="T16" fmla="*/ 3 w 63"/>
                  <a:gd name="T17" fmla="*/ 55 h 55"/>
                  <a:gd name="T18" fmla="*/ 2 w 63"/>
                  <a:gd name="T19" fmla="*/ 55 h 55"/>
                  <a:gd name="T20" fmla="*/ 30 w 63"/>
                  <a:gd name="T21" fmla="*/ 3 h 55"/>
                  <a:gd name="T22" fmla="*/ 7 w 63"/>
                  <a:gd name="T23" fmla="*/ 46 h 55"/>
                  <a:gd name="T24" fmla="*/ 56 w 63"/>
                  <a:gd name="T25" fmla="*/ 3 h 55"/>
                  <a:gd name="T26" fmla="*/ 30 w 63"/>
                  <a:gd name="T27" fmla="*/ 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55">
                    <a:moveTo>
                      <a:pt x="2" y="55"/>
                    </a:moveTo>
                    <a:cubicBezTo>
                      <a:pt x="1" y="55"/>
                      <a:pt x="1" y="55"/>
                      <a:pt x="1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9" y="0"/>
                      <a:pt x="2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0"/>
                      <a:pt x="62" y="1"/>
                    </a:cubicBezTo>
                    <a:cubicBezTo>
                      <a:pt x="63" y="1"/>
                      <a:pt x="63" y="2"/>
                      <a:pt x="62" y="2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2" y="55"/>
                      <a:pt x="2" y="55"/>
                    </a:cubicBezTo>
                    <a:close/>
                    <a:moveTo>
                      <a:pt x="30" y="3"/>
                    </a:moveTo>
                    <a:cubicBezTo>
                      <a:pt x="7" y="46"/>
                      <a:pt x="7" y="46"/>
                      <a:pt x="7" y="46"/>
                    </a:cubicBezTo>
                    <a:cubicBezTo>
                      <a:pt x="56" y="3"/>
                      <a:pt x="56" y="3"/>
                      <a:pt x="56" y="3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Freeform 890"/>
              <p:cNvSpPr>
                <a:spLocks noEditPoints="1"/>
              </p:cNvSpPr>
              <p:nvPr userDrawn="1"/>
            </p:nvSpPr>
            <p:spPr bwMode="auto">
              <a:xfrm>
                <a:off x="3058" y="1432"/>
                <a:ext cx="66" cy="54"/>
              </a:xfrm>
              <a:custGeom>
                <a:avLst/>
                <a:gdLst>
                  <a:gd name="T0" fmla="*/ 2 w 53"/>
                  <a:gd name="T1" fmla="*/ 44 h 44"/>
                  <a:gd name="T2" fmla="*/ 1 w 53"/>
                  <a:gd name="T3" fmla="*/ 43 h 44"/>
                  <a:gd name="T4" fmla="*/ 1 w 53"/>
                  <a:gd name="T5" fmla="*/ 41 h 44"/>
                  <a:gd name="T6" fmla="*/ 50 w 53"/>
                  <a:gd name="T7" fmla="*/ 1 h 44"/>
                  <a:gd name="T8" fmla="*/ 52 w 53"/>
                  <a:gd name="T9" fmla="*/ 0 h 44"/>
                  <a:gd name="T10" fmla="*/ 53 w 53"/>
                  <a:gd name="T11" fmla="*/ 2 h 44"/>
                  <a:gd name="T12" fmla="*/ 53 w 53"/>
                  <a:gd name="T13" fmla="*/ 35 h 44"/>
                  <a:gd name="T14" fmla="*/ 51 w 53"/>
                  <a:gd name="T15" fmla="*/ 37 h 44"/>
                  <a:gd name="T16" fmla="*/ 2 w 53"/>
                  <a:gd name="T17" fmla="*/ 44 h 44"/>
                  <a:gd name="T18" fmla="*/ 50 w 53"/>
                  <a:gd name="T19" fmla="*/ 6 h 44"/>
                  <a:gd name="T20" fmla="*/ 8 w 53"/>
                  <a:gd name="T21" fmla="*/ 40 h 44"/>
                  <a:gd name="T22" fmla="*/ 50 w 53"/>
                  <a:gd name="T23" fmla="*/ 34 h 44"/>
                  <a:gd name="T24" fmla="*/ 50 w 53"/>
                  <a:gd name="T25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44">
                    <a:moveTo>
                      <a:pt x="2" y="44"/>
                    </a:moveTo>
                    <a:cubicBezTo>
                      <a:pt x="2" y="44"/>
                      <a:pt x="1" y="44"/>
                      <a:pt x="1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1" y="0"/>
                      <a:pt x="51" y="0"/>
                      <a:pt x="52" y="0"/>
                    </a:cubicBezTo>
                    <a:cubicBezTo>
                      <a:pt x="52" y="1"/>
                      <a:pt x="53" y="1"/>
                      <a:pt x="53" y="2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6"/>
                      <a:pt x="52" y="37"/>
                      <a:pt x="51" y="37"/>
                    </a:cubicBezTo>
                    <a:cubicBezTo>
                      <a:pt x="2" y="44"/>
                      <a:pt x="2" y="44"/>
                      <a:pt x="2" y="44"/>
                    </a:cubicBezTo>
                    <a:close/>
                    <a:moveTo>
                      <a:pt x="50" y="6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50" y="34"/>
                      <a:pt x="50" y="34"/>
                      <a:pt x="50" y="34"/>
                    </a:cubicBezTo>
                    <a:lnTo>
                      <a:pt x="5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Freeform 891"/>
              <p:cNvSpPr>
                <a:spLocks noEditPoints="1"/>
              </p:cNvSpPr>
              <p:nvPr userDrawn="1"/>
            </p:nvSpPr>
            <p:spPr bwMode="auto">
              <a:xfrm>
                <a:off x="2913" y="1432"/>
                <a:ext cx="211" cy="54"/>
              </a:xfrm>
              <a:custGeom>
                <a:avLst/>
                <a:gdLst>
                  <a:gd name="T0" fmla="*/ 119 w 170"/>
                  <a:gd name="T1" fmla="*/ 44 h 44"/>
                  <a:gd name="T2" fmla="*/ 1 w 170"/>
                  <a:gd name="T3" fmla="*/ 44 h 44"/>
                  <a:gd name="T4" fmla="*/ 0 w 170"/>
                  <a:gd name="T5" fmla="*/ 43 h 44"/>
                  <a:gd name="T6" fmla="*/ 1 w 170"/>
                  <a:gd name="T7" fmla="*/ 41 h 44"/>
                  <a:gd name="T8" fmla="*/ 168 w 170"/>
                  <a:gd name="T9" fmla="*/ 0 h 44"/>
                  <a:gd name="T10" fmla="*/ 170 w 170"/>
                  <a:gd name="T11" fmla="*/ 1 h 44"/>
                  <a:gd name="T12" fmla="*/ 169 w 170"/>
                  <a:gd name="T13" fmla="*/ 3 h 44"/>
                  <a:gd name="T14" fmla="*/ 120 w 170"/>
                  <a:gd name="T15" fmla="*/ 44 h 44"/>
                  <a:gd name="T16" fmla="*/ 119 w 170"/>
                  <a:gd name="T17" fmla="*/ 44 h 44"/>
                  <a:gd name="T18" fmla="*/ 15 w 170"/>
                  <a:gd name="T19" fmla="*/ 41 h 44"/>
                  <a:gd name="T20" fmla="*/ 119 w 170"/>
                  <a:gd name="T21" fmla="*/ 41 h 44"/>
                  <a:gd name="T22" fmla="*/ 162 w 170"/>
                  <a:gd name="T23" fmla="*/ 5 h 44"/>
                  <a:gd name="T24" fmla="*/ 15 w 170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44">
                    <a:moveTo>
                      <a:pt x="119" y="44"/>
                    </a:move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69" y="0"/>
                      <a:pt x="169" y="0"/>
                      <a:pt x="170" y="1"/>
                    </a:cubicBezTo>
                    <a:cubicBezTo>
                      <a:pt x="170" y="2"/>
                      <a:pt x="170" y="3"/>
                      <a:pt x="169" y="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4"/>
                      <a:pt x="120" y="44"/>
                      <a:pt x="119" y="44"/>
                    </a:cubicBezTo>
                    <a:close/>
                    <a:moveTo>
                      <a:pt x="15" y="41"/>
                    </a:moveTo>
                    <a:cubicBezTo>
                      <a:pt x="119" y="41"/>
                      <a:pt x="119" y="41"/>
                      <a:pt x="119" y="41"/>
                    </a:cubicBezTo>
                    <a:cubicBezTo>
                      <a:pt x="162" y="5"/>
                      <a:pt x="162" y="5"/>
                      <a:pt x="162" y="5"/>
                    </a:cubicBezTo>
                    <a:lnTo>
                      <a:pt x="1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892"/>
              <p:cNvSpPr>
                <a:spLocks noEditPoints="1"/>
              </p:cNvSpPr>
              <p:nvPr userDrawn="1"/>
            </p:nvSpPr>
            <p:spPr bwMode="auto">
              <a:xfrm>
                <a:off x="2833" y="1447"/>
                <a:ext cx="171" cy="39"/>
              </a:xfrm>
              <a:custGeom>
                <a:avLst/>
                <a:gdLst>
                  <a:gd name="T0" fmla="*/ 136 w 138"/>
                  <a:gd name="T1" fmla="*/ 32 h 32"/>
                  <a:gd name="T2" fmla="*/ 1 w 138"/>
                  <a:gd name="T3" fmla="*/ 32 h 32"/>
                  <a:gd name="T4" fmla="*/ 0 w 138"/>
                  <a:gd name="T5" fmla="*/ 31 h 32"/>
                  <a:gd name="T6" fmla="*/ 1 w 138"/>
                  <a:gd name="T7" fmla="*/ 29 h 32"/>
                  <a:gd name="T8" fmla="*/ 87 w 138"/>
                  <a:gd name="T9" fmla="*/ 0 h 32"/>
                  <a:gd name="T10" fmla="*/ 89 w 138"/>
                  <a:gd name="T11" fmla="*/ 0 h 32"/>
                  <a:gd name="T12" fmla="*/ 137 w 138"/>
                  <a:gd name="T13" fmla="*/ 29 h 32"/>
                  <a:gd name="T14" fmla="*/ 138 w 138"/>
                  <a:gd name="T15" fmla="*/ 31 h 32"/>
                  <a:gd name="T16" fmla="*/ 136 w 138"/>
                  <a:gd name="T17" fmla="*/ 32 h 32"/>
                  <a:gd name="T18" fmla="*/ 12 w 138"/>
                  <a:gd name="T19" fmla="*/ 29 h 32"/>
                  <a:gd name="T20" fmla="*/ 130 w 138"/>
                  <a:gd name="T21" fmla="*/ 29 h 32"/>
                  <a:gd name="T22" fmla="*/ 87 w 138"/>
                  <a:gd name="T23" fmla="*/ 4 h 32"/>
                  <a:gd name="T24" fmla="*/ 12 w 138"/>
                  <a:gd name="T25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32">
                    <a:moveTo>
                      <a:pt x="136" y="32"/>
                    </a:moveTo>
                    <a:cubicBezTo>
                      <a:pt x="1" y="32"/>
                      <a:pt x="1" y="32"/>
                      <a:pt x="1" y="32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0"/>
                      <a:pt x="89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7" y="30"/>
                      <a:pt x="138" y="30"/>
                      <a:pt x="138" y="31"/>
                    </a:cubicBezTo>
                    <a:cubicBezTo>
                      <a:pt x="137" y="32"/>
                      <a:pt x="137" y="32"/>
                      <a:pt x="136" y="32"/>
                    </a:cubicBezTo>
                    <a:close/>
                    <a:moveTo>
                      <a:pt x="12" y="29"/>
                    </a:moveTo>
                    <a:cubicBezTo>
                      <a:pt x="130" y="29"/>
                      <a:pt x="130" y="29"/>
                      <a:pt x="130" y="29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2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893"/>
              <p:cNvSpPr>
                <a:spLocks noEditPoints="1"/>
              </p:cNvSpPr>
              <p:nvPr userDrawn="1"/>
            </p:nvSpPr>
            <p:spPr bwMode="auto">
              <a:xfrm>
                <a:off x="2688" y="1453"/>
                <a:ext cx="149" cy="33"/>
              </a:xfrm>
              <a:custGeom>
                <a:avLst/>
                <a:gdLst>
                  <a:gd name="T0" fmla="*/ 118 w 120"/>
                  <a:gd name="T1" fmla="*/ 27 h 27"/>
                  <a:gd name="T2" fmla="*/ 2 w 120"/>
                  <a:gd name="T3" fmla="*/ 27 h 27"/>
                  <a:gd name="T4" fmla="*/ 0 w 120"/>
                  <a:gd name="T5" fmla="*/ 26 h 27"/>
                  <a:gd name="T6" fmla="*/ 1 w 120"/>
                  <a:gd name="T7" fmla="*/ 24 h 27"/>
                  <a:gd name="T8" fmla="*/ 39 w 120"/>
                  <a:gd name="T9" fmla="*/ 0 h 27"/>
                  <a:gd name="T10" fmla="*/ 40 w 120"/>
                  <a:gd name="T11" fmla="*/ 0 h 27"/>
                  <a:gd name="T12" fmla="*/ 119 w 120"/>
                  <a:gd name="T13" fmla="*/ 24 h 27"/>
                  <a:gd name="T14" fmla="*/ 120 w 120"/>
                  <a:gd name="T15" fmla="*/ 26 h 27"/>
                  <a:gd name="T16" fmla="*/ 118 w 120"/>
                  <a:gd name="T17" fmla="*/ 27 h 27"/>
                  <a:gd name="T18" fmla="*/ 7 w 120"/>
                  <a:gd name="T19" fmla="*/ 24 h 27"/>
                  <a:gd name="T20" fmla="*/ 107 w 120"/>
                  <a:gd name="T21" fmla="*/ 24 h 27"/>
                  <a:gd name="T22" fmla="*/ 40 w 120"/>
                  <a:gd name="T23" fmla="*/ 3 h 27"/>
                  <a:gd name="T24" fmla="*/ 7 w 12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27">
                    <a:moveTo>
                      <a:pt x="118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4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40" y="0"/>
                    </a:cubicBezTo>
                    <a:cubicBezTo>
                      <a:pt x="119" y="24"/>
                      <a:pt x="119" y="24"/>
                      <a:pt x="119" y="24"/>
                    </a:cubicBezTo>
                    <a:cubicBezTo>
                      <a:pt x="120" y="24"/>
                      <a:pt x="120" y="25"/>
                      <a:pt x="120" y="26"/>
                    </a:cubicBezTo>
                    <a:cubicBezTo>
                      <a:pt x="120" y="27"/>
                      <a:pt x="119" y="27"/>
                      <a:pt x="118" y="27"/>
                    </a:cubicBezTo>
                    <a:close/>
                    <a:moveTo>
                      <a:pt x="7" y="24"/>
                    </a:moveTo>
                    <a:cubicBezTo>
                      <a:pt x="107" y="24"/>
                      <a:pt x="107" y="24"/>
                      <a:pt x="107" y="24"/>
                    </a:cubicBezTo>
                    <a:cubicBezTo>
                      <a:pt x="40" y="3"/>
                      <a:pt x="40" y="3"/>
                      <a:pt x="40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894"/>
              <p:cNvSpPr>
                <a:spLocks noEditPoints="1"/>
              </p:cNvSpPr>
              <p:nvPr userDrawn="1"/>
            </p:nvSpPr>
            <p:spPr bwMode="auto">
              <a:xfrm>
                <a:off x="1889" y="461"/>
                <a:ext cx="66" cy="98"/>
              </a:xfrm>
              <a:custGeom>
                <a:avLst/>
                <a:gdLst>
                  <a:gd name="T0" fmla="*/ 33 w 54"/>
                  <a:gd name="T1" fmla="*/ 79 h 79"/>
                  <a:gd name="T2" fmla="*/ 33 w 54"/>
                  <a:gd name="T3" fmla="*/ 78 h 79"/>
                  <a:gd name="T4" fmla="*/ 31 w 54"/>
                  <a:gd name="T5" fmla="*/ 76 h 79"/>
                  <a:gd name="T6" fmla="*/ 1 w 54"/>
                  <a:gd name="T7" fmla="*/ 2 h 79"/>
                  <a:gd name="T8" fmla="*/ 1 w 54"/>
                  <a:gd name="T9" fmla="*/ 0 h 79"/>
                  <a:gd name="T10" fmla="*/ 3 w 54"/>
                  <a:gd name="T11" fmla="*/ 1 h 79"/>
                  <a:gd name="T12" fmla="*/ 53 w 54"/>
                  <a:gd name="T13" fmla="*/ 47 h 79"/>
                  <a:gd name="T14" fmla="*/ 54 w 54"/>
                  <a:gd name="T15" fmla="*/ 49 h 79"/>
                  <a:gd name="T16" fmla="*/ 33 w 54"/>
                  <a:gd name="T17" fmla="*/ 79 h 79"/>
                  <a:gd name="T18" fmla="*/ 7 w 54"/>
                  <a:gd name="T19" fmla="*/ 9 h 79"/>
                  <a:gd name="T20" fmla="*/ 34 w 54"/>
                  <a:gd name="T21" fmla="*/ 74 h 79"/>
                  <a:gd name="T22" fmla="*/ 50 w 54"/>
                  <a:gd name="T23" fmla="*/ 49 h 79"/>
                  <a:gd name="T24" fmla="*/ 7 w 54"/>
                  <a:gd name="T25" fmla="*/ 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79">
                    <a:moveTo>
                      <a:pt x="33" y="79"/>
                    </a:moveTo>
                    <a:cubicBezTo>
                      <a:pt x="33" y="78"/>
                      <a:pt x="33" y="78"/>
                      <a:pt x="33" y="78"/>
                    </a:cubicBezTo>
                    <a:cubicBezTo>
                      <a:pt x="32" y="78"/>
                      <a:pt x="31" y="78"/>
                      <a:pt x="31" y="76"/>
                    </a:cubicBezTo>
                    <a:cubicBezTo>
                      <a:pt x="31" y="73"/>
                      <a:pt x="12" y="29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54" y="48"/>
                      <a:pt x="54" y="49"/>
                      <a:pt x="54" y="49"/>
                    </a:cubicBezTo>
                    <a:cubicBezTo>
                      <a:pt x="38" y="76"/>
                      <a:pt x="35" y="79"/>
                      <a:pt x="33" y="79"/>
                    </a:cubicBezTo>
                    <a:close/>
                    <a:moveTo>
                      <a:pt x="7" y="9"/>
                    </a:moveTo>
                    <a:cubicBezTo>
                      <a:pt x="15" y="26"/>
                      <a:pt x="31" y="63"/>
                      <a:pt x="34" y="74"/>
                    </a:cubicBezTo>
                    <a:cubicBezTo>
                      <a:pt x="37" y="70"/>
                      <a:pt x="44" y="59"/>
                      <a:pt x="50" y="49"/>
                    </a:cubicBez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895"/>
              <p:cNvSpPr>
                <a:spLocks noEditPoints="1"/>
              </p:cNvSpPr>
              <p:nvPr userDrawn="1"/>
            </p:nvSpPr>
            <p:spPr bwMode="auto">
              <a:xfrm>
                <a:off x="1801" y="407"/>
                <a:ext cx="93" cy="58"/>
              </a:xfrm>
              <a:custGeom>
                <a:avLst/>
                <a:gdLst>
                  <a:gd name="T0" fmla="*/ 73 w 75"/>
                  <a:gd name="T1" fmla="*/ 47 h 47"/>
                  <a:gd name="T2" fmla="*/ 73 w 75"/>
                  <a:gd name="T3" fmla="*/ 47 h 47"/>
                  <a:gd name="T4" fmla="*/ 20 w 75"/>
                  <a:gd name="T5" fmla="*/ 42 h 47"/>
                  <a:gd name="T6" fmla="*/ 18 w 75"/>
                  <a:gd name="T7" fmla="*/ 42 h 47"/>
                  <a:gd name="T8" fmla="*/ 0 w 75"/>
                  <a:gd name="T9" fmla="*/ 2 h 47"/>
                  <a:gd name="T10" fmla="*/ 0 w 75"/>
                  <a:gd name="T11" fmla="*/ 0 h 47"/>
                  <a:gd name="T12" fmla="*/ 2 w 75"/>
                  <a:gd name="T13" fmla="*/ 0 h 47"/>
                  <a:gd name="T14" fmla="*/ 74 w 75"/>
                  <a:gd name="T15" fmla="*/ 44 h 47"/>
                  <a:gd name="T16" fmla="*/ 75 w 75"/>
                  <a:gd name="T17" fmla="*/ 46 h 47"/>
                  <a:gd name="T18" fmla="*/ 73 w 75"/>
                  <a:gd name="T19" fmla="*/ 47 h 47"/>
                  <a:gd name="T20" fmla="*/ 21 w 75"/>
                  <a:gd name="T21" fmla="*/ 39 h 47"/>
                  <a:gd name="T22" fmla="*/ 66 w 75"/>
                  <a:gd name="T23" fmla="*/ 43 h 47"/>
                  <a:gd name="T24" fmla="*/ 5 w 75"/>
                  <a:gd name="T25" fmla="*/ 6 h 47"/>
                  <a:gd name="T26" fmla="*/ 21 w 75"/>
                  <a:gd name="T27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47">
                    <a:moveTo>
                      <a:pt x="73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2"/>
                      <a:pt x="19" y="42"/>
                      <a:pt x="18" y="4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5" y="45"/>
                      <a:pt x="75" y="46"/>
                      <a:pt x="75" y="46"/>
                    </a:cubicBezTo>
                    <a:cubicBezTo>
                      <a:pt x="74" y="47"/>
                      <a:pt x="74" y="47"/>
                      <a:pt x="73" y="47"/>
                    </a:cubicBezTo>
                    <a:close/>
                    <a:moveTo>
                      <a:pt x="21" y="39"/>
                    </a:moveTo>
                    <a:cubicBezTo>
                      <a:pt x="66" y="43"/>
                      <a:pt x="66" y="43"/>
                      <a:pt x="66" y="43"/>
                    </a:cubicBezTo>
                    <a:cubicBezTo>
                      <a:pt x="5" y="6"/>
                      <a:pt x="5" y="6"/>
                      <a:pt x="5" y="6"/>
                    </a:cubicBezTo>
                    <a:lnTo>
                      <a:pt x="21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Freeform 896"/>
              <p:cNvSpPr>
                <a:spLocks noEditPoints="1"/>
              </p:cNvSpPr>
              <p:nvPr userDrawn="1"/>
            </p:nvSpPr>
            <p:spPr bwMode="auto">
              <a:xfrm>
                <a:off x="1707" y="373"/>
                <a:ext cx="121" cy="86"/>
              </a:xfrm>
              <a:custGeom>
                <a:avLst/>
                <a:gdLst>
                  <a:gd name="T0" fmla="*/ 96 w 98"/>
                  <a:gd name="T1" fmla="*/ 69 h 69"/>
                  <a:gd name="T2" fmla="*/ 95 w 98"/>
                  <a:gd name="T3" fmla="*/ 69 h 69"/>
                  <a:gd name="T4" fmla="*/ 1 w 98"/>
                  <a:gd name="T5" fmla="*/ 3 h 69"/>
                  <a:gd name="T6" fmla="*/ 0 w 98"/>
                  <a:gd name="T7" fmla="*/ 1 h 69"/>
                  <a:gd name="T8" fmla="*/ 2 w 98"/>
                  <a:gd name="T9" fmla="*/ 0 h 69"/>
                  <a:gd name="T10" fmla="*/ 78 w 98"/>
                  <a:gd name="T11" fmla="*/ 27 h 69"/>
                  <a:gd name="T12" fmla="*/ 79 w 98"/>
                  <a:gd name="T13" fmla="*/ 28 h 69"/>
                  <a:gd name="T14" fmla="*/ 97 w 98"/>
                  <a:gd name="T15" fmla="*/ 67 h 69"/>
                  <a:gd name="T16" fmla="*/ 97 w 98"/>
                  <a:gd name="T17" fmla="*/ 69 h 69"/>
                  <a:gd name="T18" fmla="*/ 96 w 98"/>
                  <a:gd name="T19" fmla="*/ 69 h 69"/>
                  <a:gd name="T20" fmla="*/ 13 w 98"/>
                  <a:gd name="T21" fmla="*/ 7 h 69"/>
                  <a:gd name="T22" fmla="*/ 92 w 98"/>
                  <a:gd name="T23" fmla="*/ 63 h 69"/>
                  <a:gd name="T24" fmla="*/ 76 w 98"/>
                  <a:gd name="T25" fmla="*/ 30 h 69"/>
                  <a:gd name="T26" fmla="*/ 13 w 98"/>
                  <a:gd name="T27" fmla="*/ 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69">
                    <a:moveTo>
                      <a:pt x="96" y="69"/>
                    </a:moveTo>
                    <a:cubicBezTo>
                      <a:pt x="95" y="69"/>
                      <a:pt x="95" y="69"/>
                      <a:pt x="95" y="6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7"/>
                      <a:pt x="79" y="27"/>
                      <a:pt x="79" y="28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8" y="68"/>
                      <a:pt x="98" y="69"/>
                      <a:pt x="97" y="69"/>
                    </a:cubicBezTo>
                    <a:cubicBezTo>
                      <a:pt x="97" y="69"/>
                      <a:pt x="96" y="69"/>
                      <a:pt x="96" y="69"/>
                    </a:cubicBezTo>
                    <a:close/>
                    <a:moveTo>
                      <a:pt x="13" y="7"/>
                    </a:moveTo>
                    <a:cubicBezTo>
                      <a:pt x="92" y="63"/>
                      <a:pt x="92" y="63"/>
                      <a:pt x="92" y="63"/>
                    </a:cubicBezTo>
                    <a:cubicBezTo>
                      <a:pt x="76" y="30"/>
                      <a:pt x="76" y="30"/>
                      <a:pt x="76" y="30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Freeform 897"/>
              <p:cNvSpPr>
                <a:spLocks noEditPoints="1"/>
              </p:cNvSpPr>
              <p:nvPr userDrawn="1"/>
            </p:nvSpPr>
            <p:spPr bwMode="auto">
              <a:xfrm>
                <a:off x="1606" y="359"/>
                <a:ext cx="104" cy="47"/>
              </a:xfrm>
              <a:custGeom>
                <a:avLst/>
                <a:gdLst>
                  <a:gd name="T0" fmla="*/ 30 w 84"/>
                  <a:gd name="T1" fmla="*/ 38 h 38"/>
                  <a:gd name="T2" fmla="*/ 29 w 84"/>
                  <a:gd name="T3" fmla="*/ 37 h 38"/>
                  <a:gd name="T4" fmla="*/ 1 w 84"/>
                  <a:gd name="T5" fmla="*/ 3 h 38"/>
                  <a:gd name="T6" fmla="*/ 0 w 84"/>
                  <a:gd name="T7" fmla="*/ 1 h 38"/>
                  <a:gd name="T8" fmla="*/ 2 w 84"/>
                  <a:gd name="T9" fmla="*/ 0 h 38"/>
                  <a:gd name="T10" fmla="*/ 83 w 84"/>
                  <a:gd name="T11" fmla="*/ 12 h 38"/>
                  <a:gd name="T12" fmla="*/ 84 w 84"/>
                  <a:gd name="T13" fmla="*/ 14 h 38"/>
                  <a:gd name="T14" fmla="*/ 83 w 84"/>
                  <a:gd name="T15" fmla="*/ 15 h 38"/>
                  <a:gd name="T16" fmla="*/ 31 w 84"/>
                  <a:gd name="T17" fmla="*/ 37 h 38"/>
                  <a:gd name="T18" fmla="*/ 30 w 84"/>
                  <a:gd name="T19" fmla="*/ 38 h 38"/>
                  <a:gd name="T20" fmla="*/ 6 w 84"/>
                  <a:gd name="T21" fmla="*/ 4 h 38"/>
                  <a:gd name="T22" fmla="*/ 30 w 84"/>
                  <a:gd name="T23" fmla="*/ 34 h 38"/>
                  <a:gd name="T24" fmla="*/ 76 w 84"/>
                  <a:gd name="T25" fmla="*/ 15 h 38"/>
                  <a:gd name="T26" fmla="*/ 6 w 84"/>
                  <a:gd name="T27" fmla="*/ 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8">
                    <a:moveTo>
                      <a:pt x="30" y="38"/>
                    </a:moveTo>
                    <a:cubicBezTo>
                      <a:pt x="29" y="38"/>
                      <a:pt x="29" y="37"/>
                      <a:pt x="29" y="3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4" y="12"/>
                      <a:pt x="84" y="13"/>
                      <a:pt x="84" y="14"/>
                    </a:cubicBezTo>
                    <a:cubicBezTo>
                      <a:pt x="84" y="14"/>
                      <a:pt x="84" y="15"/>
                      <a:pt x="83" y="15"/>
                    </a:cubicBezTo>
                    <a:cubicBezTo>
                      <a:pt x="31" y="37"/>
                      <a:pt x="31" y="37"/>
                      <a:pt x="31" y="37"/>
                    </a:cubicBezTo>
                    <a:lnTo>
                      <a:pt x="30" y="38"/>
                    </a:lnTo>
                    <a:close/>
                    <a:moveTo>
                      <a:pt x="6" y="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76" y="15"/>
                      <a:pt x="76" y="15"/>
                      <a:pt x="76" y="15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898"/>
              <p:cNvSpPr>
                <a:spLocks noEditPoints="1"/>
              </p:cNvSpPr>
              <p:nvPr userDrawn="1"/>
            </p:nvSpPr>
            <p:spPr bwMode="auto">
              <a:xfrm>
                <a:off x="1509" y="359"/>
                <a:ext cx="102" cy="36"/>
              </a:xfrm>
              <a:custGeom>
                <a:avLst/>
                <a:gdLst>
                  <a:gd name="T0" fmla="*/ 25 w 83"/>
                  <a:gd name="T1" fmla="*/ 29 h 29"/>
                  <a:gd name="T2" fmla="*/ 24 w 83"/>
                  <a:gd name="T3" fmla="*/ 28 h 29"/>
                  <a:gd name="T4" fmla="*/ 1 w 83"/>
                  <a:gd name="T5" fmla="*/ 13 h 29"/>
                  <a:gd name="T6" fmla="*/ 0 w 83"/>
                  <a:gd name="T7" fmla="*/ 11 h 29"/>
                  <a:gd name="T8" fmla="*/ 1 w 83"/>
                  <a:gd name="T9" fmla="*/ 10 h 29"/>
                  <a:gd name="T10" fmla="*/ 81 w 83"/>
                  <a:gd name="T11" fmla="*/ 0 h 29"/>
                  <a:gd name="T12" fmla="*/ 83 w 83"/>
                  <a:gd name="T13" fmla="*/ 1 h 29"/>
                  <a:gd name="T14" fmla="*/ 82 w 83"/>
                  <a:gd name="T15" fmla="*/ 3 h 29"/>
                  <a:gd name="T16" fmla="*/ 25 w 83"/>
                  <a:gd name="T17" fmla="*/ 29 h 29"/>
                  <a:gd name="T18" fmla="*/ 6 w 83"/>
                  <a:gd name="T19" fmla="*/ 12 h 29"/>
                  <a:gd name="T20" fmla="*/ 25 w 83"/>
                  <a:gd name="T21" fmla="*/ 25 h 29"/>
                  <a:gd name="T22" fmla="*/ 70 w 83"/>
                  <a:gd name="T23" fmla="*/ 5 h 29"/>
                  <a:gd name="T24" fmla="*/ 6 w 83"/>
                  <a:gd name="T25" fmla="*/ 1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29">
                    <a:moveTo>
                      <a:pt x="25" y="29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0"/>
                      <a:pt x="1" y="10"/>
                      <a:pt x="1" y="1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82" y="0"/>
                      <a:pt x="83" y="1"/>
                    </a:cubicBezTo>
                    <a:cubicBezTo>
                      <a:pt x="83" y="2"/>
                      <a:pt x="82" y="3"/>
                      <a:pt x="82" y="3"/>
                    </a:cubicBezTo>
                    <a:cubicBezTo>
                      <a:pt x="25" y="29"/>
                      <a:pt x="25" y="29"/>
                      <a:pt x="25" y="29"/>
                    </a:cubicBezTo>
                    <a:close/>
                    <a:moveTo>
                      <a:pt x="6" y="12"/>
                    </a:moveTo>
                    <a:cubicBezTo>
                      <a:pt x="25" y="25"/>
                      <a:pt x="25" y="25"/>
                      <a:pt x="25" y="2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899"/>
              <p:cNvSpPr>
                <a:spLocks noEditPoints="1"/>
              </p:cNvSpPr>
              <p:nvPr userDrawn="1"/>
            </p:nvSpPr>
            <p:spPr bwMode="auto">
              <a:xfrm>
                <a:off x="2835" y="449"/>
                <a:ext cx="26" cy="82"/>
              </a:xfrm>
              <a:custGeom>
                <a:avLst/>
                <a:gdLst>
                  <a:gd name="T0" fmla="*/ 19 w 21"/>
                  <a:gd name="T1" fmla="*/ 66 h 66"/>
                  <a:gd name="T2" fmla="*/ 17 w 21"/>
                  <a:gd name="T3" fmla="*/ 65 h 66"/>
                  <a:gd name="T4" fmla="*/ 0 w 21"/>
                  <a:gd name="T5" fmla="*/ 25 h 66"/>
                  <a:gd name="T6" fmla="*/ 0 w 21"/>
                  <a:gd name="T7" fmla="*/ 24 h 66"/>
                  <a:gd name="T8" fmla="*/ 18 w 21"/>
                  <a:gd name="T9" fmla="*/ 1 h 66"/>
                  <a:gd name="T10" fmla="*/ 20 w 21"/>
                  <a:gd name="T11" fmla="*/ 1 h 66"/>
                  <a:gd name="T12" fmla="*/ 21 w 21"/>
                  <a:gd name="T13" fmla="*/ 2 h 66"/>
                  <a:gd name="T14" fmla="*/ 21 w 21"/>
                  <a:gd name="T15" fmla="*/ 64 h 66"/>
                  <a:gd name="T16" fmla="*/ 19 w 21"/>
                  <a:gd name="T17" fmla="*/ 66 h 66"/>
                  <a:gd name="T18" fmla="*/ 4 w 21"/>
                  <a:gd name="T19" fmla="*/ 25 h 66"/>
                  <a:gd name="T20" fmla="*/ 17 w 21"/>
                  <a:gd name="T21" fmla="*/ 56 h 66"/>
                  <a:gd name="T22" fmla="*/ 17 w 21"/>
                  <a:gd name="T23" fmla="*/ 7 h 66"/>
                  <a:gd name="T24" fmla="*/ 4 w 21"/>
                  <a:gd name="T25" fmla="*/ 2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66">
                    <a:moveTo>
                      <a:pt x="19" y="66"/>
                    </a:moveTo>
                    <a:cubicBezTo>
                      <a:pt x="18" y="66"/>
                      <a:pt x="18" y="65"/>
                      <a:pt x="17" y="6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4"/>
                      <a:pt x="0" y="24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9" y="0"/>
                      <a:pt x="20" y="1"/>
                    </a:cubicBezTo>
                    <a:cubicBezTo>
                      <a:pt x="20" y="1"/>
                      <a:pt x="21" y="1"/>
                      <a:pt x="21" y="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1" y="65"/>
                      <a:pt x="20" y="65"/>
                      <a:pt x="19" y="66"/>
                    </a:cubicBezTo>
                    <a:close/>
                    <a:moveTo>
                      <a:pt x="4" y="25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17" y="7"/>
                      <a:pt x="17" y="7"/>
                      <a:pt x="17" y="7"/>
                    </a:cubicBezTo>
                    <a:lnTo>
                      <a:pt x="4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900"/>
              <p:cNvSpPr>
                <a:spLocks noEditPoints="1"/>
              </p:cNvSpPr>
              <p:nvPr userDrawn="1"/>
            </p:nvSpPr>
            <p:spPr bwMode="auto">
              <a:xfrm>
                <a:off x="2803" y="526"/>
                <a:ext cx="108" cy="32"/>
              </a:xfrm>
              <a:custGeom>
                <a:avLst/>
                <a:gdLst>
                  <a:gd name="T0" fmla="*/ 85 w 87"/>
                  <a:gd name="T1" fmla="*/ 26 h 26"/>
                  <a:gd name="T2" fmla="*/ 2 w 87"/>
                  <a:gd name="T3" fmla="*/ 26 h 26"/>
                  <a:gd name="T4" fmla="*/ 0 w 87"/>
                  <a:gd name="T5" fmla="*/ 25 h 26"/>
                  <a:gd name="T6" fmla="*/ 1 w 87"/>
                  <a:gd name="T7" fmla="*/ 23 h 26"/>
                  <a:gd name="T8" fmla="*/ 44 w 87"/>
                  <a:gd name="T9" fmla="*/ 1 h 26"/>
                  <a:gd name="T10" fmla="*/ 46 w 87"/>
                  <a:gd name="T11" fmla="*/ 1 h 26"/>
                  <a:gd name="T12" fmla="*/ 86 w 87"/>
                  <a:gd name="T13" fmla="*/ 23 h 26"/>
                  <a:gd name="T14" fmla="*/ 87 w 87"/>
                  <a:gd name="T15" fmla="*/ 25 h 26"/>
                  <a:gd name="T16" fmla="*/ 85 w 87"/>
                  <a:gd name="T17" fmla="*/ 26 h 26"/>
                  <a:gd name="T18" fmla="*/ 9 w 87"/>
                  <a:gd name="T19" fmla="*/ 23 h 26"/>
                  <a:gd name="T20" fmla="*/ 79 w 87"/>
                  <a:gd name="T21" fmla="*/ 23 h 26"/>
                  <a:gd name="T22" fmla="*/ 45 w 87"/>
                  <a:gd name="T23" fmla="*/ 4 h 26"/>
                  <a:gd name="T24" fmla="*/ 9 w 87"/>
                  <a:gd name="T25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26">
                    <a:moveTo>
                      <a:pt x="85" y="26"/>
                    </a:move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6"/>
                      <a:pt x="0" y="25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5" y="0"/>
                      <a:pt x="45" y="0"/>
                      <a:pt x="46" y="1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7" y="23"/>
                      <a:pt x="87" y="24"/>
                      <a:pt x="87" y="25"/>
                    </a:cubicBezTo>
                    <a:cubicBezTo>
                      <a:pt x="87" y="26"/>
                      <a:pt x="86" y="26"/>
                      <a:pt x="85" y="26"/>
                    </a:cubicBezTo>
                    <a:close/>
                    <a:moveTo>
                      <a:pt x="9" y="23"/>
                    </a:moveTo>
                    <a:cubicBezTo>
                      <a:pt x="79" y="23"/>
                      <a:pt x="79" y="23"/>
                      <a:pt x="79" y="23"/>
                    </a:cubicBezTo>
                    <a:cubicBezTo>
                      <a:pt x="45" y="4"/>
                      <a:pt x="45" y="4"/>
                      <a:pt x="45" y="4"/>
                    </a:cubicBezTo>
                    <a:lnTo>
                      <a:pt x="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901"/>
              <p:cNvSpPr>
                <a:spLocks noEditPoints="1"/>
              </p:cNvSpPr>
              <p:nvPr userDrawn="1"/>
            </p:nvSpPr>
            <p:spPr bwMode="auto">
              <a:xfrm>
                <a:off x="2863" y="554"/>
                <a:ext cx="48" cy="104"/>
              </a:xfrm>
              <a:custGeom>
                <a:avLst/>
                <a:gdLst>
                  <a:gd name="T0" fmla="*/ 18 w 39"/>
                  <a:gd name="T1" fmla="*/ 84 h 84"/>
                  <a:gd name="T2" fmla="*/ 16 w 39"/>
                  <a:gd name="T3" fmla="*/ 83 h 84"/>
                  <a:gd name="T4" fmla="*/ 0 w 39"/>
                  <a:gd name="T5" fmla="*/ 42 h 84"/>
                  <a:gd name="T6" fmla="*/ 1 w 39"/>
                  <a:gd name="T7" fmla="*/ 41 h 84"/>
                  <a:gd name="T8" fmla="*/ 36 w 39"/>
                  <a:gd name="T9" fmla="*/ 0 h 84"/>
                  <a:gd name="T10" fmla="*/ 38 w 39"/>
                  <a:gd name="T11" fmla="*/ 0 h 84"/>
                  <a:gd name="T12" fmla="*/ 39 w 39"/>
                  <a:gd name="T13" fmla="*/ 2 h 84"/>
                  <a:gd name="T14" fmla="*/ 19 w 39"/>
                  <a:gd name="T15" fmla="*/ 83 h 84"/>
                  <a:gd name="T16" fmla="*/ 18 w 39"/>
                  <a:gd name="T17" fmla="*/ 84 h 84"/>
                  <a:gd name="T18" fmla="*/ 4 w 39"/>
                  <a:gd name="T19" fmla="*/ 42 h 84"/>
                  <a:gd name="T20" fmla="*/ 17 w 39"/>
                  <a:gd name="T21" fmla="*/ 77 h 84"/>
                  <a:gd name="T22" fmla="*/ 34 w 39"/>
                  <a:gd name="T23" fmla="*/ 8 h 84"/>
                  <a:gd name="T24" fmla="*/ 4 w 39"/>
                  <a:gd name="T25" fmla="*/ 4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84">
                    <a:moveTo>
                      <a:pt x="18" y="84"/>
                    </a:moveTo>
                    <a:cubicBezTo>
                      <a:pt x="17" y="84"/>
                      <a:pt x="16" y="83"/>
                      <a:pt x="16" y="8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2"/>
                    </a:cubicBezTo>
                    <a:cubicBezTo>
                      <a:pt x="19" y="83"/>
                      <a:pt x="19" y="83"/>
                      <a:pt x="19" y="83"/>
                    </a:cubicBezTo>
                    <a:cubicBezTo>
                      <a:pt x="19" y="83"/>
                      <a:pt x="19" y="84"/>
                      <a:pt x="18" y="84"/>
                    </a:cubicBezTo>
                    <a:close/>
                    <a:moveTo>
                      <a:pt x="4" y="42"/>
                    </a:moveTo>
                    <a:cubicBezTo>
                      <a:pt x="17" y="77"/>
                      <a:pt x="17" y="77"/>
                      <a:pt x="17" y="77"/>
                    </a:cubicBezTo>
                    <a:cubicBezTo>
                      <a:pt x="34" y="8"/>
                      <a:pt x="34" y="8"/>
                      <a:pt x="34" y="8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902"/>
              <p:cNvSpPr>
                <a:spLocks noEditPoints="1"/>
              </p:cNvSpPr>
              <p:nvPr userDrawn="1"/>
            </p:nvSpPr>
            <p:spPr bwMode="auto">
              <a:xfrm>
                <a:off x="2803" y="554"/>
                <a:ext cx="108" cy="53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3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2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2" y="3"/>
                      <a:pt x="82" y="3"/>
                      <a:pt x="82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Freeform 903"/>
              <p:cNvSpPr>
                <a:spLocks noEditPoints="1"/>
              </p:cNvSpPr>
              <p:nvPr userDrawn="1"/>
            </p:nvSpPr>
            <p:spPr bwMode="auto">
              <a:xfrm>
                <a:off x="2809" y="149"/>
                <a:ext cx="108" cy="54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2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1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2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1" y="3"/>
                      <a:pt x="81" y="3"/>
                      <a:pt x="81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904"/>
              <p:cNvSpPr>
                <a:spLocks noEditPoints="1"/>
              </p:cNvSpPr>
              <p:nvPr userDrawn="1"/>
            </p:nvSpPr>
            <p:spPr bwMode="auto">
              <a:xfrm>
                <a:off x="2745" y="355"/>
                <a:ext cx="94" cy="126"/>
              </a:xfrm>
              <a:custGeom>
                <a:avLst/>
                <a:gdLst>
                  <a:gd name="T0" fmla="*/ 75 w 76"/>
                  <a:gd name="T1" fmla="*/ 102 h 102"/>
                  <a:gd name="T2" fmla="*/ 74 w 76"/>
                  <a:gd name="T3" fmla="*/ 102 h 102"/>
                  <a:gd name="T4" fmla="*/ 1 w 76"/>
                  <a:gd name="T5" fmla="*/ 84 h 102"/>
                  <a:gd name="T6" fmla="*/ 0 w 76"/>
                  <a:gd name="T7" fmla="*/ 84 h 102"/>
                  <a:gd name="T8" fmla="*/ 0 w 76"/>
                  <a:gd name="T9" fmla="*/ 82 h 102"/>
                  <a:gd name="T10" fmla="*/ 30 w 76"/>
                  <a:gd name="T11" fmla="*/ 1 h 102"/>
                  <a:gd name="T12" fmla="*/ 32 w 76"/>
                  <a:gd name="T13" fmla="*/ 0 h 102"/>
                  <a:gd name="T14" fmla="*/ 33 w 76"/>
                  <a:gd name="T15" fmla="*/ 1 h 102"/>
                  <a:gd name="T16" fmla="*/ 76 w 76"/>
                  <a:gd name="T17" fmla="*/ 100 h 102"/>
                  <a:gd name="T18" fmla="*/ 76 w 76"/>
                  <a:gd name="T19" fmla="*/ 102 h 102"/>
                  <a:gd name="T20" fmla="*/ 75 w 76"/>
                  <a:gd name="T21" fmla="*/ 102 h 102"/>
                  <a:gd name="T22" fmla="*/ 4 w 76"/>
                  <a:gd name="T23" fmla="*/ 82 h 102"/>
                  <a:gd name="T24" fmla="*/ 72 w 76"/>
                  <a:gd name="T25" fmla="*/ 98 h 102"/>
                  <a:gd name="T26" fmla="*/ 32 w 76"/>
                  <a:gd name="T27" fmla="*/ 6 h 102"/>
                  <a:gd name="T28" fmla="*/ 4 w 76"/>
                  <a:gd name="T29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2">
                    <a:moveTo>
                      <a:pt x="75" y="102"/>
                    </a:moveTo>
                    <a:cubicBezTo>
                      <a:pt x="74" y="102"/>
                      <a:pt x="74" y="102"/>
                      <a:pt x="74" y="102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0" y="84"/>
                      <a:pt x="0" y="84"/>
                    </a:cubicBezTo>
                    <a:cubicBezTo>
                      <a:pt x="0" y="83"/>
                      <a:pt x="0" y="83"/>
                      <a:pt x="0" y="8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2" y="0"/>
                      <a:pt x="33" y="0"/>
                      <a:pt x="33" y="1"/>
                    </a:cubicBezTo>
                    <a:cubicBezTo>
                      <a:pt x="76" y="100"/>
                      <a:pt x="76" y="100"/>
                      <a:pt x="76" y="100"/>
                    </a:cubicBezTo>
                    <a:cubicBezTo>
                      <a:pt x="76" y="101"/>
                      <a:pt x="76" y="101"/>
                      <a:pt x="76" y="102"/>
                    </a:cubicBezTo>
                    <a:cubicBezTo>
                      <a:pt x="76" y="102"/>
                      <a:pt x="75" y="102"/>
                      <a:pt x="75" y="102"/>
                    </a:cubicBezTo>
                    <a:close/>
                    <a:moveTo>
                      <a:pt x="4" y="82"/>
                    </a:moveTo>
                    <a:cubicBezTo>
                      <a:pt x="72" y="98"/>
                      <a:pt x="72" y="98"/>
                      <a:pt x="72" y="98"/>
                    </a:cubicBezTo>
                    <a:cubicBezTo>
                      <a:pt x="32" y="6"/>
                      <a:pt x="32" y="6"/>
                      <a:pt x="32" y="6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905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73"/>
              </a:xfrm>
              <a:custGeom>
                <a:avLst/>
                <a:gdLst>
                  <a:gd name="T0" fmla="*/ 126 w 128"/>
                  <a:gd name="T1" fmla="*/ 59 h 59"/>
                  <a:gd name="T2" fmla="*/ 125 w 128"/>
                  <a:gd name="T3" fmla="*/ 59 h 59"/>
                  <a:gd name="T4" fmla="*/ 1 w 128"/>
                  <a:gd name="T5" fmla="*/ 3 h 59"/>
                  <a:gd name="T6" fmla="*/ 0 w 128"/>
                  <a:gd name="T7" fmla="*/ 1 h 59"/>
                  <a:gd name="T8" fmla="*/ 1 w 128"/>
                  <a:gd name="T9" fmla="*/ 0 h 59"/>
                  <a:gd name="T10" fmla="*/ 96 w 128"/>
                  <a:gd name="T11" fmla="*/ 0 h 59"/>
                  <a:gd name="T12" fmla="*/ 98 w 128"/>
                  <a:gd name="T13" fmla="*/ 1 h 59"/>
                  <a:gd name="T14" fmla="*/ 127 w 128"/>
                  <a:gd name="T15" fmla="*/ 57 h 59"/>
                  <a:gd name="T16" fmla="*/ 127 w 128"/>
                  <a:gd name="T17" fmla="*/ 58 h 59"/>
                  <a:gd name="T18" fmla="*/ 126 w 128"/>
                  <a:gd name="T19" fmla="*/ 59 h 59"/>
                  <a:gd name="T20" fmla="*/ 9 w 128"/>
                  <a:gd name="T21" fmla="*/ 3 h 59"/>
                  <a:gd name="T22" fmla="*/ 122 w 128"/>
                  <a:gd name="T23" fmla="*/ 54 h 59"/>
                  <a:gd name="T24" fmla="*/ 95 w 128"/>
                  <a:gd name="T25" fmla="*/ 3 h 59"/>
                  <a:gd name="T26" fmla="*/ 9 w 128"/>
                  <a:gd name="T2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59">
                    <a:moveTo>
                      <a:pt x="126" y="59"/>
                    </a:moveTo>
                    <a:cubicBezTo>
                      <a:pt x="125" y="59"/>
                      <a:pt x="125" y="59"/>
                      <a:pt x="125" y="5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7" y="0"/>
                      <a:pt x="98" y="1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57"/>
                      <a:pt x="128" y="58"/>
                      <a:pt x="127" y="58"/>
                    </a:cubicBezTo>
                    <a:cubicBezTo>
                      <a:pt x="127" y="59"/>
                      <a:pt x="126" y="59"/>
                      <a:pt x="126" y="59"/>
                    </a:cubicBezTo>
                    <a:close/>
                    <a:moveTo>
                      <a:pt x="9" y="3"/>
                    </a:moveTo>
                    <a:cubicBezTo>
                      <a:pt x="122" y="54"/>
                      <a:pt x="122" y="54"/>
                      <a:pt x="122" y="54"/>
                    </a:cubicBezTo>
                    <a:cubicBezTo>
                      <a:pt x="95" y="3"/>
                      <a:pt x="95" y="3"/>
                      <a:pt x="95" y="3"/>
                    </a:cubicBez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906"/>
              <p:cNvSpPr>
                <a:spLocks noEditPoints="1"/>
              </p:cNvSpPr>
              <p:nvPr userDrawn="1"/>
            </p:nvSpPr>
            <p:spPr bwMode="auto">
              <a:xfrm>
                <a:off x="2703" y="347"/>
                <a:ext cx="83" cy="112"/>
              </a:xfrm>
              <a:custGeom>
                <a:avLst/>
                <a:gdLst>
                  <a:gd name="T0" fmla="*/ 36 w 67"/>
                  <a:gd name="T1" fmla="*/ 90 h 90"/>
                  <a:gd name="T2" fmla="*/ 34 w 67"/>
                  <a:gd name="T3" fmla="*/ 89 h 90"/>
                  <a:gd name="T4" fmla="*/ 0 w 67"/>
                  <a:gd name="T5" fmla="*/ 2 h 90"/>
                  <a:gd name="T6" fmla="*/ 1 w 67"/>
                  <a:gd name="T7" fmla="*/ 0 h 90"/>
                  <a:gd name="T8" fmla="*/ 2 w 67"/>
                  <a:gd name="T9" fmla="*/ 0 h 90"/>
                  <a:gd name="T10" fmla="*/ 66 w 67"/>
                  <a:gd name="T11" fmla="*/ 6 h 90"/>
                  <a:gd name="T12" fmla="*/ 67 w 67"/>
                  <a:gd name="T13" fmla="*/ 6 h 90"/>
                  <a:gd name="T14" fmla="*/ 67 w 67"/>
                  <a:gd name="T15" fmla="*/ 8 h 90"/>
                  <a:gd name="T16" fmla="*/ 37 w 67"/>
                  <a:gd name="T17" fmla="*/ 89 h 90"/>
                  <a:gd name="T18" fmla="*/ 36 w 67"/>
                  <a:gd name="T19" fmla="*/ 90 h 90"/>
                  <a:gd name="T20" fmla="*/ 5 w 67"/>
                  <a:gd name="T21" fmla="*/ 3 h 90"/>
                  <a:gd name="T22" fmla="*/ 36 w 67"/>
                  <a:gd name="T23" fmla="*/ 84 h 90"/>
                  <a:gd name="T24" fmla="*/ 63 w 67"/>
                  <a:gd name="T25" fmla="*/ 9 h 90"/>
                  <a:gd name="T26" fmla="*/ 5 w 67"/>
                  <a:gd name="T27" fmla="*/ 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" h="90">
                    <a:moveTo>
                      <a:pt x="36" y="90"/>
                    </a:moveTo>
                    <a:cubicBezTo>
                      <a:pt x="35" y="90"/>
                      <a:pt x="34" y="90"/>
                      <a:pt x="34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7"/>
                      <a:pt x="67" y="7"/>
                      <a:pt x="67" y="8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7" y="90"/>
                      <a:pt x="36" y="90"/>
                      <a:pt x="36" y="90"/>
                    </a:cubicBezTo>
                    <a:close/>
                    <a:moveTo>
                      <a:pt x="5" y="3"/>
                    </a:moveTo>
                    <a:cubicBezTo>
                      <a:pt x="36" y="84"/>
                      <a:pt x="36" y="84"/>
                      <a:pt x="36" y="84"/>
                    </a:cubicBezTo>
                    <a:cubicBezTo>
                      <a:pt x="63" y="9"/>
                      <a:pt x="63" y="9"/>
                      <a:pt x="63" y="9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907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64" cy="80"/>
              </a:xfrm>
              <a:custGeom>
                <a:avLst/>
                <a:gdLst>
                  <a:gd name="T0" fmla="*/ 37 w 52"/>
                  <a:gd name="T1" fmla="*/ 64 h 64"/>
                  <a:gd name="T2" fmla="*/ 36 w 52"/>
                  <a:gd name="T3" fmla="*/ 63 h 64"/>
                  <a:gd name="T4" fmla="*/ 1 w 52"/>
                  <a:gd name="T5" fmla="*/ 2 h 64"/>
                  <a:gd name="T6" fmla="*/ 1 w 52"/>
                  <a:gd name="T7" fmla="*/ 0 h 64"/>
                  <a:gd name="T8" fmla="*/ 3 w 52"/>
                  <a:gd name="T9" fmla="*/ 0 h 64"/>
                  <a:gd name="T10" fmla="*/ 51 w 52"/>
                  <a:gd name="T11" fmla="*/ 33 h 64"/>
                  <a:gd name="T12" fmla="*/ 52 w 52"/>
                  <a:gd name="T13" fmla="*/ 35 h 64"/>
                  <a:gd name="T14" fmla="*/ 39 w 52"/>
                  <a:gd name="T15" fmla="*/ 63 h 64"/>
                  <a:gd name="T16" fmla="*/ 37 w 52"/>
                  <a:gd name="T17" fmla="*/ 64 h 64"/>
                  <a:gd name="T18" fmla="*/ 7 w 52"/>
                  <a:gd name="T19" fmla="*/ 7 h 64"/>
                  <a:gd name="T20" fmla="*/ 37 w 52"/>
                  <a:gd name="T21" fmla="*/ 59 h 64"/>
                  <a:gd name="T22" fmla="*/ 48 w 52"/>
                  <a:gd name="T23" fmla="*/ 35 h 64"/>
                  <a:gd name="T24" fmla="*/ 7 w 52"/>
                  <a:gd name="T25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4">
                    <a:moveTo>
                      <a:pt x="37" y="64"/>
                    </a:moveTo>
                    <a:cubicBezTo>
                      <a:pt x="36" y="64"/>
                      <a:pt x="36" y="64"/>
                      <a:pt x="36" y="6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2" y="34"/>
                      <a:pt x="52" y="34"/>
                      <a:pt x="52" y="35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8" y="64"/>
                      <a:pt x="38" y="64"/>
                      <a:pt x="37" y="64"/>
                    </a:cubicBezTo>
                    <a:close/>
                    <a:moveTo>
                      <a:pt x="7" y="7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48" y="35"/>
                      <a:pt x="48" y="35"/>
                      <a:pt x="48" y="35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908"/>
              <p:cNvSpPr>
                <a:spLocks noEditPoints="1"/>
              </p:cNvSpPr>
              <p:nvPr userDrawn="1"/>
            </p:nvSpPr>
            <p:spPr bwMode="auto">
              <a:xfrm>
                <a:off x="2392" y="237"/>
                <a:ext cx="145" cy="80"/>
              </a:xfrm>
              <a:custGeom>
                <a:avLst/>
                <a:gdLst>
                  <a:gd name="T0" fmla="*/ 115 w 117"/>
                  <a:gd name="T1" fmla="*/ 64 h 64"/>
                  <a:gd name="T2" fmla="*/ 114 w 117"/>
                  <a:gd name="T3" fmla="*/ 64 h 64"/>
                  <a:gd name="T4" fmla="*/ 1 w 117"/>
                  <a:gd name="T5" fmla="*/ 25 h 64"/>
                  <a:gd name="T6" fmla="*/ 0 w 117"/>
                  <a:gd name="T7" fmla="*/ 23 h 64"/>
                  <a:gd name="T8" fmla="*/ 1 w 117"/>
                  <a:gd name="T9" fmla="*/ 22 h 64"/>
                  <a:gd name="T10" fmla="*/ 80 w 117"/>
                  <a:gd name="T11" fmla="*/ 0 h 64"/>
                  <a:gd name="T12" fmla="*/ 82 w 117"/>
                  <a:gd name="T13" fmla="*/ 1 h 64"/>
                  <a:gd name="T14" fmla="*/ 117 w 117"/>
                  <a:gd name="T15" fmla="*/ 62 h 64"/>
                  <a:gd name="T16" fmla="*/ 116 w 117"/>
                  <a:gd name="T17" fmla="*/ 63 h 64"/>
                  <a:gd name="T18" fmla="*/ 115 w 117"/>
                  <a:gd name="T19" fmla="*/ 64 h 64"/>
                  <a:gd name="T20" fmla="*/ 7 w 117"/>
                  <a:gd name="T21" fmla="*/ 24 h 64"/>
                  <a:gd name="T22" fmla="*/ 111 w 117"/>
                  <a:gd name="T23" fmla="*/ 59 h 64"/>
                  <a:gd name="T24" fmla="*/ 79 w 117"/>
                  <a:gd name="T25" fmla="*/ 3 h 64"/>
                  <a:gd name="T26" fmla="*/ 7 w 117"/>
                  <a:gd name="T27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64">
                    <a:moveTo>
                      <a:pt x="115" y="64"/>
                    </a:moveTo>
                    <a:cubicBezTo>
                      <a:pt x="114" y="64"/>
                      <a:pt x="114" y="64"/>
                      <a:pt x="114" y="64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4"/>
                      <a:pt x="0" y="23"/>
                    </a:cubicBezTo>
                    <a:cubicBezTo>
                      <a:pt x="0" y="23"/>
                      <a:pt x="1" y="22"/>
                      <a:pt x="1" y="2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1" y="0"/>
                      <a:pt x="82" y="1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7" y="63"/>
                      <a:pt x="116" y="63"/>
                    </a:cubicBezTo>
                    <a:cubicBezTo>
                      <a:pt x="116" y="64"/>
                      <a:pt x="116" y="64"/>
                      <a:pt x="115" y="64"/>
                    </a:cubicBezTo>
                    <a:close/>
                    <a:moveTo>
                      <a:pt x="7" y="24"/>
                    </a:moveTo>
                    <a:cubicBezTo>
                      <a:pt x="111" y="59"/>
                      <a:pt x="111" y="59"/>
                      <a:pt x="111" y="59"/>
                    </a:cubicBezTo>
                    <a:cubicBezTo>
                      <a:pt x="79" y="3"/>
                      <a:pt x="79" y="3"/>
                      <a:pt x="79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909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72" cy="94"/>
              </a:xfrm>
              <a:custGeom>
                <a:avLst/>
                <a:gdLst>
                  <a:gd name="T0" fmla="*/ 2 w 139"/>
                  <a:gd name="T1" fmla="*/ 76 h 76"/>
                  <a:gd name="T2" fmla="*/ 1 w 139"/>
                  <a:gd name="T3" fmla="*/ 75 h 76"/>
                  <a:gd name="T4" fmla="*/ 1 w 139"/>
                  <a:gd name="T5" fmla="*/ 73 h 76"/>
                  <a:gd name="T6" fmla="*/ 118 w 139"/>
                  <a:gd name="T7" fmla="*/ 0 h 76"/>
                  <a:gd name="T8" fmla="*/ 120 w 139"/>
                  <a:gd name="T9" fmla="*/ 0 h 76"/>
                  <a:gd name="T10" fmla="*/ 138 w 139"/>
                  <a:gd name="T11" fmla="*/ 16 h 76"/>
                  <a:gd name="T12" fmla="*/ 138 w 139"/>
                  <a:gd name="T13" fmla="*/ 18 h 76"/>
                  <a:gd name="T14" fmla="*/ 137 w 139"/>
                  <a:gd name="T15" fmla="*/ 19 h 76"/>
                  <a:gd name="T16" fmla="*/ 3 w 139"/>
                  <a:gd name="T17" fmla="*/ 76 h 76"/>
                  <a:gd name="T18" fmla="*/ 2 w 139"/>
                  <a:gd name="T19" fmla="*/ 76 h 76"/>
                  <a:gd name="T20" fmla="*/ 119 w 139"/>
                  <a:gd name="T21" fmla="*/ 3 h 76"/>
                  <a:gd name="T22" fmla="*/ 21 w 139"/>
                  <a:gd name="T23" fmla="*/ 64 h 76"/>
                  <a:gd name="T24" fmla="*/ 134 w 139"/>
                  <a:gd name="T25" fmla="*/ 17 h 76"/>
                  <a:gd name="T26" fmla="*/ 119 w 139"/>
                  <a:gd name="T27" fmla="*/ 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4"/>
                      <a:pt x="1" y="73"/>
                      <a:pt x="1" y="73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19" y="0"/>
                      <a:pt x="120" y="0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9" y="17"/>
                      <a:pt x="138" y="18"/>
                    </a:cubicBezTo>
                    <a:cubicBezTo>
                      <a:pt x="138" y="18"/>
                      <a:pt x="138" y="19"/>
                      <a:pt x="137" y="19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119" y="3"/>
                    </a:moveTo>
                    <a:cubicBezTo>
                      <a:pt x="21" y="64"/>
                      <a:pt x="21" y="64"/>
                      <a:pt x="21" y="64"/>
                    </a:cubicBezTo>
                    <a:cubicBezTo>
                      <a:pt x="134" y="17"/>
                      <a:pt x="134" y="17"/>
                      <a:pt x="134" y="17"/>
                    </a:cubicBezTo>
                    <a:lnTo>
                      <a:pt x="11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910"/>
              <p:cNvSpPr>
                <a:spLocks noEditPoints="1"/>
              </p:cNvSpPr>
              <p:nvPr userDrawn="1"/>
            </p:nvSpPr>
            <p:spPr bwMode="auto">
              <a:xfrm>
                <a:off x="2075" y="334"/>
                <a:ext cx="155" cy="72"/>
              </a:xfrm>
              <a:custGeom>
                <a:avLst/>
                <a:gdLst>
                  <a:gd name="T0" fmla="*/ 100 w 125"/>
                  <a:gd name="T1" fmla="*/ 58 h 58"/>
                  <a:gd name="T2" fmla="*/ 100 w 125"/>
                  <a:gd name="T3" fmla="*/ 58 h 58"/>
                  <a:gd name="T4" fmla="*/ 2 w 125"/>
                  <a:gd name="T5" fmla="*/ 41 h 58"/>
                  <a:gd name="T6" fmla="*/ 0 w 125"/>
                  <a:gd name="T7" fmla="*/ 39 h 58"/>
                  <a:gd name="T8" fmla="*/ 2 w 125"/>
                  <a:gd name="T9" fmla="*/ 38 h 58"/>
                  <a:gd name="T10" fmla="*/ 123 w 125"/>
                  <a:gd name="T11" fmla="*/ 1 h 58"/>
                  <a:gd name="T12" fmla="*/ 124 w 125"/>
                  <a:gd name="T13" fmla="*/ 1 h 58"/>
                  <a:gd name="T14" fmla="*/ 125 w 125"/>
                  <a:gd name="T15" fmla="*/ 3 h 58"/>
                  <a:gd name="T16" fmla="*/ 102 w 125"/>
                  <a:gd name="T17" fmla="*/ 57 h 58"/>
                  <a:gd name="T18" fmla="*/ 100 w 125"/>
                  <a:gd name="T19" fmla="*/ 58 h 58"/>
                  <a:gd name="T20" fmla="*/ 9 w 125"/>
                  <a:gd name="T21" fmla="*/ 39 h 58"/>
                  <a:gd name="T22" fmla="*/ 99 w 125"/>
                  <a:gd name="T23" fmla="*/ 54 h 58"/>
                  <a:gd name="T24" fmla="*/ 120 w 125"/>
                  <a:gd name="T25" fmla="*/ 5 h 58"/>
                  <a:gd name="T26" fmla="*/ 9 w 125"/>
                  <a:gd name="T27" fmla="*/ 3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58">
                    <a:moveTo>
                      <a:pt x="100" y="58"/>
                    </a:moveTo>
                    <a:cubicBezTo>
                      <a:pt x="100" y="58"/>
                      <a:pt x="100" y="58"/>
                      <a:pt x="100" y="58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1" y="41"/>
                      <a:pt x="0" y="40"/>
                      <a:pt x="0" y="39"/>
                    </a:cubicBezTo>
                    <a:cubicBezTo>
                      <a:pt x="0" y="39"/>
                      <a:pt x="1" y="38"/>
                      <a:pt x="2" y="38"/>
                    </a:cubicBezTo>
                    <a:cubicBezTo>
                      <a:pt x="123" y="1"/>
                      <a:pt x="123" y="1"/>
                      <a:pt x="123" y="1"/>
                    </a:cubicBezTo>
                    <a:cubicBezTo>
                      <a:pt x="123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5" y="3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1" y="57"/>
                      <a:pt x="101" y="58"/>
                      <a:pt x="100" y="58"/>
                    </a:cubicBezTo>
                    <a:close/>
                    <a:moveTo>
                      <a:pt x="9" y="39"/>
                    </a:moveTo>
                    <a:cubicBezTo>
                      <a:pt x="99" y="54"/>
                      <a:pt x="99" y="54"/>
                      <a:pt x="99" y="54"/>
                    </a:cubicBezTo>
                    <a:cubicBezTo>
                      <a:pt x="120" y="5"/>
                      <a:pt x="120" y="5"/>
                      <a:pt x="120" y="5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911"/>
              <p:cNvSpPr>
                <a:spLocks noEditPoints="1"/>
              </p:cNvSpPr>
              <p:nvPr userDrawn="1"/>
            </p:nvSpPr>
            <p:spPr bwMode="auto">
              <a:xfrm>
                <a:off x="2052" y="381"/>
                <a:ext cx="150" cy="51"/>
              </a:xfrm>
              <a:custGeom>
                <a:avLst/>
                <a:gdLst>
                  <a:gd name="T0" fmla="*/ 2 w 121"/>
                  <a:gd name="T1" fmla="*/ 41 h 41"/>
                  <a:gd name="T2" fmla="*/ 1 w 121"/>
                  <a:gd name="T3" fmla="*/ 40 h 41"/>
                  <a:gd name="T4" fmla="*/ 0 w 121"/>
                  <a:gd name="T5" fmla="*/ 39 h 41"/>
                  <a:gd name="T6" fmla="*/ 20 w 121"/>
                  <a:gd name="T7" fmla="*/ 1 h 41"/>
                  <a:gd name="T8" fmla="*/ 21 w 121"/>
                  <a:gd name="T9" fmla="*/ 0 h 41"/>
                  <a:gd name="T10" fmla="*/ 119 w 121"/>
                  <a:gd name="T11" fmla="*/ 16 h 41"/>
                  <a:gd name="T12" fmla="*/ 121 w 121"/>
                  <a:gd name="T13" fmla="*/ 18 h 41"/>
                  <a:gd name="T14" fmla="*/ 119 w 121"/>
                  <a:gd name="T15" fmla="*/ 20 h 41"/>
                  <a:gd name="T16" fmla="*/ 2 w 121"/>
                  <a:gd name="T17" fmla="*/ 41 h 41"/>
                  <a:gd name="T18" fmla="*/ 22 w 121"/>
                  <a:gd name="T19" fmla="*/ 3 h 41"/>
                  <a:gd name="T20" fmla="*/ 5 w 121"/>
                  <a:gd name="T21" fmla="*/ 37 h 41"/>
                  <a:gd name="T22" fmla="*/ 109 w 121"/>
                  <a:gd name="T23" fmla="*/ 18 h 41"/>
                  <a:gd name="T24" fmla="*/ 22 w 121"/>
                  <a:gd name="T25" fmla="*/ 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41">
                    <a:moveTo>
                      <a:pt x="2" y="41"/>
                    </a:moveTo>
                    <a:cubicBezTo>
                      <a:pt x="1" y="41"/>
                      <a:pt x="1" y="41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119" y="16"/>
                      <a:pt x="119" y="16"/>
                      <a:pt x="119" y="16"/>
                    </a:cubicBezTo>
                    <a:cubicBezTo>
                      <a:pt x="120" y="16"/>
                      <a:pt x="121" y="17"/>
                      <a:pt x="121" y="18"/>
                    </a:cubicBezTo>
                    <a:cubicBezTo>
                      <a:pt x="121" y="19"/>
                      <a:pt x="120" y="19"/>
                      <a:pt x="119" y="20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22" y="3"/>
                    </a:moveTo>
                    <a:cubicBezTo>
                      <a:pt x="5" y="37"/>
                      <a:pt x="5" y="37"/>
                      <a:pt x="5" y="37"/>
                    </a:cubicBezTo>
                    <a:cubicBezTo>
                      <a:pt x="109" y="18"/>
                      <a:pt x="109" y="18"/>
                      <a:pt x="109" y="18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912"/>
              <p:cNvSpPr>
                <a:spLocks noEditPoints="1"/>
              </p:cNvSpPr>
              <p:nvPr userDrawn="1"/>
            </p:nvSpPr>
            <p:spPr bwMode="auto">
              <a:xfrm>
                <a:off x="2135" y="-9"/>
                <a:ext cx="148" cy="52"/>
              </a:xfrm>
              <a:custGeom>
                <a:avLst/>
                <a:gdLst>
                  <a:gd name="T0" fmla="*/ 2 w 120"/>
                  <a:gd name="T1" fmla="*/ 42 h 42"/>
                  <a:gd name="T2" fmla="*/ 0 w 120"/>
                  <a:gd name="T3" fmla="*/ 41 h 42"/>
                  <a:gd name="T4" fmla="*/ 0 w 120"/>
                  <a:gd name="T5" fmla="*/ 40 h 42"/>
                  <a:gd name="T6" fmla="*/ 19 w 120"/>
                  <a:gd name="T7" fmla="*/ 1 h 42"/>
                  <a:gd name="T8" fmla="*/ 21 w 120"/>
                  <a:gd name="T9" fmla="*/ 1 h 42"/>
                  <a:gd name="T10" fmla="*/ 119 w 120"/>
                  <a:gd name="T11" fmla="*/ 17 h 42"/>
                  <a:gd name="T12" fmla="*/ 120 w 120"/>
                  <a:gd name="T13" fmla="*/ 19 h 42"/>
                  <a:gd name="T14" fmla="*/ 119 w 120"/>
                  <a:gd name="T15" fmla="*/ 20 h 42"/>
                  <a:gd name="T16" fmla="*/ 2 w 120"/>
                  <a:gd name="T17" fmla="*/ 42 h 42"/>
                  <a:gd name="T18" fmla="*/ 22 w 120"/>
                  <a:gd name="T19" fmla="*/ 4 h 42"/>
                  <a:gd name="T20" fmla="*/ 5 w 120"/>
                  <a:gd name="T21" fmla="*/ 38 h 42"/>
                  <a:gd name="T22" fmla="*/ 109 w 120"/>
                  <a:gd name="T23" fmla="*/ 19 h 42"/>
                  <a:gd name="T24" fmla="*/ 22 w 120"/>
                  <a:gd name="T25" fmla="*/ 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42">
                    <a:moveTo>
                      <a:pt x="2" y="42"/>
                    </a:moveTo>
                    <a:cubicBezTo>
                      <a:pt x="1" y="42"/>
                      <a:pt x="1" y="42"/>
                      <a:pt x="0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1"/>
                      <a:pt x="20" y="0"/>
                      <a:pt x="21" y="1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20" y="17"/>
                      <a:pt x="120" y="18"/>
                      <a:pt x="120" y="19"/>
                    </a:cubicBezTo>
                    <a:cubicBezTo>
                      <a:pt x="120" y="20"/>
                      <a:pt x="120" y="20"/>
                      <a:pt x="119" y="20"/>
                    </a:cubicBezTo>
                    <a:cubicBezTo>
                      <a:pt x="2" y="42"/>
                      <a:pt x="2" y="42"/>
                      <a:pt x="2" y="42"/>
                    </a:cubicBezTo>
                    <a:close/>
                    <a:moveTo>
                      <a:pt x="22" y="4"/>
                    </a:moveTo>
                    <a:cubicBezTo>
                      <a:pt x="5" y="38"/>
                      <a:pt x="5" y="38"/>
                      <a:pt x="5" y="38"/>
                    </a:cubicBezTo>
                    <a:cubicBezTo>
                      <a:pt x="109" y="19"/>
                      <a:pt x="109" y="19"/>
                      <a:pt x="109" y="19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Freeform 913"/>
              <p:cNvSpPr>
                <a:spLocks noEditPoints="1"/>
              </p:cNvSpPr>
              <p:nvPr userDrawn="1"/>
            </p:nvSpPr>
            <p:spPr bwMode="auto">
              <a:xfrm>
                <a:off x="2011" y="428"/>
                <a:ext cx="46" cy="37"/>
              </a:xfrm>
              <a:custGeom>
                <a:avLst/>
                <a:gdLst>
                  <a:gd name="T0" fmla="*/ 35 w 37"/>
                  <a:gd name="T1" fmla="*/ 30 h 30"/>
                  <a:gd name="T2" fmla="*/ 34 w 37"/>
                  <a:gd name="T3" fmla="*/ 30 h 30"/>
                  <a:gd name="T4" fmla="*/ 1 w 37"/>
                  <a:gd name="T5" fmla="*/ 15 h 30"/>
                  <a:gd name="T6" fmla="*/ 0 w 37"/>
                  <a:gd name="T7" fmla="*/ 14 h 30"/>
                  <a:gd name="T8" fmla="*/ 1 w 37"/>
                  <a:gd name="T9" fmla="*/ 12 h 30"/>
                  <a:gd name="T10" fmla="*/ 34 w 37"/>
                  <a:gd name="T11" fmla="*/ 0 h 30"/>
                  <a:gd name="T12" fmla="*/ 36 w 37"/>
                  <a:gd name="T13" fmla="*/ 0 h 30"/>
                  <a:gd name="T14" fmla="*/ 37 w 37"/>
                  <a:gd name="T15" fmla="*/ 1 h 30"/>
                  <a:gd name="T16" fmla="*/ 37 w 37"/>
                  <a:gd name="T17" fmla="*/ 29 h 30"/>
                  <a:gd name="T18" fmla="*/ 36 w 37"/>
                  <a:gd name="T19" fmla="*/ 30 h 30"/>
                  <a:gd name="T20" fmla="*/ 35 w 37"/>
                  <a:gd name="T21" fmla="*/ 30 h 30"/>
                  <a:gd name="T22" fmla="*/ 6 w 37"/>
                  <a:gd name="T23" fmla="*/ 14 h 30"/>
                  <a:gd name="T24" fmla="*/ 33 w 37"/>
                  <a:gd name="T25" fmla="*/ 26 h 30"/>
                  <a:gd name="T26" fmla="*/ 33 w 37"/>
                  <a:gd name="T27" fmla="*/ 4 h 30"/>
                  <a:gd name="T28" fmla="*/ 6 w 37"/>
                  <a:gd name="T29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30">
                    <a:moveTo>
                      <a:pt x="35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0" y="13"/>
                      <a:pt x="0" y="13"/>
                      <a:pt x="1" y="1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0"/>
                      <a:pt x="35" y="0"/>
                      <a:pt x="36" y="0"/>
                    </a:cubicBezTo>
                    <a:cubicBezTo>
                      <a:pt x="36" y="0"/>
                      <a:pt x="37" y="1"/>
                      <a:pt x="37" y="1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7" y="29"/>
                      <a:pt x="36" y="30"/>
                      <a:pt x="36" y="30"/>
                    </a:cubicBezTo>
                    <a:lnTo>
                      <a:pt x="35" y="30"/>
                    </a:lnTo>
                    <a:close/>
                    <a:moveTo>
                      <a:pt x="6" y="14"/>
                    </a:move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4"/>
                      <a:pt x="33" y="4"/>
                      <a:pt x="33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914"/>
              <p:cNvSpPr>
                <a:spLocks noEditPoints="1"/>
              </p:cNvSpPr>
              <p:nvPr userDrawn="1"/>
            </p:nvSpPr>
            <p:spPr bwMode="auto">
              <a:xfrm>
                <a:off x="1986" y="443"/>
                <a:ext cx="71" cy="80"/>
              </a:xfrm>
              <a:custGeom>
                <a:avLst/>
                <a:gdLst>
                  <a:gd name="T0" fmla="*/ 2 w 57"/>
                  <a:gd name="T1" fmla="*/ 65 h 65"/>
                  <a:gd name="T2" fmla="*/ 1 w 57"/>
                  <a:gd name="T3" fmla="*/ 65 h 65"/>
                  <a:gd name="T4" fmla="*/ 0 w 57"/>
                  <a:gd name="T5" fmla="*/ 63 h 65"/>
                  <a:gd name="T6" fmla="*/ 20 w 57"/>
                  <a:gd name="T7" fmla="*/ 1 h 65"/>
                  <a:gd name="T8" fmla="*/ 21 w 57"/>
                  <a:gd name="T9" fmla="*/ 0 h 65"/>
                  <a:gd name="T10" fmla="*/ 22 w 57"/>
                  <a:gd name="T11" fmla="*/ 0 h 65"/>
                  <a:gd name="T12" fmla="*/ 56 w 57"/>
                  <a:gd name="T13" fmla="*/ 15 h 65"/>
                  <a:gd name="T14" fmla="*/ 57 w 57"/>
                  <a:gd name="T15" fmla="*/ 16 h 65"/>
                  <a:gd name="T16" fmla="*/ 56 w 57"/>
                  <a:gd name="T17" fmla="*/ 18 h 65"/>
                  <a:gd name="T18" fmla="*/ 3 w 57"/>
                  <a:gd name="T19" fmla="*/ 65 h 65"/>
                  <a:gd name="T20" fmla="*/ 2 w 57"/>
                  <a:gd name="T21" fmla="*/ 65 h 65"/>
                  <a:gd name="T22" fmla="*/ 22 w 57"/>
                  <a:gd name="T23" fmla="*/ 4 h 65"/>
                  <a:gd name="T24" fmla="*/ 5 w 57"/>
                  <a:gd name="T25" fmla="*/ 58 h 65"/>
                  <a:gd name="T26" fmla="*/ 52 w 57"/>
                  <a:gd name="T27" fmla="*/ 17 h 65"/>
                  <a:gd name="T28" fmla="*/ 22 w 57"/>
                  <a:gd name="T29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1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6" y="15"/>
                      <a:pt x="57" y="16"/>
                      <a:pt x="57" y="16"/>
                    </a:cubicBezTo>
                    <a:cubicBezTo>
                      <a:pt x="57" y="17"/>
                      <a:pt x="56" y="18"/>
                      <a:pt x="56" y="18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22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52" y="17"/>
                      <a:pt x="52" y="17"/>
                      <a:pt x="52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915"/>
              <p:cNvSpPr>
                <a:spLocks noEditPoints="1"/>
              </p:cNvSpPr>
              <p:nvPr userDrawn="1"/>
            </p:nvSpPr>
            <p:spPr bwMode="auto">
              <a:xfrm>
                <a:off x="1927" y="520"/>
                <a:ext cx="63" cy="38"/>
              </a:xfrm>
              <a:custGeom>
                <a:avLst/>
                <a:gdLst>
                  <a:gd name="T0" fmla="*/ 2 w 51"/>
                  <a:gd name="T1" fmla="*/ 31 h 31"/>
                  <a:gd name="T2" fmla="*/ 1 w 51"/>
                  <a:gd name="T3" fmla="*/ 31 h 31"/>
                  <a:gd name="T4" fmla="*/ 1 w 51"/>
                  <a:gd name="T5" fmla="*/ 28 h 31"/>
                  <a:gd name="T6" fmla="*/ 20 w 51"/>
                  <a:gd name="T7" fmla="*/ 1 h 31"/>
                  <a:gd name="T8" fmla="*/ 21 w 51"/>
                  <a:gd name="T9" fmla="*/ 0 h 31"/>
                  <a:gd name="T10" fmla="*/ 50 w 51"/>
                  <a:gd name="T11" fmla="*/ 0 h 31"/>
                  <a:gd name="T12" fmla="*/ 51 w 51"/>
                  <a:gd name="T13" fmla="*/ 1 h 31"/>
                  <a:gd name="T14" fmla="*/ 50 w 51"/>
                  <a:gd name="T15" fmla="*/ 3 h 31"/>
                  <a:gd name="T16" fmla="*/ 3 w 51"/>
                  <a:gd name="T17" fmla="*/ 31 h 31"/>
                  <a:gd name="T18" fmla="*/ 2 w 51"/>
                  <a:gd name="T19" fmla="*/ 31 h 31"/>
                  <a:gd name="T20" fmla="*/ 22 w 51"/>
                  <a:gd name="T21" fmla="*/ 3 h 31"/>
                  <a:gd name="T22" fmla="*/ 8 w 51"/>
                  <a:gd name="T23" fmla="*/ 24 h 31"/>
                  <a:gd name="T24" fmla="*/ 43 w 51"/>
                  <a:gd name="T25" fmla="*/ 3 h 31"/>
                  <a:gd name="T26" fmla="*/ 22 w 51"/>
                  <a:gd name="T27" fmla="*/ 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31">
                    <a:moveTo>
                      <a:pt x="2" y="31"/>
                    </a:moveTo>
                    <a:cubicBezTo>
                      <a:pt x="2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8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1" y="0"/>
                      <a:pt x="51" y="1"/>
                    </a:cubicBezTo>
                    <a:cubicBezTo>
                      <a:pt x="51" y="2"/>
                      <a:pt x="51" y="3"/>
                      <a:pt x="50" y="3"/>
                    </a:cubicBezTo>
                    <a:cubicBezTo>
                      <a:pt x="3" y="31"/>
                      <a:pt x="3" y="31"/>
                      <a:pt x="3" y="31"/>
                    </a:cubicBezTo>
                    <a:lnTo>
                      <a:pt x="2" y="31"/>
                    </a:lnTo>
                    <a:close/>
                    <a:moveTo>
                      <a:pt x="22" y="3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Freeform 916"/>
              <p:cNvSpPr>
                <a:spLocks noEditPoints="1"/>
              </p:cNvSpPr>
              <p:nvPr userDrawn="1"/>
            </p:nvSpPr>
            <p:spPr bwMode="auto">
              <a:xfrm>
                <a:off x="2803" y="477"/>
                <a:ext cx="58" cy="81"/>
              </a:xfrm>
              <a:custGeom>
                <a:avLst/>
                <a:gdLst>
                  <a:gd name="T0" fmla="*/ 2 w 47"/>
                  <a:gd name="T1" fmla="*/ 65 h 65"/>
                  <a:gd name="T2" fmla="*/ 1 w 47"/>
                  <a:gd name="T3" fmla="*/ 65 h 65"/>
                  <a:gd name="T4" fmla="*/ 0 w 47"/>
                  <a:gd name="T5" fmla="*/ 63 h 65"/>
                  <a:gd name="T6" fmla="*/ 26 w 47"/>
                  <a:gd name="T7" fmla="*/ 1 h 65"/>
                  <a:gd name="T8" fmla="*/ 28 w 47"/>
                  <a:gd name="T9" fmla="*/ 0 h 65"/>
                  <a:gd name="T10" fmla="*/ 29 w 47"/>
                  <a:gd name="T11" fmla="*/ 1 h 65"/>
                  <a:gd name="T12" fmla="*/ 47 w 47"/>
                  <a:gd name="T13" fmla="*/ 40 h 65"/>
                  <a:gd name="T14" fmla="*/ 46 w 47"/>
                  <a:gd name="T15" fmla="*/ 42 h 65"/>
                  <a:gd name="T16" fmla="*/ 3 w 47"/>
                  <a:gd name="T17" fmla="*/ 65 h 65"/>
                  <a:gd name="T18" fmla="*/ 2 w 47"/>
                  <a:gd name="T19" fmla="*/ 65 h 65"/>
                  <a:gd name="T20" fmla="*/ 28 w 47"/>
                  <a:gd name="T21" fmla="*/ 6 h 65"/>
                  <a:gd name="T22" fmla="*/ 5 w 47"/>
                  <a:gd name="T23" fmla="*/ 60 h 65"/>
                  <a:gd name="T24" fmla="*/ 43 w 47"/>
                  <a:gd name="T25" fmla="*/ 40 h 65"/>
                  <a:gd name="T26" fmla="*/ 28 w 47"/>
                  <a:gd name="T27" fmla="*/ 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0"/>
                      <a:pt x="29" y="0"/>
                      <a:pt x="29" y="1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41"/>
                      <a:pt x="47" y="42"/>
                      <a:pt x="46" y="42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28" y="6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43" y="40"/>
                      <a:pt x="43" y="40"/>
                      <a:pt x="43" y="40"/>
                    </a:cubicBez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Freeform 917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107"/>
              </a:xfrm>
              <a:custGeom>
                <a:avLst/>
                <a:gdLst>
                  <a:gd name="T0" fmla="*/ 78 w 128"/>
                  <a:gd name="T1" fmla="*/ 86 h 86"/>
                  <a:gd name="T2" fmla="*/ 77 w 128"/>
                  <a:gd name="T3" fmla="*/ 85 h 86"/>
                  <a:gd name="T4" fmla="*/ 0 w 128"/>
                  <a:gd name="T5" fmla="*/ 3 h 86"/>
                  <a:gd name="T6" fmla="*/ 0 w 128"/>
                  <a:gd name="T7" fmla="*/ 0 h 86"/>
                  <a:gd name="T8" fmla="*/ 2 w 128"/>
                  <a:gd name="T9" fmla="*/ 0 h 86"/>
                  <a:gd name="T10" fmla="*/ 127 w 128"/>
                  <a:gd name="T11" fmla="*/ 56 h 86"/>
                  <a:gd name="T12" fmla="*/ 128 w 128"/>
                  <a:gd name="T13" fmla="*/ 57 h 86"/>
                  <a:gd name="T14" fmla="*/ 127 w 128"/>
                  <a:gd name="T15" fmla="*/ 59 h 86"/>
                  <a:gd name="T16" fmla="*/ 79 w 128"/>
                  <a:gd name="T17" fmla="*/ 86 h 86"/>
                  <a:gd name="T18" fmla="*/ 78 w 128"/>
                  <a:gd name="T19" fmla="*/ 86 h 86"/>
                  <a:gd name="T20" fmla="*/ 8 w 128"/>
                  <a:gd name="T21" fmla="*/ 6 h 86"/>
                  <a:gd name="T22" fmla="*/ 78 w 128"/>
                  <a:gd name="T23" fmla="*/ 82 h 86"/>
                  <a:gd name="T24" fmla="*/ 122 w 128"/>
                  <a:gd name="T25" fmla="*/ 57 h 86"/>
                  <a:gd name="T26" fmla="*/ 8 w 128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86">
                    <a:moveTo>
                      <a:pt x="78" y="86"/>
                    </a:moveTo>
                    <a:cubicBezTo>
                      <a:pt x="77" y="86"/>
                      <a:pt x="77" y="86"/>
                      <a:pt x="77" y="8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27" y="56"/>
                      <a:pt x="127" y="56"/>
                      <a:pt x="127" y="56"/>
                    </a:cubicBezTo>
                    <a:cubicBezTo>
                      <a:pt x="127" y="56"/>
                      <a:pt x="128" y="57"/>
                      <a:pt x="128" y="57"/>
                    </a:cubicBezTo>
                    <a:cubicBezTo>
                      <a:pt x="128" y="58"/>
                      <a:pt x="127" y="58"/>
                      <a:pt x="127" y="59"/>
                    </a:cubicBezTo>
                    <a:cubicBezTo>
                      <a:pt x="79" y="86"/>
                      <a:pt x="79" y="86"/>
                      <a:pt x="79" y="86"/>
                    </a:cubicBezTo>
                    <a:lnTo>
                      <a:pt x="78" y="86"/>
                    </a:lnTo>
                    <a:close/>
                    <a:moveTo>
                      <a:pt x="8" y="6"/>
                    </a:moveTo>
                    <a:cubicBezTo>
                      <a:pt x="78" y="82"/>
                      <a:pt x="78" y="82"/>
                      <a:pt x="78" y="82"/>
                    </a:cubicBezTo>
                    <a:cubicBezTo>
                      <a:pt x="122" y="57"/>
                      <a:pt x="122" y="57"/>
                      <a:pt x="122" y="57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918"/>
              <p:cNvSpPr>
                <a:spLocks noEditPoints="1"/>
              </p:cNvSpPr>
              <p:nvPr userDrawn="1"/>
            </p:nvSpPr>
            <p:spPr bwMode="auto">
              <a:xfrm>
                <a:off x="2532" y="278"/>
                <a:ext cx="116" cy="107"/>
              </a:xfrm>
              <a:custGeom>
                <a:avLst/>
                <a:gdLst>
                  <a:gd name="T0" fmla="*/ 92 w 94"/>
                  <a:gd name="T1" fmla="*/ 86 h 86"/>
                  <a:gd name="T2" fmla="*/ 91 w 94"/>
                  <a:gd name="T3" fmla="*/ 86 h 86"/>
                  <a:gd name="T4" fmla="*/ 1 w 94"/>
                  <a:gd name="T5" fmla="*/ 31 h 86"/>
                  <a:gd name="T6" fmla="*/ 1 w 94"/>
                  <a:gd name="T7" fmla="*/ 29 h 86"/>
                  <a:gd name="T8" fmla="*/ 14 w 94"/>
                  <a:gd name="T9" fmla="*/ 1 h 86"/>
                  <a:gd name="T10" fmla="*/ 15 w 94"/>
                  <a:gd name="T11" fmla="*/ 0 h 86"/>
                  <a:gd name="T12" fmla="*/ 17 w 94"/>
                  <a:gd name="T13" fmla="*/ 0 h 86"/>
                  <a:gd name="T14" fmla="*/ 93 w 94"/>
                  <a:gd name="T15" fmla="*/ 83 h 86"/>
                  <a:gd name="T16" fmla="*/ 93 w 94"/>
                  <a:gd name="T17" fmla="*/ 85 h 86"/>
                  <a:gd name="T18" fmla="*/ 92 w 94"/>
                  <a:gd name="T19" fmla="*/ 86 h 86"/>
                  <a:gd name="T20" fmla="*/ 4 w 94"/>
                  <a:gd name="T21" fmla="*/ 29 h 86"/>
                  <a:gd name="T22" fmla="*/ 82 w 94"/>
                  <a:gd name="T23" fmla="*/ 77 h 86"/>
                  <a:gd name="T24" fmla="*/ 16 w 94"/>
                  <a:gd name="T25" fmla="*/ 4 h 86"/>
                  <a:gd name="T26" fmla="*/ 4 w 94"/>
                  <a:gd name="T27" fmla="*/ 29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86">
                    <a:moveTo>
                      <a:pt x="92" y="86"/>
                    </a:moveTo>
                    <a:cubicBezTo>
                      <a:pt x="91" y="86"/>
                      <a:pt x="91" y="86"/>
                      <a:pt x="91" y="86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7" y="0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4" y="84"/>
                      <a:pt x="94" y="85"/>
                      <a:pt x="93" y="85"/>
                    </a:cubicBezTo>
                    <a:cubicBezTo>
                      <a:pt x="93" y="86"/>
                      <a:pt x="92" y="86"/>
                      <a:pt x="92" y="86"/>
                    </a:cubicBezTo>
                    <a:close/>
                    <a:moveTo>
                      <a:pt x="4" y="29"/>
                    </a:moveTo>
                    <a:cubicBezTo>
                      <a:pt x="82" y="77"/>
                      <a:pt x="82" y="77"/>
                      <a:pt x="82" y="77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919"/>
              <p:cNvSpPr>
                <a:spLocks noEditPoints="1"/>
              </p:cNvSpPr>
              <p:nvPr userDrawn="1"/>
            </p:nvSpPr>
            <p:spPr bwMode="auto">
              <a:xfrm>
                <a:off x="2392" y="265"/>
                <a:ext cx="145" cy="107"/>
              </a:xfrm>
              <a:custGeom>
                <a:avLst/>
                <a:gdLst>
                  <a:gd name="T0" fmla="*/ 2 w 117"/>
                  <a:gd name="T1" fmla="*/ 87 h 87"/>
                  <a:gd name="T2" fmla="*/ 1 w 117"/>
                  <a:gd name="T3" fmla="*/ 86 h 87"/>
                  <a:gd name="T4" fmla="*/ 0 w 117"/>
                  <a:gd name="T5" fmla="*/ 85 h 87"/>
                  <a:gd name="T6" fmla="*/ 0 w 117"/>
                  <a:gd name="T7" fmla="*/ 2 h 87"/>
                  <a:gd name="T8" fmla="*/ 1 w 117"/>
                  <a:gd name="T9" fmla="*/ 0 h 87"/>
                  <a:gd name="T10" fmla="*/ 2 w 117"/>
                  <a:gd name="T11" fmla="*/ 0 h 87"/>
                  <a:gd name="T12" fmla="*/ 116 w 117"/>
                  <a:gd name="T13" fmla="*/ 39 h 87"/>
                  <a:gd name="T14" fmla="*/ 117 w 117"/>
                  <a:gd name="T15" fmla="*/ 40 h 87"/>
                  <a:gd name="T16" fmla="*/ 116 w 117"/>
                  <a:gd name="T17" fmla="*/ 42 h 87"/>
                  <a:gd name="T18" fmla="*/ 2 w 117"/>
                  <a:gd name="T19" fmla="*/ 87 h 87"/>
                  <a:gd name="T20" fmla="*/ 3 w 117"/>
                  <a:gd name="T21" fmla="*/ 4 h 87"/>
                  <a:gd name="T22" fmla="*/ 3 w 117"/>
                  <a:gd name="T23" fmla="*/ 83 h 87"/>
                  <a:gd name="T24" fmla="*/ 110 w 117"/>
                  <a:gd name="T25" fmla="*/ 40 h 87"/>
                  <a:gd name="T26" fmla="*/ 3 w 117"/>
                  <a:gd name="T27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87">
                    <a:moveTo>
                      <a:pt x="2" y="87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6"/>
                      <a:pt x="0" y="86"/>
                      <a:pt x="0" y="8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6" y="39"/>
                      <a:pt x="116" y="39"/>
                      <a:pt x="116" y="39"/>
                    </a:cubicBezTo>
                    <a:cubicBezTo>
                      <a:pt x="116" y="39"/>
                      <a:pt x="117" y="40"/>
                      <a:pt x="117" y="40"/>
                    </a:cubicBezTo>
                    <a:cubicBezTo>
                      <a:pt x="117" y="41"/>
                      <a:pt x="116" y="42"/>
                      <a:pt x="116" y="42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3" y="4"/>
                    </a:moveTo>
                    <a:cubicBezTo>
                      <a:pt x="3" y="83"/>
                      <a:pt x="3" y="83"/>
                      <a:pt x="3" y="83"/>
                    </a:cubicBezTo>
                    <a:cubicBezTo>
                      <a:pt x="110" y="40"/>
                      <a:pt x="110" y="40"/>
                      <a:pt x="110" y="40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920"/>
              <p:cNvSpPr>
                <a:spLocks noEditPoints="1"/>
              </p:cNvSpPr>
              <p:nvPr userDrawn="1"/>
            </p:nvSpPr>
            <p:spPr bwMode="auto">
              <a:xfrm>
                <a:off x="2225" y="265"/>
                <a:ext cx="172" cy="120"/>
              </a:xfrm>
              <a:custGeom>
                <a:avLst/>
                <a:gdLst>
                  <a:gd name="T0" fmla="*/ 47 w 139"/>
                  <a:gd name="T1" fmla="*/ 97 h 97"/>
                  <a:gd name="T2" fmla="*/ 46 w 139"/>
                  <a:gd name="T3" fmla="*/ 97 h 97"/>
                  <a:gd name="T4" fmla="*/ 1 w 139"/>
                  <a:gd name="T5" fmla="*/ 60 h 97"/>
                  <a:gd name="T6" fmla="*/ 0 w 139"/>
                  <a:gd name="T7" fmla="*/ 58 h 97"/>
                  <a:gd name="T8" fmla="*/ 1 w 139"/>
                  <a:gd name="T9" fmla="*/ 57 h 97"/>
                  <a:gd name="T10" fmla="*/ 136 w 139"/>
                  <a:gd name="T11" fmla="*/ 0 h 97"/>
                  <a:gd name="T12" fmla="*/ 138 w 139"/>
                  <a:gd name="T13" fmla="*/ 1 h 97"/>
                  <a:gd name="T14" fmla="*/ 138 w 139"/>
                  <a:gd name="T15" fmla="*/ 3 h 97"/>
                  <a:gd name="T16" fmla="*/ 48 w 139"/>
                  <a:gd name="T17" fmla="*/ 96 h 97"/>
                  <a:gd name="T18" fmla="*/ 47 w 139"/>
                  <a:gd name="T19" fmla="*/ 97 h 97"/>
                  <a:gd name="T20" fmla="*/ 5 w 139"/>
                  <a:gd name="T21" fmla="*/ 59 h 97"/>
                  <a:gd name="T22" fmla="*/ 47 w 139"/>
                  <a:gd name="T23" fmla="*/ 93 h 97"/>
                  <a:gd name="T24" fmla="*/ 130 w 139"/>
                  <a:gd name="T25" fmla="*/ 6 h 97"/>
                  <a:gd name="T26" fmla="*/ 5 w 139"/>
                  <a:gd name="T27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97">
                    <a:moveTo>
                      <a:pt x="47" y="97"/>
                    </a:moveTo>
                    <a:cubicBezTo>
                      <a:pt x="47" y="97"/>
                      <a:pt x="46" y="97"/>
                      <a:pt x="46" y="97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59"/>
                      <a:pt x="0" y="59"/>
                      <a:pt x="0" y="58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7" y="0"/>
                      <a:pt x="138" y="0"/>
                      <a:pt x="138" y="1"/>
                    </a:cubicBezTo>
                    <a:cubicBezTo>
                      <a:pt x="139" y="1"/>
                      <a:pt x="139" y="2"/>
                      <a:pt x="138" y="3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48" y="97"/>
                      <a:pt x="47" y="97"/>
                      <a:pt x="47" y="97"/>
                    </a:cubicBezTo>
                    <a:close/>
                    <a:moveTo>
                      <a:pt x="5" y="59"/>
                    </a:moveTo>
                    <a:cubicBezTo>
                      <a:pt x="47" y="93"/>
                      <a:pt x="47" y="93"/>
                      <a:pt x="47" y="93"/>
                    </a:cubicBezTo>
                    <a:cubicBezTo>
                      <a:pt x="130" y="6"/>
                      <a:pt x="130" y="6"/>
                      <a:pt x="130" y="6"/>
                    </a:cubicBezTo>
                    <a:lnTo>
                      <a:pt x="5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921"/>
              <p:cNvSpPr>
                <a:spLocks noEditPoints="1"/>
              </p:cNvSpPr>
              <p:nvPr userDrawn="1"/>
            </p:nvSpPr>
            <p:spPr bwMode="auto">
              <a:xfrm>
                <a:off x="2281" y="367"/>
                <a:ext cx="116" cy="98"/>
              </a:xfrm>
              <a:custGeom>
                <a:avLst/>
                <a:gdLst>
                  <a:gd name="T0" fmla="*/ 38 w 94"/>
                  <a:gd name="T1" fmla="*/ 79 h 79"/>
                  <a:gd name="T2" fmla="*/ 38 w 94"/>
                  <a:gd name="T3" fmla="*/ 79 h 79"/>
                  <a:gd name="T4" fmla="*/ 36 w 94"/>
                  <a:gd name="T5" fmla="*/ 79 h 79"/>
                  <a:gd name="T6" fmla="*/ 1 w 94"/>
                  <a:gd name="T7" fmla="*/ 13 h 79"/>
                  <a:gd name="T8" fmla="*/ 1 w 94"/>
                  <a:gd name="T9" fmla="*/ 12 h 79"/>
                  <a:gd name="T10" fmla="*/ 2 w 94"/>
                  <a:gd name="T11" fmla="*/ 11 h 79"/>
                  <a:gd name="T12" fmla="*/ 92 w 94"/>
                  <a:gd name="T13" fmla="*/ 0 h 79"/>
                  <a:gd name="T14" fmla="*/ 93 w 94"/>
                  <a:gd name="T15" fmla="*/ 1 h 79"/>
                  <a:gd name="T16" fmla="*/ 93 w 94"/>
                  <a:gd name="T17" fmla="*/ 3 h 79"/>
                  <a:gd name="T18" fmla="*/ 39 w 94"/>
                  <a:gd name="T19" fmla="*/ 79 h 79"/>
                  <a:gd name="T20" fmla="*/ 38 w 94"/>
                  <a:gd name="T21" fmla="*/ 79 h 79"/>
                  <a:gd name="T22" fmla="*/ 5 w 94"/>
                  <a:gd name="T23" fmla="*/ 14 h 79"/>
                  <a:gd name="T24" fmla="*/ 38 w 94"/>
                  <a:gd name="T25" fmla="*/ 75 h 79"/>
                  <a:gd name="T26" fmla="*/ 88 w 94"/>
                  <a:gd name="T27" fmla="*/ 4 h 79"/>
                  <a:gd name="T28" fmla="*/ 5 w 94"/>
                  <a:gd name="T29" fmla="*/ 1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79">
                    <a:moveTo>
                      <a:pt x="38" y="79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6" y="79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2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93" y="1"/>
                      <a:pt x="93" y="1"/>
                    </a:cubicBezTo>
                    <a:cubicBezTo>
                      <a:pt x="94" y="2"/>
                      <a:pt x="94" y="2"/>
                      <a:pt x="93" y="3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5" y="14"/>
                    </a:moveTo>
                    <a:cubicBezTo>
                      <a:pt x="38" y="75"/>
                      <a:pt x="38" y="75"/>
                      <a:pt x="38" y="75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922"/>
              <p:cNvSpPr>
                <a:spLocks noEditPoints="1"/>
              </p:cNvSpPr>
              <p:nvPr userDrawn="1"/>
            </p:nvSpPr>
            <p:spPr bwMode="auto">
              <a:xfrm>
                <a:off x="2380" y="-87"/>
                <a:ext cx="115" cy="98"/>
              </a:xfrm>
              <a:custGeom>
                <a:avLst/>
                <a:gdLst>
                  <a:gd name="T0" fmla="*/ 38 w 93"/>
                  <a:gd name="T1" fmla="*/ 79 h 79"/>
                  <a:gd name="T2" fmla="*/ 37 w 93"/>
                  <a:gd name="T3" fmla="*/ 79 h 79"/>
                  <a:gd name="T4" fmla="*/ 36 w 93"/>
                  <a:gd name="T5" fmla="*/ 78 h 79"/>
                  <a:gd name="T6" fmla="*/ 0 w 93"/>
                  <a:gd name="T7" fmla="*/ 13 h 79"/>
                  <a:gd name="T8" fmla="*/ 0 w 93"/>
                  <a:gd name="T9" fmla="*/ 11 h 79"/>
                  <a:gd name="T10" fmla="*/ 1 w 93"/>
                  <a:gd name="T11" fmla="*/ 10 h 79"/>
                  <a:gd name="T12" fmla="*/ 91 w 93"/>
                  <a:gd name="T13" fmla="*/ 0 h 79"/>
                  <a:gd name="T14" fmla="*/ 93 w 93"/>
                  <a:gd name="T15" fmla="*/ 1 h 79"/>
                  <a:gd name="T16" fmla="*/ 93 w 93"/>
                  <a:gd name="T17" fmla="*/ 3 h 79"/>
                  <a:gd name="T18" fmla="*/ 39 w 93"/>
                  <a:gd name="T19" fmla="*/ 78 h 79"/>
                  <a:gd name="T20" fmla="*/ 38 w 93"/>
                  <a:gd name="T21" fmla="*/ 79 h 79"/>
                  <a:gd name="T22" fmla="*/ 4 w 93"/>
                  <a:gd name="T23" fmla="*/ 13 h 79"/>
                  <a:gd name="T24" fmla="*/ 38 w 93"/>
                  <a:gd name="T25" fmla="*/ 74 h 79"/>
                  <a:gd name="T26" fmla="*/ 88 w 93"/>
                  <a:gd name="T27" fmla="*/ 4 h 79"/>
                  <a:gd name="T28" fmla="*/ 4 w 93"/>
                  <a:gd name="T29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79">
                    <a:moveTo>
                      <a:pt x="38" y="79"/>
                    </a:move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0"/>
                      <a:pt x="1" y="1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2"/>
                      <a:pt x="93" y="3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4" y="13"/>
                    </a:moveTo>
                    <a:cubicBezTo>
                      <a:pt x="38" y="74"/>
                      <a:pt x="38" y="74"/>
                      <a:pt x="38" y="74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923"/>
              <p:cNvSpPr>
                <a:spLocks noEditPoints="1"/>
              </p:cNvSpPr>
              <p:nvPr userDrawn="1"/>
            </p:nvSpPr>
            <p:spPr bwMode="auto">
              <a:xfrm>
                <a:off x="2830" y="758"/>
                <a:ext cx="99" cy="82"/>
              </a:xfrm>
              <a:custGeom>
                <a:avLst/>
                <a:gdLst>
                  <a:gd name="T0" fmla="*/ 48 w 80"/>
                  <a:gd name="T1" fmla="*/ 66 h 66"/>
                  <a:gd name="T2" fmla="*/ 47 w 80"/>
                  <a:gd name="T3" fmla="*/ 65 h 66"/>
                  <a:gd name="T4" fmla="*/ 0 w 80"/>
                  <a:gd name="T5" fmla="*/ 3 h 66"/>
                  <a:gd name="T6" fmla="*/ 0 w 80"/>
                  <a:gd name="T7" fmla="*/ 1 h 66"/>
                  <a:gd name="T8" fmla="*/ 2 w 80"/>
                  <a:gd name="T9" fmla="*/ 1 h 66"/>
                  <a:gd name="T10" fmla="*/ 79 w 80"/>
                  <a:gd name="T11" fmla="*/ 20 h 66"/>
                  <a:gd name="T12" fmla="*/ 80 w 80"/>
                  <a:gd name="T13" fmla="*/ 21 h 66"/>
                  <a:gd name="T14" fmla="*/ 80 w 80"/>
                  <a:gd name="T15" fmla="*/ 22 h 66"/>
                  <a:gd name="T16" fmla="*/ 50 w 80"/>
                  <a:gd name="T17" fmla="*/ 65 h 66"/>
                  <a:gd name="T18" fmla="*/ 48 w 80"/>
                  <a:gd name="T19" fmla="*/ 66 h 66"/>
                  <a:gd name="T20" fmla="*/ 6 w 80"/>
                  <a:gd name="T21" fmla="*/ 5 h 66"/>
                  <a:gd name="T22" fmla="*/ 48 w 80"/>
                  <a:gd name="T23" fmla="*/ 61 h 66"/>
                  <a:gd name="T24" fmla="*/ 75 w 80"/>
                  <a:gd name="T25" fmla="*/ 22 h 66"/>
                  <a:gd name="T26" fmla="*/ 6 w 80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6">
                    <a:moveTo>
                      <a:pt x="48" y="66"/>
                    </a:moveTo>
                    <a:cubicBezTo>
                      <a:pt x="48" y="66"/>
                      <a:pt x="47" y="66"/>
                      <a:pt x="47" y="6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79" y="20"/>
                      <a:pt x="79" y="20"/>
                      <a:pt x="79" y="20"/>
                    </a:cubicBezTo>
                    <a:cubicBezTo>
                      <a:pt x="79" y="20"/>
                      <a:pt x="80" y="20"/>
                      <a:pt x="80" y="21"/>
                    </a:cubicBezTo>
                    <a:cubicBezTo>
                      <a:pt x="80" y="21"/>
                      <a:pt x="80" y="22"/>
                      <a:pt x="80" y="22"/>
                    </a:cubicBezTo>
                    <a:cubicBezTo>
                      <a:pt x="50" y="65"/>
                      <a:pt x="50" y="65"/>
                      <a:pt x="50" y="65"/>
                    </a:cubicBezTo>
                    <a:cubicBezTo>
                      <a:pt x="49" y="66"/>
                      <a:pt x="49" y="66"/>
                      <a:pt x="48" y="66"/>
                    </a:cubicBezTo>
                    <a:close/>
                    <a:moveTo>
                      <a:pt x="6" y="5"/>
                    </a:moveTo>
                    <a:cubicBezTo>
                      <a:pt x="48" y="61"/>
                      <a:pt x="48" y="61"/>
                      <a:pt x="48" y="61"/>
                    </a:cubicBezTo>
                    <a:cubicBezTo>
                      <a:pt x="75" y="22"/>
                      <a:pt x="75" y="22"/>
                      <a:pt x="75" y="22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924"/>
              <p:cNvSpPr>
                <a:spLocks noEditPoints="1"/>
              </p:cNvSpPr>
              <p:nvPr userDrawn="1"/>
            </p:nvSpPr>
            <p:spPr bwMode="auto">
              <a:xfrm>
                <a:off x="2830" y="835"/>
                <a:ext cx="68" cy="98"/>
              </a:xfrm>
              <a:custGeom>
                <a:avLst/>
                <a:gdLst>
                  <a:gd name="T0" fmla="*/ 53 w 55"/>
                  <a:gd name="T1" fmla="*/ 79 h 79"/>
                  <a:gd name="T2" fmla="*/ 53 w 55"/>
                  <a:gd name="T3" fmla="*/ 79 h 79"/>
                  <a:gd name="T4" fmla="*/ 1 w 55"/>
                  <a:gd name="T5" fmla="*/ 64 h 79"/>
                  <a:gd name="T6" fmla="*/ 0 w 55"/>
                  <a:gd name="T7" fmla="*/ 63 h 79"/>
                  <a:gd name="T8" fmla="*/ 0 w 55"/>
                  <a:gd name="T9" fmla="*/ 62 h 79"/>
                  <a:gd name="T10" fmla="*/ 47 w 55"/>
                  <a:gd name="T11" fmla="*/ 1 h 79"/>
                  <a:gd name="T12" fmla="*/ 49 w 55"/>
                  <a:gd name="T13" fmla="*/ 1 h 79"/>
                  <a:gd name="T14" fmla="*/ 50 w 55"/>
                  <a:gd name="T15" fmla="*/ 2 h 79"/>
                  <a:gd name="T16" fmla="*/ 55 w 55"/>
                  <a:gd name="T17" fmla="*/ 78 h 79"/>
                  <a:gd name="T18" fmla="*/ 54 w 55"/>
                  <a:gd name="T19" fmla="*/ 79 h 79"/>
                  <a:gd name="T20" fmla="*/ 53 w 55"/>
                  <a:gd name="T21" fmla="*/ 79 h 79"/>
                  <a:gd name="T22" fmla="*/ 4 w 55"/>
                  <a:gd name="T23" fmla="*/ 62 h 79"/>
                  <a:gd name="T24" fmla="*/ 52 w 55"/>
                  <a:gd name="T25" fmla="*/ 75 h 79"/>
                  <a:gd name="T26" fmla="*/ 47 w 55"/>
                  <a:gd name="T27" fmla="*/ 7 h 79"/>
                  <a:gd name="T28" fmla="*/ 4 w 55"/>
                  <a:gd name="T29" fmla="*/ 6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79">
                    <a:moveTo>
                      <a:pt x="53" y="79"/>
                    </a:moveTo>
                    <a:cubicBezTo>
                      <a:pt x="53" y="79"/>
                      <a:pt x="53" y="79"/>
                      <a:pt x="53" y="79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8" y="0"/>
                      <a:pt x="49" y="1"/>
                    </a:cubicBezTo>
                    <a:cubicBezTo>
                      <a:pt x="49" y="1"/>
                      <a:pt x="50" y="1"/>
                      <a:pt x="50" y="2"/>
                    </a:cubicBezTo>
                    <a:cubicBezTo>
                      <a:pt x="55" y="78"/>
                      <a:pt x="55" y="78"/>
                      <a:pt x="55" y="78"/>
                    </a:cubicBezTo>
                    <a:cubicBezTo>
                      <a:pt x="55" y="78"/>
                      <a:pt x="55" y="79"/>
                      <a:pt x="54" y="79"/>
                    </a:cubicBezTo>
                    <a:cubicBezTo>
                      <a:pt x="54" y="79"/>
                      <a:pt x="54" y="79"/>
                      <a:pt x="53" y="79"/>
                    </a:cubicBezTo>
                    <a:close/>
                    <a:moveTo>
                      <a:pt x="4" y="6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47" y="7"/>
                      <a:pt x="47" y="7"/>
                      <a:pt x="47" y="7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925"/>
              <p:cNvSpPr>
                <a:spLocks noEditPoints="1"/>
              </p:cNvSpPr>
              <p:nvPr userDrawn="1"/>
            </p:nvSpPr>
            <p:spPr bwMode="auto">
              <a:xfrm>
                <a:off x="2855" y="929"/>
                <a:ext cx="90" cy="51"/>
              </a:xfrm>
              <a:custGeom>
                <a:avLst/>
                <a:gdLst>
                  <a:gd name="T0" fmla="*/ 1 w 73"/>
                  <a:gd name="T1" fmla="*/ 41 h 41"/>
                  <a:gd name="T2" fmla="*/ 0 w 73"/>
                  <a:gd name="T3" fmla="*/ 40 h 41"/>
                  <a:gd name="T4" fmla="*/ 0 w 73"/>
                  <a:gd name="T5" fmla="*/ 38 h 41"/>
                  <a:gd name="T6" fmla="*/ 32 w 73"/>
                  <a:gd name="T7" fmla="*/ 1 h 41"/>
                  <a:gd name="T8" fmla="*/ 34 w 73"/>
                  <a:gd name="T9" fmla="*/ 0 h 41"/>
                  <a:gd name="T10" fmla="*/ 72 w 73"/>
                  <a:gd name="T11" fmla="*/ 22 h 41"/>
                  <a:gd name="T12" fmla="*/ 73 w 73"/>
                  <a:gd name="T13" fmla="*/ 23 h 41"/>
                  <a:gd name="T14" fmla="*/ 72 w 73"/>
                  <a:gd name="T15" fmla="*/ 25 h 41"/>
                  <a:gd name="T16" fmla="*/ 2 w 73"/>
                  <a:gd name="T17" fmla="*/ 41 h 41"/>
                  <a:gd name="T18" fmla="*/ 1 w 73"/>
                  <a:gd name="T19" fmla="*/ 41 h 41"/>
                  <a:gd name="T20" fmla="*/ 34 w 73"/>
                  <a:gd name="T21" fmla="*/ 4 h 41"/>
                  <a:gd name="T22" fmla="*/ 6 w 73"/>
                  <a:gd name="T23" fmla="*/ 37 h 41"/>
                  <a:gd name="T24" fmla="*/ 67 w 73"/>
                  <a:gd name="T25" fmla="*/ 22 h 41"/>
                  <a:gd name="T26" fmla="*/ 34 w 73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1">
                    <a:moveTo>
                      <a:pt x="1" y="41"/>
                    </a:moveTo>
                    <a:cubicBezTo>
                      <a:pt x="1" y="41"/>
                      <a:pt x="0" y="41"/>
                      <a:pt x="0" y="40"/>
                    </a:cubicBezTo>
                    <a:cubicBezTo>
                      <a:pt x="0" y="40"/>
                      <a:pt x="0" y="39"/>
                      <a:pt x="0" y="38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3" y="0"/>
                      <a:pt x="34" y="0"/>
                      <a:pt x="34" y="0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73" y="22"/>
                      <a:pt x="73" y="23"/>
                      <a:pt x="73" y="23"/>
                    </a:cubicBezTo>
                    <a:cubicBezTo>
                      <a:pt x="73" y="24"/>
                      <a:pt x="72" y="25"/>
                      <a:pt x="72" y="25"/>
                    </a:cubicBezTo>
                    <a:cubicBezTo>
                      <a:pt x="2" y="41"/>
                      <a:pt x="2" y="41"/>
                      <a:pt x="2" y="41"/>
                    </a:cubicBezTo>
                    <a:lnTo>
                      <a:pt x="1" y="41"/>
                    </a:lnTo>
                    <a:close/>
                    <a:moveTo>
                      <a:pt x="34" y="4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67" y="22"/>
                      <a:pt x="67" y="22"/>
                      <a:pt x="67" y="22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926"/>
              <p:cNvSpPr>
                <a:spLocks noEditPoints="1"/>
              </p:cNvSpPr>
              <p:nvPr userDrawn="1"/>
            </p:nvSpPr>
            <p:spPr bwMode="auto">
              <a:xfrm>
                <a:off x="2830" y="653"/>
                <a:ext cx="99" cy="134"/>
              </a:xfrm>
              <a:custGeom>
                <a:avLst/>
                <a:gdLst>
                  <a:gd name="T0" fmla="*/ 78 w 80"/>
                  <a:gd name="T1" fmla="*/ 108 h 108"/>
                  <a:gd name="T2" fmla="*/ 78 w 80"/>
                  <a:gd name="T3" fmla="*/ 108 h 108"/>
                  <a:gd name="T4" fmla="*/ 1 w 80"/>
                  <a:gd name="T5" fmla="*/ 89 h 108"/>
                  <a:gd name="T6" fmla="*/ 0 w 80"/>
                  <a:gd name="T7" fmla="*/ 88 h 108"/>
                  <a:gd name="T8" fmla="*/ 0 w 80"/>
                  <a:gd name="T9" fmla="*/ 86 h 108"/>
                  <a:gd name="T10" fmla="*/ 42 w 80"/>
                  <a:gd name="T11" fmla="*/ 1 h 108"/>
                  <a:gd name="T12" fmla="*/ 44 w 80"/>
                  <a:gd name="T13" fmla="*/ 1 h 108"/>
                  <a:gd name="T14" fmla="*/ 45 w 80"/>
                  <a:gd name="T15" fmla="*/ 2 h 108"/>
                  <a:gd name="T16" fmla="*/ 80 w 80"/>
                  <a:gd name="T17" fmla="*/ 106 h 108"/>
                  <a:gd name="T18" fmla="*/ 79 w 80"/>
                  <a:gd name="T19" fmla="*/ 108 h 108"/>
                  <a:gd name="T20" fmla="*/ 78 w 80"/>
                  <a:gd name="T21" fmla="*/ 108 h 108"/>
                  <a:gd name="T22" fmla="*/ 4 w 80"/>
                  <a:gd name="T23" fmla="*/ 86 h 108"/>
                  <a:gd name="T24" fmla="*/ 76 w 80"/>
                  <a:gd name="T25" fmla="*/ 104 h 108"/>
                  <a:gd name="T26" fmla="*/ 43 w 80"/>
                  <a:gd name="T27" fmla="*/ 7 h 108"/>
                  <a:gd name="T28" fmla="*/ 4 w 80"/>
                  <a:gd name="T29" fmla="*/ 8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108">
                    <a:moveTo>
                      <a:pt x="78" y="108"/>
                    </a:moveTo>
                    <a:cubicBezTo>
                      <a:pt x="78" y="108"/>
                      <a:pt x="78" y="108"/>
                      <a:pt x="78" y="108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0" y="89"/>
                      <a:pt x="0" y="88"/>
                      <a:pt x="0" y="88"/>
                    </a:cubicBezTo>
                    <a:cubicBezTo>
                      <a:pt x="0" y="87"/>
                      <a:pt x="0" y="87"/>
                      <a:pt x="0" y="86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2" y="1"/>
                      <a:pt x="43" y="0"/>
                      <a:pt x="44" y="1"/>
                    </a:cubicBezTo>
                    <a:cubicBezTo>
                      <a:pt x="44" y="1"/>
                      <a:pt x="45" y="1"/>
                      <a:pt x="45" y="2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79" y="108"/>
                    </a:cubicBezTo>
                    <a:cubicBezTo>
                      <a:pt x="79" y="108"/>
                      <a:pt x="79" y="108"/>
                      <a:pt x="78" y="108"/>
                    </a:cubicBezTo>
                    <a:close/>
                    <a:moveTo>
                      <a:pt x="4" y="86"/>
                    </a:moveTo>
                    <a:cubicBezTo>
                      <a:pt x="76" y="104"/>
                      <a:pt x="76" y="104"/>
                      <a:pt x="76" y="104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927"/>
              <p:cNvSpPr>
                <a:spLocks noEditPoints="1"/>
              </p:cNvSpPr>
              <p:nvPr userDrawn="1"/>
            </p:nvSpPr>
            <p:spPr bwMode="auto">
              <a:xfrm>
                <a:off x="2782" y="604"/>
                <a:ext cx="104" cy="54"/>
              </a:xfrm>
              <a:custGeom>
                <a:avLst/>
                <a:gdLst>
                  <a:gd name="T0" fmla="*/ 83 w 84"/>
                  <a:gd name="T1" fmla="*/ 44 h 44"/>
                  <a:gd name="T2" fmla="*/ 2 w 84"/>
                  <a:gd name="T3" fmla="*/ 44 h 44"/>
                  <a:gd name="T4" fmla="*/ 0 w 84"/>
                  <a:gd name="T5" fmla="*/ 43 h 44"/>
                  <a:gd name="T6" fmla="*/ 1 w 84"/>
                  <a:gd name="T7" fmla="*/ 41 h 44"/>
                  <a:gd name="T8" fmla="*/ 66 w 84"/>
                  <a:gd name="T9" fmla="*/ 0 h 44"/>
                  <a:gd name="T10" fmla="*/ 68 w 84"/>
                  <a:gd name="T11" fmla="*/ 0 h 44"/>
                  <a:gd name="T12" fmla="*/ 69 w 84"/>
                  <a:gd name="T13" fmla="*/ 1 h 44"/>
                  <a:gd name="T14" fmla="*/ 84 w 84"/>
                  <a:gd name="T15" fmla="*/ 42 h 44"/>
                  <a:gd name="T16" fmla="*/ 84 w 84"/>
                  <a:gd name="T17" fmla="*/ 43 h 44"/>
                  <a:gd name="T18" fmla="*/ 83 w 84"/>
                  <a:gd name="T19" fmla="*/ 44 h 44"/>
                  <a:gd name="T20" fmla="*/ 7 w 84"/>
                  <a:gd name="T21" fmla="*/ 41 h 44"/>
                  <a:gd name="T22" fmla="*/ 80 w 84"/>
                  <a:gd name="T23" fmla="*/ 41 h 44"/>
                  <a:gd name="T24" fmla="*/ 66 w 84"/>
                  <a:gd name="T25" fmla="*/ 4 h 44"/>
                  <a:gd name="T26" fmla="*/ 7 w 84"/>
                  <a:gd name="T27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44">
                    <a:moveTo>
                      <a:pt x="83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3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3"/>
                      <a:pt x="84" y="43"/>
                    </a:cubicBezTo>
                    <a:cubicBezTo>
                      <a:pt x="84" y="44"/>
                      <a:pt x="83" y="44"/>
                      <a:pt x="83" y="44"/>
                    </a:cubicBezTo>
                    <a:close/>
                    <a:moveTo>
                      <a:pt x="7" y="41"/>
                    </a:moveTo>
                    <a:cubicBezTo>
                      <a:pt x="80" y="41"/>
                      <a:pt x="80" y="41"/>
                      <a:pt x="80" y="41"/>
                    </a:cubicBezTo>
                    <a:cubicBezTo>
                      <a:pt x="66" y="4"/>
                      <a:pt x="66" y="4"/>
                      <a:pt x="66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928"/>
              <p:cNvSpPr>
                <a:spLocks noEditPoints="1"/>
              </p:cNvSpPr>
              <p:nvPr userDrawn="1"/>
            </p:nvSpPr>
            <p:spPr bwMode="auto">
              <a:xfrm>
                <a:off x="2830" y="911"/>
                <a:ext cx="68" cy="69"/>
              </a:xfrm>
              <a:custGeom>
                <a:avLst/>
                <a:gdLst>
                  <a:gd name="T0" fmla="*/ 21 w 55"/>
                  <a:gd name="T1" fmla="*/ 56 h 56"/>
                  <a:gd name="T2" fmla="*/ 21 w 55"/>
                  <a:gd name="T3" fmla="*/ 56 h 56"/>
                  <a:gd name="T4" fmla="*/ 20 w 55"/>
                  <a:gd name="T5" fmla="*/ 55 h 56"/>
                  <a:gd name="T6" fmla="*/ 0 w 55"/>
                  <a:gd name="T7" fmla="*/ 2 h 56"/>
                  <a:gd name="T8" fmla="*/ 0 w 55"/>
                  <a:gd name="T9" fmla="*/ 1 h 56"/>
                  <a:gd name="T10" fmla="*/ 2 w 55"/>
                  <a:gd name="T11" fmla="*/ 0 h 56"/>
                  <a:gd name="T12" fmla="*/ 54 w 55"/>
                  <a:gd name="T13" fmla="*/ 15 h 56"/>
                  <a:gd name="T14" fmla="*/ 55 w 55"/>
                  <a:gd name="T15" fmla="*/ 16 h 56"/>
                  <a:gd name="T16" fmla="*/ 55 w 55"/>
                  <a:gd name="T17" fmla="*/ 18 h 56"/>
                  <a:gd name="T18" fmla="*/ 23 w 55"/>
                  <a:gd name="T19" fmla="*/ 56 h 56"/>
                  <a:gd name="T20" fmla="*/ 21 w 55"/>
                  <a:gd name="T21" fmla="*/ 56 h 56"/>
                  <a:gd name="T22" fmla="*/ 4 w 55"/>
                  <a:gd name="T23" fmla="*/ 4 h 56"/>
                  <a:gd name="T24" fmla="*/ 22 w 55"/>
                  <a:gd name="T25" fmla="*/ 51 h 56"/>
                  <a:gd name="T26" fmla="*/ 50 w 55"/>
                  <a:gd name="T27" fmla="*/ 18 h 56"/>
                  <a:gd name="T28" fmla="*/ 4 w 55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56">
                    <a:moveTo>
                      <a:pt x="21" y="56"/>
                    </a:move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6"/>
                      <a:pt x="20" y="56"/>
                      <a:pt x="20" y="5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5" y="16"/>
                      <a:pt x="55" y="16"/>
                    </a:cubicBezTo>
                    <a:cubicBezTo>
                      <a:pt x="55" y="17"/>
                      <a:pt x="55" y="17"/>
                      <a:pt x="55" y="18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6"/>
                      <a:pt x="22" y="56"/>
                      <a:pt x="21" y="56"/>
                    </a:cubicBezTo>
                    <a:close/>
                    <a:moveTo>
                      <a:pt x="4" y="4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50" y="18"/>
                      <a:pt x="50" y="18"/>
                      <a:pt x="50" y="1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929"/>
              <p:cNvSpPr>
                <a:spLocks noEditPoints="1"/>
              </p:cNvSpPr>
              <p:nvPr userDrawn="1"/>
            </p:nvSpPr>
            <p:spPr bwMode="auto">
              <a:xfrm>
                <a:off x="2942" y="916"/>
                <a:ext cx="80" cy="44"/>
              </a:xfrm>
              <a:custGeom>
                <a:avLst/>
                <a:gdLst>
                  <a:gd name="T0" fmla="*/ 1 w 65"/>
                  <a:gd name="T1" fmla="*/ 36 h 36"/>
                  <a:gd name="T2" fmla="*/ 0 w 65"/>
                  <a:gd name="T3" fmla="*/ 35 h 36"/>
                  <a:gd name="T4" fmla="*/ 0 w 65"/>
                  <a:gd name="T5" fmla="*/ 33 h 36"/>
                  <a:gd name="T6" fmla="*/ 21 w 65"/>
                  <a:gd name="T7" fmla="*/ 1 h 36"/>
                  <a:gd name="T8" fmla="*/ 23 w 65"/>
                  <a:gd name="T9" fmla="*/ 1 h 36"/>
                  <a:gd name="T10" fmla="*/ 64 w 65"/>
                  <a:gd name="T11" fmla="*/ 22 h 36"/>
                  <a:gd name="T12" fmla="*/ 65 w 65"/>
                  <a:gd name="T13" fmla="*/ 24 h 36"/>
                  <a:gd name="T14" fmla="*/ 63 w 65"/>
                  <a:gd name="T15" fmla="*/ 25 h 36"/>
                  <a:gd name="T16" fmla="*/ 2 w 65"/>
                  <a:gd name="T17" fmla="*/ 36 h 36"/>
                  <a:gd name="T18" fmla="*/ 1 w 65"/>
                  <a:gd name="T19" fmla="*/ 36 h 36"/>
                  <a:gd name="T20" fmla="*/ 23 w 65"/>
                  <a:gd name="T21" fmla="*/ 4 h 36"/>
                  <a:gd name="T22" fmla="*/ 5 w 65"/>
                  <a:gd name="T23" fmla="*/ 32 h 36"/>
                  <a:gd name="T24" fmla="*/ 58 w 65"/>
                  <a:gd name="T25" fmla="*/ 23 h 36"/>
                  <a:gd name="T26" fmla="*/ 23 w 65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36">
                    <a:moveTo>
                      <a:pt x="1" y="36"/>
                    </a:moveTo>
                    <a:cubicBezTo>
                      <a:pt x="1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0" y="33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5" y="23"/>
                      <a:pt x="65" y="24"/>
                    </a:cubicBezTo>
                    <a:cubicBezTo>
                      <a:pt x="65" y="24"/>
                      <a:pt x="64" y="25"/>
                      <a:pt x="63" y="25"/>
                    </a:cubicBezTo>
                    <a:cubicBezTo>
                      <a:pt x="2" y="36"/>
                      <a:pt x="2" y="36"/>
                      <a:pt x="2" y="36"/>
                    </a:cubicBezTo>
                    <a:lnTo>
                      <a:pt x="1" y="36"/>
                    </a:lnTo>
                    <a:close/>
                    <a:moveTo>
                      <a:pt x="23" y="4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930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21"/>
              </a:xfrm>
              <a:custGeom>
                <a:avLst/>
                <a:gdLst>
                  <a:gd name="T0" fmla="*/ 42 w 85"/>
                  <a:gd name="T1" fmla="*/ 98 h 98"/>
                  <a:gd name="T2" fmla="*/ 41 w 85"/>
                  <a:gd name="T3" fmla="*/ 97 h 98"/>
                  <a:gd name="T4" fmla="*/ 0 w 85"/>
                  <a:gd name="T5" fmla="*/ 2 h 98"/>
                  <a:gd name="T6" fmla="*/ 1 w 85"/>
                  <a:gd name="T7" fmla="*/ 0 h 98"/>
                  <a:gd name="T8" fmla="*/ 3 w 85"/>
                  <a:gd name="T9" fmla="*/ 1 h 98"/>
                  <a:gd name="T10" fmla="*/ 84 w 85"/>
                  <a:gd name="T11" fmla="*/ 86 h 98"/>
                  <a:gd name="T12" fmla="*/ 85 w 85"/>
                  <a:gd name="T13" fmla="*/ 87 h 98"/>
                  <a:gd name="T14" fmla="*/ 83 w 85"/>
                  <a:gd name="T15" fmla="*/ 89 h 98"/>
                  <a:gd name="T16" fmla="*/ 43 w 85"/>
                  <a:gd name="T17" fmla="*/ 98 h 98"/>
                  <a:gd name="T18" fmla="*/ 42 w 85"/>
                  <a:gd name="T19" fmla="*/ 98 h 98"/>
                  <a:gd name="T20" fmla="*/ 7 w 85"/>
                  <a:gd name="T21" fmla="*/ 10 h 98"/>
                  <a:gd name="T22" fmla="*/ 43 w 85"/>
                  <a:gd name="T23" fmla="*/ 94 h 98"/>
                  <a:gd name="T24" fmla="*/ 80 w 85"/>
                  <a:gd name="T25" fmla="*/ 86 h 98"/>
                  <a:gd name="T26" fmla="*/ 7 w 85"/>
                  <a:gd name="T27" fmla="*/ 1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98">
                    <a:moveTo>
                      <a:pt x="42" y="98"/>
                    </a:moveTo>
                    <a:cubicBezTo>
                      <a:pt x="42" y="98"/>
                      <a:pt x="41" y="97"/>
                      <a:pt x="41" y="9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84" y="86"/>
                      <a:pt x="84" y="86"/>
                      <a:pt x="84" y="86"/>
                    </a:cubicBezTo>
                    <a:cubicBezTo>
                      <a:pt x="85" y="86"/>
                      <a:pt x="85" y="87"/>
                      <a:pt x="85" y="87"/>
                    </a:cubicBezTo>
                    <a:cubicBezTo>
                      <a:pt x="84" y="88"/>
                      <a:pt x="84" y="88"/>
                      <a:pt x="83" y="89"/>
                    </a:cubicBezTo>
                    <a:cubicBezTo>
                      <a:pt x="43" y="98"/>
                      <a:pt x="43" y="98"/>
                      <a:pt x="43" y="98"/>
                    </a:cubicBezTo>
                    <a:lnTo>
                      <a:pt x="42" y="98"/>
                    </a:lnTo>
                    <a:close/>
                    <a:moveTo>
                      <a:pt x="7" y="10"/>
                    </a:moveTo>
                    <a:cubicBezTo>
                      <a:pt x="43" y="94"/>
                      <a:pt x="43" y="94"/>
                      <a:pt x="43" y="94"/>
                    </a:cubicBezTo>
                    <a:cubicBezTo>
                      <a:pt x="80" y="86"/>
                      <a:pt x="80" y="86"/>
                      <a:pt x="80" y="86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931"/>
              <p:cNvSpPr>
                <a:spLocks noEditPoints="1"/>
              </p:cNvSpPr>
              <p:nvPr userDrawn="1"/>
            </p:nvSpPr>
            <p:spPr bwMode="auto">
              <a:xfrm>
                <a:off x="3205" y="1120"/>
                <a:ext cx="56" cy="129"/>
              </a:xfrm>
              <a:custGeom>
                <a:avLst/>
                <a:gdLst>
                  <a:gd name="T0" fmla="*/ 19 w 45"/>
                  <a:gd name="T1" fmla="*/ 104 h 104"/>
                  <a:gd name="T2" fmla="*/ 19 w 45"/>
                  <a:gd name="T3" fmla="*/ 104 h 104"/>
                  <a:gd name="T4" fmla="*/ 17 w 45"/>
                  <a:gd name="T5" fmla="*/ 102 h 104"/>
                  <a:gd name="T6" fmla="*/ 1 w 45"/>
                  <a:gd name="T7" fmla="*/ 11 h 104"/>
                  <a:gd name="T8" fmla="*/ 2 w 45"/>
                  <a:gd name="T9" fmla="*/ 9 h 104"/>
                  <a:gd name="T10" fmla="*/ 43 w 45"/>
                  <a:gd name="T11" fmla="*/ 0 h 104"/>
                  <a:gd name="T12" fmla="*/ 44 w 45"/>
                  <a:gd name="T13" fmla="*/ 1 h 104"/>
                  <a:gd name="T14" fmla="*/ 45 w 45"/>
                  <a:gd name="T15" fmla="*/ 2 h 104"/>
                  <a:gd name="T16" fmla="*/ 21 w 45"/>
                  <a:gd name="T17" fmla="*/ 102 h 104"/>
                  <a:gd name="T18" fmla="*/ 19 w 45"/>
                  <a:gd name="T19" fmla="*/ 104 h 104"/>
                  <a:gd name="T20" fmla="*/ 4 w 45"/>
                  <a:gd name="T21" fmla="*/ 12 h 104"/>
                  <a:gd name="T22" fmla="*/ 19 w 45"/>
                  <a:gd name="T23" fmla="*/ 94 h 104"/>
                  <a:gd name="T24" fmla="*/ 41 w 45"/>
                  <a:gd name="T25" fmla="*/ 4 h 104"/>
                  <a:gd name="T26" fmla="*/ 4 w 45"/>
                  <a:gd name="T2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104">
                    <a:moveTo>
                      <a:pt x="19" y="104"/>
                    </a:moveTo>
                    <a:cubicBezTo>
                      <a:pt x="19" y="104"/>
                      <a:pt x="19" y="104"/>
                      <a:pt x="19" y="104"/>
                    </a:cubicBezTo>
                    <a:cubicBezTo>
                      <a:pt x="18" y="104"/>
                      <a:pt x="17" y="103"/>
                      <a:pt x="17" y="10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0"/>
                      <a:pt x="1" y="10"/>
                      <a:pt x="2" y="9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45" y="1"/>
                      <a:pt x="45" y="2"/>
                      <a:pt x="45" y="2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20" y="103"/>
                      <a:pt x="20" y="104"/>
                      <a:pt x="19" y="104"/>
                    </a:cubicBezTo>
                    <a:close/>
                    <a:moveTo>
                      <a:pt x="4" y="12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41" y="4"/>
                      <a:pt x="41" y="4"/>
                      <a:pt x="4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932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77"/>
              </a:xfrm>
              <a:custGeom>
                <a:avLst/>
                <a:gdLst>
                  <a:gd name="T0" fmla="*/ 114 w 115"/>
                  <a:gd name="T1" fmla="*/ 62 h 62"/>
                  <a:gd name="T2" fmla="*/ 113 w 115"/>
                  <a:gd name="T3" fmla="*/ 61 h 62"/>
                  <a:gd name="T4" fmla="*/ 1 w 115"/>
                  <a:gd name="T5" fmla="*/ 3 h 62"/>
                  <a:gd name="T6" fmla="*/ 0 w 115"/>
                  <a:gd name="T7" fmla="*/ 1 h 62"/>
                  <a:gd name="T8" fmla="*/ 2 w 115"/>
                  <a:gd name="T9" fmla="*/ 0 h 62"/>
                  <a:gd name="T10" fmla="*/ 114 w 115"/>
                  <a:gd name="T11" fmla="*/ 26 h 62"/>
                  <a:gd name="T12" fmla="*/ 115 w 115"/>
                  <a:gd name="T13" fmla="*/ 28 h 62"/>
                  <a:gd name="T14" fmla="*/ 115 w 115"/>
                  <a:gd name="T15" fmla="*/ 60 h 62"/>
                  <a:gd name="T16" fmla="*/ 114 w 115"/>
                  <a:gd name="T17" fmla="*/ 61 h 62"/>
                  <a:gd name="T18" fmla="*/ 114 w 115"/>
                  <a:gd name="T19" fmla="*/ 62 h 62"/>
                  <a:gd name="T20" fmla="*/ 15 w 115"/>
                  <a:gd name="T21" fmla="*/ 6 h 62"/>
                  <a:gd name="T22" fmla="*/ 112 w 115"/>
                  <a:gd name="T23" fmla="*/ 57 h 62"/>
                  <a:gd name="T24" fmla="*/ 112 w 115"/>
                  <a:gd name="T25" fmla="*/ 29 h 62"/>
                  <a:gd name="T26" fmla="*/ 15 w 115"/>
                  <a:gd name="T27" fmla="*/ 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2">
                    <a:moveTo>
                      <a:pt x="114" y="62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5" y="26"/>
                      <a:pt x="115" y="27"/>
                      <a:pt x="115" y="28"/>
                    </a:cubicBezTo>
                    <a:cubicBezTo>
                      <a:pt x="115" y="60"/>
                      <a:pt x="115" y="60"/>
                      <a:pt x="115" y="60"/>
                    </a:cubicBezTo>
                    <a:cubicBezTo>
                      <a:pt x="115" y="60"/>
                      <a:pt x="115" y="61"/>
                      <a:pt x="114" y="61"/>
                    </a:cubicBezTo>
                    <a:lnTo>
                      <a:pt x="114" y="62"/>
                    </a:lnTo>
                    <a:close/>
                    <a:moveTo>
                      <a:pt x="15" y="6"/>
                    </a:move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29"/>
                      <a:pt x="112" y="29"/>
                      <a:pt x="112" y="29"/>
                    </a:cubicBezTo>
                    <a:lnTo>
                      <a:pt x="15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Freeform 933"/>
              <p:cNvSpPr>
                <a:spLocks noEditPoints="1"/>
              </p:cNvSpPr>
              <p:nvPr userDrawn="1"/>
            </p:nvSpPr>
            <p:spPr bwMode="auto">
              <a:xfrm>
                <a:off x="3219" y="1244"/>
                <a:ext cx="35" cy="111"/>
              </a:xfrm>
              <a:custGeom>
                <a:avLst/>
                <a:gdLst>
                  <a:gd name="T0" fmla="*/ 26 w 28"/>
                  <a:gd name="T1" fmla="*/ 90 h 90"/>
                  <a:gd name="T2" fmla="*/ 26 w 28"/>
                  <a:gd name="T3" fmla="*/ 90 h 90"/>
                  <a:gd name="T4" fmla="*/ 1 w 28"/>
                  <a:gd name="T5" fmla="*/ 74 h 90"/>
                  <a:gd name="T6" fmla="*/ 0 w 28"/>
                  <a:gd name="T7" fmla="*/ 73 h 90"/>
                  <a:gd name="T8" fmla="*/ 6 w 28"/>
                  <a:gd name="T9" fmla="*/ 2 h 90"/>
                  <a:gd name="T10" fmla="*/ 8 w 28"/>
                  <a:gd name="T11" fmla="*/ 0 h 90"/>
                  <a:gd name="T12" fmla="*/ 10 w 28"/>
                  <a:gd name="T13" fmla="*/ 2 h 90"/>
                  <a:gd name="T14" fmla="*/ 28 w 28"/>
                  <a:gd name="T15" fmla="*/ 88 h 90"/>
                  <a:gd name="T16" fmla="*/ 27 w 28"/>
                  <a:gd name="T17" fmla="*/ 90 h 90"/>
                  <a:gd name="T18" fmla="*/ 26 w 28"/>
                  <a:gd name="T19" fmla="*/ 90 h 90"/>
                  <a:gd name="T20" fmla="*/ 4 w 28"/>
                  <a:gd name="T21" fmla="*/ 72 h 90"/>
                  <a:gd name="T22" fmla="*/ 24 w 28"/>
                  <a:gd name="T23" fmla="*/ 85 h 90"/>
                  <a:gd name="T24" fmla="*/ 9 w 28"/>
                  <a:gd name="T25" fmla="*/ 13 h 90"/>
                  <a:gd name="T26" fmla="*/ 4 w 28"/>
                  <a:gd name="T27" fmla="*/ 7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90">
                    <a:moveTo>
                      <a:pt x="26" y="90"/>
                    </a:moveTo>
                    <a:cubicBezTo>
                      <a:pt x="26" y="90"/>
                      <a:pt x="26" y="90"/>
                      <a:pt x="26" y="90"/>
                    </a:cubicBezTo>
                    <a:cubicBezTo>
                      <a:pt x="1" y="74"/>
                      <a:pt x="1" y="74"/>
                      <a:pt x="1" y="74"/>
                    </a:cubicBezTo>
                    <a:cubicBezTo>
                      <a:pt x="0" y="74"/>
                      <a:pt x="0" y="73"/>
                      <a:pt x="0" y="7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7" y="0"/>
                      <a:pt x="8" y="0"/>
                    </a:cubicBezTo>
                    <a:cubicBezTo>
                      <a:pt x="9" y="0"/>
                      <a:pt x="9" y="1"/>
                      <a:pt x="10" y="2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89"/>
                      <a:pt x="28" y="89"/>
                      <a:pt x="27" y="90"/>
                    </a:cubicBezTo>
                    <a:lnTo>
                      <a:pt x="26" y="90"/>
                    </a:lnTo>
                    <a:close/>
                    <a:moveTo>
                      <a:pt x="4" y="72"/>
                    </a:moveTo>
                    <a:cubicBezTo>
                      <a:pt x="24" y="85"/>
                      <a:pt x="24" y="85"/>
                      <a:pt x="24" y="85"/>
                    </a:cubicBezTo>
                    <a:cubicBezTo>
                      <a:pt x="9" y="13"/>
                      <a:pt x="9" y="13"/>
                      <a:pt x="9" y="13"/>
                    </a:cubicBez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934"/>
              <p:cNvSpPr>
                <a:spLocks noEditPoints="1"/>
              </p:cNvSpPr>
              <p:nvPr userDrawn="1"/>
            </p:nvSpPr>
            <p:spPr bwMode="auto">
              <a:xfrm>
                <a:off x="3187" y="1332"/>
                <a:ext cx="67" cy="64"/>
              </a:xfrm>
              <a:custGeom>
                <a:avLst/>
                <a:gdLst>
                  <a:gd name="T0" fmla="*/ 2 w 54"/>
                  <a:gd name="T1" fmla="*/ 52 h 52"/>
                  <a:gd name="T2" fmla="*/ 1 w 54"/>
                  <a:gd name="T3" fmla="*/ 51 h 52"/>
                  <a:gd name="T4" fmla="*/ 1 w 54"/>
                  <a:gd name="T5" fmla="*/ 49 h 52"/>
                  <a:gd name="T6" fmla="*/ 26 w 54"/>
                  <a:gd name="T7" fmla="*/ 1 h 52"/>
                  <a:gd name="T8" fmla="*/ 27 w 54"/>
                  <a:gd name="T9" fmla="*/ 0 h 52"/>
                  <a:gd name="T10" fmla="*/ 29 w 54"/>
                  <a:gd name="T11" fmla="*/ 0 h 52"/>
                  <a:gd name="T12" fmla="*/ 53 w 54"/>
                  <a:gd name="T13" fmla="*/ 16 h 52"/>
                  <a:gd name="T14" fmla="*/ 54 w 54"/>
                  <a:gd name="T15" fmla="*/ 17 h 52"/>
                  <a:gd name="T16" fmla="*/ 53 w 54"/>
                  <a:gd name="T17" fmla="*/ 19 h 52"/>
                  <a:gd name="T18" fmla="*/ 3 w 54"/>
                  <a:gd name="T19" fmla="*/ 52 h 52"/>
                  <a:gd name="T20" fmla="*/ 2 w 54"/>
                  <a:gd name="T21" fmla="*/ 52 h 52"/>
                  <a:gd name="T22" fmla="*/ 29 w 54"/>
                  <a:gd name="T23" fmla="*/ 4 h 52"/>
                  <a:gd name="T24" fmla="*/ 7 w 54"/>
                  <a:gd name="T25" fmla="*/ 45 h 52"/>
                  <a:gd name="T26" fmla="*/ 49 w 54"/>
                  <a:gd name="T27" fmla="*/ 18 h 52"/>
                  <a:gd name="T28" fmla="*/ 29 w 54"/>
                  <a:gd name="T29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52">
                    <a:moveTo>
                      <a:pt x="2" y="52"/>
                    </a:moveTo>
                    <a:cubicBezTo>
                      <a:pt x="2" y="52"/>
                      <a:pt x="1" y="52"/>
                      <a:pt x="1" y="51"/>
                    </a:cubicBezTo>
                    <a:cubicBezTo>
                      <a:pt x="1" y="51"/>
                      <a:pt x="0" y="50"/>
                      <a:pt x="1" y="49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1"/>
                      <a:pt x="27" y="0"/>
                      <a:pt x="27" y="0"/>
                    </a:cubicBezTo>
                    <a:cubicBezTo>
                      <a:pt x="28" y="0"/>
                      <a:pt x="28" y="0"/>
                      <a:pt x="29" y="0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4" y="18"/>
                      <a:pt x="54" y="19"/>
                      <a:pt x="53" y="19"/>
                    </a:cubicBezTo>
                    <a:cubicBezTo>
                      <a:pt x="3" y="52"/>
                      <a:pt x="3" y="52"/>
                      <a:pt x="3" y="52"/>
                    </a:cubicBezTo>
                    <a:lnTo>
                      <a:pt x="2" y="52"/>
                    </a:lnTo>
                    <a:close/>
                    <a:moveTo>
                      <a:pt x="29" y="4"/>
                    </a:moveTo>
                    <a:cubicBezTo>
                      <a:pt x="7" y="45"/>
                      <a:pt x="7" y="45"/>
                      <a:pt x="7" y="45"/>
                    </a:cubicBezTo>
                    <a:cubicBezTo>
                      <a:pt x="49" y="18"/>
                      <a:pt x="49" y="18"/>
                      <a:pt x="49" y="18"/>
                    </a:cubicBezTo>
                    <a:lnTo>
                      <a:pt x="2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935"/>
              <p:cNvSpPr>
                <a:spLocks noEditPoints="1"/>
              </p:cNvSpPr>
              <p:nvPr userDrawn="1"/>
            </p:nvSpPr>
            <p:spPr bwMode="auto">
              <a:xfrm>
                <a:off x="3168" y="1131"/>
                <a:ext cx="63" cy="118"/>
              </a:xfrm>
              <a:custGeom>
                <a:avLst/>
                <a:gdLst>
                  <a:gd name="T0" fmla="*/ 49 w 51"/>
                  <a:gd name="T1" fmla="*/ 95 h 95"/>
                  <a:gd name="T2" fmla="*/ 48 w 51"/>
                  <a:gd name="T3" fmla="*/ 95 h 95"/>
                  <a:gd name="T4" fmla="*/ 1 w 51"/>
                  <a:gd name="T5" fmla="*/ 81 h 95"/>
                  <a:gd name="T6" fmla="*/ 0 w 51"/>
                  <a:gd name="T7" fmla="*/ 80 h 95"/>
                  <a:gd name="T8" fmla="*/ 0 w 51"/>
                  <a:gd name="T9" fmla="*/ 79 h 95"/>
                  <a:gd name="T10" fmla="*/ 31 w 51"/>
                  <a:gd name="T11" fmla="*/ 1 h 95"/>
                  <a:gd name="T12" fmla="*/ 32 w 51"/>
                  <a:gd name="T13" fmla="*/ 0 h 95"/>
                  <a:gd name="T14" fmla="*/ 34 w 51"/>
                  <a:gd name="T15" fmla="*/ 2 h 95"/>
                  <a:gd name="T16" fmla="*/ 51 w 51"/>
                  <a:gd name="T17" fmla="*/ 93 h 95"/>
                  <a:gd name="T18" fmla="*/ 50 w 51"/>
                  <a:gd name="T19" fmla="*/ 94 h 95"/>
                  <a:gd name="T20" fmla="*/ 49 w 51"/>
                  <a:gd name="T21" fmla="*/ 95 h 95"/>
                  <a:gd name="T22" fmla="*/ 4 w 51"/>
                  <a:gd name="T23" fmla="*/ 78 h 95"/>
                  <a:gd name="T24" fmla="*/ 47 w 51"/>
                  <a:gd name="T25" fmla="*/ 91 h 95"/>
                  <a:gd name="T26" fmla="*/ 32 w 51"/>
                  <a:gd name="T27" fmla="*/ 8 h 95"/>
                  <a:gd name="T28" fmla="*/ 4 w 51"/>
                  <a:gd name="T29" fmla="*/ 7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95">
                    <a:moveTo>
                      <a:pt x="49" y="95"/>
                    </a:moveTo>
                    <a:cubicBezTo>
                      <a:pt x="48" y="95"/>
                      <a:pt x="48" y="95"/>
                      <a:pt x="48" y="95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0" y="81"/>
                      <a:pt x="0" y="80"/>
                    </a:cubicBezTo>
                    <a:cubicBezTo>
                      <a:pt x="0" y="80"/>
                      <a:pt x="0" y="79"/>
                      <a:pt x="0" y="7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2" y="0"/>
                    </a:cubicBezTo>
                    <a:cubicBezTo>
                      <a:pt x="33" y="0"/>
                      <a:pt x="34" y="1"/>
                      <a:pt x="34" y="2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51" y="93"/>
                      <a:pt x="50" y="94"/>
                      <a:pt x="50" y="94"/>
                    </a:cubicBezTo>
                    <a:cubicBezTo>
                      <a:pt x="50" y="94"/>
                      <a:pt x="49" y="95"/>
                      <a:pt x="49" y="95"/>
                    </a:cubicBezTo>
                    <a:close/>
                    <a:moveTo>
                      <a:pt x="4" y="78"/>
                    </a:moveTo>
                    <a:cubicBezTo>
                      <a:pt x="47" y="91"/>
                      <a:pt x="47" y="91"/>
                      <a:pt x="47" y="91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4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936"/>
              <p:cNvSpPr>
                <a:spLocks noEditPoints="1"/>
              </p:cNvSpPr>
              <p:nvPr userDrawn="1"/>
            </p:nvSpPr>
            <p:spPr bwMode="auto">
              <a:xfrm>
                <a:off x="3130" y="1228"/>
                <a:ext cx="94" cy="118"/>
              </a:xfrm>
              <a:custGeom>
                <a:avLst/>
                <a:gdLst>
                  <a:gd name="T0" fmla="*/ 2 w 76"/>
                  <a:gd name="T1" fmla="*/ 96 h 96"/>
                  <a:gd name="T2" fmla="*/ 1 w 76"/>
                  <a:gd name="T3" fmla="*/ 96 h 96"/>
                  <a:gd name="T4" fmla="*/ 1 w 76"/>
                  <a:gd name="T5" fmla="*/ 94 h 96"/>
                  <a:gd name="T6" fmla="*/ 31 w 76"/>
                  <a:gd name="T7" fmla="*/ 1 h 96"/>
                  <a:gd name="T8" fmla="*/ 33 w 76"/>
                  <a:gd name="T9" fmla="*/ 0 h 96"/>
                  <a:gd name="T10" fmla="*/ 34 w 76"/>
                  <a:gd name="T11" fmla="*/ 1 h 96"/>
                  <a:gd name="T12" fmla="*/ 75 w 76"/>
                  <a:gd name="T13" fmla="*/ 85 h 96"/>
                  <a:gd name="T14" fmla="*/ 75 w 76"/>
                  <a:gd name="T15" fmla="*/ 87 h 96"/>
                  <a:gd name="T16" fmla="*/ 74 w 76"/>
                  <a:gd name="T17" fmla="*/ 87 h 96"/>
                  <a:gd name="T18" fmla="*/ 2 w 76"/>
                  <a:gd name="T19" fmla="*/ 96 h 96"/>
                  <a:gd name="T20" fmla="*/ 33 w 76"/>
                  <a:gd name="T21" fmla="*/ 6 h 96"/>
                  <a:gd name="T22" fmla="*/ 5 w 76"/>
                  <a:gd name="T23" fmla="*/ 93 h 96"/>
                  <a:gd name="T24" fmla="*/ 71 w 76"/>
                  <a:gd name="T25" fmla="*/ 84 h 96"/>
                  <a:gd name="T26" fmla="*/ 33 w 76"/>
                  <a:gd name="T27" fmla="*/ 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96">
                    <a:moveTo>
                      <a:pt x="2" y="96"/>
                    </a:moveTo>
                    <a:cubicBezTo>
                      <a:pt x="2" y="96"/>
                      <a:pt x="1" y="96"/>
                      <a:pt x="1" y="96"/>
                    </a:cubicBezTo>
                    <a:cubicBezTo>
                      <a:pt x="0" y="95"/>
                      <a:pt x="0" y="95"/>
                      <a:pt x="1" y="94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3" y="0"/>
                      <a:pt x="34" y="0"/>
                      <a:pt x="34" y="1"/>
                    </a:cubicBezTo>
                    <a:cubicBezTo>
                      <a:pt x="75" y="85"/>
                      <a:pt x="75" y="85"/>
                      <a:pt x="75" y="85"/>
                    </a:cubicBezTo>
                    <a:cubicBezTo>
                      <a:pt x="76" y="85"/>
                      <a:pt x="76" y="86"/>
                      <a:pt x="75" y="87"/>
                    </a:cubicBezTo>
                    <a:cubicBezTo>
                      <a:pt x="75" y="87"/>
                      <a:pt x="75" y="87"/>
                      <a:pt x="74" y="87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33" y="6"/>
                    </a:moveTo>
                    <a:cubicBezTo>
                      <a:pt x="5" y="93"/>
                      <a:pt x="5" y="93"/>
                      <a:pt x="5" y="93"/>
                    </a:cubicBezTo>
                    <a:cubicBezTo>
                      <a:pt x="71" y="84"/>
                      <a:pt x="71" y="84"/>
                      <a:pt x="71" y="84"/>
                    </a:cubicBez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937"/>
              <p:cNvSpPr>
                <a:spLocks noEditPoints="1"/>
              </p:cNvSpPr>
              <p:nvPr userDrawn="1"/>
            </p:nvSpPr>
            <p:spPr bwMode="auto">
              <a:xfrm>
                <a:off x="3099" y="1015"/>
                <a:ext cx="109" cy="127"/>
              </a:xfrm>
              <a:custGeom>
                <a:avLst/>
                <a:gdLst>
                  <a:gd name="T0" fmla="*/ 86 w 88"/>
                  <a:gd name="T1" fmla="*/ 103 h 103"/>
                  <a:gd name="T2" fmla="*/ 85 w 88"/>
                  <a:gd name="T3" fmla="*/ 102 h 103"/>
                  <a:gd name="T4" fmla="*/ 1 w 88"/>
                  <a:gd name="T5" fmla="*/ 36 h 103"/>
                  <a:gd name="T6" fmla="*/ 0 w 88"/>
                  <a:gd name="T7" fmla="*/ 34 h 103"/>
                  <a:gd name="T8" fmla="*/ 1 w 88"/>
                  <a:gd name="T9" fmla="*/ 33 h 103"/>
                  <a:gd name="T10" fmla="*/ 47 w 88"/>
                  <a:gd name="T11" fmla="*/ 0 h 103"/>
                  <a:gd name="T12" fmla="*/ 48 w 88"/>
                  <a:gd name="T13" fmla="*/ 0 h 103"/>
                  <a:gd name="T14" fmla="*/ 49 w 88"/>
                  <a:gd name="T15" fmla="*/ 1 h 103"/>
                  <a:gd name="T16" fmla="*/ 88 w 88"/>
                  <a:gd name="T17" fmla="*/ 101 h 103"/>
                  <a:gd name="T18" fmla="*/ 87 w 88"/>
                  <a:gd name="T19" fmla="*/ 103 h 103"/>
                  <a:gd name="T20" fmla="*/ 86 w 88"/>
                  <a:gd name="T21" fmla="*/ 103 h 103"/>
                  <a:gd name="T22" fmla="*/ 4 w 88"/>
                  <a:gd name="T23" fmla="*/ 34 h 103"/>
                  <a:gd name="T24" fmla="*/ 82 w 88"/>
                  <a:gd name="T25" fmla="*/ 96 h 103"/>
                  <a:gd name="T26" fmla="*/ 47 w 88"/>
                  <a:gd name="T27" fmla="*/ 4 h 103"/>
                  <a:gd name="T28" fmla="*/ 4 w 88"/>
                  <a:gd name="T29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103">
                    <a:moveTo>
                      <a:pt x="86" y="103"/>
                    </a:moveTo>
                    <a:cubicBezTo>
                      <a:pt x="86" y="103"/>
                      <a:pt x="86" y="103"/>
                      <a:pt x="85" y="102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0" y="35"/>
                      <a:pt x="0" y="35"/>
                      <a:pt x="0" y="34"/>
                    </a:cubicBezTo>
                    <a:cubicBezTo>
                      <a:pt x="0" y="34"/>
                      <a:pt x="0" y="33"/>
                      <a:pt x="1" y="33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8" y="0"/>
                      <a:pt x="48" y="0"/>
                    </a:cubicBezTo>
                    <a:cubicBezTo>
                      <a:pt x="49" y="0"/>
                      <a:pt x="49" y="1"/>
                      <a:pt x="49" y="1"/>
                    </a:cubicBezTo>
                    <a:cubicBezTo>
                      <a:pt x="88" y="101"/>
                      <a:pt x="88" y="101"/>
                      <a:pt x="88" y="101"/>
                    </a:cubicBezTo>
                    <a:cubicBezTo>
                      <a:pt x="88" y="101"/>
                      <a:pt x="88" y="102"/>
                      <a:pt x="87" y="103"/>
                    </a:cubicBezTo>
                    <a:lnTo>
                      <a:pt x="86" y="103"/>
                    </a:lnTo>
                    <a:close/>
                    <a:moveTo>
                      <a:pt x="4" y="34"/>
                    </a:moveTo>
                    <a:cubicBezTo>
                      <a:pt x="82" y="96"/>
                      <a:pt x="82" y="96"/>
                      <a:pt x="82" y="96"/>
                    </a:cubicBezTo>
                    <a:cubicBezTo>
                      <a:pt x="47" y="4"/>
                      <a:pt x="47" y="4"/>
                      <a:pt x="47" y="4"/>
                    </a:cubicBezTo>
                    <a:lnTo>
                      <a:pt x="4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938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116"/>
              </a:xfrm>
              <a:custGeom>
                <a:avLst/>
                <a:gdLst>
                  <a:gd name="T0" fmla="*/ 68 w 115"/>
                  <a:gd name="T1" fmla="*/ 94 h 94"/>
                  <a:gd name="T2" fmla="*/ 66 w 115"/>
                  <a:gd name="T3" fmla="*/ 93 h 94"/>
                  <a:gd name="T4" fmla="*/ 1 w 115"/>
                  <a:gd name="T5" fmla="*/ 2 h 94"/>
                  <a:gd name="T6" fmla="*/ 1 w 115"/>
                  <a:gd name="T7" fmla="*/ 0 h 94"/>
                  <a:gd name="T8" fmla="*/ 3 w 115"/>
                  <a:gd name="T9" fmla="*/ 0 h 94"/>
                  <a:gd name="T10" fmla="*/ 114 w 115"/>
                  <a:gd name="T11" fmla="*/ 58 h 94"/>
                  <a:gd name="T12" fmla="*/ 115 w 115"/>
                  <a:gd name="T13" fmla="*/ 60 h 94"/>
                  <a:gd name="T14" fmla="*/ 115 w 115"/>
                  <a:gd name="T15" fmla="*/ 61 h 94"/>
                  <a:gd name="T16" fmla="*/ 69 w 115"/>
                  <a:gd name="T17" fmla="*/ 94 h 94"/>
                  <a:gd name="T18" fmla="*/ 68 w 115"/>
                  <a:gd name="T19" fmla="*/ 94 h 94"/>
                  <a:gd name="T20" fmla="*/ 8 w 115"/>
                  <a:gd name="T21" fmla="*/ 6 h 94"/>
                  <a:gd name="T22" fmla="*/ 68 w 115"/>
                  <a:gd name="T23" fmla="*/ 90 h 94"/>
                  <a:gd name="T24" fmla="*/ 110 w 115"/>
                  <a:gd name="T25" fmla="*/ 60 h 94"/>
                  <a:gd name="T26" fmla="*/ 8 w 115"/>
                  <a:gd name="T27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94">
                    <a:moveTo>
                      <a:pt x="68" y="94"/>
                    </a:moveTo>
                    <a:cubicBezTo>
                      <a:pt x="67" y="94"/>
                      <a:pt x="67" y="94"/>
                      <a:pt x="66" y="9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5" y="59"/>
                      <a:pt x="115" y="59"/>
                      <a:pt x="115" y="60"/>
                    </a:cubicBezTo>
                    <a:cubicBezTo>
                      <a:pt x="115" y="60"/>
                      <a:pt x="115" y="61"/>
                      <a:pt x="115" y="61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68" y="94"/>
                    </a:lnTo>
                    <a:close/>
                    <a:moveTo>
                      <a:pt x="8" y="6"/>
                    </a:moveTo>
                    <a:cubicBezTo>
                      <a:pt x="68" y="90"/>
                      <a:pt x="68" y="90"/>
                      <a:pt x="68" y="90"/>
                    </a:cubicBezTo>
                    <a:cubicBezTo>
                      <a:pt x="110" y="60"/>
                      <a:pt x="110" y="60"/>
                      <a:pt x="110" y="60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Freeform 939"/>
              <p:cNvSpPr>
                <a:spLocks noEditPoints="1"/>
              </p:cNvSpPr>
              <p:nvPr userDrawn="1"/>
            </p:nvSpPr>
            <p:spPr bwMode="auto">
              <a:xfrm>
                <a:off x="2519" y="1453"/>
                <a:ext cx="173" cy="33"/>
              </a:xfrm>
              <a:custGeom>
                <a:avLst/>
                <a:gdLst>
                  <a:gd name="T0" fmla="*/ 139 w 140"/>
                  <a:gd name="T1" fmla="*/ 27 h 27"/>
                  <a:gd name="T2" fmla="*/ 2 w 140"/>
                  <a:gd name="T3" fmla="*/ 27 h 27"/>
                  <a:gd name="T4" fmla="*/ 0 w 140"/>
                  <a:gd name="T5" fmla="*/ 26 h 27"/>
                  <a:gd name="T6" fmla="*/ 1 w 140"/>
                  <a:gd name="T7" fmla="*/ 25 h 27"/>
                  <a:gd name="T8" fmla="*/ 25 w 140"/>
                  <a:gd name="T9" fmla="*/ 0 h 27"/>
                  <a:gd name="T10" fmla="*/ 27 w 140"/>
                  <a:gd name="T11" fmla="*/ 0 h 27"/>
                  <a:gd name="T12" fmla="*/ 139 w 140"/>
                  <a:gd name="T13" fmla="*/ 24 h 27"/>
                  <a:gd name="T14" fmla="*/ 140 w 140"/>
                  <a:gd name="T15" fmla="*/ 26 h 27"/>
                  <a:gd name="T16" fmla="*/ 139 w 140"/>
                  <a:gd name="T17" fmla="*/ 27 h 27"/>
                  <a:gd name="T18" fmla="*/ 6 w 140"/>
                  <a:gd name="T19" fmla="*/ 24 h 27"/>
                  <a:gd name="T20" fmla="*/ 123 w 140"/>
                  <a:gd name="T21" fmla="*/ 24 h 27"/>
                  <a:gd name="T22" fmla="*/ 27 w 140"/>
                  <a:gd name="T23" fmla="*/ 3 h 27"/>
                  <a:gd name="T24" fmla="*/ 6 w 14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0" h="27">
                    <a:moveTo>
                      <a:pt x="139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139" y="24"/>
                      <a:pt x="139" y="24"/>
                      <a:pt x="139" y="24"/>
                    </a:cubicBezTo>
                    <a:cubicBezTo>
                      <a:pt x="140" y="24"/>
                      <a:pt x="140" y="25"/>
                      <a:pt x="140" y="26"/>
                    </a:cubicBezTo>
                    <a:cubicBezTo>
                      <a:pt x="140" y="27"/>
                      <a:pt x="140" y="27"/>
                      <a:pt x="139" y="27"/>
                    </a:cubicBezTo>
                    <a:close/>
                    <a:moveTo>
                      <a:pt x="6" y="24"/>
                    </a:moveTo>
                    <a:cubicBezTo>
                      <a:pt x="123" y="24"/>
                      <a:pt x="123" y="24"/>
                      <a:pt x="123" y="24"/>
                    </a:cubicBezTo>
                    <a:cubicBezTo>
                      <a:pt x="27" y="3"/>
                      <a:pt x="27" y="3"/>
                      <a:pt x="27" y="3"/>
                    </a:cubicBezTo>
                    <a:lnTo>
                      <a:pt x="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940"/>
              <p:cNvSpPr>
                <a:spLocks noEditPoints="1"/>
              </p:cNvSpPr>
              <p:nvPr userDrawn="1"/>
            </p:nvSpPr>
            <p:spPr bwMode="auto">
              <a:xfrm>
                <a:off x="2351" y="1453"/>
                <a:ext cx="202" cy="33"/>
              </a:xfrm>
              <a:custGeom>
                <a:avLst/>
                <a:gdLst>
                  <a:gd name="T0" fmla="*/ 137 w 163"/>
                  <a:gd name="T1" fmla="*/ 27 h 27"/>
                  <a:gd name="T2" fmla="*/ 2 w 163"/>
                  <a:gd name="T3" fmla="*/ 27 h 27"/>
                  <a:gd name="T4" fmla="*/ 1 w 163"/>
                  <a:gd name="T5" fmla="*/ 26 h 27"/>
                  <a:gd name="T6" fmla="*/ 2 w 163"/>
                  <a:gd name="T7" fmla="*/ 24 h 27"/>
                  <a:gd name="T8" fmla="*/ 161 w 163"/>
                  <a:gd name="T9" fmla="*/ 0 h 27"/>
                  <a:gd name="T10" fmla="*/ 163 w 163"/>
                  <a:gd name="T11" fmla="*/ 1 h 27"/>
                  <a:gd name="T12" fmla="*/ 163 w 163"/>
                  <a:gd name="T13" fmla="*/ 3 h 27"/>
                  <a:gd name="T14" fmla="*/ 138 w 163"/>
                  <a:gd name="T15" fmla="*/ 27 h 27"/>
                  <a:gd name="T16" fmla="*/ 137 w 163"/>
                  <a:gd name="T17" fmla="*/ 27 h 27"/>
                  <a:gd name="T18" fmla="*/ 25 w 163"/>
                  <a:gd name="T19" fmla="*/ 24 h 27"/>
                  <a:gd name="T20" fmla="*/ 136 w 163"/>
                  <a:gd name="T21" fmla="*/ 24 h 27"/>
                  <a:gd name="T22" fmla="*/ 157 w 163"/>
                  <a:gd name="T23" fmla="*/ 4 h 27"/>
                  <a:gd name="T24" fmla="*/ 25 w 163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27">
                    <a:moveTo>
                      <a:pt x="137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0" y="25"/>
                      <a:pt x="1" y="24"/>
                      <a:pt x="2" y="24"/>
                    </a:cubicBezTo>
                    <a:cubicBezTo>
                      <a:pt x="161" y="0"/>
                      <a:pt x="161" y="0"/>
                      <a:pt x="161" y="0"/>
                    </a:cubicBezTo>
                    <a:cubicBezTo>
                      <a:pt x="162" y="0"/>
                      <a:pt x="163" y="0"/>
                      <a:pt x="163" y="1"/>
                    </a:cubicBezTo>
                    <a:cubicBezTo>
                      <a:pt x="163" y="2"/>
                      <a:pt x="163" y="2"/>
                      <a:pt x="163" y="3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38" y="27"/>
                      <a:pt x="137" y="27"/>
                      <a:pt x="137" y="27"/>
                    </a:cubicBezTo>
                    <a:close/>
                    <a:moveTo>
                      <a:pt x="25" y="24"/>
                    </a:moveTo>
                    <a:cubicBezTo>
                      <a:pt x="136" y="24"/>
                      <a:pt x="136" y="24"/>
                      <a:pt x="136" y="24"/>
                    </a:cubicBezTo>
                    <a:cubicBezTo>
                      <a:pt x="157" y="4"/>
                      <a:pt x="157" y="4"/>
                      <a:pt x="157" y="4"/>
                    </a:cubicBezTo>
                    <a:lnTo>
                      <a:pt x="2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941"/>
              <p:cNvSpPr>
                <a:spLocks noEditPoints="1"/>
              </p:cNvSpPr>
              <p:nvPr userDrawn="1"/>
            </p:nvSpPr>
            <p:spPr bwMode="auto">
              <a:xfrm>
                <a:off x="2208" y="1417"/>
                <a:ext cx="148" cy="69"/>
              </a:xfrm>
              <a:custGeom>
                <a:avLst/>
                <a:gdLst>
                  <a:gd name="T0" fmla="*/ 118 w 120"/>
                  <a:gd name="T1" fmla="*/ 56 h 56"/>
                  <a:gd name="T2" fmla="*/ 118 w 120"/>
                  <a:gd name="T3" fmla="*/ 56 h 56"/>
                  <a:gd name="T4" fmla="*/ 1 w 120"/>
                  <a:gd name="T5" fmla="*/ 55 h 56"/>
                  <a:gd name="T6" fmla="*/ 0 w 120"/>
                  <a:gd name="T7" fmla="*/ 53 h 56"/>
                  <a:gd name="T8" fmla="*/ 0 w 120"/>
                  <a:gd name="T9" fmla="*/ 2 h 56"/>
                  <a:gd name="T10" fmla="*/ 0 w 120"/>
                  <a:gd name="T11" fmla="*/ 1 h 56"/>
                  <a:gd name="T12" fmla="*/ 2 w 120"/>
                  <a:gd name="T13" fmla="*/ 1 h 56"/>
                  <a:gd name="T14" fmla="*/ 119 w 120"/>
                  <a:gd name="T15" fmla="*/ 53 h 56"/>
                  <a:gd name="T16" fmla="*/ 120 w 120"/>
                  <a:gd name="T17" fmla="*/ 55 h 56"/>
                  <a:gd name="T18" fmla="*/ 118 w 120"/>
                  <a:gd name="T19" fmla="*/ 56 h 56"/>
                  <a:gd name="T20" fmla="*/ 3 w 120"/>
                  <a:gd name="T21" fmla="*/ 51 h 56"/>
                  <a:gd name="T22" fmla="*/ 110 w 120"/>
                  <a:gd name="T23" fmla="*/ 53 h 56"/>
                  <a:gd name="T24" fmla="*/ 3 w 120"/>
                  <a:gd name="T25" fmla="*/ 5 h 56"/>
                  <a:gd name="T26" fmla="*/ 3 w 120"/>
                  <a:gd name="T27" fmla="*/ 5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56">
                    <a:moveTo>
                      <a:pt x="118" y="56"/>
                    </a:moveTo>
                    <a:cubicBezTo>
                      <a:pt x="118" y="56"/>
                      <a:pt x="118" y="56"/>
                      <a:pt x="118" y="56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5"/>
                      <a:pt x="0" y="54"/>
                      <a:pt x="0" y="5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119" y="53"/>
                      <a:pt x="119" y="53"/>
                      <a:pt x="119" y="53"/>
                    </a:cubicBezTo>
                    <a:cubicBezTo>
                      <a:pt x="120" y="54"/>
                      <a:pt x="120" y="54"/>
                      <a:pt x="120" y="55"/>
                    </a:cubicBezTo>
                    <a:cubicBezTo>
                      <a:pt x="120" y="56"/>
                      <a:pt x="119" y="56"/>
                      <a:pt x="118" y="56"/>
                    </a:cubicBezTo>
                    <a:close/>
                    <a:moveTo>
                      <a:pt x="3" y="51"/>
                    </a:moveTo>
                    <a:cubicBezTo>
                      <a:pt x="110" y="53"/>
                      <a:pt x="110" y="53"/>
                      <a:pt x="110" y="53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942"/>
              <p:cNvSpPr>
                <a:spLocks noEditPoints="1"/>
              </p:cNvSpPr>
              <p:nvPr userDrawn="1"/>
            </p:nvSpPr>
            <p:spPr bwMode="auto">
              <a:xfrm>
                <a:off x="2768" y="1406"/>
                <a:ext cx="149" cy="80"/>
              </a:xfrm>
              <a:custGeom>
                <a:avLst/>
                <a:gdLst>
                  <a:gd name="T0" fmla="*/ 118 w 120"/>
                  <a:gd name="T1" fmla="*/ 65 h 65"/>
                  <a:gd name="T2" fmla="*/ 2 w 120"/>
                  <a:gd name="T3" fmla="*/ 65 h 65"/>
                  <a:gd name="T4" fmla="*/ 0 w 120"/>
                  <a:gd name="T5" fmla="*/ 64 h 65"/>
                  <a:gd name="T6" fmla="*/ 1 w 120"/>
                  <a:gd name="T7" fmla="*/ 62 h 65"/>
                  <a:gd name="T8" fmla="*/ 111 w 120"/>
                  <a:gd name="T9" fmla="*/ 1 h 65"/>
                  <a:gd name="T10" fmla="*/ 112 w 120"/>
                  <a:gd name="T11" fmla="*/ 1 h 65"/>
                  <a:gd name="T12" fmla="*/ 113 w 120"/>
                  <a:gd name="T13" fmla="*/ 2 h 65"/>
                  <a:gd name="T14" fmla="*/ 120 w 120"/>
                  <a:gd name="T15" fmla="*/ 64 h 65"/>
                  <a:gd name="T16" fmla="*/ 120 w 120"/>
                  <a:gd name="T17" fmla="*/ 65 h 65"/>
                  <a:gd name="T18" fmla="*/ 118 w 120"/>
                  <a:gd name="T19" fmla="*/ 65 h 65"/>
                  <a:gd name="T20" fmla="*/ 8 w 120"/>
                  <a:gd name="T21" fmla="*/ 62 h 65"/>
                  <a:gd name="T22" fmla="*/ 116 w 120"/>
                  <a:gd name="T23" fmla="*/ 62 h 65"/>
                  <a:gd name="T24" fmla="*/ 110 w 120"/>
                  <a:gd name="T25" fmla="*/ 5 h 65"/>
                  <a:gd name="T26" fmla="*/ 8 w 120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65">
                    <a:moveTo>
                      <a:pt x="118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111" y="1"/>
                      <a:pt x="111" y="1"/>
                      <a:pt x="111" y="1"/>
                    </a:cubicBezTo>
                    <a:cubicBezTo>
                      <a:pt x="111" y="0"/>
                      <a:pt x="112" y="0"/>
                      <a:pt x="112" y="1"/>
                    </a:cubicBezTo>
                    <a:cubicBezTo>
                      <a:pt x="113" y="1"/>
                      <a:pt x="113" y="1"/>
                      <a:pt x="113" y="2"/>
                    </a:cubicBezTo>
                    <a:cubicBezTo>
                      <a:pt x="120" y="64"/>
                      <a:pt x="120" y="64"/>
                      <a:pt x="120" y="64"/>
                    </a:cubicBezTo>
                    <a:cubicBezTo>
                      <a:pt x="120" y="64"/>
                      <a:pt x="120" y="65"/>
                      <a:pt x="120" y="65"/>
                    </a:cubicBezTo>
                    <a:cubicBezTo>
                      <a:pt x="119" y="65"/>
                      <a:pt x="119" y="65"/>
                      <a:pt x="118" y="65"/>
                    </a:cubicBezTo>
                    <a:close/>
                    <a:moveTo>
                      <a:pt x="8" y="62"/>
                    </a:moveTo>
                    <a:cubicBezTo>
                      <a:pt x="116" y="62"/>
                      <a:pt x="116" y="62"/>
                      <a:pt x="116" y="62"/>
                    </a:cubicBezTo>
                    <a:cubicBezTo>
                      <a:pt x="110" y="5"/>
                      <a:pt x="110" y="5"/>
                      <a:pt x="110" y="5"/>
                    </a:cubicBezTo>
                    <a:lnTo>
                      <a:pt x="8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943"/>
              <p:cNvSpPr>
                <a:spLocks noEditPoints="1"/>
              </p:cNvSpPr>
              <p:nvPr userDrawn="1"/>
            </p:nvSpPr>
            <p:spPr bwMode="auto">
              <a:xfrm>
                <a:off x="3130" y="1332"/>
                <a:ext cx="94" cy="128"/>
              </a:xfrm>
              <a:custGeom>
                <a:avLst/>
                <a:gdLst>
                  <a:gd name="T0" fmla="*/ 21 w 76"/>
                  <a:gd name="T1" fmla="*/ 104 h 104"/>
                  <a:gd name="T2" fmla="*/ 20 w 76"/>
                  <a:gd name="T3" fmla="*/ 104 h 104"/>
                  <a:gd name="T4" fmla="*/ 19 w 76"/>
                  <a:gd name="T5" fmla="*/ 103 h 104"/>
                  <a:gd name="T6" fmla="*/ 0 w 76"/>
                  <a:gd name="T7" fmla="*/ 11 h 104"/>
                  <a:gd name="T8" fmla="*/ 1 w 76"/>
                  <a:gd name="T9" fmla="*/ 10 h 104"/>
                  <a:gd name="T10" fmla="*/ 2 w 76"/>
                  <a:gd name="T11" fmla="*/ 9 h 104"/>
                  <a:gd name="T12" fmla="*/ 74 w 76"/>
                  <a:gd name="T13" fmla="*/ 0 h 104"/>
                  <a:gd name="T14" fmla="*/ 75 w 76"/>
                  <a:gd name="T15" fmla="*/ 1 h 104"/>
                  <a:gd name="T16" fmla="*/ 75 w 76"/>
                  <a:gd name="T17" fmla="*/ 3 h 104"/>
                  <a:gd name="T18" fmla="*/ 22 w 76"/>
                  <a:gd name="T19" fmla="*/ 103 h 104"/>
                  <a:gd name="T20" fmla="*/ 21 w 76"/>
                  <a:gd name="T21" fmla="*/ 104 h 104"/>
                  <a:gd name="T22" fmla="*/ 4 w 76"/>
                  <a:gd name="T23" fmla="*/ 12 h 104"/>
                  <a:gd name="T24" fmla="*/ 21 w 76"/>
                  <a:gd name="T25" fmla="*/ 97 h 104"/>
                  <a:gd name="T26" fmla="*/ 71 w 76"/>
                  <a:gd name="T27" fmla="*/ 4 h 104"/>
                  <a:gd name="T28" fmla="*/ 4 w 76"/>
                  <a:gd name="T29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4">
                    <a:moveTo>
                      <a:pt x="21" y="104"/>
                    </a:move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4"/>
                      <a:pt x="19" y="103"/>
                      <a:pt x="19" y="103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0"/>
                      <a:pt x="75" y="0"/>
                      <a:pt x="75" y="1"/>
                    </a:cubicBezTo>
                    <a:cubicBezTo>
                      <a:pt x="76" y="1"/>
                      <a:pt x="76" y="2"/>
                      <a:pt x="75" y="3"/>
                    </a:cubicBezTo>
                    <a:cubicBezTo>
                      <a:pt x="22" y="103"/>
                      <a:pt x="22" y="103"/>
                      <a:pt x="22" y="103"/>
                    </a:cubicBezTo>
                    <a:cubicBezTo>
                      <a:pt x="22" y="104"/>
                      <a:pt x="21" y="104"/>
                      <a:pt x="21" y="104"/>
                    </a:cubicBezTo>
                    <a:close/>
                    <a:moveTo>
                      <a:pt x="4" y="12"/>
                    </a:moveTo>
                    <a:cubicBezTo>
                      <a:pt x="21" y="97"/>
                      <a:pt x="21" y="97"/>
                      <a:pt x="21" y="97"/>
                    </a:cubicBezTo>
                    <a:cubicBezTo>
                      <a:pt x="71" y="4"/>
                      <a:pt x="71" y="4"/>
                      <a:pt x="7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944"/>
              <p:cNvSpPr>
                <a:spLocks noEditPoints="1"/>
              </p:cNvSpPr>
              <p:nvPr userDrawn="1"/>
            </p:nvSpPr>
            <p:spPr bwMode="auto">
              <a:xfrm>
                <a:off x="3119" y="1391"/>
                <a:ext cx="73" cy="46"/>
              </a:xfrm>
              <a:custGeom>
                <a:avLst/>
                <a:gdLst>
                  <a:gd name="T0" fmla="*/ 57 w 59"/>
                  <a:gd name="T1" fmla="*/ 37 h 37"/>
                  <a:gd name="T2" fmla="*/ 2 w 59"/>
                  <a:gd name="T3" fmla="*/ 37 h 37"/>
                  <a:gd name="T4" fmla="*/ 1 w 59"/>
                  <a:gd name="T5" fmla="*/ 35 h 37"/>
                  <a:gd name="T6" fmla="*/ 1 w 59"/>
                  <a:gd name="T7" fmla="*/ 33 h 37"/>
                  <a:gd name="T8" fmla="*/ 56 w 59"/>
                  <a:gd name="T9" fmla="*/ 1 h 37"/>
                  <a:gd name="T10" fmla="*/ 58 w 59"/>
                  <a:gd name="T11" fmla="*/ 1 h 37"/>
                  <a:gd name="T12" fmla="*/ 59 w 59"/>
                  <a:gd name="T13" fmla="*/ 2 h 37"/>
                  <a:gd name="T14" fmla="*/ 59 w 59"/>
                  <a:gd name="T15" fmla="*/ 35 h 37"/>
                  <a:gd name="T16" fmla="*/ 57 w 59"/>
                  <a:gd name="T17" fmla="*/ 37 h 37"/>
                  <a:gd name="T18" fmla="*/ 8 w 59"/>
                  <a:gd name="T19" fmla="*/ 33 h 37"/>
                  <a:gd name="T20" fmla="*/ 56 w 59"/>
                  <a:gd name="T21" fmla="*/ 33 h 37"/>
                  <a:gd name="T22" fmla="*/ 56 w 59"/>
                  <a:gd name="T23" fmla="*/ 5 h 37"/>
                  <a:gd name="T24" fmla="*/ 8 w 59"/>
                  <a:gd name="T25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37">
                    <a:moveTo>
                      <a:pt x="57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1" y="37"/>
                      <a:pt x="1" y="36"/>
                      <a:pt x="1" y="35"/>
                    </a:cubicBezTo>
                    <a:cubicBezTo>
                      <a:pt x="0" y="35"/>
                      <a:pt x="1" y="34"/>
                      <a:pt x="1" y="33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59" y="1"/>
                      <a:pt x="59" y="2"/>
                      <a:pt x="59" y="2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9" y="36"/>
                      <a:pt x="58" y="37"/>
                      <a:pt x="57" y="37"/>
                    </a:cubicBezTo>
                    <a:close/>
                    <a:moveTo>
                      <a:pt x="8" y="33"/>
                    </a:move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Freeform 945"/>
              <p:cNvSpPr>
                <a:spLocks noEditPoints="1"/>
              </p:cNvSpPr>
              <p:nvPr userDrawn="1"/>
            </p:nvSpPr>
            <p:spPr bwMode="auto">
              <a:xfrm>
                <a:off x="2939" y="1391"/>
                <a:ext cx="124" cy="95"/>
              </a:xfrm>
              <a:custGeom>
                <a:avLst/>
                <a:gdLst>
                  <a:gd name="T0" fmla="*/ 50 w 100"/>
                  <a:gd name="T1" fmla="*/ 77 h 77"/>
                  <a:gd name="T2" fmla="*/ 49 w 100"/>
                  <a:gd name="T3" fmla="*/ 77 h 77"/>
                  <a:gd name="T4" fmla="*/ 1 w 100"/>
                  <a:gd name="T5" fmla="*/ 48 h 77"/>
                  <a:gd name="T6" fmla="*/ 0 w 100"/>
                  <a:gd name="T7" fmla="*/ 47 h 77"/>
                  <a:gd name="T8" fmla="*/ 1 w 100"/>
                  <a:gd name="T9" fmla="*/ 45 h 77"/>
                  <a:gd name="T10" fmla="*/ 97 w 100"/>
                  <a:gd name="T11" fmla="*/ 1 h 77"/>
                  <a:gd name="T12" fmla="*/ 99 w 100"/>
                  <a:gd name="T13" fmla="*/ 1 h 77"/>
                  <a:gd name="T14" fmla="*/ 100 w 100"/>
                  <a:gd name="T15" fmla="*/ 3 h 77"/>
                  <a:gd name="T16" fmla="*/ 51 w 100"/>
                  <a:gd name="T17" fmla="*/ 77 h 77"/>
                  <a:gd name="T18" fmla="*/ 50 w 100"/>
                  <a:gd name="T19" fmla="*/ 77 h 77"/>
                  <a:gd name="T20" fmla="*/ 5 w 100"/>
                  <a:gd name="T21" fmla="*/ 47 h 77"/>
                  <a:gd name="T22" fmla="*/ 49 w 100"/>
                  <a:gd name="T23" fmla="*/ 73 h 77"/>
                  <a:gd name="T24" fmla="*/ 94 w 100"/>
                  <a:gd name="T25" fmla="*/ 6 h 77"/>
                  <a:gd name="T26" fmla="*/ 5 w 100"/>
                  <a:gd name="T27" fmla="*/ 4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0" h="77">
                    <a:moveTo>
                      <a:pt x="50" y="77"/>
                    </a:moveTo>
                    <a:cubicBezTo>
                      <a:pt x="49" y="77"/>
                      <a:pt x="49" y="77"/>
                      <a:pt x="49" y="7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7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98" y="0"/>
                      <a:pt x="99" y="1"/>
                      <a:pt x="99" y="1"/>
                    </a:cubicBezTo>
                    <a:cubicBezTo>
                      <a:pt x="100" y="2"/>
                      <a:pt x="100" y="3"/>
                      <a:pt x="100" y="3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77"/>
                      <a:pt x="50" y="77"/>
                      <a:pt x="50" y="77"/>
                    </a:cubicBezTo>
                    <a:close/>
                    <a:moveTo>
                      <a:pt x="5" y="47"/>
                    </a:moveTo>
                    <a:cubicBezTo>
                      <a:pt x="49" y="73"/>
                      <a:pt x="49" y="73"/>
                      <a:pt x="49" y="73"/>
                    </a:cubicBezTo>
                    <a:cubicBezTo>
                      <a:pt x="94" y="6"/>
                      <a:pt x="94" y="6"/>
                      <a:pt x="94" y="6"/>
                    </a:cubicBezTo>
                    <a:lnTo>
                      <a:pt x="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Freeform 946"/>
              <p:cNvSpPr>
                <a:spLocks noEditPoints="1"/>
              </p:cNvSpPr>
              <p:nvPr userDrawn="1"/>
            </p:nvSpPr>
            <p:spPr bwMode="auto">
              <a:xfrm>
                <a:off x="3058" y="1343"/>
                <a:ext cx="99" cy="117"/>
              </a:xfrm>
              <a:custGeom>
                <a:avLst/>
                <a:gdLst>
                  <a:gd name="T0" fmla="*/ 79 w 80"/>
                  <a:gd name="T1" fmla="*/ 95 h 95"/>
                  <a:gd name="T2" fmla="*/ 78 w 80"/>
                  <a:gd name="T3" fmla="*/ 95 h 95"/>
                  <a:gd name="T4" fmla="*/ 1 w 80"/>
                  <a:gd name="T5" fmla="*/ 43 h 95"/>
                  <a:gd name="T6" fmla="*/ 0 w 80"/>
                  <a:gd name="T7" fmla="*/ 41 h 95"/>
                  <a:gd name="T8" fmla="*/ 1 w 80"/>
                  <a:gd name="T9" fmla="*/ 40 h 95"/>
                  <a:gd name="T10" fmla="*/ 59 w 80"/>
                  <a:gd name="T11" fmla="*/ 0 h 95"/>
                  <a:gd name="T12" fmla="*/ 61 w 80"/>
                  <a:gd name="T13" fmla="*/ 0 h 95"/>
                  <a:gd name="T14" fmla="*/ 62 w 80"/>
                  <a:gd name="T15" fmla="*/ 1 h 95"/>
                  <a:gd name="T16" fmla="*/ 80 w 80"/>
                  <a:gd name="T17" fmla="*/ 93 h 95"/>
                  <a:gd name="T18" fmla="*/ 80 w 80"/>
                  <a:gd name="T19" fmla="*/ 95 h 95"/>
                  <a:gd name="T20" fmla="*/ 79 w 80"/>
                  <a:gd name="T21" fmla="*/ 95 h 95"/>
                  <a:gd name="T22" fmla="*/ 5 w 80"/>
                  <a:gd name="T23" fmla="*/ 41 h 95"/>
                  <a:gd name="T24" fmla="*/ 76 w 80"/>
                  <a:gd name="T25" fmla="*/ 90 h 95"/>
                  <a:gd name="T26" fmla="*/ 59 w 80"/>
                  <a:gd name="T27" fmla="*/ 4 h 95"/>
                  <a:gd name="T28" fmla="*/ 5 w 80"/>
                  <a:gd name="T29" fmla="*/ 4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95">
                    <a:moveTo>
                      <a:pt x="79" y="95"/>
                    </a:moveTo>
                    <a:cubicBezTo>
                      <a:pt x="78" y="95"/>
                      <a:pt x="78" y="95"/>
                      <a:pt x="78" y="9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2"/>
                      <a:pt x="0" y="42"/>
                      <a:pt x="0" y="41"/>
                    </a:cubicBezTo>
                    <a:cubicBezTo>
                      <a:pt x="0" y="41"/>
                      <a:pt x="1" y="40"/>
                      <a:pt x="1" y="4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0" y="0"/>
                      <a:pt x="60" y="0"/>
                      <a:pt x="61" y="0"/>
                    </a:cubicBezTo>
                    <a:cubicBezTo>
                      <a:pt x="61" y="0"/>
                      <a:pt x="62" y="1"/>
                      <a:pt x="62" y="1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4"/>
                      <a:pt x="80" y="94"/>
                      <a:pt x="80" y="95"/>
                    </a:cubicBezTo>
                    <a:lnTo>
                      <a:pt x="79" y="95"/>
                    </a:lnTo>
                    <a:close/>
                    <a:moveTo>
                      <a:pt x="5" y="41"/>
                    </a:moveTo>
                    <a:cubicBezTo>
                      <a:pt x="76" y="90"/>
                      <a:pt x="76" y="90"/>
                      <a:pt x="76" y="90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947"/>
              <p:cNvSpPr>
                <a:spLocks noEditPoints="1"/>
              </p:cNvSpPr>
              <p:nvPr userDrawn="1"/>
            </p:nvSpPr>
            <p:spPr bwMode="auto">
              <a:xfrm>
                <a:off x="2281" y="1391"/>
                <a:ext cx="186" cy="95"/>
              </a:xfrm>
              <a:custGeom>
                <a:avLst/>
                <a:gdLst>
                  <a:gd name="T0" fmla="*/ 148 w 150"/>
                  <a:gd name="T1" fmla="*/ 77 h 77"/>
                  <a:gd name="T2" fmla="*/ 2 w 150"/>
                  <a:gd name="T3" fmla="*/ 77 h 77"/>
                  <a:gd name="T4" fmla="*/ 0 w 150"/>
                  <a:gd name="T5" fmla="*/ 76 h 77"/>
                  <a:gd name="T6" fmla="*/ 1 w 150"/>
                  <a:gd name="T7" fmla="*/ 75 h 77"/>
                  <a:gd name="T8" fmla="*/ 82 w 150"/>
                  <a:gd name="T9" fmla="*/ 1 h 77"/>
                  <a:gd name="T10" fmla="*/ 83 w 150"/>
                  <a:gd name="T11" fmla="*/ 1 h 77"/>
                  <a:gd name="T12" fmla="*/ 84 w 150"/>
                  <a:gd name="T13" fmla="*/ 1 h 77"/>
                  <a:gd name="T14" fmla="*/ 150 w 150"/>
                  <a:gd name="T15" fmla="*/ 75 h 77"/>
                  <a:gd name="T16" fmla="*/ 150 w 150"/>
                  <a:gd name="T17" fmla="*/ 76 h 77"/>
                  <a:gd name="T18" fmla="*/ 148 w 150"/>
                  <a:gd name="T19" fmla="*/ 77 h 77"/>
                  <a:gd name="T20" fmla="*/ 6 w 150"/>
                  <a:gd name="T21" fmla="*/ 74 h 77"/>
                  <a:gd name="T22" fmla="*/ 145 w 150"/>
                  <a:gd name="T23" fmla="*/ 74 h 77"/>
                  <a:gd name="T24" fmla="*/ 83 w 150"/>
                  <a:gd name="T25" fmla="*/ 5 h 77"/>
                  <a:gd name="T26" fmla="*/ 6 w 150"/>
                  <a:gd name="T27" fmla="*/ 74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77">
                    <a:moveTo>
                      <a:pt x="148" y="77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1" y="77"/>
                      <a:pt x="1" y="77"/>
                      <a:pt x="0" y="76"/>
                    </a:cubicBezTo>
                    <a:cubicBezTo>
                      <a:pt x="0" y="76"/>
                      <a:pt x="0" y="75"/>
                      <a:pt x="1" y="75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0"/>
                      <a:pt x="83" y="1"/>
                    </a:cubicBezTo>
                    <a:cubicBezTo>
                      <a:pt x="83" y="1"/>
                      <a:pt x="84" y="1"/>
                      <a:pt x="84" y="1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75"/>
                      <a:pt x="150" y="76"/>
                      <a:pt x="150" y="76"/>
                    </a:cubicBezTo>
                    <a:cubicBezTo>
                      <a:pt x="150" y="77"/>
                      <a:pt x="149" y="77"/>
                      <a:pt x="148" y="77"/>
                    </a:cubicBezTo>
                    <a:close/>
                    <a:moveTo>
                      <a:pt x="6" y="74"/>
                    </a:moveTo>
                    <a:cubicBezTo>
                      <a:pt x="145" y="74"/>
                      <a:pt x="145" y="74"/>
                      <a:pt x="145" y="74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6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948"/>
              <p:cNvSpPr>
                <a:spLocks noEditPoints="1"/>
              </p:cNvSpPr>
              <p:nvPr userDrawn="1"/>
            </p:nvSpPr>
            <p:spPr bwMode="auto">
              <a:xfrm>
                <a:off x="2208" y="1315"/>
                <a:ext cx="65" cy="107"/>
              </a:xfrm>
              <a:custGeom>
                <a:avLst/>
                <a:gdLst>
                  <a:gd name="T0" fmla="*/ 1 w 53"/>
                  <a:gd name="T1" fmla="*/ 86 h 86"/>
                  <a:gd name="T2" fmla="*/ 1 w 53"/>
                  <a:gd name="T3" fmla="*/ 86 h 86"/>
                  <a:gd name="T4" fmla="*/ 0 w 53"/>
                  <a:gd name="T5" fmla="*/ 84 h 86"/>
                  <a:gd name="T6" fmla="*/ 0 w 53"/>
                  <a:gd name="T7" fmla="*/ 2 h 86"/>
                  <a:gd name="T8" fmla="*/ 1 w 53"/>
                  <a:gd name="T9" fmla="*/ 1 h 86"/>
                  <a:gd name="T10" fmla="*/ 2 w 53"/>
                  <a:gd name="T11" fmla="*/ 1 h 86"/>
                  <a:gd name="T12" fmla="*/ 52 w 53"/>
                  <a:gd name="T13" fmla="*/ 42 h 86"/>
                  <a:gd name="T14" fmla="*/ 53 w 53"/>
                  <a:gd name="T15" fmla="*/ 43 h 86"/>
                  <a:gd name="T16" fmla="*/ 52 w 53"/>
                  <a:gd name="T17" fmla="*/ 44 h 86"/>
                  <a:gd name="T18" fmla="*/ 2 w 53"/>
                  <a:gd name="T19" fmla="*/ 85 h 86"/>
                  <a:gd name="T20" fmla="*/ 1 w 53"/>
                  <a:gd name="T21" fmla="*/ 86 h 86"/>
                  <a:gd name="T22" fmla="*/ 3 w 53"/>
                  <a:gd name="T23" fmla="*/ 6 h 86"/>
                  <a:gd name="T24" fmla="*/ 3 w 53"/>
                  <a:gd name="T25" fmla="*/ 81 h 86"/>
                  <a:gd name="T26" fmla="*/ 48 w 53"/>
                  <a:gd name="T27" fmla="*/ 43 h 86"/>
                  <a:gd name="T28" fmla="*/ 3 w 53"/>
                  <a:gd name="T29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" h="86">
                    <a:moveTo>
                      <a:pt x="1" y="86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5"/>
                      <a:pt x="0" y="85"/>
                      <a:pt x="0" y="8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1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6"/>
                      <a:pt x="2" y="86"/>
                      <a:pt x="1" y="86"/>
                    </a:cubicBezTo>
                    <a:close/>
                    <a:moveTo>
                      <a:pt x="3" y="6"/>
                    </a:moveTo>
                    <a:cubicBezTo>
                      <a:pt x="3" y="81"/>
                      <a:pt x="3" y="81"/>
                      <a:pt x="3" y="81"/>
                    </a:cubicBezTo>
                    <a:cubicBezTo>
                      <a:pt x="48" y="43"/>
                      <a:pt x="48" y="43"/>
                      <a:pt x="48" y="43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949"/>
              <p:cNvSpPr>
                <a:spLocks noEditPoints="1"/>
              </p:cNvSpPr>
              <p:nvPr userDrawn="1"/>
            </p:nvSpPr>
            <p:spPr bwMode="auto">
              <a:xfrm>
                <a:off x="2208" y="1245"/>
                <a:ext cx="110" cy="75"/>
              </a:xfrm>
              <a:custGeom>
                <a:avLst/>
                <a:gdLst>
                  <a:gd name="T0" fmla="*/ 1 w 89"/>
                  <a:gd name="T1" fmla="*/ 61 h 61"/>
                  <a:gd name="T2" fmla="*/ 0 w 89"/>
                  <a:gd name="T3" fmla="*/ 61 h 61"/>
                  <a:gd name="T4" fmla="*/ 0 w 89"/>
                  <a:gd name="T5" fmla="*/ 59 h 61"/>
                  <a:gd name="T6" fmla="*/ 0 w 89"/>
                  <a:gd name="T7" fmla="*/ 4 h 61"/>
                  <a:gd name="T8" fmla="*/ 1 w 89"/>
                  <a:gd name="T9" fmla="*/ 2 h 61"/>
                  <a:gd name="T10" fmla="*/ 87 w 89"/>
                  <a:gd name="T11" fmla="*/ 0 h 61"/>
                  <a:gd name="T12" fmla="*/ 89 w 89"/>
                  <a:gd name="T13" fmla="*/ 1 h 61"/>
                  <a:gd name="T14" fmla="*/ 88 w 89"/>
                  <a:gd name="T15" fmla="*/ 3 h 61"/>
                  <a:gd name="T16" fmla="*/ 2 w 89"/>
                  <a:gd name="T17" fmla="*/ 61 h 61"/>
                  <a:gd name="T18" fmla="*/ 1 w 89"/>
                  <a:gd name="T19" fmla="*/ 61 h 61"/>
                  <a:gd name="T20" fmla="*/ 3 w 89"/>
                  <a:gd name="T21" fmla="*/ 6 h 61"/>
                  <a:gd name="T22" fmla="*/ 3 w 89"/>
                  <a:gd name="T23" fmla="*/ 56 h 61"/>
                  <a:gd name="T24" fmla="*/ 81 w 89"/>
                  <a:gd name="T25" fmla="*/ 4 h 61"/>
                  <a:gd name="T26" fmla="*/ 3 w 89"/>
                  <a:gd name="T2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61">
                    <a:moveTo>
                      <a:pt x="1" y="61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1"/>
                      <a:pt x="89" y="1"/>
                    </a:cubicBezTo>
                    <a:cubicBezTo>
                      <a:pt x="89" y="2"/>
                      <a:pt x="89" y="3"/>
                      <a:pt x="88" y="3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1" y="61"/>
                    </a:lnTo>
                    <a:close/>
                    <a:moveTo>
                      <a:pt x="3" y="6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1" y="4"/>
                      <a:pt x="81" y="4"/>
                      <a:pt x="81" y="4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950"/>
              <p:cNvSpPr>
                <a:spLocks noEditPoints="1"/>
              </p:cNvSpPr>
              <p:nvPr userDrawn="1"/>
            </p:nvSpPr>
            <p:spPr bwMode="auto">
              <a:xfrm>
                <a:off x="2208" y="1361"/>
                <a:ext cx="57" cy="96"/>
              </a:xfrm>
              <a:custGeom>
                <a:avLst/>
                <a:gdLst>
                  <a:gd name="T0" fmla="*/ 1 w 46"/>
                  <a:gd name="T1" fmla="*/ 77 h 77"/>
                  <a:gd name="T2" fmla="*/ 0 w 46"/>
                  <a:gd name="T3" fmla="*/ 77 h 77"/>
                  <a:gd name="T4" fmla="*/ 0 w 46"/>
                  <a:gd name="T5" fmla="*/ 76 h 77"/>
                  <a:gd name="T6" fmla="*/ 0 w 46"/>
                  <a:gd name="T7" fmla="*/ 2 h 77"/>
                  <a:gd name="T8" fmla="*/ 1 w 46"/>
                  <a:gd name="T9" fmla="*/ 0 h 77"/>
                  <a:gd name="T10" fmla="*/ 3 w 46"/>
                  <a:gd name="T11" fmla="*/ 1 h 77"/>
                  <a:gd name="T12" fmla="*/ 46 w 46"/>
                  <a:gd name="T13" fmla="*/ 65 h 77"/>
                  <a:gd name="T14" fmla="*/ 46 w 46"/>
                  <a:gd name="T15" fmla="*/ 67 h 77"/>
                  <a:gd name="T16" fmla="*/ 44 w 46"/>
                  <a:gd name="T17" fmla="*/ 68 h 77"/>
                  <a:gd name="T18" fmla="*/ 2 w 46"/>
                  <a:gd name="T19" fmla="*/ 77 h 77"/>
                  <a:gd name="T20" fmla="*/ 1 w 46"/>
                  <a:gd name="T21" fmla="*/ 77 h 77"/>
                  <a:gd name="T22" fmla="*/ 3 w 46"/>
                  <a:gd name="T23" fmla="*/ 8 h 77"/>
                  <a:gd name="T24" fmla="*/ 3 w 46"/>
                  <a:gd name="T25" fmla="*/ 74 h 77"/>
                  <a:gd name="T26" fmla="*/ 41 w 46"/>
                  <a:gd name="T27" fmla="*/ 65 h 77"/>
                  <a:gd name="T28" fmla="*/ 3 w 46"/>
                  <a:gd name="T29" fmla="*/ 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" h="77">
                    <a:moveTo>
                      <a:pt x="1" y="77"/>
                    </a:moveTo>
                    <a:cubicBezTo>
                      <a:pt x="1" y="77"/>
                      <a:pt x="0" y="77"/>
                      <a:pt x="0" y="77"/>
                    </a:cubicBezTo>
                    <a:cubicBezTo>
                      <a:pt x="0" y="77"/>
                      <a:pt x="0" y="76"/>
                      <a:pt x="0" y="7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6" y="65"/>
                      <a:pt x="46" y="65"/>
                      <a:pt x="46" y="65"/>
                    </a:cubicBezTo>
                    <a:cubicBezTo>
                      <a:pt x="46" y="66"/>
                      <a:pt x="46" y="67"/>
                      <a:pt x="46" y="67"/>
                    </a:cubicBezTo>
                    <a:cubicBezTo>
                      <a:pt x="45" y="68"/>
                      <a:pt x="45" y="68"/>
                      <a:pt x="44" y="68"/>
                    </a:cubicBezTo>
                    <a:cubicBezTo>
                      <a:pt x="2" y="77"/>
                      <a:pt x="2" y="77"/>
                      <a:pt x="2" y="77"/>
                    </a:cubicBezTo>
                    <a:lnTo>
                      <a:pt x="1" y="77"/>
                    </a:lnTo>
                    <a:close/>
                    <a:moveTo>
                      <a:pt x="3" y="8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41" y="65"/>
                      <a:pt x="41" y="65"/>
                      <a:pt x="41" y="65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951"/>
              <p:cNvSpPr>
                <a:spLocks noEditPoints="1"/>
              </p:cNvSpPr>
              <p:nvPr userDrawn="1"/>
            </p:nvSpPr>
            <p:spPr bwMode="auto">
              <a:xfrm>
                <a:off x="2260" y="1391"/>
                <a:ext cx="126" cy="95"/>
              </a:xfrm>
              <a:custGeom>
                <a:avLst/>
                <a:gdLst>
                  <a:gd name="T0" fmla="*/ 19 w 102"/>
                  <a:gd name="T1" fmla="*/ 77 h 77"/>
                  <a:gd name="T2" fmla="*/ 19 w 102"/>
                  <a:gd name="T3" fmla="*/ 77 h 77"/>
                  <a:gd name="T4" fmla="*/ 18 w 102"/>
                  <a:gd name="T5" fmla="*/ 77 h 77"/>
                  <a:gd name="T6" fmla="*/ 1 w 102"/>
                  <a:gd name="T7" fmla="*/ 43 h 77"/>
                  <a:gd name="T8" fmla="*/ 1 w 102"/>
                  <a:gd name="T9" fmla="*/ 42 h 77"/>
                  <a:gd name="T10" fmla="*/ 1 w 102"/>
                  <a:gd name="T11" fmla="*/ 41 h 77"/>
                  <a:gd name="T12" fmla="*/ 99 w 102"/>
                  <a:gd name="T13" fmla="*/ 1 h 77"/>
                  <a:gd name="T14" fmla="*/ 101 w 102"/>
                  <a:gd name="T15" fmla="*/ 1 h 77"/>
                  <a:gd name="T16" fmla="*/ 101 w 102"/>
                  <a:gd name="T17" fmla="*/ 3 h 77"/>
                  <a:gd name="T18" fmla="*/ 20 w 102"/>
                  <a:gd name="T19" fmla="*/ 77 h 77"/>
                  <a:gd name="T20" fmla="*/ 19 w 102"/>
                  <a:gd name="T21" fmla="*/ 77 h 77"/>
                  <a:gd name="T22" fmla="*/ 4 w 102"/>
                  <a:gd name="T23" fmla="*/ 43 h 77"/>
                  <a:gd name="T24" fmla="*/ 20 w 102"/>
                  <a:gd name="T25" fmla="*/ 73 h 77"/>
                  <a:gd name="T26" fmla="*/ 92 w 102"/>
                  <a:gd name="T27" fmla="*/ 7 h 77"/>
                  <a:gd name="T28" fmla="*/ 4 w 102"/>
                  <a:gd name="T29" fmla="*/ 43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77">
                    <a:moveTo>
                      <a:pt x="19" y="77"/>
                    </a:moveTo>
                    <a:cubicBezTo>
                      <a:pt x="19" y="77"/>
                      <a:pt x="19" y="77"/>
                      <a:pt x="19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2"/>
                      <a:pt x="1" y="42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2" y="2"/>
                      <a:pt x="102" y="3"/>
                      <a:pt x="101" y="3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19" y="77"/>
                      <a:pt x="19" y="77"/>
                    </a:cubicBezTo>
                    <a:close/>
                    <a:moveTo>
                      <a:pt x="4" y="43"/>
                    </a:moveTo>
                    <a:cubicBezTo>
                      <a:pt x="20" y="73"/>
                      <a:pt x="20" y="73"/>
                      <a:pt x="20" y="73"/>
                    </a:cubicBezTo>
                    <a:cubicBezTo>
                      <a:pt x="92" y="7"/>
                      <a:pt x="92" y="7"/>
                      <a:pt x="92" y="7"/>
                    </a:cubicBezTo>
                    <a:lnTo>
                      <a:pt x="4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952"/>
              <p:cNvSpPr>
                <a:spLocks noEditPoints="1"/>
              </p:cNvSpPr>
              <p:nvPr userDrawn="1"/>
            </p:nvSpPr>
            <p:spPr bwMode="auto">
              <a:xfrm>
                <a:off x="2595" y="1432"/>
                <a:ext cx="178" cy="54"/>
              </a:xfrm>
              <a:custGeom>
                <a:avLst/>
                <a:gdLst>
                  <a:gd name="T0" fmla="*/ 142 w 144"/>
                  <a:gd name="T1" fmla="*/ 44 h 44"/>
                  <a:gd name="T2" fmla="*/ 2 w 144"/>
                  <a:gd name="T3" fmla="*/ 44 h 44"/>
                  <a:gd name="T4" fmla="*/ 0 w 144"/>
                  <a:gd name="T5" fmla="*/ 43 h 44"/>
                  <a:gd name="T6" fmla="*/ 1 w 144"/>
                  <a:gd name="T7" fmla="*/ 41 h 44"/>
                  <a:gd name="T8" fmla="*/ 62 w 144"/>
                  <a:gd name="T9" fmla="*/ 1 h 44"/>
                  <a:gd name="T10" fmla="*/ 64 w 144"/>
                  <a:gd name="T11" fmla="*/ 0 h 44"/>
                  <a:gd name="T12" fmla="*/ 143 w 144"/>
                  <a:gd name="T13" fmla="*/ 41 h 44"/>
                  <a:gd name="T14" fmla="*/ 143 w 144"/>
                  <a:gd name="T15" fmla="*/ 43 h 44"/>
                  <a:gd name="T16" fmla="*/ 142 w 144"/>
                  <a:gd name="T17" fmla="*/ 44 h 44"/>
                  <a:gd name="T18" fmla="*/ 7 w 144"/>
                  <a:gd name="T19" fmla="*/ 41 h 44"/>
                  <a:gd name="T20" fmla="*/ 135 w 144"/>
                  <a:gd name="T21" fmla="*/ 41 h 44"/>
                  <a:gd name="T22" fmla="*/ 63 w 144"/>
                  <a:gd name="T23" fmla="*/ 4 h 44"/>
                  <a:gd name="T24" fmla="*/ 7 w 144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44">
                    <a:moveTo>
                      <a:pt x="142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4"/>
                      <a:pt x="0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143" y="41"/>
                      <a:pt x="143" y="41"/>
                      <a:pt x="143" y="41"/>
                    </a:cubicBezTo>
                    <a:cubicBezTo>
                      <a:pt x="143" y="42"/>
                      <a:pt x="144" y="42"/>
                      <a:pt x="143" y="43"/>
                    </a:cubicBezTo>
                    <a:cubicBezTo>
                      <a:pt x="143" y="44"/>
                      <a:pt x="143" y="44"/>
                      <a:pt x="142" y="44"/>
                    </a:cubicBezTo>
                    <a:close/>
                    <a:moveTo>
                      <a:pt x="7" y="41"/>
                    </a:moveTo>
                    <a:cubicBezTo>
                      <a:pt x="135" y="41"/>
                      <a:pt x="135" y="41"/>
                      <a:pt x="135" y="41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953"/>
              <p:cNvSpPr>
                <a:spLocks noEditPoints="1"/>
              </p:cNvSpPr>
              <p:nvPr userDrawn="1"/>
            </p:nvSpPr>
            <p:spPr bwMode="auto">
              <a:xfrm>
                <a:off x="2990" y="943"/>
                <a:ext cx="113" cy="116"/>
              </a:xfrm>
              <a:custGeom>
                <a:avLst/>
                <a:gdLst>
                  <a:gd name="T0" fmla="*/ 90 w 91"/>
                  <a:gd name="T1" fmla="*/ 94 h 94"/>
                  <a:gd name="T2" fmla="*/ 90 w 91"/>
                  <a:gd name="T3" fmla="*/ 94 h 94"/>
                  <a:gd name="T4" fmla="*/ 2 w 91"/>
                  <a:gd name="T5" fmla="*/ 85 h 94"/>
                  <a:gd name="T6" fmla="*/ 1 w 91"/>
                  <a:gd name="T7" fmla="*/ 84 h 94"/>
                  <a:gd name="T8" fmla="*/ 1 w 91"/>
                  <a:gd name="T9" fmla="*/ 83 h 94"/>
                  <a:gd name="T10" fmla="*/ 22 w 91"/>
                  <a:gd name="T11" fmla="*/ 1 h 94"/>
                  <a:gd name="T12" fmla="*/ 24 w 91"/>
                  <a:gd name="T13" fmla="*/ 0 h 94"/>
                  <a:gd name="T14" fmla="*/ 25 w 91"/>
                  <a:gd name="T15" fmla="*/ 1 h 94"/>
                  <a:gd name="T16" fmla="*/ 91 w 91"/>
                  <a:gd name="T17" fmla="*/ 91 h 94"/>
                  <a:gd name="T18" fmla="*/ 91 w 91"/>
                  <a:gd name="T19" fmla="*/ 93 h 94"/>
                  <a:gd name="T20" fmla="*/ 90 w 91"/>
                  <a:gd name="T21" fmla="*/ 94 h 94"/>
                  <a:gd name="T22" fmla="*/ 4 w 91"/>
                  <a:gd name="T23" fmla="*/ 82 h 94"/>
                  <a:gd name="T24" fmla="*/ 86 w 91"/>
                  <a:gd name="T25" fmla="*/ 90 h 94"/>
                  <a:gd name="T26" fmla="*/ 25 w 91"/>
                  <a:gd name="T27" fmla="*/ 5 h 94"/>
                  <a:gd name="T28" fmla="*/ 4 w 91"/>
                  <a:gd name="T29" fmla="*/ 8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4">
                    <a:moveTo>
                      <a:pt x="90" y="94"/>
                    </a:moveTo>
                    <a:cubicBezTo>
                      <a:pt x="90" y="94"/>
                      <a:pt x="90" y="94"/>
                      <a:pt x="90" y="9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5"/>
                      <a:pt x="1" y="84"/>
                      <a:pt x="1" y="84"/>
                    </a:cubicBezTo>
                    <a:cubicBezTo>
                      <a:pt x="1" y="84"/>
                      <a:pt x="0" y="83"/>
                      <a:pt x="1" y="83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1"/>
                    </a:cubicBezTo>
                    <a:cubicBezTo>
                      <a:pt x="91" y="91"/>
                      <a:pt x="91" y="91"/>
                      <a:pt x="91" y="91"/>
                    </a:cubicBezTo>
                    <a:cubicBezTo>
                      <a:pt x="91" y="92"/>
                      <a:pt x="91" y="93"/>
                      <a:pt x="91" y="93"/>
                    </a:cubicBezTo>
                    <a:cubicBezTo>
                      <a:pt x="91" y="94"/>
                      <a:pt x="90" y="94"/>
                      <a:pt x="90" y="94"/>
                    </a:cubicBezTo>
                    <a:close/>
                    <a:moveTo>
                      <a:pt x="4" y="82"/>
                    </a:moveTo>
                    <a:cubicBezTo>
                      <a:pt x="86" y="90"/>
                      <a:pt x="86" y="90"/>
                      <a:pt x="86" y="90"/>
                    </a:cubicBezTo>
                    <a:cubicBezTo>
                      <a:pt x="25" y="5"/>
                      <a:pt x="25" y="5"/>
                      <a:pt x="25" y="5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954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109" cy="100"/>
              </a:xfrm>
              <a:custGeom>
                <a:avLst/>
                <a:gdLst>
                  <a:gd name="T0" fmla="*/ 48 w 88"/>
                  <a:gd name="T1" fmla="*/ 80 h 80"/>
                  <a:gd name="T2" fmla="*/ 46 w 88"/>
                  <a:gd name="T3" fmla="*/ 80 h 80"/>
                  <a:gd name="T4" fmla="*/ 0 w 88"/>
                  <a:gd name="T5" fmla="*/ 2 h 80"/>
                  <a:gd name="T6" fmla="*/ 1 w 88"/>
                  <a:gd name="T7" fmla="*/ 0 h 80"/>
                  <a:gd name="T8" fmla="*/ 3 w 88"/>
                  <a:gd name="T9" fmla="*/ 0 h 80"/>
                  <a:gd name="T10" fmla="*/ 87 w 88"/>
                  <a:gd name="T11" fmla="*/ 67 h 80"/>
                  <a:gd name="T12" fmla="*/ 88 w 88"/>
                  <a:gd name="T13" fmla="*/ 68 h 80"/>
                  <a:gd name="T14" fmla="*/ 87 w 88"/>
                  <a:gd name="T15" fmla="*/ 70 h 80"/>
                  <a:gd name="T16" fmla="*/ 48 w 88"/>
                  <a:gd name="T17" fmla="*/ 80 h 80"/>
                  <a:gd name="T18" fmla="*/ 8 w 88"/>
                  <a:gd name="T19" fmla="*/ 8 h 80"/>
                  <a:gd name="T20" fmla="*/ 48 w 88"/>
                  <a:gd name="T21" fmla="*/ 77 h 80"/>
                  <a:gd name="T22" fmla="*/ 83 w 88"/>
                  <a:gd name="T23" fmla="*/ 67 h 80"/>
                  <a:gd name="T24" fmla="*/ 8 w 88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0">
                    <a:moveTo>
                      <a:pt x="48" y="80"/>
                    </a:moveTo>
                    <a:cubicBezTo>
                      <a:pt x="47" y="80"/>
                      <a:pt x="46" y="80"/>
                      <a:pt x="46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8" y="67"/>
                      <a:pt x="88" y="68"/>
                      <a:pt x="88" y="68"/>
                    </a:cubicBezTo>
                    <a:cubicBezTo>
                      <a:pt x="88" y="69"/>
                      <a:pt x="87" y="70"/>
                      <a:pt x="87" y="70"/>
                    </a:cubicBezTo>
                    <a:cubicBezTo>
                      <a:pt x="48" y="80"/>
                      <a:pt x="48" y="80"/>
                      <a:pt x="48" y="80"/>
                    </a:cubicBezTo>
                    <a:close/>
                    <a:moveTo>
                      <a:pt x="8" y="8"/>
                    </a:moveTo>
                    <a:cubicBezTo>
                      <a:pt x="48" y="77"/>
                      <a:pt x="48" y="77"/>
                      <a:pt x="48" y="77"/>
                    </a:cubicBezTo>
                    <a:cubicBezTo>
                      <a:pt x="83" y="67"/>
                      <a:pt x="83" y="67"/>
                      <a:pt x="83" y="67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955"/>
              <p:cNvSpPr>
                <a:spLocks noEditPoints="1"/>
              </p:cNvSpPr>
              <p:nvPr userDrawn="1"/>
            </p:nvSpPr>
            <p:spPr bwMode="auto">
              <a:xfrm>
                <a:off x="3156" y="1137"/>
                <a:ext cx="52" cy="94"/>
              </a:xfrm>
              <a:custGeom>
                <a:avLst/>
                <a:gdLst>
                  <a:gd name="T0" fmla="*/ 12 w 42"/>
                  <a:gd name="T1" fmla="*/ 76 h 76"/>
                  <a:gd name="T2" fmla="*/ 12 w 42"/>
                  <a:gd name="T3" fmla="*/ 76 h 76"/>
                  <a:gd name="T4" fmla="*/ 10 w 42"/>
                  <a:gd name="T5" fmla="*/ 75 h 76"/>
                  <a:gd name="T6" fmla="*/ 0 w 42"/>
                  <a:gd name="T7" fmla="*/ 13 h 76"/>
                  <a:gd name="T8" fmla="*/ 1 w 42"/>
                  <a:gd name="T9" fmla="*/ 11 h 76"/>
                  <a:gd name="T10" fmla="*/ 40 w 42"/>
                  <a:gd name="T11" fmla="*/ 1 h 76"/>
                  <a:gd name="T12" fmla="*/ 42 w 42"/>
                  <a:gd name="T13" fmla="*/ 1 h 76"/>
                  <a:gd name="T14" fmla="*/ 42 w 42"/>
                  <a:gd name="T15" fmla="*/ 3 h 76"/>
                  <a:gd name="T16" fmla="*/ 13 w 42"/>
                  <a:gd name="T17" fmla="*/ 75 h 76"/>
                  <a:gd name="T18" fmla="*/ 12 w 42"/>
                  <a:gd name="T19" fmla="*/ 76 h 76"/>
                  <a:gd name="T20" fmla="*/ 3 w 42"/>
                  <a:gd name="T21" fmla="*/ 14 h 76"/>
                  <a:gd name="T22" fmla="*/ 12 w 42"/>
                  <a:gd name="T23" fmla="*/ 68 h 76"/>
                  <a:gd name="T24" fmla="*/ 37 w 42"/>
                  <a:gd name="T25" fmla="*/ 5 h 76"/>
                  <a:gd name="T26" fmla="*/ 3 w 42"/>
                  <a:gd name="T27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" h="76">
                    <a:moveTo>
                      <a:pt x="12" y="76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11" y="76"/>
                      <a:pt x="10" y="75"/>
                      <a:pt x="10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3" y="76"/>
                      <a:pt x="12" y="76"/>
                      <a:pt x="12" y="76"/>
                    </a:cubicBezTo>
                    <a:close/>
                    <a:moveTo>
                      <a:pt x="3" y="14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37" y="5"/>
                      <a:pt x="37" y="5"/>
                      <a:pt x="37" y="5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956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61" cy="149"/>
              </a:xfrm>
              <a:custGeom>
                <a:avLst/>
                <a:gdLst>
                  <a:gd name="T0" fmla="*/ 12 w 49"/>
                  <a:gd name="T1" fmla="*/ 120 h 120"/>
                  <a:gd name="T2" fmla="*/ 11 w 49"/>
                  <a:gd name="T3" fmla="*/ 120 h 120"/>
                  <a:gd name="T4" fmla="*/ 10 w 49"/>
                  <a:gd name="T5" fmla="*/ 119 h 120"/>
                  <a:gd name="T6" fmla="*/ 0 w 49"/>
                  <a:gd name="T7" fmla="*/ 2 h 120"/>
                  <a:gd name="T8" fmla="*/ 1 w 49"/>
                  <a:gd name="T9" fmla="*/ 0 h 120"/>
                  <a:gd name="T10" fmla="*/ 3 w 49"/>
                  <a:gd name="T11" fmla="*/ 1 h 120"/>
                  <a:gd name="T12" fmla="*/ 49 w 49"/>
                  <a:gd name="T13" fmla="*/ 78 h 120"/>
                  <a:gd name="T14" fmla="*/ 49 w 49"/>
                  <a:gd name="T15" fmla="*/ 80 h 120"/>
                  <a:gd name="T16" fmla="*/ 13 w 49"/>
                  <a:gd name="T17" fmla="*/ 120 h 120"/>
                  <a:gd name="T18" fmla="*/ 12 w 49"/>
                  <a:gd name="T19" fmla="*/ 120 h 120"/>
                  <a:gd name="T20" fmla="*/ 4 w 49"/>
                  <a:gd name="T21" fmla="*/ 9 h 120"/>
                  <a:gd name="T22" fmla="*/ 13 w 49"/>
                  <a:gd name="T23" fmla="*/ 115 h 120"/>
                  <a:gd name="T24" fmla="*/ 45 w 49"/>
                  <a:gd name="T25" fmla="*/ 79 h 120"/>
                  <a:gd name="T26" fmla="*/ 4 w 49"/>
                  <a:gd name="T27" fmla="*/ 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120">
                    <a:moveTo>
                      <a:pt x="12" y="120"/>
                    </a:moveTo>
                    <a:cubicBezTo>
                      <a:pt x="11" y="120"/>
                      <a:pt x="11" y="120"/>
                      <a:pt x="11" y="120"/>
                    </a:cubicBezTo>
                    <a:cubicBezTo>
                      <a:pt x="10" y="120"/>
                      <a:pt x="10" y="120"/>
                      <a:pt x="1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9"/>
                      <a:pt x="49" y="79"/>
                      <a:pt x="49" y="80"/>
                    </a:cubicBezTo>
                    <a:cubicBezTo>
                      <a:pt x="13" y="120"/>
                      <a:pt x="13" y="120"/>
                      <a:pt x="13" y="120"/>
                    </a:cubicBezTo>
                    <a:cubicBezTo>
                      <a:pt x="12" y="120"/>
                      <a:pt x="12" y="120"/>
                      <a:pt x="12" y="120"/>
                    </a:cubicBezTo>
                    <a:close/>
                    <a:moveTo>
                      <a:pt x="4" y="9"/>
                    </a:moveTo>
                    <a:cubicBezTo>
                      <a:pt x="13" y="115"/>
                      <a:pt x="13" y="115"/>
                      <a:pt x="13" y="115"/>
                    </a:cubicBezTo>
                    <a:cubicBezTo>
                      <a:pt x="45" y="79"/>
                      <a:pt x="45" y="79"/>
                      <a:pt x="45" y="79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957"/>
              <p:cNvSpPr>
                <a:spLocks noEditPoints="1"/>
              </p:cNvSpPr>
              <p:nvPr userDrawn="1"/>
            </p:nvSpPr>
            <p:spPr bwMode="auto">
              <a:xfrm>
                <a:off x="1098" y="980"/>
                <a:ext cx="98" cy="72"/>
              </a:xfrm>
              <a:custGeom>
                <a:avLst/>
                <a:gdLst>
                  <a:gd name="T0" fmla="*/ 1 w 79"/>
                  <a:gd name="T1" fmla="*/ 58 h 58"/>
                  <a:gd name="T2" fmla="*/ 0 w 79"/>
                  <a:gd name="T3" fmla="*/ 57 h 58"/>
                  <a:gd name="T4" fmla="*/ 0 w 79"/>
                  <a:gd name="T5" fmla="*/ 55 h 58"/>
                  <a:gd name="T6" fmla="*/ 76 w 79"/>
                  <a:gd name="T7" fmla="*/ 1 h 58"/>
                  <a:gd name="T8" fmla="*/ 78 w 79"/>
                  <a:gd name="T9" fmla="*/ 1 h 58"/>
                  <a:gd name="T10" fmla="*/ 78 w 79"/>
                  <a:gd name="T11" fmla="*/ 3 h 58"/>
                  <a:gd name="T12" fmla="*/ 53 w 79"/>
                  <a:gd name="T13" fmla="*/ 43 h 58"/>
                  <a:gd name="T14" fmla="*/ 52 w 79"/>
                  <a:gd name="T15" fmla="*/ 44 h 58"/>
                  <a:gd name="T16" fmla="*/ 2 w 79"/>
                  <a:gd name="T17" fmla="*/ 58 h 58"/>
                  <a:gd name="T18" fmla="*/ 1 w 79"/>
                  <a:gd name="T19" fmla="*/ 58 h 58"/>
                  <a:gd name="T20" fmla="*/ 71 w 79"/>
                  <a:gd name="T21" fmla="*/ 8 h 58"/>
                  <a:gd name="T22" fmla="*/ 10 w 79"/>
                  <a:gd name="T23" fmla="*/ 52 h 58"/>
                  <a:gd name="T24" fmla="*/ 50 w 79"/>
                  <a:gd name="T25" fmla="*/ 41 h 58"/>
                  <a:gd name="T26" fmla="*/ 71 w 79"/>
                  <a:gd name="T27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58">
                    <a:moveTo>
                      <a:pt x="1" y="58"/>
                    </a:moveTo>
                    <a:cubicBezTo>
                      <a:pt x="1" y="58"/>
                      <a:pt x="0" y="57"/>
                      <a:pt x="0" y="57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76" y="1"/>
                      <a:pt x="76" y="1"/>
                      <a:pt x="76" y="1"/>
                    </a:cubicBezTo>
                    <a:cubicBezTo>
                      <a:pt x="76" y="0"/>
                      <a:pt x="77" y="0"/>
                      <a:pt x="78" y="1"/>
                    </a:cubicBezTo>
                    <a:cubicBezTo>
                      <a:pt x="78" y="1"/>
                      <a:pt x="79" y="2"/>
                      <a:pt x="78" y="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71" y="8"/>
                    </a:moveTo>
                    <a:cubicBezTo>
                      <a:pt x="10" y="52"/>
                      <a:pt x="10" y="52"/>
                      <a:pt x="10" y="52"/>
                    </a:cubicBezTo>
                    <a:cubicBezTo>
                      <a:pt x="50" y="41"/>
                      <a:pt x="50" y="41"/>
                      <a:pt x="50" y="41"/>
                    </a:cubicBezTo>
                    <a:lnTo>
                      <a:pt x="7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958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42" cy="82"/>
              </a:xfrm>
              <a:custGeom>
                <a:avLst/>
                <a:gdLst>
                  <a:gd name="T0" fmla="*/ 1 w 115"/>
                  <a:gd name="T1" fmla="*/ 67 h 67"/>
                  <a:gd name="T2" fmla="*/ 0 w 115"/>
                  <a:gd name="T3" fmla="*/ 66 h 67"/>
                  <a:gd name="T4" fmla="*/ 0 w 115"/>
                  <a:gd name="T5" fmla="*/ 64 h 67"/>
                  <a:gd name="T6" fmla="*/ 25 w 115"/>
                  <a:gd name="T7" fmla="*/ 24 h 67"/>
                  <a:gd name="T8" fmla="*/ 26 w 115"/>
                  <a:gd name="T9" fmla="*/ 23 h 67"/>
                  <a:gd name="T10" fmla="*/ 113 w 115"/>
                  <a:gd name="T11" fmla="*/ 0 h 67"/>
                  <a:gd name="T12" fmla="*/ 115 w 115"/>
                  <a:gd name="T13" fmla="*/ 1 h 67"/>
                  <a:gd name="T14" fmla="*/ 114 w 115"/>
                  <a:gd name="T15" fmla="*/ 3 h 67"/>
                  <a:gd name="T16" fmla="*/ 2 w 115"/>
                  <a:gd name="T17" fmla="*/ 67 h 67"/>
                  <a:gd name="T18" fmla="*/ 1 w 115"/>
                  <a:gd name="T19" fmla="*/ 67 h 67"/>
                  <a:gd name="T20" fmla="*/ 28 w 115"/>
                  <a:gd name="T21" fmla="*/ 26 h 67"/>
                  <a:gd name="T22" fmla="*/ 6 w 115"/>
                  <a:gd name="T23" fmla="*/ 61 h 67"/>
                  <a:gd name="T24" fmla="*/ 101 w 115"/>
                  <a:gd name="T25" fmla="*/ 6 h 67"/>
                  <a:gd name="T26" fmla="*/ 28 w 115"/>
                  <a:gd name="T27" fmla="*/ 2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7">
                    <a:moveTo>
                      <a:pt x="1" y="67"/>
                    </a:moveTo>
                    <a:cubicBezTo>
                      <a:pt x="1" y="67"/>
                      <a:pt x="1" y="67"/>
                      <a:pt x="0" y="66"/>
                    </a:cubicBezTo>
                    <a:cubicBezTo>
                      <a:pt x="0" y="66"/>
                      <a:pt x="0" y="65"/>
                      <a:pt x="0" y="6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6" y="24"/>
                      <a:pt x="26" y="24"/>
                      <a:pt x="26" y="23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4" y="0"/>
                      <a:pt x="115" y="0"/>
                      <a:pt x="115" y="1"/>
                    </a:cubicBezTo>
                    <a:cubicBezTo>
                      <a:pt x="115" y="1"/>
                      <a:pt x="115" y="2"/>
                      <a:pt x="114" y="3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28" y="26"/>
                    </a:moveTo>
                    <a:cubicBezTo>
                      <a:pt x="6" y="61"/>
                      <a:pt x="6" y="61"/>
                      <a:pt x="6" y="61"/>
                    </a:cubicBezTo>
                    <a:cubicBezTo>
                      <a:pt x="101" y="6"/>
                      <a:pt x="101" y="6"/>
                      <a:pt x="101" y="6"/>
                    </a:cubicBezTo>
                    <a:lnTo>
                      <a:pt x="2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Freeform 959"/>
              <p:cNvSpPr>
                <a:spLocks noEditPoints="1"/>
              </p:cNvSpPr>
              <p:nvPr userDrawn="1"/>
            </p:nvSpPr>
            <p:spPr bwMode="auto">
              <a:xfrm>
                <a:off x="1298" y="952"/>
                <a:ext cx="109" cy="35"/>
              </a:xfrm>
              <a:custGeom>
                <a:avLst/>
                <a:gdLst>
                  <a:gd name="T0" fmla="*/ 26 w 88"/>
                  <a:gd name="T1" fmla="*/ 29 h 29"/>
                  <a:gd name="T2" fmla="*/ 25 w 88"/>
                  <a:gd name="T3" fmla="*/ 29 h 29"/>
                  <a:gd name="T4" fmla="*/ 0 w 88"/>
                  <a:gd name="T5" fmla="*/ 3 h 29"/>
                  <a:gd name="T6" fmla="*/ 0 w 88"/>
                  <a:gd name="T7" fmla="*/ 1 h 29"/>
                  <a:gd name="T8" fmla="*/ 2 w 88"/>
                  <a:gd name="T9" fmla="*/ 0 h 29"/>
                  <a:gd name="T10" fmla="*/ 87 w 88"/>
                  <a:gd name="T11" fmla="*/ 6 h 29"/>
                  <a:gd name="T12" fmla="*/ 88 w 88"/>
                  <a:gd name="T13" fmla="*/ 7 h 29"/>
                  <a:gd name="T14" fmla="*/ 87 w 88"/>
                  <a:gd name="T15" fmla="*/ 9 h 29"/>
                  <a:gd name="T16" fmla="*/ 27 w 88"/>
                  <a:gd name="T17" fmla="*/ 29 h 29"/>
                  <a:gd name="T18" fmla="*/ 26 w 88"/>
                  <a:gd name="T19" fmla="*/ 29 h 29"/>
                  <a:gd name="T20" fmla="*/ 6 w 88"/>
                  <a:gd name="T21" fmla="*/ 3 h 29"/>
                  <a:gd name="T22" fmla="*/ 27 w 88"/>
                  <a:gd name="T23" fmla="*/ 26 h 29"/>
                  <a:gd name="T24" fmla="*/ 79 w 88"/>
                  <a:gd name="T25" fmla="*/ 8 h 29"/>
                  <a:gd name="T26" fmla="*/ 6 w 88"/>
                  <a:gd name="T27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29">
                    <a:moveTo>
                      <a:pt x="26" y="29"/>
                    </a:moveTo>
                    <a:cubicBezTo>
                      <a:pt x="26" y="29"/>
                      <a:pt x="25" y="29"/>
                      <a:pt x="25" y="2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" y="0"/>
                      <a:pt x="80" y="4"/>
                      <a:pt x="87" y="6"/>
                    </a:cubicBezTo>
                    <a:cubicBezTo>
                      <a:pt x="87" y="6"/>
                      <a:pt x="88" y="7"/>
                      <a:pt x="88" y="7"/>
                    </a:cubicBezTo>
                    <a:cubicBezTo>
                      <a:pt x="88" y="8"/>
                      <a:pt x="88" y="9"/>
                      <a:pt x="87" y="9"/>
                    </a:cubicBezTo>
                    <a:cubicBezTo>
                      <a:pt x="27" y="29"/>
                      <a:pt x="27" y="29"/>
                      <a:pt x="27" y="29"/>
                    </a:cubicBezTo>
                    <a:lnTo>
                      <a:pt x="26" y="29"/>
                    </a:lnTo>
                    <a:close/>
                    <a:moveTo>
                      <a:pt x="6" y="3"/>
                    </a:moveTo>
                    <a:cubicBezTo>
                      <a:pt x="27" y="26"/>
                      <a:pt x="27" y="26"/>
                      <a:pt x="27" y="26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3" y="7"/>
                      <a:pt x="28" y="5"/>
                      <a:pt x="6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Freeform 960"/>
              <p:cNvSpPr>
                <a:spLocks noEditPoints="1"/>
              </p:cNvSpPr>
              <p:nvPr userDrawn="1"/>
            </p:nvSpPr>
            <p:spPr bwMode="auto">
              <a:xfrm>
                <a:off x="1227" y="950"/>
                <a:ext cx="132" cy="72"/>
              </a:xfrm>
              <a:custGeom>
                <a:avLst/>
                <a:gdLst>
                  <a:gd name="T0" fmla="*/ 1 w 107"/>
                  <a:gd name="T1" fmla="*/ 58 h 58"/>
                  <a:gd name="T2" fmla="*/ 0 w 107"/>
                  <a:gd name="T3" fmla="*/ 58 h 58"/>
                  <a:gd name="T4" fmla="*/ 0 w 107"/>
                  <a:gd name="T5" fmla="*/ 57 h 58"/>
                  <a:gd name="T6" fmla="*/ 2 w 107"/>
                  <a:gd name="T7" fmla="*/ 14 h 58"/>
                  <a:gd name="T8" fmla="*/ 4 w 107"/>
                  <a:gd name="T9" fmla="*/ 12 h 58"/>
                  <a:gd name="T10" fmla="*/ 105 w 107"/>
                  <a:gd name="T11" fmla="*/ 1 h 58"/>
                  <a:gd name="T12" fmla="*/ 107 w 107"/>
                  <a:gd name="T13" fmla="*/ 2 h 58"/>
                  <a:gd name="T14" fmla="*/ 106 w 107"/>
                  <a:gd name="T15" fmla="*/ 4 h 58"/>
                  <a:gd name="T16" fmla="*/ 2 w 107"/>
                  <a:gd name="T17" fmla="*/ 58 h 58"/>
                  <a:gd name="T18" fmla="*/ 1 w 107"/>
                  <a:gd name="T19" fmla="*/ 58 h 58"/>
                  <a:gd name="T20" fmla="*/ 5 w 107"/>
                  <a:gd name="T21" fmla="*/ 15 h 58"/>
                  <a:gd name="T22" fmla="*/ 3 w 107"/>
                  <a:gd name="T23" fmla="*/ 54 h 58"/>
                  <a:gd name="T24" fmla="*/ 97 w 107"/>
                  <a:gd name="T25" fmla="*/ 5 h 58"/>
                  <a:gd name="T26" fmla="*/ 5 w 107"/>
                  <a:gd name="T27" fmla="*/ 1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58">
                    <a:moveTo>
                      <a:pt x="1" y="58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0" y="58"/>
                      <a:pt x="0" y="57"/>
                      <a:pt x="0" y="57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3"/>
                      <a:pt x="3" y="12"/>
                      <a:pt x="4" y="12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6" y="0"/>
                      <a:pt x="107" y="1"/>
                      <a:pt x="107" y="2"/>
                    </a:cubicBezTo>
                    <a:cubicBezTo>
                      <a:pt x="107" y="3"/>
                      <a:pt x="107" y="3"/>
                      <a:pt x="106" y="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5" y="15"/>
                    </a:moveTo>
                    <a:cubicBezTo>
                      <a:pt x="3" y="54"/>
                      <a:pt x="3" y="54"/>
                      <a:pt x="3" y="54"/>
                    </a:cubicBezTo>
                    <a:cubicBezTo>
                      <a:pt x="97" y="5"/>
                      <a:pt x="97" y="5"/>
                      <a:pt x="97" y="5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961"/>
              <p:cNvSpPr>
                <a:spLocks noEditPoints="1"/>
              </p:cNvSpPr>
              <p:nvPr userDrawn="1"/>
            </p:nvSpPr>
            <p:spPr bwMode="auto">
              <a:xfrm>
                <a:off x="1328" y="959"/>
                <a:ext cx="170" cy="38"/>
              </a:xfrm>
              <a:custGeom>
                <a:avLst/>
                <a:gdLst>
                  <a:gd name="T0" fmla="*/ 135 w 137"/>
                  <a:gd name="T1" fmla="*/ 31 h 31"/>
                  <a:gd name="T2" fmla="*/ 135 w 137"/>
                  <a:gd name="T3" fmla="*/ 31 h 31"/>
                  <a:gd name="T4" fmla="*/ 2 w 137"/>
                  <a:gd name="T5" fmla="*/ 23 h 31"/>
                  <a:gd name="T6" fmla="*/ 1 w 137"/>
                  <a:gd name="T7" fmla="*/ 22 h 31"/>
                  <a:gd name="T8" fmla="*/ 2 w 137"/>
                  <a:gd name="T9" fmla="*/ 20 h 31"/>
                  <a:gd name="T10" fmla="*/ 62 w 137"/>
                  <a:gd name="T11" fmla="*/ 0 h 31"/>
                  <a:gd name="T12" fmla="*/ 63 w 137"/>
                  <a:gd name="T13" fmla="*/ 0 h 31"/>
                  <a:gd name="T14" fmla="*/ 135 w 137"/>
                  <a:gd name="T15" fmla="*/ 28 h 31"/>
                  <a:gd name="T16" fmla="*/ 136 w 137"/>
                  <a:gd name="T17" fmla="*/ 30 h 31"/>
                  <a:gd name="T18" fmla="*/ 135 w 137"/>
                  <a:gd name="T19" fmla="*/ 31 h 31"/>
                  <a:gd name="T20" fmla="*/ 11 w 137"/>
                  <a:gd name="T21" fmla="*/ 21 h 31"/>
                  <a:gd name="T22" fmla="*/ 124 w 137"/>
                  <a:gd name="T23" fmla="*/ 27 h 31"/>
                  <a:gd name="T24" fmla="*/ 62 w 137"/>
                  <a:gd name="T25" fmla="*/ 3 h 31"/>
                  <a:gd name="T26" fmla="*/ 11 w 137"/>
                  <a:gd name="T27" fmla="*/ 2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31">
                    <a:moveTo>
                      <a:pt x="135" y="31"/>
                    </a:moveTo>
                    <a:cubicBezTo>
                      <a:pt x="135" y="31"/>
                      <a:pt x="135" y="31"/>
                      <a:pt x="135" y="3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3"/>
                      <a:pt x="1" y="23"/>
                      <a:pt x="1" y="22"/>
                    </a:cubicBezTo>
                    <a:cubicBezTo>
                      <a:pt x="0" y="21"/>
                      <a:pt x="1" y="20"/>
                      <a:pt x="2" y="2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6" y="28"/>
                      <a:pt x="137" y="29"/>
                      <a:pt x="136" y="30"/>
                    </a:cubicBezTo>
                    <a:cubicBezTo>
                      <a:pt x="136" y="31"/>
                      <a:pt x="136" y="31"/>
                      <a:pt x="135" y="31"/>
                    </a:cubicBezTo>
                    <a:close/>
                    <a:moveTo>
                      <a:pt x="11" y="21"/>
                    </a:moveTo>
                    <a:cubicBezTo>
                      <a:pt x="124" y="27"/>
                      <a:pt x="124" y="27"/>
                      <a:pt x="124" y="27"/>
                    </a:cubicBezTo>
                    <a:cubicBezTo>
                      <a:pt x="62" y="3"/>
                      <a:pt x="62" y="3"/>
                      <a:pt x="62" y="3"/>
                    </a:cubicBezTo>
                    <a:lnTo>
                      <a:pt x="11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962"/>
              <p:cNvSpPr>
                <a:spLocks noEditPoints="1"/>
              </p:cNvSpPr>
              <p:nvPr userDrawn="1"/>
            </p:nvSpPr>
            <p:spPr bwMode="auto">
              <a:xfrm>
                <a:off x="1098" y="1030"/>
                <a:ext cx="65" cy="74"/>
              </a:xfrm>
              <a:custGeom>
                <a:avLst/>
                <a:gdLst>
                  <a:gd name="T0" fmla="*/ 9 w 53"/>
                  <a:gd name="T1" fmla="*/ 60 h 60"/>
                  <a:gd name="T2" fmla="*/ 9 w 53"/>
                  <a:gd name="T3" fmla="*/ 60 h 60"/>
                  <a:gd name="T4" fmla="*/ 7 w 53"/>
                  <a:gd name="T5" fmla="*/ 59 h 60"/>
                  <a:gd name="T6" fmla="*/ 0 w 53"/>
                  <a:gd name="T7" fmla="*/ 16 h 60"/>
                  <a:gd name="T8" fmla="*/ 1 w 53"/>
                  <a:gd name="T9" fmla="*/ 14 h 60"/>
                  <a:gd name="T10" fmla="*/ 51 w 53"/>
                  <a:gd name="T11" fmla="*/ 1 h 60"/>
                  <a:gd name="T12" fmla="*/ 53 w 53"/>
                  <a:gd name="T13" fmla="*/ 1 h 60"/>
                  <a:gd name="T14" fmla="*/ 53 w 53"/>
                  <a:gd name="T15" fmla="*/ 3 h 60"/>
                  <a:gd name="T16" fmla="*/ 10 w 53"/>
                  <a:gd name="T17" fmla="*/ 60 h 60"/>
                  <a:gd name="T18" fmla="*/ 9 w 53"/>
                  <a:gd name="T19" fmla="*/ 60 h 60"/>
                  <a:gd name="T20" fmla="*/ 3 w 53"/>
                  <a:gd name="T21" fmla="*/ 17 h 60"/>
                  <a:gd name="T22" fmla="*/ 10 w 53"/>
                  <a:gd name="T23" fmla="*/ 54 h 60"/>
                  <a:gd name="T24" fmla="*/ 47 w 53"/>
                  <a:gd name="T25" fmla="*/ 5 h 60"/>
                  <a:gd name="T26" fmla="*/ 3 w 53"/>
                  <a:gd name="T27" fmla="*/ 1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0">
                    <a:moveTo>
                      <a:pt x="9" y="60"/>
                    </a:moveTo>
                    <a:cubicBezTo>
                      <a:pt x="9" y="60"/>
                      <a:pt x="9" y="60"/>
                      <a:pt x="9" y="60"/>
                    </a:cubicBezTo>
                    <a:cubicBezTo>
                      <a:pt x="8" y="60"/>
                      <a:pt x="7" y="59"/>
                      <a:pt x="7" y="5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5"/>
                      <a:pt x="0" y="15"/>
                      <a:pt x="1" y="1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2" y="0"/>
                      <a:pt x="52" y="1"/>
                      <a:pt x="53" y="1"/>
                    </a:cubicBezTo>
                    <a:cubicBezTo>
                      <a:pt x="53" y="2"/>
                      <a:pt x="53" y="3"/>
                      <a:pt x="53" y="3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60"/>
                      <a:pt x="9" y="60"/>
                      <a:pt x="9" y="60"/>
                    </a:cubicBezTo>
                    <a:close/>
                    <a:moveTo>
                      <a:pt x="3" y="17"/>
                    </a:moveTo>
                    <a:cubicBezTo>
                      <a:pt x="10" y="54"/>
                      <a:pt x="10" y="54"/>
                      <a:pt x="10" y="54"/>
                    </a:cubicBezTo>
                    <a:cubicBezTo>
                      <a:pt x="47" y="5"/>
                      <a:pt x="47" y="5"/>
                      <a:pt x="47" y="5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7" name="Freeform 963"/>
              <p:cNvSpPr>
                <a:spLocks noEditPoints="1"/>
              </p:cNvSpPr>
              <p:nvPr userDrawn="1"/>
            </p:nvSpPr>
            <p:spPr bwMode="auto">
              <a:xfrm>
                <a:off x="1328" y="984"/>
                <a:ext cx="170" cy="62"/>
              </a:xfrm>
              <a:custGeom>
                <a:avLst/>
                <a:gdLst>
                  <a:gd name="T0" fmla="*/ 108 w 137"/>
                  <a:gd name="T1" fmla="*/ 50 h 50"/>
                  <a:gd name="T2" fmla="*/ 108 w 137"/>
                  <a:gd name="T3" fmla="*/ 50 h 50"/>
                  <a:gd name="T4" fmla="*/ 2 w 137"/>
                  <a:gd name="T5" fmla="*/ 3 h 50"/>
                  <a:gd name="T6" fmla="*/ 1 w 137"/>
                  <a:gd name="T7" fmla="*/ 1 h 50"/>
                  <a:gd name="T8" fmla="*/ 2 w 137"/>
                  <a:gd name="T9" fmla="*/ 0 h 50"/>
                  <a:gd name="T10" fmla="*/ 135 w 137"/>
                  <a:gd name="T11" fmla="*/ 8 h 50"/>
                  <a:gd name="T12" fmla="*/ 136 w 137"/>
                  <a:gd name="T13" fmla="*/ 9 h 50"/>
                  <a:gd name="T14" fmla="*/ 136 w 137"/>
                  <a:gd name="T15" fmla="*/ 10 h 50"/>
                  <a:gd name="T16" fmla="*/ 110 w 137"/>
                  <a:gd name="T17" fmla="*/ 49 h 50"/>
                  <a:gd name="T18" fmla="*/ 108 w 137"/>
                  <a:gd name="T19" fmla="*/ 50 h 50"/>
                  <a:gd name="T20" fmla="*/ 11 w 137"/>
                  <a:gd name="T21" fmla="*/ 4 h 50"/>
                  <a:gd name="T22" fmla="*/ 108 w 137"/>
                  <a:gd name="T23" fmla="*/ 46 h 50"/>
                  <a:gd name="T24" fmla="*/ 132 w 137"/>
                  <a:gd name="T25" fmla="*/ 11 h 50"/>
                  <a:gd name="T26" fmla="*/ 11 w 137"/>
                  <a:gd name="T27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50">
                    <a:moveTo>
                      <a:pt x="108" y="50"/>
                    </a:moveTo>
                    <a:cubicBezTo>
                      <a:pt x="108" y="50"/>
                      <a:pt x="108" y="50"/>
                      <a:pt x="108" y="50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135" y="8"/>
                      <a:pt x="135" y="8"/>
                      <a:pt x="135" y="8"/>
                    </a:cubicBezTo>
                    <a:cubicBezTo>
                      <a:pt x="135" y="8"/>
                      <a:pt x="136" y="8"/>
                      <a:pt x="136" y="9"/>
                    </a:cubicBezTo>
                    <a:cubicBezTo>
                      <a:pt x="137" y="9"/>
                      <a:pt x="137" y="10"/>
                      <a:pt x="136" y="10"/>
                    </a:cubicBezTo>
                    <a:cubicBezTo>
                      <a:pt x="110" y="49"/>
                      <a:pt x="110" y="49"/>
                      <a:pt x="110" y="49"/>
                    </a:cubicBezTo>
                    <a:cubicBezTo>
                      <a:pt x="109" y="50"/>
                      <a:pt x="109" y="50"/>
                      <a:pt x="108" y="50"/>
                    </a:cubicBezTo>
                    <a:close/>
                    <a:moveTo>
                      <a:pt x="11" y="4"/>
                    </a:moveTo>
                    <a:cubicBezTo>
                      <a:pt x="108" y="46"/>
                      <a:pt x="108" y="46"/>
                      <a:pt x="108" y="46"/>
                    </a:cubicBezTo>
                    <a:cubicBezTo>
                      <a:pt x="132" y="11"/>
                      <a:pt x="132" y="11"/>
                      <a:pt x="132" y="11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8" name="Freeform 964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73" cy="82"/>
              </a:xfrm>
              <a:custGeom>
                <a:avLst/>
                <a:gdLst>
                  <a:gd name="T0" fmla="*/ 1 w 140"/>
                  <a:gd name="T1" fmla="*/ 67 h 67"/>
                  <a:gd name="T2" fmla="*/ 0 w 140"/>
                  <a:gd name="T3" fmla="*/ 66 h 67"/>
                  <a:gd name="T4" fmla="*/ 1 w 140"/>
                  <a:gd name="T5" fmla="*/ 64 h 67"/>
                  <a:gd name="T6" fmla="*/ 113 w 140"/>
                  <a:gd name="T7" fmla="*/ 0 h 67"/>
                  <a:gd name="T8" fmla="*/ 115 w 140"/>
                  <a:gd name="T9" fmla="*/ 0 h 67"/>
                  <a:gd name="T10" fmla="*/ 139 w 140"/>
                  <a:gd name="T11" fmla="*/ 27 h 67"/>
                  <a:gd name="T12" fmla="*/ 140 w 140"/>
                  <a:gd name="T13" fmla="*/ 28 h 67"/>
                  <a:gd name="T14" fmla="*/ 139 w 140"/>
                  <a:gd name="T15" fmla="*/ 29 h 67"/>
                  <a:gd name="T16" fmla="*/ 2 w 140"/>
                  <a:gd name="T17" fmla="*/ 67 h 67"/>
                  <a:gd name="T18" fmla="*/ 1 w 140"/>
                  <a:gd name="T19" fmla="*/ 67 h 67"/>
                  <a:gd name="T20" fmla="*/ 113 w 140"/>
                  <a:gd name="T21" fmla="*/ 3 h 67"/>
                  <a:gd name="T22" fmla="*/ 14 w 140"/>
                  <a:gd name="T23" fmla="*/ 60 h 67"/>
                  <a:gd name="T24" fmla="*/ 135 w 140"/>
                  <a:gd name="T25" fmla="*/ 27 h 67"/>
                  <a:gd name="T26" fmla="*/ 113 w 140"/>
                  <a:gd name="T27" fmla="*/ 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7">
                    <a:moveTo>
                      <a:pt x="1" y="67"/>
                    </a:moveTo>
                    <a:cubicBezTo>
                      <a:pt x="1" y="67"/>
                      <a:pt x="0" y="67"/>
                      <a:pt x="0" y="66"/>
                    </a:cubicBezTo>
                    <a:cubicBezTo>
                      <a:pt x="0" y="65"/>
                      <a:pt x="0" y="64"/>
                      <a:pt x="1" y="64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3" y="0"/>
                      <a:pt x="114" y="0"/>
                      <a:pt x="115" y="0"/>
                    </a:cubicBezTo>
                    <a:cubicBezTo>
                      <a:pt x="139" y="27"/>
                      <a:pt x="139" y="27"/>
                      <a:pt x="139" y="27"/>
                    </a:cubicBezTo>
                    <a:cubicBezTo>
                      <a:pt x="140" y="27"/>
                      <a:pt x="140" y="28"/>
                      <a:pt x="140" y="28"/>
                    </a:cubicBezTo>
                    <a:cubicBezTo>
                      <a:pt x="140" y="29"/>
                      <a:pt x="139" y="29"/>
                      <a:pt x="139" y="29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113" y="3"/>
                    </a:moveTo>
                    <a:cubicBezTo>
                      <a:pt x="14" y="60"/>
                      <a:pt x="14" y="60"/>
                      <a:pt x="14" y="60"/>
                    </a:cubicBezTo>
                    <a:cubicBezTo>
                      <a:pt x="135" y="27"/>
                      <a:pt x="135" y="27"/>
                      <a:pt x="135" y="27"/>
                    </a:cubicBezTo>
                    <a:lnTo>
                      <a:pt x="11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9" name="Freeform 965"/>
              <p:cNvSpPr>
                <a:spLocks noEditPoints="1"/>
              </p:cNvSpPr>
              <p:nvPr userDrawn="1"/>
            </p:nvSpPr>
            <p:spPr bwMode="auto">
              <a:xfrm>
                <a:off x="1323" y="1107"/>
                <a:ext cx="155" cy="81"/>
              </a:xfrm>
              <a:custGeom>
                <a:avLst/>
                <a:gdLst>
                  <a:gd name="T0" fmla="*/ 2 w 125"/>
                  <a:gd name="T1" fmla="*/ 65 h 65"/>
                  <a:gd name="T2" fmla="*/ 1 w 125"/>
                  <a:gd name="T3" fmla="*/ 65 h 65"/>
                  <a:gd name="T4" fmla="*/ 0 w 125"/>
                  <a:gd name="T5" fmla="*/ 63 h 65"/>
                  <a:gd name="T6" fmla="*/ 13 w 125"/>
                  <a:gd name="T7" fmla="*/ 1 h 65"/>
                  <a:gd name="T8" fmla="*/ 14 w 125"/>
                  <a:gd name="T9" fmla="*/ 0 h 65"/>
                  <a:gd name="T10" fmla="*/ 15 w 125"/>
                  <a:gd name="T11" fmla="*/ 0 h 65"/>
                  <a:gd name="T12" fmla="*/ 124 w 125"/>
                  <a:gd name="T13" fmla="*/ 52 h 65"/>
                  <a:gd name="T14" fmla="*/ 125 w 125"/>
                  <a:gd name="T15" fmla="*/ 54 h 65"/>
                  <a:gd name="T16" fmla="*/ 123 w 125"/>
                  <a:gd name="T17" fmla="*/ 55 h 65"/>
                  <a:gd name="T18" fmla="*/ 2 w 125"/>
                  <a:gd name="T19" fmla="*/ 65 h 65"/>
                  <a:gd name="T20" fmla="*/ 16 w 125"/>
                  <a:gd name="T21" fmla="*/ 4 h 65"/>
                  <a:gd name="T22" fmla="*/ 4 w 125"/>
                  <a:gd name="T23" fmla="*/ 62 h 65"/>
                  <a:gd name="T24" fmla="*/ 117 w 125"/>
                  <a:gd name="T25" fmla="*/ 53 h 65"/>
                  <a:gd name="T26" fmla="*/ 16 w 125"/>
                  <a:gd name="T27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65">
                    <a:moveTo>
                      <a:pt x="2" y="65"/>
                    </a:moveTo>
                    <a:cubicBezTo>
                      <a:pt x="2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0"/>
                      <a:pt x="14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24" y="52"/>
                      <a:pt x="124" y="52"/>
                      <a:pt x="124" y="52"/>
                    </a:cubicBezTo>
                    <a:cubicBezTo>
                      <a:pt x="125" y="53"/>
                      <a:pt x="125" y="53"/>
                      <a:pt x="125" y="54"/>
                    </a:cubicBezTo>
                    <a:cubicBezTo>
                      <a:pt x="125" y="55"/>
                      <a:pt x="124" y="55"/>
                      <a:pt x="123" y="5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16" y="4"/>
                    </a:moveTo>
                    <a:cubicBezTo>
                      <a:pt x="4" y="62"/>
                      <a:pt x="4" y="62"/>
                      <a:pt x="4" y="62"/>
                    </a:cubicBezTo>
                    <a:cubicBezTo>
                      <a:pt x="117" y="53"/>
                      <a:pt x="117" y="53"/>
                      <a:pt x="117" y="53"/>
                    </a:cubicBezTo>
                    <a:lnTo>
                      <a:pt x="1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0" name="Freeform 966"/>
              <p:cNvSpPr>
                <a:spLocks noEditPoints="1"/>
              </p:cNvSpPr>
              <p:nvPr userDrawn="1"/>
            </p:nvSpPr>
            <p:spPr bwMode="auto">
              <a:xfrm>
                <a:off x="1160" y="984"/>
                <a:ext cx="173" cy="81"/>
              </a:xfrm>
              <a:custGeom>
                <a:avLst/>
                <a:gdLst>
                  <a:gd name="T0" fmla="*/ 126 w 140"/>
                  <a:gd name="T1" fmla="*/ 66 h 66"/>
                  <a:gd name="T2" fmla="*/ 125 w 140"/>
                  <a:gd name="T3" fmla="*/ 66 h 66"/>
                  <a:gd name="T4" fmla="*/ 1 w 140"/>
                  <a:gd name="T5" fmla="*/ 41 h 66"/>
                  <a:gd name="T6" fmla="*/ 0 w 140"/>
                  <a:gd name="T7" fmla="*/ 39 h 66"/>
                  <a:gd name="T8" fmla="*/ 1 w 140"/>
                  <a:gd name="T9" fmla="*/ 38 h 66"/>
                  <a:gd name="T10" fmla="*/ 138 w 140"/>
                  <a:gd name="T11" fmla="*/ 0 h 66"/>
                  <a:gd name="T12" fmla="*/ 139 w 140"/>
                  <a:gd name="T13" fmla="*/ 1 h 66"/>
                  <a:gd name="T14" fmla="*/ 140 w 140"/>
                  <a:gd name="T15" fmla="*/ 2 h 66"/>
                  <a:gd name="T16" fmla="*/ 127 w 140"/>
                  <a:gd name="T17" fmla="*/ 64 h 66"/>
                  <a:gd name="T18" fmla="*/ 126 w 140"/>
                  <a:gd name="T19" fmla="*/ 66 h 66"/>
                  <a:gd name="T20" fmla="*/ 9 w 140"/>
                  <a:gd name="T21" fmla="*/ 39 h 66"/>
                  <a:gd name="T22" fmla="*/ 124 w 140"/>
                  <a:gd name="T23" fmla="*/ 62 h 66"/>
                  <a:gd name="T24" fmla="*/ 136 w 140"/>
                  <a:gd name="T25" fmla="*/ 4 h 66"/>
                  <a:gd name="T26" fmla="*/ 9 w 140"/>
                  <a:gd name="T27" fmla="*/ 3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6">
                    <a:moveTo>
                      <a:pt x="126" y="66"/>
                    </a:moveTo>
                    <a:cubicBezTo>
                      <a:pt x="125" y="66"/>
                      <a:pt x="125" y="66"/>
                      <a:pt x="125" y="66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39"/>
                    </a:cubicBezTo>
                    <a:cubicBezTo>
                      <a:pt x="0" y="39"/>
                      <a:pt x="0" y="38"/>
                      <a:pt x="1" y="3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0"/>
                      <a:pt x="139" y="0"/>
                      <a:pt x="139" y="1"/>
                    </a:cubicBezTo>
                    <a:cubicBezTo>
                      <a:pt x="140" y="1"/>
                      <a:pt x="140" y="2"/>
                      <a:pt x="140" y="2"/>
                    </a:cubicBezTo>
                    <a:cubicBezTo>
                      <a:pt x="127" y="64"/>
                      <a:pt x="127" y="64"/>
                      <a:pt x="127" y="64"/>
                    </a:cubicBezTo>
                    <a:cubicBezTo>
                      <a:pt x="127" y="65"/>
                      <a:pt x="126" y="66"/>
                      <a:pt x="126" y="66"/>
                    </a:cubicBezTo>
                    <a:close/>
                    <a:moveTo>
                      <a:pt x="9" y="39"/>
                    </a:moveTo>
                    <a:cubicBezTo>
                      <a:pt x="124" y="62"/>
                      <a:pt x="124" y="62"/>
                      <a:pt x="124" y="62"/>
                    </a:cubicBezTo>
                    <a:cubicBezTo>
                      <a:pt x="136" y="4"/>
                      <a:pt x="136" y="4"/>
                      <a:pt x="136" y="4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1" name="Freeform 967"/>
              <p:cNvSpPr>
                <a:spLocks noEditPoints="1"/>
              </p:cNvSpPr>
              <p:nvPr userDrawn="1"/>
            </p:nvSpPr>
            <p:spPr bwMode="auto">
              <a:xfrm>
                <a:off x="1160" y="1030"/>
                <a:ext cx="157" cy="108"/>
              </a:xfrm>
              <a:custGeom>
                <a:avLst/>
                <a:gdLst>
                  <a:gd name="T0" fmla="*/ 46 w 127"/>
                  <a:gd name="T1" fmla="*/ 88 h 88"/>
                  <a:gd name="T2" fmla="*/ 46 w 127"/>
                  <a:gd name="T3" fmla="*/ 88 h 88"/>
                  <a:gd name="T4" fmla="*/ 45 w 127"/>
                  <a:gd name="T5" fmla="*/ 87 h 88"/>
                  <a:gd name="T6" fmla="*/ 0 w 127"/>
                  <a:gd name="T7" fmla="*/ 3 h 88"/>
                  <a:gd name="T8" fmla="*/ 0 w 127"/>
                  <a:gd name="T9" fmla="*/ 1 h 88"/>
                  <a:gd name="T10" fmla="*/ 2 w 127"/>
                  <a:gd name="T11" fmla="*/ 1 h 88"/>
                  <a:gd name="T12" fmla="*/ 126 w 127"/>
                  <a:gd name="T13" fmla="*/ 25 h 88"/>
                  <a:gd name="T14" fmla="*/ 127 w 127"/>
                  <a:gd name="T15" fmla="*/ 27 h 88"/>
                  <a:gd name="T16" fmla="*/ 127 w 127"/>
                  <a:gd name="T17" fmla="*/ 28 h 88"/>
                  <a:gd name="T18" fmla="*/ 47 w 127"/>
                  <a:gd name="T19" fmla="*/ 88 h 88"/>
                  <a:gd name="T20" fmla="*/ 46 w 127"/>
                  <a:gd name="T21" fmla="*/ 88 h 88"/>
                  <a:gd name="T22" fmla="*/ 5 w 127"/>
                  <a:gd name="T23" fmla="*/ 5 h 88"/>
                  <a:gd name="T24" fmla="*/ 47 w 127"/>
                  <a:gd name="T25" fmla="*/ 84 h 88"/>
                  <a:gd name="T26" fmla="*/ 122 w 127"/>
                  <a:gd name="T27" fmla="*/ 28 h 88"/>
                  <a:gd name="T28" fmla="*/ 5 w 127"/>
                  <a:gd name="T29" fmla="*/ 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7" h="88">
                    <a:moveTo>
                      <a:pt x="46" y="88"/>
                    </a:moveTo>
                    <a:cubicBezTo>
                      <a:pt x="46" y="88"/>
                      <a:pt x="46" y="88"/>
                      <a:pt x="46" y="88"/>
                    </a:cubicBezTo>
                    <a:cubicBezTo>
                      <a:pt x="46" y="88"/>
                      <a:pt x="45" y="88"/>
                      <a:pt x="45" y="8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0"/>
                      <a:pt x="2" y="1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7" y="25"/>
                      <a:pt x="127" y="26"/>
                      <a:pt x="127" y="27"/>
                    </a:cubicBezTo>
                    <a:cubicBezTo>
                      <a:pt x="127" y="27"/>
                      <a:pt x="127" y="28"/>
                      <a:pt x="127" y="28"/>
                    </a:cubicBezTo>
                    <a:cubicBezTo>
                      <a:pt x="47" y="88"/>
                      <a:pt x="47" y="88"/>
                      <a:pt x="47" y="88"/>
                    </a:cubicBezTo>
                    <a:lnTo>
                      <a:pt x="46" y="88"/>
                    </a:lnTo>
                    <a:close/>
                    <a:moveTo>
                      <a:pt x="5" y="5"/>
                    </a:moveTo>
                    <a:cubicBezTo>
                      <a:pt x="47" y="84"/>
                      <a:pt x="47" y="84"/>
                      <a:pt x="47" y="84"/>
                    </a:cubicBezTo>
                    <a:cubicBezTo>
                      <a:pt x="122" y="28"/>
                      <a:pt x="122" y="28"/>
                      <a:pt x="122" y="28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2" name="Freeform 968"/>
              <p:cNvSpPr>
                <a:spLocks noEditPoints="1"/>
              </p:cNvSpPr>
              <p:nvPr userDrawn="1"/>
            </p:nvSpPr>
            <p:spPr bwMode="auto">
              <a:xfrm>
                <a:off x="1176" y="1183"/>
                <a:ext cx="154" cy="52"/>
              </a:xfrm>
              <a:custGeom>
                <a:avLst/>
                <a:gdLst>
                  <a:gd name="T0" fmla="*/ 99 w 125"/>
                  <a:gd name="T1" fmla="*/ 42 h 42"/>
                  <a:gd name="T2" fmla="*/ 99 w 125"/>
                  <a:gd name="T3" fmla="*/ 42 h 42"/>
                  <a:gd name="T4" fmla="*/ 1 w 125"/>
                  <a:gd name="T5" fmla="*/ 13 h 42"/>
                  <a:gd name="T6" fmla="*/ 0 w 125"/>
                  <a:gd name="T7" fmla="*/ 12 h 42"/>
                  <a:gd name="T8" fmla="*/ 2 w 125"/>
                  <a:gd name="T9" fmla="*/ 10 h 42"/>
                  <a:gd name="T10" fmla="*/ 123 w 125"/>
                  <a:gd name="T11" fmla="*/ 0 h 42"/>
                  <a:gd name="T12" fmla="*/ 124 w 125"/>
                  <a:gd name="T13" fmla="*/ 1 h 42"/>
                  <a:gd name="T14" fmla="*/ 124 w 125"/>
                  <a:gd name="T15" fmla="*/ 3 h 42"/>
                  <a:gd name="T16" fmla="*/ 101 w 125"/>
                  <a:gd name="T17" fmla="*/ 41 h 42"/>
                  <a:gd name="T18" fmla="*/ 99 w 125"/>
                  <a:gd name="T19" fmla="*/ 42 h 42"/>
                  <a:gd name="T20" fmla="*/ 11 w 125"/>
                  <a:gd name="T21" fmla="*/ 13 h 42"/>
                  <a:gd name="T22" fmla="*/ 99 w 125"/>
                  <a:gd name="T23" fmla="*/ 39 h 42"/>
                  <a:gd name="T24" fmla="*/ 120 w 125"/>
                  <a:gd name="T25" fmla="*/ 4 h 42"/>
                  <a:gd name="T26" fmla="*/ 11 w 125"/>
                  <a:gd name="T27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2">
                    <a:moveTo>
                      <a:pt x="99" y="42"/>
                    </a:moveTo>
                    <a:cubicBezTo>
                      <a:pt x="99" y="42"/>
                      <a:pt x="99" y="42"/>
                      <a:pt x="99" y="4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2"/>
                      <a:pt x="0" y="12"/>
                    </a:cubicBezTo>
                    <a:cubicBezTo>
                      <a:pt x="0" y="11"/>
                      <a:pt x="1" y="10"/>
                      <a:pt x="2" y="1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4" y="3"/>
                    </a:cubicBezTo>
                    <a:cubicBezTo>
                      <a:pt x="101" y="41"/>
                      <a:pt x="101" y="41"/>
                      <a:pt x="101" y="41"/>
                    </a:cubicBezTo>
                    <a:cubicBezTo>
                      <a:pt x="100" y="42"/>
                      <a:pt x="100" y="42"/>
                      <a:pt x="99" y="42"/>
                    </a:cubicBezTo>
                    <a:close/>
                    <a:moveTo>
                      <a:pt x="11" y="13"/>
                    </a:moveTo>
                    <a:cubicBezTo>
                      <a:pt x="99" y="39"/>
                      <a:pt x="99" y="39"/>
                      <a:pt x="99" y="39"/>
                    </a:cubicBezTo>
                    <a:cubicBezTo>
                      <a:pt x="120" y="4"/>
                      <a:pt x="120" y="4"/>
                      <a:pt x="120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3" name="Freeform 969"/>
              <p:cNvSpPr>
                <a:spLocks noEditPoints="1"/>
              </p:cNvSpPr>
              <p:nvPr userDrawn="1"/>
            </p:nvSpPr>
            <p:spPr bwMode="auto">
              <a:xfrm>
                <a:off x="1327" y="1181"/>
                <a:ext cx="126" cy="115"/>
              </a:xfrm>
              <a:custGeom>
                <a:avLst/>
                <a:gdLst>
                  <a:gd name="T0" fmla="*/ 100 w 102"/>
                  <a:gd name="T1" fmla="*/ 93 h 93"/>
                  <a:gd name="T2" fmla="*/ 99 w 102"/>
                  <a:gd name="T3" fmla="*/ 92 h 93"/>
                  <a:gd name="T4" fmla="*/ 1 w 102"/>
                  <a:gd name="T5" fmla="*/ 3 h 93"/>
                  <a:gd name="T6" fmla="*/ 0 w 102"/>
                  <a:gd name="T7" fmla="*/ 1 h 93"/>
                  <a:gd name="T8" fmla="*/ 2 w 102"/>
                  <a:gd name="T9" fmla="*/ 0 h 93"/>
                  <a:gd name="T10" fmla="*/ 100 w 102"/>
                  <a:gd name="T11" fmla="*/ 29 h 93"/>
                  <a:gd name="T12" fmla="*/ 101 w 102"/>
                  <a:gd name="T13" fmla="*/ 30 h 93"/>
                  <a:gd name="T14" fmla="*/ 102 w 102"/>
                  <a:gd name="T15" fmla="*/ 91 h 93"/>
                  <a:gd name="T16" fmla="*/ 101 w 102"/>
                  <a:gd name="T17" fmla="*/ 93 h 93"/>
                  <a:gd name="T18" fmla="*/ 100 w 102"/>
                  <a:gd name="T19" fmla="*/ 93 h 93"/>
                  <a:gd name="T20" fmla="*/ 8 w 102"/>
                  <a:gd name="T21" fmla="*/ 6 h 93"/>
                  <a:gd name="T22" fmla="*/ 99 w 102"/>
                  <a:gd name="T23" fmla="*/ 87 h 93"/>
                  <a:gd name="T24" fmla="*/ 98 w 102"/>
                  <a:gd name="T25" fmla="*/ 32 h 93"/>
                  <a:gd name="T26" fmla="*/ 8 w 102"/>
                  <a:gd name="T27" fmla="*/ 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93">
                    <a:moveTo>
                      <a:pt x="100" y="93"/>
                    </a:moveTo>
                    <a:cubicBezTo>
                      <a:pt x="100" y="93"/>
                      <a:pt x="100" y="93"/>
                      <a:pt x="99" y="9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00" y="29"/>
                      <a:pt x="100" y="29"/>
                      <a:pt x="100" y="29"/>
                    </a:cubicBezTo>
                    <a:cubicBezTo>
                      <a:pt x="100" y="29"/>
                      <a:pt x="101" y="30"/>
                      <a:pt x="101" y="30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2" y="92"/>
                      <a:pt x="102" y="92"/>
                      <a:pt x="101" y="93"/>
                    </a:cubicBezTo>
                    <a:lnTo>
                      <a:pt x="100" y="93"/>
                    </a:lnTo>
                    <a:close/>
                    <a:moveTo>
                      <a:pt x="8" y="6"/>
                    </a:moveTo>
                    <a:cubicBezTo>
                      <a:pt x="99" y="87"/>
                      <a:pt x="99" y="87"/>
                      <a:pt x="99" y="87"/>
                    </a:cubicBezTo>
                    <a:cubicBezTo>
                      <a:pt x="98" y="32"/>
                      <a:pt x="98" y="32"/>
                      <a:pt x="98" y="32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4" name="Freeform 970"/>
              <p:cNvSpPr>
                <a:spLocks noEditPoints="1"/>
              </p:cNvSpPr>
              <p:nvPr userDrawn="1"/>
            </p:nvSpPr>
            <p:spPr bwMode="auto">
              <a:xfrm>
                <a:off x="3111" y="1151"/>
                <a:ext cx="62" cy="80"/>
              </a:xfrm>
              <a:custGeom>
                <a:avLst/>
                <a:gdLst>
                  <a:gd name="T0" fmla="*/ 48 w 50"/>
                  <a:gd name="T1" fmla="*/ 65 h 65"/>
                  <a:gd name="T2" fmla="*/ 47 w 50"/>
                  <a:gd name="T3" fmla="*/ 65 h 65"/>
                  <a:gd name="T4" fmla="*/ 1 w 50"/>
                  <a:gd name="T5" fmla="*/ 43 h 65"/>
                  <a:gd name="T6" fmla="*/ 0 w 50"/>
                  <a:gd name="T7" fmla="*/ 42 h 65"/>
                  <a:gd name="T8" fmla="*/ 0 w 50"/>
                  <a:gd name="T9" fmla="*/ 41 h 65"/>
                  <a:gd name="T10" fmla="*/ 36 w 50"/>
                  <a:gd name="T11" fmla="*/ 1 h 65"/>
                  <a:gd name="T12" fmla="*/ 38 w 50"/>
                  <a:gd name="T13" fmla="*/ 0 h 65"/>
                  <a:gd name="T14" fmla="*/ 39 w 50"/>
                  <a:gd name="T15" fmla="*/ 1 h 65"/>
                  <a:gd name="T16" fmla="*/ 49 w 50"/>
                  <a:gd name="T17" fmla="*/ 63 h 65"/>
                  <a:gd name="T18" fmla="*/ 49 w 50"/>
                  <a:gd name="T19" fmla="*/ 65 h 65"/>
                  <a:gd name="T20" fmla="*/ 48 w 50"/>
                  <a:gd name="T21" fmla="*/ 65 h 65"/>
                  <a:gd name="T22" fmla="*/ 4 w 50"/>
                  <a:gd name="T23" fmla="*/ 41 h 65"/>
                  <a:gd name="T24" fmla="*/ 46 w 50"/>
                  <a:gd name="T25" fmla="*/ 60 h 65"/>
                  <a:gd name="T26" fmla="*/ 36 w 50"/>
                  <a:gd name="T27" fmla="*/ 5 h 65"/>
                  <a:gd name="T28" fmla="*/ 4 w 50"/>
                  <a:gd name="T29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" h="65">
                    <a:moveTo>
                      <a:pt x="48" y="65"/>
                    </a:moveTo>
                    <a:cubicBezTo>
                      <a:pt x="47" y="65"/>
                      <a:pt x="47" y="65"/>
                      <a:pt x="47" y="6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3"/>
                      <a:pt x="0" y="42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7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1"/>
                    </a:cubicBezTo>
                    <a:cubicBezTo>
                      <a:pt x="49" y="63"/>
                      <a:pt x="49" y="63"/>
                      <a:pt x="49" y="63"/>
                    </a:cubicBezTo>
                    <a:cubicBezTo>
                      <a:pt x="50" y="64"/>
                      <a:pt x="49" y="64"/>
                      <a:pt x="49" y="65"/>
                    </a:cubicBezTo>
                    <a:lnTo>
                      <a:pt x="48" y="65"/>
                    </a:lnTo>
                    <a:close/>
                    <a:moveTo>
                      <a:pt x="4" y="41"/>
                    </a:moveTo>
                    <a:cubicBezTo>
                      <a:pt x="46" y="60"/>
                      <a:pt x="46" y="60"/>
                      <a:pt x="46" y="60"/>
                    </a:cubicBezTo>
                    <a:cubicBezTo>
                      <a:pt x="36" y="5"/>
                      <a:pt x="36" y="5"/>
                      <a:pt x="36" y="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5" name="Freeform 971"/>
              <p:cNvSpPr>
                <a:spLocks noEditPoints="1"/>
              </p:cNvSpPr>
              <p:nvPr userDrawn="1"/>
            </p:nvSpPr>
            <p:spPr bwMode="auto">
              <a:xfrm>
                <a:off x="3241" y="1151"/>
                <a:ext cx="36" cy="80"/>
              </a:xfrm>
              <a:custGeom>
                <a:avLst/>
                <a:gdLst>
                  <a:gd name="T0" fmla="*/ 27 w 29"/>
                  <a:gd name="T1" fmla="*/ 65 h 65"/>
                  <a:gd name="T2" fmla="*/ 2 w 29"/>
                  <a:gd name="T3" fmla="*/ 65 h 65"/>
                  <a:gd name="T4" fmla="*/ 0 w 29"/>
                  <a:gd name="T5" fmla="*/ 64 h 65"/>
                  <a:gd name="T6" fmla="*/ 0 w 29"/>
                  <a:gd name="T7" fmla="*/ 63 h 65"/>
                  <a:gd name="T8" fmla="*/ 20 w 29"/>
                  <a:gd name="T9" fmla="*/ 1 h 65"/>
                  <a:gd name="T10" fmla="*/ 21 w 29"/>
                  <a:gd name="T11" fmla="*/ 0 h 65"/>
                  <a:gd name="T12" fmla="*/ 23 w 29"/>
                  <a:gd name="T13" fmla="*/ 2 h 65"/>
                  <a:gd name="T14" fmla="*/ 29 w 29"/>
                  <a:gd name="T15" fmla="*/ 63 h 65"/>
                  <a:gd name="T16" fmla="*/ 28 w 29"/>
                  <a:gd name="T17" fmla="*/ 65 h 65"/>
                  <a:gd name="T18" fmla="*/ 27 w 29"/>
                  <a:gd name="T19" fmla="*/ 65 h 65"/>
                  <a:gd name="T20" fmla="*/ 4 w 29"/>
                  <a:gd name="T21" fmla="*/ 62 h 65"/>
                  <a:gd name="T22" fmla="*/ 25 w 29"/>
                  <a:gd name="T23" fmla="*/ 62 h 65"/>
                  <a:gd name="T24" fmla="*/ 20 w 29"/>
                  <a:gd name="T25" fmla="*/ 10 h 65"/>
                  <a:gd name="T26" fmla="*/ 4 w 29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65">
                    <a:moveTo>
                      <a:pt x="27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1" y="65"/>
                      <a:pt x="0" y="64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1"/>
                      <a:pt x="23" y="2"/>
                    </a:cubicBezTo>
                    <a:cubicBezTo>
                      <a:pt x="29" y="63"/>
                      <a:pt x="29" y="63"/>
                      <a:pt x="29" y="63"/>
                    </a:cubicBezTo>
                    <a:cubicBezTo>
                      <a:pt x="29" y="64"/>
                      <a:pt x="29" y="64"/>
                      <a:pt x="28" y="65"/>
                    </a:cubicBezTo>
                    <a:cubicBezTo>
                      <a:pt x="28" y="65"/>
                      <a:pt x="28" y="65"/>
                      <a:pt x="27" y="65"/>
                    </a:cubicBezTo>
                    <a:close/>
                    <a:moveTo>
                      <a:pt x="4" y="62"/>
                    </a:moveTo>
                    <a:cubicBezTo>
                      <a:pt x="25" y="62"/>
                      <a:pt x="25" y="62"/>
                      <a:pt x="25" y="62"/>
                    </a:cubicBezTo>
                    <a:cubicBezTo>
                      <a:pt x="20" y="10"/>
                      <a:pt x="20" y="10"/>
                      <a:pt x="20" y="10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6" name="Freeform 972"/>
              <p:cNvSpPr>
                <a:spLocks noEditPoints="1"/>
              </p:cNvSpPr>
              <p:nvPr userDrawn="1"/>
            </p:nvSpPr>
            <p:spPr bwMode="auto">
              <a:xfrm>
                <a:off x="3193" y="1281"/>
                <a:ext cx="79" cy="115"/>
              </a:xfrm>
              <a:custGeom>
                <a:avLst/>
                <a:gdLst>
                  <a:gd name="T0" fmla="*/ 29 w 64"/>
                  <a:gd name="T1" fmla="*/ 93 h 93"/>
                  <a:gd name="T2" fmla="*/ 29 w 64"/>
                  <a:gd name="T3" fmla="*/ 93 h 93"/>
                  <a:gd name="T4" fmla="*/ 27 w 64"/>
                  <a:gd name="T5" fmla="*/ 92 h 93"/>
                  <a:gd name="T6" fmla="*/ 0 w 64"/>
                  <a:gd name="T7" fmla="*/ 2 h 93"/>
                  <a:gd name="T8" fmla="*/ 0 w 64"/>
                  <a:gd name="T9" fmla="*/ 0 h 93"/>
                  <a:gd name="T10" fmla="*/ 2 w 64"/>
                  <a:gd name="T11" fmla="*/ 0 h 93"/>
                  <a:gd name="T12" fmla="*/ 63 w 64"/>
                  <a:gd name="T13" fmla="*/ 14 h 93"/>
                  <a:gd name="T14" fmla="*/ 64 w 64"/>
                  <a:gd name="T15" fmla="*/ 14 h 93"/>
                  <a:gd name="T16" fmla="*/ 64 w 64"/>
                  <a:gd name="T17" fmla="*/ 16 h 93"/>
                  <a:gd name="T18" fmla="*/ 30 w 64"/>
                  <a:gd name="T19" fmla="*/ 92 h 93"/>
                  <a:gd name="T20" fmla="*/ 29 w 64"/>
                  <a:gd name="T21" fmla="*/ 93 h 93"/>
                  <a:gd name="T22" fmla="*/ 4 w 64"/>
                  <a:gd name="T23" fmla="*/ 4 h 93"/>
                  <a:gd name="T24" fmla="*/ 29 w 64"/>
                  <a:gd name="T25" fmla="*/ 86 h 93"/>
                  <a:gd name="T26" fmla="*/ 60 w 64"/>
                  <a:gd name="T27" fmla="*/ 16 h 93"/>
                  <a:gd name="T28" fmla="*/ 4 w 64"/>
                  <a:gd name="T29" fmla="*/ 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93">
                    <a:moveTo>
                      <a:pt x="29" y="93"/>
                    </a:moveTo>
                    <a:cubicBezTo>
                      <a:pt x="29" y="93"/>
                      <a:pt x="29" y="93"/>
                      <a:pt x="29" y="93"/>
                    </a:cubicBezTo>
                    <a:cubicBezTo>
                      <a:pt x="28" y="93"/>
                      <a:pt x="27" y="92"/>
                      <a:pt x="27" y="9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4"/>
                      <a:pt x="64" y="14"/>
                      <a:pt x="64" y="14"/>
                    </a:cubicBezTo>
                    <a:cubicBezTo>
                      <a:pt x="64" y="15"/>
                      <a:pt x="64" y="15"/>
                      <a:pt x="64" y="16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2"/>
                      <a:pt x="30" y="93"/>
                      <a:pt x="29" y="93"/>
                    </a:cubicBezTo>
                    <a:close/>
                    <a:moveTo>
                      <a:pt x="4" y="4"/>
                    </a:moveTo>
                    <a:cubicBezTo>
                      <a:pt x="29" y="86"/>
                      <a:pt x="29" y="86"/>
                      <a:pt x="29" y="86"/>
                    </a:cubicBezTo>
                    <a:cubicBezTo>
                      <a:pt x="60" y="16"/>
                      <a:pt x="60" y="16"/>
                      <a:pt x="60" y="16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7" name="Freeform 973"/>
              <p:cNvSpPr>
                <a:spLocks noEditPoints="1"/>
              </p:cNvSpPr>
              <p:nvPr userDrawn="1"/>
            </p:nvSpPr>
            <p:spPr bwMode="auto">
              <a:xfrm>
                <a:off x="3058" y="1200"/>
                <a:ext cx="77" cy="196"/>
              </a:xfrm>
              <a:custGeom>
                <a:avLst/>
                <a:gdLst>
                  <a:gd name="T0" fmla="*/ 2 w 62"/>
                  <a:gd name="T1" fmla="*/ 158 h 158"/>
                  <a:gd name="T2" fmla="*/ 1 w 62"/>
                  <a:gd name="T3" fmla="*/ 158 h 158"/>
                  <a:gd name="T4" fmla="*/ 1 w 62"/>
                  <a:gd name="T5" fmla="*/ 156 h 158"/>
                  <a:gd name="T6" fmla="*/ 43 w 62"/>
                  <a:gd name="T7" fmla="*/ 1 h 158"/>
                  <a:gd name="T8" fmla="*/ 45 w 62"/>
                  <a:gd name="T9" fmla="*/ 0 h 158"/>
                  <a:gd name="T10" fmla="*/ 46 w 62"/>
                  <a:gd name="T11" fmla="*/ 2 h 158"/>
                  <a:gd name="T12" fmla="*/ 62 w 62"/>
                  <a:gd name="T13" fmla="*/ 116 h 158"/>
                  <a:gd name="T14" fmla="*/ 61 w 62"/>
                  <a:gd name="T15" fmla="*/ 118 h 158"/>
                  <a:gd name="T16" fmla="*/ 3 w 62"/>
                  <a:gd name="T17" fmla="*/ 158 h 158"/>
                  <a:gd name="T18" fmla="*/ 2 w 62"/>
                  <a:gd name="T19" fmla="*/ 158 h 158"/>
                  <a:gd name="T20" fmla="*/ 44 w 62"/>
                  <a:gd name="T21" fmla="*/ 10 h 158"/>
                  <a:gd name="T22" fmla="*/ 5 w 62"/>
                  <a:gd name="T23" fmla="*/ 152 h 158"/>
                  <a:gd name="T24" fmla="*/ 58 w 62"/>
                  <a:gd name="T25" fmla="*/ 116 h 158"/>
                  <a:gd name="T26" fmla="*/ 44 w 62"/>
                  <a:gd name="T27" fmla="*/ 1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58">
                    <a:moveTo>
                      <a:pt x="2" y="158"/>
                    </a:moveTo>
                    <a:cubicBezTo>
                      <a:pt x="1" y="158"/>
                      <a:pt x="1" y="158"/>
                      <a:pt x="1" y="158"/>
                    </a:cubicBezTo>
                    <a:cubicBezTo>
                      <a:pt x="1" y="157"/>
                      <a:pt x="0" y="156"/>
                      <a:pt x="1" y="156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4" y="0"/>
                      <a:pt x="45" y="0"/>
                    </a:cubicBezTo>
                    <a:cubicBezTo>
                      <a:pt x="45" y="0"/>
                      <a:pt x="46" y="1"/>
                      <a:pt x="46" y="2"/>
                    </a:cubicBezTo>
                    <a:cubicBezTo>
                      <a:pt x="62" y="116"/>
                      <a:pt x="62" y="116"/>
                      <a:pt x="62" y="116"/>
                    </a:cubicBezTo>
                    <a:cubicBezTo>
                      <a:pt x="62" y="117"/>
                      <a:pt x="62" y="118"/>
                      <a:pt x="61" y="118"/>
                    </a:cubicBezTo>
                    <a:cubicBezTo>
                      <a:pt x="3" y="158"/>
                      <a:pt x="3" y="158"/>
                      <a:pt x="3" y="158"/>
                    </a:cubicBezTo>
                    <a:lnTo>
                      <a:pt x="2" y="158"/>
                    </a:lnTo>
                    <a:close/>
                    <a:moveTo>
                      <a:pt x="44" y="10"/>
                    </a:moveTo>
                    <a:cubicBezTo>
                      <a:pt x="5" y="152"/>
                      <a:pt x="5" y="152"/>
                      <a:pt x="5" y="152"/>
                    </a:cubicBezTo>
                    <a:cubicBezTo>
                      <a:pt x="58" y="116"/>
                      <a:pt x="58" y="116"/>
                      <a:pt x="58" y="116"/>
                    </a:cubicBezTo>
                    <a:lnTo>
                      <a:pt x="4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8" name="Freeform 974"/>
              <p:cNvSpPr>
                <a:spLocks noEditPoints="1"/>
              </p:cNvSpPr>
              <p:nvPr userDrawn="1"/>
            </p:nvSpPr>
            <p:spPr bwMode="auto">
              <a:xfrm>
                <a:off x="2351" y="1379"/>
                <a:ext cx="202" cy="107"/>
              </a:xfrm>
              <a:custGeom>
                <a:avLst/>
                <a:gdLst>
                  <a:gd name="T0" fmla="*/ 2 w 163"/>
                  <a:gd name="T1" fmla="*/ 87 h 87"/>
                  <a:gd name="T2" fmla="*/ 1 w 163"/>
                  <a:gd name="T3" fmla="*/ 86 h 87"/>
                  <a:gd name="T4" fmla="*/ 1 w 163"/>
                  <a:gd name="T5" fmla="*/ 85 h 87"/>
                  <a:gd name="T6" fmla="*/ 90 w 163"/>
                  <a:gd name="T7" fmla="*/ 0 h 87"/>
                  <a:gd name="T8" fmla="*/ 92 w 163"/>
                  <a:gd name="T9" fmla="*/ 0 h 87"/>
                  <a:gd name="T10" fmla="*/ 163 w 163"/>
                  <a:gd name="T11" fmla="*/ 60 h 87"/>
                  <a:gd name="T12" fmla="*/ 163 w 163"/>
                  <a:gd name="T13" fmla="*/ 62 h 87"/>
                  <a:gd name="T14" fmla="*/ 162 w 163"/>
                  <a:gd name="T15" fmla="*/ 63 h 87"/>
                  <a:gd name="T16" fmla="*/ 2 w 163"/>
                  <a:gd name="T17" fmla="*/ 87 h 87"/>
                  <a:gd name="T18" fmla="*/ 91 w 163"/>
                  <a:gd name="T19" fmla="*/ 4 h 87"/>
                  <a:gd name="T20" fmla="*/ 7 w 163"/>
                  <a:gd name="T21" fmla="*/ 83 h 87"/>
                  <a:gd name="T22" fmla="*/ 158 w 163"/>
                  <a:gd name="T23" fmla="*/ 61 h 87"/>
                  <a:gd name="T24" fmla="*/ 91 w 163"/>
                  <a:gd name="T25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87">
                    <a:moveTo>
                      <a:pt x="2" y="87"/>
                    </a:moveTo>
                    <a:cubicBezTo>
                      <a:pt x="2" y="87"/>
                      <a:pt x="1" y="87"/>
                      <a:pt x="1" y="86"/>
                    </a:cubicBezTo>
                    <a:cubicBezTo>
                      <a:pt x="0" y="86"/>
                      <a:pt x="1" y="85"/>
                      <a:pt x="1" y="85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2" y="0"/>
                      <a:pt x="92" y="0"/>
                    </a:cubicBezTo>
                    <a:cubicBezTo>
                      <a:pt x="163" y="60"/>
                      <a:pt x="163" y="60"/>
                      <a:pt x="163" y="60"/>
                    </a:cubicBezTo>
                    <a:cubicBezTo>
                      <a:pt x="163" y="61"/>
                      <a:pt x="163" y="61"/>
                      <a:pt x="163" y="62"/>
                    </a:cubicBezTo>
                    <a:cubicBezTo>
                      <a:pt x="163" y="63"/>
                      <a:pt x="162" y="63"/>
                      <a:pt x="162" y="63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91" y="4"/>
                    </a:moveTo>
                    <a:cubicBezTo>
                      <a:pt x="7" y="83"/>
                      <a:pt x="7" y="83"/>
                      <a:pt x="7" y="83"/>
                    </a:cubicBezTo>
                    <a:cubicBezTo>
                      <a:pt x="158" y="61"/>
                      <a:pt x="158" y="61"/>
                      <a:pt x="158" y="61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9" name="Freeform 975"/>
              <p:cNvSpPr>
                <a:spLocks noEditPoints="1"/>
              </p:cNvSpPr>
              <p:nvPr userDrawn="1"/>
            </p:nvSpPr>
            <p:spPr bwMode="auto">
              <a:xfrm>
                <a:off x="2905" y="1332"/>
                <a:ext cx="158" cy="79"/>
              </a:xfrm>
              <a:custGeom>
                <a:avLst/>
                <a:gdLst>
                  <a:gd name="T0" fmla="*/ 2 w 128"/>
                  <a:gd name="T1" fmla="*/ 64 h 64"/>
                  <a:gd name="T2" fmla="*/ 0 w 128"/>
                  <a:gd name="T3" fmla="*/ 63 h 64"/>
                  <a:gd name="T4" fmla="*/ 0 w 128"/>
                  <a:gd name="T5" fmla="*/ 62 h 64"/>
                  <a:gd name="T6" fmla="*/ 2 w 128"/>
                  <a:gd name="T7" fmla="*/ 2 h 64"/>
                  <a:gd name="T8" fmla="*/ 2 w 128"/>
                  <a:gd name="T9" fmla="*/ 0 h 64"/>
                  <a:gd name="T10" fmla="*/ 4 w 128"/>
                  <a:gd name="T11" fmla="*/ 0 h 64"/>
                  <a:gd name="T12" fmla="*/ 127 w 128"/>
                  <a:gd name="T13" fmla="*/ 49 h 64"/>
                  <a:gd name="T14" fmla="*/ 128 w 128"/>
                  <a:gd name="T15" fmla="*/ 50 h 64"/>
                  <a:gd name="T16" fmla="*/ 126 w 128"/>
                  <a:gd name="T17" fmla="*/ 52 h 64"/>
                  <a:gd name="T18" fmla="*/ 2 w 128"/>
                  <a:gd name="T19" fmla="*/ 64 h 64"/>
                  <a:gd name="T20" fmla="*/ 5 w 128"/>
                  <a:gd name="T21" fmla="*/ 4 h 64"/>
                  <a:gd name="T22" fmla="*/ 3 w 128"/>
                  <a:gd name="T23" fmla="*/ 60 h 64"/>
                  <a:gd name="T24" fmla="*/ 119 w 128"/>
                  <a:gd name="T25" fmla="*/ 49 h 64"/>
                  <a:gd name="T26" fmla="*/ 5 w 128"/>
                  <a:gd name="T27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3"/>
                      <a:pt x="0" y="6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127" y="49"/>
                      <a:pt x="127" y="49"/>
                      <a:pt x="127" y="49"/>
                    </a:cubicBezTo>
                    <a:cubicBezTo>
                      <a:pt x="127" y="49"/>
                      <a:pt x="128" y="50"/>
                      <a:pt x="128" y="50"/>
                    </a:cubicBezTo>
                    <a:cubicBezTo>
                      <a:pt x="128" y="51"/>
                      <a:pt x="127" y="52"/>
                      <a:pt x="126" y="52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" y="4"/>
                    </a:moveTo>
                    <a:cubicBezTo>
                      <a:pt x="3" y="60"/>
                      <a:pt x="3" y="60"/>
                      <a:pt x="3" y="60"/>
                    </a:cubicBezTo>
                    <a:cubicBezTo>
                      <a:pt x="119" y="49"/>
                      <a:pt x="119" y="49"/>
                      <a:pt x="119" y="49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0" name="Freeform 976"/>
              <p:cNvSpPr>
                <a:spLocks noEditPoints="1"/>
              </p:cNvSpPr>
              <p:nvPr userDrawn="1"/>
            </p:nvSpPr>
            <p:spPr bwMode="auto">
              <a:xfrm>
                <a:off x="2735" y="1379"/>
                <a:ext cx="209" cy="78"/>
              </a:xfrm>
              <a:custGeom>
                <a:avLst/>
                <a:gdLst>
                  <a:gd name="T0" fmla="*/ 1 w 169"/>
                  <a:gd name="T1" fmla="*/ 63 h 63"/>
                  <a:gd name="T2" fmla="*/ 0 w 169"/>
                  <a:gd name="T3" fmla="*/ 62 h 63"/>
                  <a:gd name="T4" fmla="*/ 0 w 169"/>
                  <a:gd name="T5" fmla="*/ 60 h 63"/>
                  <a:gd name="T6" fmla="*/ 69 w 169"/>
                  <a:gd name="T7" fmla="*/ 0 h 63"/>
                  <a:gd name="T8" fmla="*/ 71 w 169"/>
                  <a:gd name="T9" fmla="*/ 0 h 63"/>
                  <a:gd name="T10" fmla="*/ 168 w 169"/>
                  <a:gd name="T11" fmla="*/ 55 h 63"/>
                  <a:gd name="T12" fmla="*/ 168 w 169"/>
                  <a:gd name="T13" fmla="*/ 57 h 63"/>
                  <a:gd name="T14" fmla="*/ 167 w 169"/>
                  <a:gd name="T15" fmla="*/ 58 h 63"/>
                  <a:gd name="T16" fmla="*/ 1 w 169"/>
                  <a:gd name="T17" fmla="*/ 63 h 63"/>
                  <a:gd name="T18" fmla="*/ 70 w 169"/>
                  <a:gd name="T19" fmla="*/ 4 h 63"/>
                  <a:gd name="T20" fmla="*/ 6 w 169"/>
                  <a:gd name="T21" fmla="*/ 60 h 63"/>
                  <a:gd name="T22" fmla="*/ 161 w 169"/>
                  <a:gd name="T23" fmla="*/ 55 h 63"/>
                  <a:gd name="T24" fmla="*/ 70 w 169"/>
                  <a:gd name="T25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63">
                    <a:moveTo>
                      <a:pt x="1" y="63"/>
                    </a:moveTo>
                    <a:cubicBezTo>
                      <a:pt x="1" y="63"/>
                      <a:pt x="0" y="63"/>
                      <a:pt x="0" y="62"/>
                    </a:cubicBezTo>
                    <a:cubicBezTo>
                      <a:pt x="0" y="62"/>
                      <a:pt x="0" y="61"/>
                      <a:pt x="0" y="6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70" y="0"/>
                      <a:pt x="71" y="0"/>
                    </a:cubicBezTo>
                    <a:cubicBezTo>
                      <a:pt x="168" y="55"/>
                      <a:pt x="168" y="55"/>
                      <a:pt x="168" y="55"/>
                    </a:cubicBezTo>
                    <a:cubicBezTo>
                      <a:pt x="168" y="56"/>
                      <a:pt x="169" y="56"/>
                      <a:pt x="168" y="57"/>
                    </a:cubicBezTo>
                    <a:cubicBezTo>
                      <a:pt x="168" y="58"/>
                      <a:pt x="167" y="58"/>
                      <a:pt x="167" y="58"/>
                    </a:cubicBezTo>
                    <a:cubicBezTo>
                      <a:pt x="1" y="63"/>
                      <a:pt x="1" y="63"/>
                      <a:pt x="1" y="63"/>
                    </a:cubicBezTo>
                    <a:close/>
                    <a:moveTo>
                      <a:pt x="70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61" y="55"/>
                      <a:pt x="161" y="55"/>
                      <a:pt x="161" y="55"/>
                    </a:cubicBezTo>
                    <a:lnTo>
                      <a:pt x="7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1" name="Freeform 977"/>
              <p:cNvSpPr>
                <a:spLocks noEditPoints="1"/>
              </p:cNvSpPr>
              <p:nvPr userDrawn="1"/>
            </p:nvSpPr>
            <p:spPr bwMode="auto">
              <a:xfrm>
                <a:off x="2196" y="1120"/>
                <a:ext cx="146" cy="130"/>
              </a:xfrm>
              <a:custGeom>
                <a:avLst/>
                <a:gdLst>
                  <a:gd name="T0" fmla="*/ 97 w 118"/>
                  <a:gd name="T1" fmla="*/ 105 h 105"/>
                  <a:gd name="T2" fmla="*/ 96 w 118"/>
                  <a:gd name="T3" fmla="*/ 104 h 105"/>
                  <a:gd name="T4" fmla="*/ 0 w 118"/>
                  <a:gd name="T5" fmla="*/ 3 h 105"/>
                  <a:gd name="T6" fmla="*/ 0 w 118"/>
                  <a:gd name="T7" fmla="*/ 1 h 105"/>
                  <a:gd name="T8" fmla="*/ 2 w 118"/>
                  <a:gd name="T9" fmla="*/ 0 h 105"/>
                  <a:gd name="T10" fmla="*/ 116 w 118"/>
                  <a:gd name="T11" fmla="*/ 43 h 105"/>
                  <a:gd name="T12" fmla="*/ 117 w 118"/>
                  <a:gd name="T13" fmla="*/ 45 h 105"/>
                  <a:gd name="T14" fmla="*/ 99 w 118"/>
                  <a:gd name="T15" fmla="*/ 103 h 105"/>
                  <a:gd name="T16" fmla="*/ 97 w 118"/>
                  <a:gd name="T17" fmla="*/ 105 h 105"/>
                  <a:gd name="T18" fmla="*/ 8 w 118"/>
                  <a:gd name="T19" fmla="*/ 6 h 105"/>
                  <a:gd name="T20" fmla="*/ 96 w 118"/>
                  <a:gd name="T21" fmla="*/ 100 h 105"/>
                  <a:gd name="T22" fmla="*/ 114 w 118"/>
                  <a:gd name="T23" fmla="*/ 46 h 105"/>
                  <a:gd name="T24" fmla="*/ 8 w 118"/>
                  <a:gd name="T25" fmla="*/ 6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8" h="105">
                    <a:moveTo>
                      <a:pt x="97" y="105"/>
                    </a:moveTo>
                    <a:cubicBezTo>
                      <a:pt x="97" y="105"/>
                      <a:pt x="96" y="104"/>
                      <a:pt x="96" y="10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7" y="43"/>
                      <a:pt x="118" y="44"/>
                      <a:pt x="117" y="45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8" y="104"/>
                      <a:pt x="98" y="104"/>
                      <a:pt x="97" y="105"/>
                    </a:cubicBezTo>
                    <a:close/>
                    <a:moveTo>
                      <a:pt x="8" y="6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114" y="46"/>
                      <a:pt x="114" y="46"/>
                      <a:pt x="114" y="4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2" name="Freeform 978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109" cy="115"/>
              </a:xfrm>
              <a:custGeom>
                <a:avLst/>
                <a:gdLst>
                  <a:gd name="T0" fmla="*/ 86 w 88"/>
                  <a:gd name="T1" fmla="*/ 93 h 93"/>
                  <a:gd name="T2" fmla="*/ 85 w 88"/>
                  <a:gd name="T3" fmla="*/ 92 h 93"/>
                  <a:gd name="T4" fmla="*/ 0 w 88"/>
                  <a:gd name="T5" fmla="*/ 3 h 93"/>
                  <a:gd name="T6" fmla="*/ 0 w 88"/>
                  <a:gd name="T7" fmla="*/ 1 h 93"/>
                  <a:gd name="T8" fmla="*/ 2 w 88"/>
                  <a:gd name="T9" fmla="*/ 0 h 93"/>
                  <a:gd name="T10" fmla="*/ 67 w 88"/>
                  <a:gd name="T11" fmla="*/ 21 h 93"/>
                  <a:gd name="T12" fmla="*/ 68 w 88"/>
                  <a:gd name="T13" fmla="*/ 22 h 93"/>
                  <a:gd name="T14" fmla="*/ 88 w 88"/>
                  <a:gd name="T15" fmla="*/ 90 h 93"/>
                  <a:gd name="T16" fmla="*/ 87 w 88"/>
                  <a:gd name="T17" fmla="*/ 92 h 93"/>
                  <a:gd name="T18" fmla="*/ 86 w 88"/>
                  <a:gd name="T19" fmla="*/ 93 h 93"/>
                  <a:gd name="T20" fmla="*/ 7 w 88"/>
                  <a:gd name="T21" fmla="*/ 5 h 93"/>
                  <a:gd name="T22" fmla="*/ 83 w 88"/>
                  <a:gd name="T23" fmla="*/ 85 h 93"/>
                  <a:gd name="T24" fmla="*/ 65 w 88"/>
                  <a:gd name="T25" fmla="*/ 24 h 93"/>
                  <a:gd name="T26" fmla="*/ 7 w 88"/>
                  <a:gd name="T27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3">
                    <a:moveTo>
                      <a:pt x="86" y="93"/>
                    </a:moveTo>
                    <a:cubicBezTo>
                      <a:pt x="86" y="93"/>
                      <a:pt x="86" y="92"/>
                      <a:pt x="85" y="9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7" y="21"/>
                      <a:pt x="68" y="22"/>
                      <a:pt x="68" y="22"/>
                    </a:cubicBezTo>
                    <a:cubicBezTo>
                      <a:pt x="88" y="90"/>
                      <a:pt x="88" y="90"/>
                      <a:pt x="88" y="90"/>
                    </a:cubicBezTo>
                    <a:cubicBezTo>
                      <a:pt x="88" y="91"/>
                      <a:pt x="88" y="92"/>
                      <a:pt x="87" y="92"/>
                    </a:cubicBezTo>
                    <a:lnTo>
                      <a:pt x="86" y="93"/>
                    </a:lnTo>
                    <a:close/>
                    <a:moveTo>
                      <a:pt x="7" y="5"/>
                    </a:moveTo>
                    <a:cubicBezTo>
                      <a:pt x="83" y="85"/>
                      <a:pt x="83" y="85"/>
                      <a:pt x="83" y="85"/>
                    </a:cubicBezTo>
                    <a:cubicBezTo>
                      <a:pt x="65" y="24"/>
                      <a:pt x="65" y="24"/>
                      <a:pt x="65" y="2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3" name="Freeform 979"/>
              <p:cNvSpPr>
                <a:spLocks noEditPoints="1"/>
              </p:cNvSpPr>
              <p:nvPr userDrawn="1"/>
            </p:nvSpPr>
            <p:spPr bwMode="auto">
              <a:xfrm>
                <a:off x="1970" y="882"/>
                <a:ext cx="125" cy="131"/>
              </a:xfrm>
              <a:custGeom>
                <a:avLst/>
                <a:gdLst>
                  <a:gd name="T0" fmla="*/ 99 w 101"/>
                  <a:gd name="T1" fmla="*/ 106 h 106"/>
                  <a:gd name="T2" fmla="*/ 97 w 101"/>
                  <a:gd name="T3" fmla="*/ 106 h 106"/>
                  <a:gd name="T4" fmla="*/ 0 w 101"/>
                  <a:gd name="T5" fmla="*/ 3 h 106"/>
                  <a:gd name="T6" fmla="*/ 0 w 101"/>
                  <a:gd name="T7" fmla="*/ 1 h 106"/>
                  <a:gd name="T8" fmla="*/ 2 w 101"/>
                  <a:gd name="T9" fmla="*/ 0 h 106"/>
                  <a:gd name="T10" fmla="*/ 51 w 101"/>
                  <a:gd name="T11" fmla="*/ 6 h 106"/>
                  <a:gd name="T12" fmla="*/ 53 w 101"/>
                  <a:gd name="T13" fmla="*/ 7 h 106"/>
                  <a:gd name="T14" fmla="*/ 100 w 101"/>
                  <a:gd name="T15" fmla="*/ 104 h 106"/>
                  <a:gd name="T16" fmla="*/ 100 w 101"/>
                  <a:gd name="T17" fmla="*/ 106 h 106"/>
                  <a:gd name="T18" fmla="*/ 99 w 101"/>
                  <a:gd name="T19" fmla="*/ 106 h 106"/>
                  <a:gd name="T20" fmla="*/ 6 w 101"/>
                  <a:gd name="T21" fmla="*/ 4 h 106"/>
                  <a:gd name="T22" fmla="*/ 92 w 101"/>
                  <a:gd name="T23" fmla="*/ 95 h 106"/>
                  <a:gd name="T24" fmla="*/ 50 w 101"/>
                  <a:gd name="T25" fmla="*/ 9 h 106"/>
                  <a:gd name="T26" fmla="*/ 6 w 101"/>
                  <a:gd name="T27" fmla="*/ 4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106">
                    <a:moveTo>
                      <a:pt x="99" y="106"/>
                    </a:moveTo>
                    <a:cubicBezTo>
                      <a:pt x="98" y="106"/>
                      <a:pt x="98" y="106"/>
                      <a:pt x="97" y="10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2" y="6"/>
                      <a:pt x="52" y="7"/>
                      <a:pt x="53" y="7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01" y="104"/>
                      <a:pt x="100" y="105"/>
                      <a:pt x="100" y="106"/>
                    </a:cubicBezTo>
                    <a:lnTo>
                      <a:pt x="99" y="106"/>
                    </a:lnTo>
                    <a:close/>
                    <a:moveTo>
                      <a:pt x="6" y="4"/>
                    </a:moveTo>
                    <a:cubicBezTo>
                      <a:pt x="92" y="95"/>
                      <a:pt x="92" y="95"/>
                      <a:pt x="92" y="95"/>
                    </a:cubicBezTo>
                    <a:cubicBezTo>
                      <a:pt x="50" y="9"/>
                      <a:pt x="50" y="9"/>
                      <a:pt x="50" y="9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4" name="Freeform 980"/>
              <p:cNvSpPr>
                <a:spLocks noEditPoints="1"/>
              </p:cNvSpPr>
              <p:nvPr userDrawn="1"/>
            </p:nvSpPr>
            <p:spPr bwMode="auto">
              <a:xfrm>
                <a:off x="2151" y="1073"/>
                <a:ext cx="151" cy="120"/>
              </a:xfrm>
              <a:custGeom>
                <a:avLst/>
                <a:gdLst>
                  <a:gd name="T0" fmla="*/ 90 w 122"/>
                  <a:gd name="T1" fmla="*/ 97 h 97"/>
                  <a:gd name="T2" fmla="*/ 89 w 122"/>
                  <a:gd name="T3" fmla="*/ 97 h 97"/>
                  <a:gd name="T4" fmla="*/ 0 w 122"/>
                  <a:gd name="T5" fmla="*/ 3 h 97"/>
                  <a:gd name="T6" fmla="*/ 0 w 122"/>
                  <a:gd name="T7" fmla="*/ 1 h 97"/>
                  <a:gd name="T8" fmla="*/ 2 w 122"/>
                  <a:gd name="T9" fmla="*/ 0 h 97"/>
                  <a:gd name="T10" fmla="*/ 121 w 122"/>
                  <a:gd name="T11" fmla="*/ 3 h 97"/>
                  <a:gd name="T12" fmla="*/ 122 w 122"/>
                  <a:gd name="T13" fmla="*/ 4 h 97"/>
                  <a:gd name="T14" fmla="*/ 122 w 122"/>
                  <a:gd name="T15" fmla="*/ 5 h 97"/>
                  <a:gd name="T16" fmla="*/ 92 w 122"/>
                  <a:gd name="T17" fmla="*/ 96 h 97"/>
                  <a:gd name="T18" fmla="*/ 90 w 122"/>
                  <a:gd name="T19" fmla="*/ 97 h 97"/>
                  <a:gd name="T20" fmla="*/ 5 w 122"/>
                  <a:gd name="T21" fmla="*/ 4 h 97"/>
                  <a:gd name="T22" fmla="*/ 89 w 122"/>
                  <a:gd name="T23" fmla="*/ 92 h 97"/>
                  <a:gd name="T24" fmla="*/ 118 w 122"/>
                  <a:gd name="T25" fmla="*/ 6 h 97"/>
                  <a:gd name="T26" fmla="*/ 5 w 122"/>
                  <a:gd name="T27" fmla="*/ 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2" h="97">
                    <a:moveTo>
                      <a:pt x="90" y="97"/>
                    </a:moveTo>
                    <a:cubicBezTo>
                      <a:pt x="90" y="97"/>
                      <a:pt x="89" y="97"/>
                      <a:pt x="89" y="9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1" y="3"/>
                      <a:pt x="121" y="3"/>
                      <a:pt x="121" y="3"/>
                    </a:cubicBezTo>
                    <a:cubicBezTo>
                      <a:pt x="121" y="3"/>
                      <a:pt x="122" y="3"/>
                      <a:pt x="122" y="4"/>
                    </a:cubicBezTo>
                    <a:cubicBezTo>
                      <a:pt x="122" y="4"/>
                      <a:pt x="122" y="5"/>
                      <a:pt x="122" y="5"/>
                    </a:cubicBezTo>
                    <a:cubicBezTo>
                      <a:pt x="92" y="96"/>
                      <a:pt x="92" y="96"/>
                      <a:pt x="92" y="96"/>
                    </a:cubicBezTo>
                    <a:cubicBezTo>
                      <a:pt x="92" y="97"/>
                      <a:pt x="91" y="97"/>
                      <a:pt x="90" y="97"/>
                    </a:cubicBezTo>
                    <a:close/>
                    <a:moveTo>
                      <a:pt x="5" y="4"/>
                    </a:moveTo>
                    <a:cubicBezTo>
                      <a:pt x="89" y="92"/>
                      <a:pt x="89" y="92"/>
                      <a:pt x="89" y="92"/>
                    </a:cubicBezTo>
                    <a:cubicBezTo>
                      <a:pt x="118" y="6"/>
                      <a:pt x="118" y="6"/>
                      <a:pt x="118" y="6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5" name="Freeform 981"/>
              <p:cNvSpPr>
                <a:spLocks noEditPoints="1"/>
              </p:cNvSpPr>
              <p:nvPr userDrawn="1"/>
            </p:nvSpPr>
            <p:spPr bwMode="auto">
              <a:xfrm>
                <a:off x="2208" y="1281"/>
                <a:ext cx="78" cy="85"/>
              </a:xfrm>
              <a:custGeom>
                <a:avLst/>
                <a:gdLst>
                  <a:gd name="T0" fmla="*/ 1 w 63"/>
                  <a:gd name="T1" fmla="*/ 69 h 69"/>
                  <a:gd name="T2" fmla="*/ 0 w 63"/>
                  <a:gd name="T3" fmla="*/ 68 h 69"/>
                  <a:gd name="T4" fmla="*/ 0 w 63"/>
                  <a:gd name="T5" fmla="*/ 67 h 69"/>
                  <a:gd name="T6" fmla="*/ 0 w 63"/>
                  <a:gd name="T7" fmla="*/ 2 h 69"/>
                  <a:gd name="T8" fmla="*/ 0 w 63"/>
                  <a:gd name="T9" fmla="*/ 0 h 69"/>
                  <a:gd name="T10" fmla="*/ 2 w 63"/>
                  <a:gd name="T11" fmla="*/ 0 h 69"/>
                  <a:gd name="T12" fmla="*/ 62 w 63"/>
                  <a:gd name="T13" fmla="*/ 45 h 69"/>
                  <a:gd name="T14" fmla="*/ 63 w 63"/>
                  <a:gd name="T15" fmla="*/ 47 h 69"/>
                  <a:gd name="T16" fmla="*/ 62 w 63"/>
                  <a:gd name="T17" fmla="*/ 48 h 69"/>
                  <a:gd name="T18" fmla="*/ 2 w 63"/>
                  <a:gd name="T19" fmla="*/ 69 h 69"/>
                  <a:gd name="T20" fmla="*/ 1 w 63"/>
                  <a:gd name="T21" fmla="*/ 69 h 69"/>
                  <a:gd name="T22" fmla="*/ 3 w 63"/>
                  <a:gd name="T23" fmla="*/ 5 h 69"/>
                  <a:gd name="T24" fmla="*/ 3 w 63"/>
                  <a:gd name="T25" fmla="*/ 65 h 69"/>
                  <a:gd name="T26" fmla="*/ 57 w 63"/>
                  <a:gd name="T27" fmla="*/ 46 h 69"/>
                  <a:gd name="T28" fmla="*/ 3 w 63"/>
                  <a:gd name="T29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3" h="69">
                    <a:moveTo>
                      <a:pt x="1" y="69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2" y="45"/>
                      <a:pt x="62" y="45"/>
                      <a:pt x="62" y="45"/>
                    </a:cubicBezTo>
                    <a:cubicBezTo>
                      <a:pt x="63" y="45"/>
                      <a:pt x="63" y="46"/>
                      <a:pt x="63" y="47"/>
                    </a:cubicBezTo>
                    <a:cubicBezTo>
                      <a:pt x="63" y="47"/>
                      <a:pt x="62" y="48"/>
                      <a:pt x="62" y="48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1" y="69"/>
                    </a:lnTo>
                    <a:close/>
                    <a:moveTo>
                      <a:pt x="3" y="5"/>
                    </a:moveTo>
                    <a:cubicBezTo>
                      <a:pt x="3" y="65"/>
                      <a:pt x="3" y="65"/>
                      <a:pt x="3" y="65"/>
                    </a:cubicBezTo>
                    <a:cubicBezTo>
                      <a:pt x="57" y="46"/>
                      <a:pt x="57" y="46"/>
                      <a:pt x="57" y="46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6" name="Freeform 982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212" cy="70"/>
              </a:xfrm>
              <a:custGeom>
                <a:avLst/>
                <a:gdLst>
                  <a:gd name="T0" fmla="*/ 169 w 171"/>
                  <a:gd name="T1" fmla="*/ 57 h 57"/>
                  <a:gd name="T2" fmla="*/ 169 w 171"/>
                  <a:gd name="T3" fmla="*/ 57 h 57"/>
                  <a:gd name="T4" fmla="*/ 50 w 171"/>
                  <a:gd name="T5" fmla="*/ 55 h 57"/>
                  <a:gd name="T6" fmla="*/ 49 w 171"/>
                  <a:gd name="T7" fmla="*/ 54 h 57"/>
                  <a:gd name="T8" fmla="*/ 0 w 171"/>
                  <a:gd name="T9" fmla="*/ 3 h 57"/>
                  <a:gd name="T10" fmla="*/ 0 w 171"/>
                  <a:gd name="T11" fmla="*/ 1 h 57"/>
                  <a:gd name="T12" fmla="*/ 2 w 171"/>
                  <a:gd name="T13" fmla="*/ 0 h 57"/>
                  <a:gd name="T14" fmla="*/ 170 w 171"/>
                  <a:gd name="T15" fmla="*/ 54 h 57"/>
                  <a:gd name="T16" fmla="*/ 171 w 171"/>
                  <a:gd name="T17" fmla="*/ 56 h 57"/>
                  <a:gd name="T18" fmla="*/ 169 w 171"/>
                  <a:gd name="T19" fmla="*/ 57 h 57"/>
                  <a:gd name="T20" fmla="*/ 51 w 171"/>
                  <a:gd name="T21" fmla="*/ 51 h 57"/>
                  <a:gd name="T22" fmla="*/ 158 w 171"/>
                  <a:gd name="T23" fmla="*/ 54 h 57"/>
                  <a:gd name="T24" fmla="*/ 7 w 171"/>
                  <a:gd name="T25" fmla="*/ 5 h 57"/>
                  <a:gd name="T26" fmla="*/ 51 w 171"/>
                  <a:gd name="T2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1" h="57">
                    <a:moveTo>
                      <a:pt x="169" y="57"/>
                    </a:moveTo>
                    <a:cubicBezTo>
                      <a:pt x="169" y="57"/>
                      <a:pt x="169" y="57"/>
                      <a:pt x="169" y="57"/>
                    </a:cubicBezTo>
                    <a:cubicBezTo>
                      <a:pt x="50" y="55"/>
                      <a:pt x="50" y="55"/>
                      <a:pt x="50" y="55"/>
                    </a:cubicBezTo>
                    <a:cubicBezTo>
                      <a:pt x="50" y="55"/>
                      <a:pt x="50" y="54"/>
                      <a:pt x="49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70" y="54"/>
                      <a:pt x="170" y="54"/>
                      <a:pt x="170" y="54"/>
                    </a:cubicBezTo>
                    <a:cubicBezTo>
                      <a:pt x="171" y="54"/>
                      <a:pt x="171" y="55"/>
                      <a:pt x="171" y="56"/>
                    </a:cubicBezTo>
                    <a:cubicBezTo>
                      <a:pt x="171" y="57"/>
                      <a:pt x="170" y="57"/>
                      <a:pt x="169" y="57"/>
                    </a:cubicBezTo>
                    <a:close/>
                    <a:moveTo>
                      <a:pt x="51" y="51"/>
                    </a:moveTo>
                    <a:cubicBezTo>
                      <a:pt x="158" y="54"/>
                      <a:pt x="158" y="54"/>
                      <a:pt x="158" y="54"/>
                    </a:cubicBezTo>
                    <a:cubicBezTo>
                      <a:pt x="7" y="5"/>
                      <a:pt x="7" y="5"/>
                      <a:pt x="7" y="5"/>
                    </a:cubicBezTo>
                    <a:lnTo>
                      <a:pt x="5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7" name="Freeform 983"/>
              <p:cNvSpPr>
                <a:spLocks noEditPoints="1"/>
              </p:cNvSpPr>
              <p:nvPr userDrawn="1"/>
            </p:nvSpPr>
            <p:spPr bwMode="auto">
              <a:xfrm>
                <a:off x="2031" y="890"/>
                <a:ext cx="116" cy="123"/>
              </a:xfrm>
              <a:custGeom>
                <a:avLst/>
                <a:gdLst>
                  <a:gd name="T0" fmla="*/ 50 w 94"/>
                  <a:gd name="T1" fmla="*/ 100 h 100"/>
                  <a:gd name="T2" fmla="*/ 50 w 94"/>
                  <a:gd name="T3" fmla="*/ 100 h 100"/>
                  <a:gd name="T4" fmla="*/ 48 w 94"/>
                  <a:gd name="T5" fmla="*/ 99 h 100"/>
                  <a:gd name="T6" fmla="*/ 1 w 94"/>
                  <a:gd name="T7" fmla="*/ 3 h 100"/>
                  <a:gd name="T8" fmla="*/ 1 w 94"/>
                  <a:gd name="T9" fmla="*/ 1 h 100"/>
                  <a:gd name="T10" fmla="*/ 3 w 94"/>
                  <a:gd name="T11" fmla="*/ 0 h 100"/>
                  <a:gd name="T12" fmla="*/ 92 w 94"/>
                  <a:gd name="T13" fmla="*/ 17 h 100"/>
                  <a:gd name="T14" fmla="*/ 94 w 94"/>
                  <a:gd name="T15" fmla="*/ 18 h 100"/>
                  <a:gd name="T16" fmla="*/ 94 w 94"/>
                  <a:gd name="T17" fmla="*/ 19 h 100"/>
                  <a:gd name="T18" fmla="*/ 51 w 94"/>
                  <a:gd name="T19" fmla="*/ 99 h 100"/>
                  <a:gd name="T20" fmla="*/ 50 w 94"/>
                  <a:gd name="T21" fmla="*/ 100 h 100"/>
                  <a:gd name="T22" fmla="*/ 5 w 94"/>
                  <a:gd name="T23" fmla="*/ 4 h 100"/>
                  <a:gd name="T24" fmla="*/ 50 w 94"/>
                  <a:gd name="T25" fmla="*/ 95 h 100"/>
                  <a:gd name="T26" fmla="*/ 89 w 94"/>
                  <a:gd name="T27" fmla="*/ 20 h 100"/>
                  <a:gd name="T28" fmla="*/ 5 w 94"/>
                  <a:gd name="T29" fmla="*/ 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100">
                    <a:moveTo>
                      <a:pt x="50" y="100"/>
                    </a:moveTo>
                    <a:cubicBezTo>
                      <a:pt x="50" y="100"/>
                      <a:pt x="50" y="100"/>
                      <a:pt x="50" y="100"/>
                    </a:cubicBezTo>
                    <a:cubicBezTo>
                      <a:pt x="49" y="100"/>
                      <a:pt x="48" y="100"/>
                      <a:pt x="48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3" y="17"/>
                      <a:pt x="93" y="17"/>
                      <a:pt x="94" y="18"/>
                    </a:cubicBezTo>
                    <a:cubicBezTo>
                      <a:pt x="94" y="18"/>
                      <a:pt x="94" y="19"/>
                      <a:pt x="94" y="19"/>
                    </a:cubicBezTo>
                    <a:cubicBezTo>
                      <a:pt x="51" y="99"/>
                      <a:pt x="51" y="99"/>
                      <a:pt x="51" y="99"/>
                    </a:cubicBezTo>
                    <a:cubicBezTo>
                      <a:pt x="51" y="100"/>
                      <a:pt x="50" y="100"/>
                      <a:pt x="50" y="100"/>
                    </a:cubicBezTo>
                    <a:close/>
                    <a:moveTo>
                      <a:pt x="5" y="4"/>
                    </a:moveTo>
                    <a:cubicBezTo>
                      <a:pt x="50" y="95"/>
                      <a:pt x="50" y="95"/>
                      <a:pt x="50" y="95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8" name="Freeform 984"/>
              <p:cNvSpPr>
                <a:spLocks noEditPoints="1"/>
              </p:cNvSpPr>
              <p:nvPr userDrawn="1"/>
            </p:nvSpPr>
            <p:spPr bwMode="auto">
              <a:xfrm>
                <a:off x="2090" y="911"/>
                <a:ext cx="84" cy="128"/>
              </a:xfrm>
              <a:custGeom>
                <a:avLst/>
                <a:gdLst>
                  <a:gd name="T0" fmla="*/ 66 w 68"/>
                  <a:gd name="T1" fmla="*/ 104 h 104"/>
                  <a:gd name="T2" fmla="*/ 66 w 68"/>
                  <a:gd name="T3" fmla="*/ 104 h 104"/>
                  <a:gd name="T4" fmla="*/ 1 w 68"/>
                  <a:gd name="T5" fmla="*/ 83 h 104"/>
                  <a:gd name="T6" fmla="*/ 0 w 68"/>
                  <a:gd name="T7" fmla="*/ 82 h 104"/>
                  <a:gd name="T8" fmla="*/ 0 w 68"/>
                  <a:gd name="T9" fmla="*/ 81 h 104"/>
                  <a:gd name="T10" fmla="*/ 43 w 68"/>
                  <a:gd name="T11" fmla="*/ 1 h 104"/>
                  <a:gd name="T12" fmla="*/ 44 w 68"/>
                  <a:gd name="T13" fmla="*/ 0 h 104"/>
                  <a:gd name="T14" fmla="*/ 46 w 68"/>
                  <a:gd name="T15" fmla="*/ 1 h 104"/>
                  <a:gd name="T16" fmla="*/ 68 w 68"/>
                  <a:gd name="T17" fmla="*/ 102 h 104"/>
                  <a:gd name="T18" fmla="*/ 67 w 68"/>
                  <a:gd name="T19" fmla="*/ 104 h 104"/>
                  <a:gd name="T20" fmla="*/ 66 w 68"/>
                  <a:gd name="T21" fmla="*/ 104 h 104"/>
                  <a:gd name="T22" fmla="*/ 4 w 68"/>
                  <a:gd name="T23" fmla="*/ 80 h 104"/>
                  <a:gd name="T24" fmla="*/ 64 w 68"/>
                  <a:gd name="T25" fmla="*/ 100 h 104"/>
                  <a:gd name="T26" fmla="*/ 43 w 68"/>
                  <a:gd name="T27" fmla="*/ 7 h 104"/>
                  <a:gd name="T28" fmla="*/ 4 w 68"/>
                  <a:gd name="T29" fmla="*/ 8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04">
                    <a:moveTo>
                      <a:pt x="66" y="104"/>
                    </a:moveTo>
                    <a:cubicBezTo>
                      <a:pt x="66" y="104"/>
                      <a:pt x="66" y="104"/>
                      <a:pt x="66" y="104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3"/>
                      <a:pt x="0" y="82"/>
                      <a:pt x="0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4" y="0"/>
                      <a:pt x="44" y="0"/>
                    </a:cubicBezTo>
                    <a:cubicBezTo>
                      <a:pt x="45" y="0"/>
                      <a:pt x="46" y="1"/>
                      <a:pt x="46" y="1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3"/>
                      <a:pt x="68" y="104"/>
                      <a:pt x="67" y="104"/>
                    </a:cubicBezTo>
                    <a:cubicBezTo>
                      <a:pt x="67" y="104"/>
                      <a:pt x="67" y="104"/>
                      <a:pt x="66" y="104"/>
                    </a:cubicBezTo>
                    <a:close/>
                    <a:moveTo>
                      <a:pt x="4" y="80"/>
                    </a:moveTo>
                    <a:cubicBezTo>
                      <a:pt x="64" y="100"/>
                      <a:pt x="64" y="100"/>
                      <a:pt x="64" y="100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9" name="Freeform 985"/>
              <p:cNvSpPr>
                <a:spLocks noEditPoints="1"/>
              </p:cNvSpPr>
              <p:nvPr userDrawn="1"/>
            </p:nvSpPr>
            <p:spPr bwMode="auto">
              <a:xfrm>
                <a:off x="2207" y="1245"/>
                <a:ext cx="135" cy="44"/>
              </a:xfrm>
              <a:custGeom>
                <a:avLst/>
                <a:gdLst>
                  <a:gd name="T0" fmla="*/ 107 w 109"/>
                  <a:gd name="T1" fmla="*/ 36 h 36"/>
                  <a:gd name="T2" fmla="*/ 106 w 109"/>
                  <a:gd name="T3" fmla="*/ 36 h 36"/>
                  <a:gd name="T4" fmla="*/ 2 w 109"/>
                  <a:gd name="T5" fmla="*/ 6 h 36"/>
                  <a:gd name="T6" fmla="*/ 1 w 109"/>
                  <a:gd name="T7" fmla="*/ 4 h 36"/>
                  <a:gd name="T8" fmla="*/ 2 w 109"/>
                  <a:gd name="T9" fmla="*/ 2 h 36"/>
                  <a:gd name="T10" fmla="*/ 88 w 109"/>
                  <a:gd name="T11" fmla="*/ 0 h 36"/>
                  <a:gd name="T12" fmla="*/ 89 w 109"/>
                  <a:gd name="T13" fmla="*/ 1 h 36"/>
                  <a:gd name="T14" fmla="*/ 108 w 109"/>
                  <a:gd name="T15" fmla="*/ 33 h 36"/>
                  <a:gd name="T16" fmla="*/ 108 w 109"/>
                  <a:gd name="T17" fmla="*/ 35 h 36"/>
                  <a:gd name="T18" fmla="*/ 107 w 109"/>
                  <a:gd name="T19" fmla="*/ 36 h 36"/>
                  <a:gd name="T20" fmla="*/ 13 w 109"/>
                  <a:gd name="T21" fmla="*/ 5 h 36"/>
                  <a:gd name="T22" fmla="*/ 103 w 109"/>
                  <a:gd name="T23" fmla="*/ 31 h 36"/>
                  <a:gd name="T24" fmla="*/ 87 w 109"/>
                  <a:gd name="T25" fmla="*/ 4 h 36"/>
                  <a:gd name="T26" fmla="*/ 13 w 109"/>
                  <a:gd name="T2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36">
                    <a:moveTo>
                      <a:pt x="107" y="36"/>
                    </a:moveTo>
                    <a:cubicBezTo>
                      <a:pt x="106" y="36"/>
                      <a:pt x="106" y="36"/>
                      <a:pt x="106" y="3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5"/>
                      <a:pt x="0" y="5"/>
                      <a:pt x="1" y="4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9" y="0"/>
                      <a:pt x="89" y="1"/>
                      <a:pt x="89" y="1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9" y="34"/>
                      <a:pt x="109" y="34"/>
                      <a:pt x="108" y="35"/>
                    </a:cubicBezTo>
                    <a:cubicBezTo>
                      <a:pt x="108" y="35"/>
                      <a:pt x="107" y="36"/>
                      <a:pt x="107" y="36"/>
                    </a:cubicBezTo>
                    <a:close/>
                    <a:moveTo>
                      <a:pt x="13" y="5"/>
                    </a:moveTo>
                    <a:cubicBezTo>
                      <a:pt x="103" y="31"/>
                      <a:pt x="103" y="31"/>
                      <a:pt x="103" y="31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0" name="Freeform 986"/>
              <p:cNvSpPr>
                <a:spLocks noEditPoints="1"/>
              </p:cNvSpPr>
              <p:nvPr userDrawn="1"/>
            </p:nvSpPr>
            <p:spPr bwMode="auto">
              <a:xfrm>
                <a:off x="1910" y="835"/>
                <a:ext cx="64" cy="115"/>
              </a:xfrm>
              <a:custGeom>
                <a:avLst/>
                <a:gdLst>
                  <a:gd name="T0" fmla="*/ 2 w 52"/>
                  <a:gd name="T1" fmla="*/ 93 h 93"/>
                  <a:gd name="T2" fmla="*/ 1 w 52"/>
                  <a:gd name="T3" fmla="*/ 92 h 93"/>
                  <a:gd name="T4" fmla="*/ 1 w 52"/>
                  <a:gd name="T5" fmla="*/ 90 h 93"/>
                  <a:gd name="T6" fmla="*/ 34 w 52"/>
                  <a:gd name="T7" fmla="*/ 2 h 93"/>
                  <a:gd name="T8" fmla="*/ 35 w 52"/>
                  <a:gd name="T9" fmla="*/ 0 h 93"/>
                  <a:gd name="T10" fmla="*/ 37 w 52"/>
                  <a:gd name="T11" fmla="*/ 2 h 93"/>
                  <a:gd name="T12" fmla="*/ 52 w 52"/>
                  <a:gd name="T13" fmla="*/ 39 h 93"/>
                  <a:gd name="T14" fmla="*/ 52 w 52"/>
                  <a:gd name="T15" fmla="*/ 41 h 93"/>
                  <a:gd name="T16" fmla="*/ 3 w 52"/>
                  <a:gd name="T17" fmla="*/ 92 h 93"/>
                  <a:gd name="T18" fmla="*/ 2 w 52"/>
                  <a:gd name="T19" fmla="*/ 93 h 93"/>
                  <a:gd name="T20" fmla="*/ 35 w 52"/>
                  <a:gd name="T21" fmla="*/ 7 h 93"/>
                  <a:gd name="T22" fmla="*/ 7 w 52"/>
                  <a:gd name="T23" fmla="*/ 84 h 93"/>
                  <a:gd name="T24" fmla="*/ 48 w 52"/>
                  <a:gd name="T25" fmla="*/ 39 h 93"/>
                  <a:gd name="T26" fmla="*/ 35 w 52"/>
                  <a:gd name="T27" fmla="*/ 7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93">
                    <a:moveTo>
                      <a:pt x="2" y="93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5" y="0"/>
                      <a:pt x="35" y="0"/>
                    </a:cubicBezTo>
                    <a:cubicBezTo>
                      <a:pt x="36" y="0"/>
                      <a:pt x="37" y="1"/>
                      <a:pt x="37" y="2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52" y="40"/>
                      <a:pt x="52" y="40"/>
                      <a:pt x="52" y="41"/>
                    </a:cubicBezTo>
                    <a:cubicBezTo>
                      <a:pt x="3" y="92"/>
                      <a:pt x="3" y="92"/>
                      <a:pt x="3" y="92"/>
                    </a:cubicBezTo>
                    <a:cubicBezTo>
                      <a:pt x="3" y="93"/>
                      <a:pt x="3" y="93"/>
                      <a:pt x="2" y="93"/>
                    </a:cubicBezTo>
                    <a:close/>
                    <a:moveTo>
                      <a:pt x="35" y="7"/>
                    </a:moveTo>
                    <a:cubicBezTo>
                      <a:pt x="7" y="84"/>
                      <a:pt x="7" y="84"/>
                      <a:pt x="7" y="84"/>
                    </a:cubicBezTo>
                    <a:cubicBezTo>
                      <a:pt x="48" y="39"/>
                      <a:pt x="48" y="39"/>
                      <a:pt x="48" y="39"/>
                    </a:cubicBezTo>
                    <a:lnTo>
                      <a:pt x="35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1" name="Freeform 987"/>
              <p:cNvSpPr>
                <a:spLocks noEditPoints="1"/>
              </p:cNvSpPr>
              <p:nvPr userDrawn="1"/>
            </p:nvSpPr>
            <p:spPr bwMode="auto">
              <a:xfrm>
                <a:off x="1818" y="945"/>
                <a:ext cx="97" cy="94"/>
              </a:xfrm>
              <a:custGeom>
                <a:avLst/>
                <a:gdLst>
                  <a:gd name="T0" fmla="*/ 7 w 78"/>
                  <a:gd name="T1" fmla="*/ 76 h 76"/>
                  <a:gd name="T2" fmla="*/ 6 w 78"/>
                  <a:gd name="T3" fmla="*/ 76 h 76"/>
                  <a:gd name="T4" fmla="*/ 5 w 78"/>
                  <a:gd name="T5" fmla="*/ 75 h 76"/>
                  <a:gd name="T6" fmla="*/ 0 w 78"/>
                  <a:gd name="T7" fmla="*/ 24 h 76"/>
                  <a:gd name="T8" fmla="*/ 1 w 78"/>
                  <a:gd name="T9" fmla="*/ 23 h 76"/>
                  <a:gd name="T10" fmla="*/ 76 w 78"/>
                  <a:gd name="T11" fmla="*/ 0 h 76"/>
                  <a:gd name="T12" fmla="*/ 78 w 78"/>
                  <a:gd name="T13" fmla="*/ 1 h 76"/>
                  <a:gd name="T14" fmla="*/ 77 w 78"/>
                  <a:gd name="T15" fmla="*/ 3 h 76"/>
                  <a:gd name="T16" fmla="*/ 8 w 78"/>
                  <a:gd name="T17" fmla="*/ 76 h 76"/>
                  <a:gd name="T18" fmla="*/ 7 w 78"/>
                  <a:gd name="T19" fmla="*/ 76 h 76"/>
                  <a:gd name="T20" fmla="*/ 3 w 78"/>
                  <a:gd name="T21" fmla="*/ 25 h 76"/>
                  <a:gd name="T22" fmla="*/ 8 w 78"/>
                  <a:gd name="T23" fmla="*/ 71 h 76"/>
                  <a:gd name="T24" fmla="*/ 71 w 78"/>
                  <a:gd name="T25" fmla="*/ 5 h 76"/>
                  <a:gd name="T26" fmla="*/ 3 w 78"/>
                  <a:gd name="T27" fmla="*/ 2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76">
                    <a:moveTo>
                      <a:pt x="7" y="76"/>
                    </a:moveTo>
                    <a:cubicBezTo>
                      <a:pt x="6" y="76"/>
                      <a:pt x="6" y="76"/>
                      <a:pt x="6" y="76"/>
                    </a:cubicBezTo>
                    <a:cubicBezTo>
                      <a:pt x="6" y="76"/>
                      <a:pt x="5" y="75"/>
                      <a:pt x="5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1"/>
                      <a:pt x="78" y="1"/>
                    </a:cubicBezTo>
                    <a:cubicBezTo>
                      <a:pt x="78" y="2"/>
                      <a:pt x="78" y="3"/>
                      <a:pt x="77" y="3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7" y="76"/>
                      <a:pt x="7" y="76"/>
                    </a:cubicBezTo>
                    <a:close/>
                    <a:moveTo>
                      <a:pt x="3" y="25"/>
                    </a:moveTo>
                    <a:cubicBezTo>
                      <a:pt x="8" y="71"/>
                      <a:pt x="8" y="71"/>
                      <a:pt x="8" y="71"/>
                    </a:cubicBezTo>
                    <a:cubicBezTo>
                      <a:pt x="71" y="5"/>
                      <a:pt x="71" y="5"/>
                      <a:pt x="71" y="5"/>
                    </a:cubicBez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2" name="Freeform 988"/>
              <p:cNvSpPr>
                <a:spLocks noEditPoints="1"/>
              </p:cNvSpPr>
              <p:nvPr userDrawn="1"/>
            </p:nvSpPr>
            <p:spPr bwMode="auto">
              <a:xfrm>
                <a:off x="1743" y="973"/>
                <a:ext cx="86" cy="152"/>
              </a:xfrm>
              <a:custGeom>
                <a:avLst/>
                <a:gdLst>
                  <a:gd name="T0" fmla="*/ 2 w 70"/>
                  <a:gd name="T1" fmla="*/ 123 h 123"/>
                  <a:gd name="T2" fmla="*/ 1 w 70"/>
                  <a:gd name="T3" fmla="*/ 122 h 123"/>
                  <a:gd name="T4" fmla="*/ 1 w 70"/>
                  <a:gd name="T5" fmla="*/ 120 h 123"/>
                  <a:gd name="T6" fmla="*/ 61 w 70"/>
                  <a:gd name="T7" fmla="*/ 1 h 123"/>
                  <a:gd name="T8" fmla="*/ 63 w 70"/>
                  <a:gd name="T9" fmla="*/ 1 h 123"/>
                  <a:gd name="T10" fmla="*/ 64 w 70"/>
                  <a:gd name="T11" fmla="*/ 2 h 123"/>
                  <a:gd name="T12" fmla="*/ 70 w 70"/>
                  <a:gd name="T13" fmla="*/ 52 h 123"/>
                  <a:gd name="T14" fmla="*/ 69 w 70"/>
                  <a:gd name="T15" fmla="*/ 54 h 123"/>
                  <a:gd name="T16" fmla="*/ 4 w 70"/>
                  <a:gd name="T17" fmla="*/ 122 h 123"/>
                  <a:gd name="T18" fmla="*/ 2 w 70"/>
                  <a:gd name="T19" fmla="*/ 123 h 123"/>
                  <a:gd name="T20" fmla="*/ 61 w 70"/>
                  <a:gd name="T21" fmla="*/ 8 h 123"/>
                  <a:gd name="T22" fmla="*/ 9 w 70"/>
                  <a:gd name="T23" fmla="*/ 112 h 123"/>
                  <a:gd name="T24" fmla="*/ 66 w 70"/>
                  <a:gd name="T25" fmla="*/ 52 h 123"/>
                  <a:gd name="T26" fmla="*/ 61 w 70"/>
                  <a:gd name="T27" fmla="*/ 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" h="123">
                    <a:moveTo>
                      <a:pt x="2" y="123"/>
                    </a:moveTo>
                    <a:cubicBezTo>
                      <a:pt x="1" y="122"/>
                      <a:pt x="1" y="122"/>
                      <a:pt x="1" y="122"/>
                    </a:cubicBezTo>
                    <a:cubicBezTo>
                      <a:pt x="1" y="122"/>
                      <a:pt x="0" y="121"/>
                      <a:pt x="1" y="120"/>
                    </a:cubicBezTo>
                    <a:cubicBezTo>
                      <a:pt x="61" y="1"/>
                      <a:pt x="61" y="1"/>
                      <a:pt x="61" y="1"/>
                    </a:cubicBezTo>
                    <a:cubicBezTo>
                      <a:pt x="61" y="1"/>
                      <a:pt x="62" y="0"/>
                      <a:pt x="63" y="1"/>
                    </a:cubicBezTo>
                    <a:cubicBezTo>
                      <a:pt x="63" y="1"/>
                      <a:pt x="64" y="1"/>
                      <a:pt x="64" y="2"/>
                    </a:cubicBez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3"/>
                      <a:pt x="69" y="53"/>
                      <a:pt x="69" y="54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3" y="122"/>
                      <a:pt x="3" y="123"/>
                      <a:pt x="2" y="123"/>
                    </a:cubicBezTo>
                    <a:close/>
                    <a:moveTo>
                      <a:pt x="61" y="8"/>
                    </a:moveTo>
                    <a:cubicBezTo>
                      <a:pt x="9" y="112"/>
                      <a:pt x="9" y="112"/>
                      <a:pt x="9" y="112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6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3" name="Freeform 989"/>
              <p:cNvSpPr>
                <a:spLocks noEditPoints="1"/>
              </p:cNvSpPr>
              <p:nvPr userDrawn="1"/>
            </p:nvSpPr>
            <p:spPr bwMode="auto">
              <a:xfrm>
                <a:off x="1667" y="1103"/>
                <a:ext cx="81" cy="101"/>
              </a:xfrm>
              <a:custGeom>
                <a:avLst/>
                <a:gdLst>
                  <a:gd name="T0" fmla="*/ 1 w 65"/>
                  <a:gd name="T1" fmla="*/ 82 h 82"/>
                  <a:gd name="T2" fmla="*/ 1 w 65"/>
                  <a:gd name="T3" fmla="*/ 82 h 82"/>
                  <a:gd name="T4" fmla="*/ 0 w 65"/>
                  <a:gd name="T5" fmla="*/ 80 h 82"/>
                  <a:gd name="T6" fmla="*/ 20 w 65"/>
                  <a:gd name="T7" fmla="*/ 2 h 82"/>
                  <a:gd name="T8" fmla="*/ 20 w 65"/>
                  <a:gd name="T9" fmla="*/ 1 h 82"/>
                  <a:gd name="T10" fmla="*/ 22 w 65"/>
                  <a:gd name="T11" fmla="*/ 0 h 82"/>
                  <a:gd name="T12" fmla="*/ 64 w 65"/>
                  <a:gd name="T13" fmla="*/ 14 h 82"/>
                  <a:gd name="T14" fmla="*/ 65 w 65"/>
                  <a:gd name="T15" fmla="*/ 15 h 82"/>
                  <a:gd name="T16" fmla="*/ 65 w 65"/>
                  <a:gd name="T17" fmla="*/ 17 h 82"/>
                  <a:gd name="T18" fmla="*/ 3 w 65"/>
                  <a:gd name="T19" fmla="*/ 82 h 82"/>
                  <a:gd name="T20" fmla="*/ 1 w 65"/>
                  <a:gd name="T21" fmla="*/ 82 h 82"/>
                  <a:gd name="T22" fmla="*/ 22 w 65"/>
                  <a:gd name="T23" fmla="*/ 4 h 82"/>
                  <a:gd name="T24" fmla="*/ 5 w 65"/>
                  <a:gd name="T25" fmla="*/ 75 h 82"/>
                  <a:gd name="T26" fmla="*/ 60 w 65"/>
                  <a:gd name="T27" fmla="*/ 17 h 82"/>
                  <a:gd name="T28" fmla="*/ 22 w 65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82">
                    <a:moveTo>
                      <a:pt x="1" y="82"/>
                    </a:moveTo>
                    <a:cubicBezTo>
                      <a:pt x="1" y="82"/>
                      <a:pt x="1" y="82"/>
                      <a:pt x="1" y="82"/>
                    </a:cubicBezTo>
                    <a:cubicBezTo>
                      <a:pt x="0" y="82"/>
                      <a:pt x="0" y="81"/>
                      <a:pt x="0" y="8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0"/>
                      <a:pt x="21" y="0"/>
                      <a:pt x="22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4"/>
                      <a:pt x="65" y="15"/>
                      <a:pt x="65" y="15"/>
                    </a:cubicBezTo>
                    <a:cubicBezTo>
                      <a:pt x="65" y="16"/>
                      <a:pt x="65" y="17"/>
                      <a:pt x="65" y="17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2" y="82"/>
                      <a:pt x="2" y="82"/>
                      <a:pt x="1" y="82"/>
                    </a:cubicBezTo>
                    <a:close/>
                    <a:moveTo>
                      <a:pt x="22" y="4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60" y="17"/>
                      <a:pt x="60" y="17"/>
                      <a:pt x="60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4" name="Freeform 990"/>
              <p:cNvSpPr>
                <a:spLocks noEditPoints="1"/>
              </p:cNvSpPr>
              <p:nvPr userDrawn="1"/>
            </p:nvSpPr>
            <p:spPr bwMode="auto">
              <a:xfrm>
                <a:off x="1620" y="1127"/>
                <a:ext cx="89" cy="128"/>
              </a:xfrm>
              <a:custGeom>
                <a:avLst/>
                <a:gdLst>
                  <a:gd name="T0" fmla="*/ 2 w 72"/>
                  <a:gd name="T1" fmla="*/ 103 h 103"/>
                  <a:gd name="T2" fmla="*/ 1 w 72"/>
                  <a:gd name="T3" fmla="*/ 103 h 103"/>
                  <a:gd name="T4" fmla="*/ 0 w 72"/>
                  <a:gd name="T5" fmla="*/ 101 h 103"/>
                  <a:gd name="T6" fmla="*/ 24 w 72"/>
                  <a:gd name="T7" fmla="*/ 2 h 103"/>
                  <a:gd name="T8" fmla="*/ 25 w 72"/>
                  <a:gd name="T9" fmla="*/ 1 h 103"/>
                  <a:gd name="T10" fmla="*/ 27 w 72"/>
                  <a:gd name="T11" fmla="*/ 1 h 103"/>
                  <a:gd name="T12" fmla="*/ 71 w 72"/>
                  <a:gd name="T13" fmla="*/ 27 h 103"/>
                  <a:gd name="T14" fmla="*/ 72 w 72"/>
                  <a:gd name="T15" fmla="*/ 28 h 103"/>
                  <a:gd name="T16" fmla="*/ 72 w 72"/>
                  <a:gd name="T17" fmla="*/ 29 h 103"/>
                  <a:gd name="T18" fmla="*/ 3 w 72"/>
                  <a:gd name="T19" fmla="*/ 102 h 103"/>
                  <a:gd name="T20" fmla="*/ 2 w 72"/>
                  <a:gd name="T21" fmla="*/ 103 h 103"/>
                  <a:gd name="T22" fmla="*/ 27 w 72"/>
                  <a:gd name="T23" fmla="*/ 5 h 103"/>
                  <a:gd name="T24" fmla="*/ 5 w 72"/>
                  <a:gd name="T25" fmla="*/ 95 h 103"/>
                  <a:gd name="T26" fmla="*/ 68 w 72"/>
                  <a:gd name="T27" fmla="*/ 29 h 103"/>
                  <a:gd name="T28" fmla="*/ 27 w 72"/>
                  <a:gd name="T29" fmla="*/ 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103">
                    <a:moveTo>
                      <a:pt x="2" y="103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2"/>
                      <a:pt x="0" y="101"/>
                      <a:pt x="0" y="101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5" y="1"/>
                      <a:pt x="25" y="1"/>
                    </a:cubicBezTo>
                    <a:cubicBezTo>
                      <a:pt x="25" y="0"/>
                      <a:pt x="26" y="0"/>
                      <a:pt x="27" y="1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72" y="27"/>
                      <a:pt x="72" y="28"/>
                      <a:pt x="72" y="28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3" y="102"/>
                      <a:pt x="3" y="102"/>
                      <a:pt x="3" y="102"/>
                    </a:cubicBezTo>
                    <a:cubicBezTo>
                      <a:pt x="3" y="103"/>
                      <a:pt x="2" y="103"/>
                      <a:pt x="2" y="103"/>
                    </a:cubicBezTo>
                    <a:close/>
                    <a:moveTo>
                      <a:pt x="27" y="5"/>
                    </a:moveTo>
                    <a:cubicBezTo>
                      <a:pt x="5" y="95"/>
                      <a:pt x="5" y="95"/>
                      <a:pt x="5" y="95"/>
                    </a:cubicBezTo>
                    <a:cubicBezTo>
                      <a:pt x="68" y="29"/>
                      <a:pt x="68" y="29"/>
                      <a:pt x="68" y="29"/>
                    </a:cubicBez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5" name="Freeform 991"/>
              <p:cNvSpPr>
                <a:spLocks noEditPoints="1"/>
              </p:cNvSpPr>
              <p:nvPr userDrawn="1"/>
            </p:nvSpPr>
            <p:spPr bwMode="auto">
              <a:xfrm>
                <a:off x="1620" y="1250"/>
                <a:ext cx="74" cy="39"/>
              </a:xfrm>
              <a:custGeom>
                <a:avLst/>
                <a:gdLst>
                  <a:gd name="T0" fmla="*/ 8 w 60"/>
                  <a:gd name="T1" fmla="*/ 32 h 32"/>
                  <a:gd name="T2" fmla="*/ 7 w 60"/>
                  <a:gd name="T3" fmla="*/ 31 h 32"/>
                  <a:gd name="T4" fmla="*/ 6 w 60"/>
                  <a:gd name="T5" fmla="*/ 30 h 32"/>
                  <a:gd name="T6" fmla="*/ 0 w 60"/>
                  <a:gd name="T7" fmla="*/ 2 h 32"/>
                  <a:gd name="T8" fmla="*/ 0 w 60"/>
                  <a:gd name="T9" fmla="*/ 1 h 32"/>
                  <a:gd name="T10" fmla="*/ 2 w 60"/>
                  <a:gd name="T11" fmla="*/ 0 h 32"/>
                  <a:gd name="T12" fmla="*/ 58 w 60"/>
                  <a:gd name="T13" fmla="*/ 0 h 32"/>
                  <a:gd name="T14" fmla="*/ 60 w 60"/>
                  <a:gd name="T15" fmla="*/ 2 h 32"/>
                  <a:gd name="T16" fmla="*/ 59 w 60"/>
                  <a:gd name="T17" fmla="*/ 3 h 32"/>
                  <a:gd name="T18" fmla="*/ 9 w 60"/>
                  <a:gd name="T19" fmla="*/ 31 h 32"/>
                  <a:gd name="T20" fmla="*/ 8 w 60"/>
                  <a:gd name="T21" fmla="*/ 32 h 32"/>
                  <a:gd name="T22" fmla="*/ 4 w 60"/>
                  <a:gd name="T23" fmla="*/ 4 h 32"/>
                  <a:gd name="T24" fmla="*/ 9 w 60"/>
                  <a:gd name="T25" fmla="*/ 27 h 32"/>
                  <a:gd name="T26" fmla="*/ 52 w 60"/>
                  <a:gd name="T27" fmla="*/ 4 h 32"/>
                  <a:gd name="T28" fmla="*/ 4 w 60"/>
                  <a:gd name="T29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32">
                    <a:moveTo>
                      <a:pt x="8" y="32"/>
                    </a:move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6" y="31"/>
                      <a:pt x="6" y="3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60" y="1"/>
                      <a:pt x="60" y="2"/>
                    </a:cubicBezTo>
                    <a:cubicBezTo>
                      <a:pt x="60" y="2"/>
                      <a:pt x="60" y="3"/>
                      <a:pt x="59" y="3"/>
                    </a:cubicBezTo>
                    <a:cubicBezTo>
                      <a:pt x="9" y="31"/>
                      <a:pt x="9" y="31"/>
                      <a:pt x="9" y="31"/>
                    </a:cubicBezTo>
                    <a:lnTo>
                      <a:pt x="8" y="32"/>
                    </a:lnTo>
                    <a:close/>
                    <a:moveTo>
                      <a:pt x="4" y="4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6" name="Freeform 992"/>
              <p:cNvSpPr>
                <a:spLocks noEditPoints="1"/>
              </p:cNvSpPr>
              <p:nvPr userDrawn="1"/>
            </p:nvSpPr>
            <p:spPr bwMode="auto">
              <a:xfrm>
                <a:off x="1649" y="1251"/>
                <a:ext cx="95" cy="61"/>
              </a:xfrm>
              <a:custGeom>
                <a:avLst/>
                <a:gdLst>
                  <a:gd name="T0" fmla="*/ 2 w 77"/>
                  <a:gd name="T1" fmla="*/ 49 h 49"/>
                  <a:gd name="T2" fmla="*/ 1 w 77"/>
                  <a:gd name="T3" fmla="*/ 49 h 49"/>
                  <a:gd name="T4" fmla="*/ 0 w 77"/>
                  <a:gd name="T5" fmla="*/ 47 h 49"/>
                  <a:gd name="T6" fmla="*/ 11 w 77"/>
                  <a:gd name="T7" fmla="*/ 2 h 49"/>
                  <a:gd name="T8" fmla="*/ 13 w 77"/>
                  <a:gd name="T9" fmla="*/ 0 h 49"/>
                  <a:gd name="T10" fmla="*/ 75 w 77"/>
                  <a:gd name="T11" fmla="*/ 1 h 49"/>
                  <a:gd name="T12" fmla="*/ 76 w 77"/>
                  <a:gd name="T13" fmla="*/ 3 h 49"/>
                  <a:gd name="T14" fmla="*/ 76 w 77"/>
                  <a:gd name="T15" fmla="*/ 5 h 49"/>
                  <a:gd name="T16" fmla="*/ 2 w 77"/>
                  <a:gd name="T17" fmla="*/ 49 h 49"/>
                  <a:gd name="T18" fmla="*/ 14 w 77"/>
                  <a:gd name="T19" fmla="*/ 4 h 49"/>
                  <a:gd name="T20" fmla="*/ 4 w 77"/>
                  <a:gd name="T21" fmla="*/ 44 h 49"/>
                  <a:gd name="T22" fmla="*/ 69 w 77"/>
                  <a:gd name="T23" fmla="*/ 5 h 49"/>
                  <a:gd name="T24" fmla="*/ 14 w 77"/>
                  <a:gd name="T25" fmla="*/ 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49">
                    <a:moveTo>
                      <a:pt x="2" y="49"/>
                    </a:moveTo>
                    <a:cubicBezTo>
                      <a:pt x="1" y="49"/>
                      <a:pt x="1" y="49"/>
                      <a:pt x="1" y="49"/>
                    </a:cubicBezTo>
                    <a:cubicBezTo>
                      <a:pt x="0" y="48"/>
                      <a:pt x="0" y="48"/>
                      <a:pt x="0" y="47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5" y="1"/>
                      <a:pt x="76" y="2"/>
                      <a:pt x="76" y="3"/>
                    </a:cubicBezTo>
                    <a:cubicBezTo>
                      <a:pt x="77" y="3"/>
                      <a:pt x="76" y="4"/>
                      <a:pt x="76" y="5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14" y="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69" y="5"/>
                      <a:pt x="69" y="5"/>
                      <a:pt x="69" y="5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7" name="Freeform 993"/>
              <p:cNvSpPr>
                <a:spLocks noEditPoints="1"/>
              </p:cNvSpPr>
              <p:nvPr userDrawn="1"/>
            </p:nvSpPr>
            <p:spPr bwMode="auto">
              <a:xfrm>
                <a:off x="1649" y="1252"/>
                <a:ext cx="94" cy="130"/>
              </a:xfrm>
              <a:custGeom>
                <a:avLst/>
                <a:gdLst>
                  <a:gd name="T0" fmla="*/ 75 w 76"/>
                  <a:gd name="T1" fmla="*/ 105 h 105"/>
                  <a:gd name="T2" fmla="*/ 74 w 76"/>
                  <a:gd name="T3" fmla="*/ 105 h 105"/>
                  <a:gd name="T4" fmla="*/ 1 w 76"/>
                  <a:gd name="T5" fmla="*/ 48 h 105"/>
                  <a:gd name="T6" fmla="*/ 0 w 76"/>
                  <a:gd name="T7" fmla="*/ 46 h 105"/>
                  <a:gd name="T8" fmla="*/ 1 w 76"/>
                  <a:gd name="T9" fmla="*/ 45 h 105"/>
                  <a:gd name="T10" fmla="*/ 74 w 76"/>
                  <a:gd name="T11" fmla="*/ 1 h 105"/>
                  <a:gd name="T12" fmla="*/ 76 w 76"/>
                  <a:gd name="T13" fmla="*/ 1 h 105"/>
                  <a:gd name="T14" fmla="*/ 76 w 76"/>
                  <a:gd name="T15" fmla="*/ 2 h 105"/>
                  <a:gd name="T16" fmla="*/ 76 w 76"/>
                  <a:gd name="T17" fmla="*/ 104 h 105"/>
                  <a:gd name="T18" fmla="*/ 75 w 76"/>
                  <a:gd name="T19" fmla="*/ 105 h 105"/>
                  <a:gd name="T20" fmla="*/ 4 w 76"/>
                  <a:gd name="T21" fmla="*/ 47 h 105"/>
                  <a:gd name="T22" fmla="*/ 73 w 76"/>
                  <a:gd name="T23" fmla="*/ 100 h 105"/>
                  <a:gd name="T24" fmla="*/ 73 w 76"/>
                  <a:gd name="T25" fmla="*/ 5 h 105"/>
                  <a:gd name="T26" fmla="*/ 4 w 76"/>
                  <a:gd name="T27" fmla="*/ 47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105">
                    <a:moveTo>
                      <a:pt x="75" y="105"/>
                    </a:moveTo>
                    <a:cubicBezTo>
                      <a:pt x="74" y="105"/>
                      <a:pt x="74" y="105"/>
                      <a:pt x="74" y="10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0"/>
                      <a:pt x="75" y="0"/>
                      <a:pt x="76" y="1"/>
                    </a:cubicBezTo>
                    <a:cubicBezTo>
                      <a:pt x="76" y="1"/>
                      <a:pt x="76" y="1"/>
                      <a:pt x="76" y="2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6" y="104"/>
                      <a:pt x="76" y="105"/>
                      <a:pt x="75" y="105"/>
                    </a:cubicBezTo>
                    <a:close/>
                    <a:moveTo>
                      <a:pt x="4" y="47"/>
                    </a:moveTo>
                    <a:cubicBezTo>
                      <a:pt x="73" y="100"/>
                      <a:pt x="73" y="100"/>
                      <a:pt x="73" y="100"/>
                    </a:cubicBezTo>
                    <a:cubicBezTo>
                      <a:pt x="73" y="5"/>
                      <a:pt x="73" y="5"/>
                      <a:pt x="73" y="5"/>
                    </a:cubicBezTo>
                    <a:lnTo>
                      <a:pt x="4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8" name="Freeform 994"/>
              <p:cNvSpPr>
                <a:spLocks noEditPoints="1"/>
              </p:cNvSpPr>
              <p:nvPr userDrawn="1"/>
            </p:nvSpPr>
            <p:spPr bwMode="auto">
              <a:xfrm>
                <a:off x="1682" y="1379"/>
                <a:ext cx="61" cy="107"/>
              </a:xfrm>
              <a:custGeom>
                <a:avLst/>
                <a:gdLst>
                  <a:gd name="T0" fmla="*/ 48 w 49"/>
                  <a:gd name="T1" fmla="*/ 87 h 87"/>
                  <a:gd name="T2" fmla="*/ 1 w 49"/>
                  <a:gd name="T3" fmla="*/ 87 h 87"/>
                  <a:gd name="T4" fmla="*/ 0 w 49"/>
                  <a:gd name="T5" fmla="*/ 87 h 87"/>
                  <a:gd name="T6" fmla="*/ 0 w 49"/>
                  <a:gd name="T7" fmla="*/ 85 h 87"/>
                  <a:gd name="T8" fmla="*/ 46 w 49"/>
                  <a:gd name="T9" fmla="*/ 1 h 87"/>
                  <a:gd name="T10" fmla="*/ 48 w 49"/>
                  <a:gd name="T11" fmla="*/ 0 h 87"/>
                  <a:gd name="T12" fmla="*/ 49 w 49"/>
                  <a:gd name="T13" fmla="*/ 2 h 87"/>
                  <a:gd name="T14" fmla="*/ 49 w 49"/>
                  <a:gd name="T15" fmla="*/ 86 h 87"/>
                  <a:gd name="T16" fmla="*/ 48 w 49"/>
                  <a:gd name="T17" fmla="*/ 87 h 87"/>
                  <a:gd name="T18" fmla="*/ 4 w 49"/>
                  <a:gd name="T19" fmla="*/ 84 h 87"/>
                  <a:gd name="T20" fmla="*/ 46 w 49"/>
                  <a:gd name="T21" fmla="*/ 84 h 87"/>
                  <a:gd name="T22" fmla="*/ 46 w 49"/>
                  <a:gd name="T23" fmla="*/ 8 h 87"/>
                  <a:gd name="T24" fmla="*/ 4 w 49"/>
                  <a:gd name="T25" fmla="*/ 8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87">
                    <a:moveTo>
                      <a:pt x="48" y="87"/>
                    </a:move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0" y="87"/>
                      <a:pt x="0" y="87"/>
                    </a:cubicBezTo>
                    <a:cubicBezTo>
                      <a:pt x="0" y="86"/>
                      <a:pt x="0" y="85"/>
                      <a:pt x="0" y="85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7" y="0"/>
                      <a:pt x="47" y="0"/>
                      <a:pt x="48" y="0"/>
                    </a:cubicBezTo>
                    <a:cubicBezTo>
                      <a:pt x="49" y="0"/>
                      <a:pt x="49" y="1"/>
                      <a:pt x="49" y="2"/>
                    </a:cubicBezTo>
                    <a:cubicBezTo>
                      <a:pt x="49" y="86"/>
                      <a:pt x="49" y="86"/>
                      <a:pt x="49" y="86"/>
                    </a:cubicBezTo>
                    <a:cubicBezTo>
                      <a:pt x="49" y="87"/>
                      <a:pt x="49" y="87"/>
                      <a:pt x="48" y="87"/>
                    </a:cubicBezTo>
                    <a:close/>
                    <a:moveTo>
                      <a:pt x="4" y="84"/>
                    </a:move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"/>
                      <a:pt x="46" y="8"/>
                      <a:pt x="46" y="8"/>
                    </a:cubicBezTo>
                    <a:lnTo>
                      <a:pt x="4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9" name="Freeform 995"/>
              <p:cNvSpPr>
                <a:spLocks noEditPoints="1"/>
              </p:cNvSpPr>
              <p:nvPr userDrawn="1"/>
            </p:nvSpPr>
            <p:spPr bwMode="auto">
              <a:xfrm>
                <a:off x="1689" y="1308"/>
                <a:ext cx="54" cy="126"/>
              </a:xfrm>
              <a:custGeom>
                <a:avLst/>
                <a:gdLst>
                  <a:gd name="T0" fmla="*/ 42 w 43"/>
                  <a:gd name="T1" fmla="*/ 102 h 102"/>
                  <a:gd name="T2" fmla="*/ 40 w 43"/>
                  <a:gd name="T3" fmla="*/ 102 h 102"/>
                  <a:gd name="T4" fmla="*/ 1 w 43"/>
                  <a:gd name="T5" fmla="*/ 30 h 102"/>
                  <a:gd name="T6" fmla="*/ 1 w 43"/>
                  <a:gd name="T7" fmla="*/ 28 h 102"/>
                  <a:gd name="T8" fmla="*/ 41 w 43"/>
                  <a:gd name="T9" fmla="*/ 0 h 102"/>
                  <a:gd name="T10" fmla="*/ 42 w 43"/>
                  <a:gd name="T11" fmla="*/ 0 h 102"/>
                  <a:gd name="T12" fmla="*/ 43 w 43"/>
                  <a:gd name="T13" fmla="*/ 2 h 102"/>
                  <a:gd name="T14" fmla="*/ 43 w 43"/>
                  <a:gd name="T15" fmla="*/ 101 h 102"/>
                  <a:gd name="T16" fmla="*/ 42 w 43"/>
                  <a:gd name="T17" fmla="*/ 102 h 102"/>
                  <a:gd name="T18" fmla="*/ 4 w 43"/>
                  <a:gd name="T19" fmla="*/ 30 h 102"/>
                  <a:gd name="T20" fmla="*/ 40 w 43"/>
                  <a:gd name="T21" fmla="*/ 94 h 102"/>
                  <a:gd name="T22" fmla="*/ 40 w 43"/>
                  <a:gd name="T23" fmla="*/ 5 h 102"/>
                  <a:gd name="T24" fmla="*/ 4 w 43"/>
                  <a:gd name="T25" fmla="*/ 3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102">
                    <a:moveTo>
                      <a:pt x="42" y="102"/>
                    </a:moveTo>
                    <a:cubicBezTo>
                      <a:pt x="41" y="102"/>
                      <a:pt x="41" y="102"/>
                      <a:pt x="40" y="102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1" y="29"/>
                      <a:pt x="1" y="2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3" y="1"/>
                      <a:pt x="43" y="2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101"/>
                      <a:pt x="43" y="102"/>
                      <a:pt x="42" y="102"/>
                    </a:cubicBezTo>
                    <a:close/>
                    <a:moveTo>
                      <a:pt x="4" y="30"/>
                    </a:moveTo>
                    <a:cubicBezTo>
                      <a:pt x="40" y="94"/>
                      <a:pt x="40" y="94"/>
                      <a:pt x="40" y="94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0" name="Freeform 996"/>
              <p:cNvSpPr>
                <a:spLocks noEditPoints="1"/>
              </p:cNvSpPr>
              <p:nvPr userDrawn="1"/>
            </p:nvSpPr>
            <p:spPr bwMode="auto">
              <a:xfrm>
                <a:off x="1545" y="1211"/>
                <a:ext cx="116" cy="44"/>
              </a:xfrm>
              <a:custGeom>
                <a:avLst/>
                <a:gdLst>
                  <a:gd name="T0" fmla="*/ 63 w 94"/>
                  <a:gd name="T1" fmla="*/ 35 h 35"/>
                  <a:gd name="T2" fmla="*/ 62 w 94"/>
                  <a:gd name="T3" fmla="*/ 35 h 35"/>
                  <a:gd name="T4" fmla="*/ 1 w 94"/>
                  <a:gd name="T5" fmla="*/ 3 h 35"/>
                  <a:gd name="T6" fmla="*/ 0 w 94"/>
                  <a:gd name="T7" fmla="*/ 1 h 35"/>
                  <a:gd name="T8" fmla="*/ 1 w 94"/>
                  <a:gd name="T9" fmla="*/ 0 h 35"/>
                  <a:gd name="T10" fmla="*/ 92 w 94"/>
                  <a:gd name="T11" fmla="*/ 0 h 35"/>
                  <a:gd name="T12" fmla="*/ 94 w 94"/>
                  <a:gd name="T13" fmla="*/ 1 h 35"/>
                  <a:gd name="T14" fmla="*/ 93 w 94"/>
                  <a:gd name="T15" fmla="*/ 3 h 35"/>
                  <a:gd name="T16" fmla="*/ 64 w 94"/>
                  <a:gd name="T17" fmla="*/ 34 h 35"/>
                  <a:gd name="T18" fmla="*/ 63 w 94"/>
                  <a:gd name="T19" fmla="*/ 35 h 35"/>
                  <a:gd name="T20" fmla="*/ 8 w 94"/>
                  <a:gd name="T21" fmla="*/ 3 h 35"/>
                  <a:gd name="T22" fmla="*/ 62 w 94"/>
                  <a:gd name="T23" fmla="*/ 31 h 35"/>
                  <a:gd name="T24" fmla="*/ 88 w 94"/>
                  <a:gd name="T25" fmla="*/ 3 h 35"/>
                  <a:gd name="T26" fmla="*/ 8 w 94"/>
                  <a:gd name="T27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35">
                    <a:moveTo>
                      <a:pt x="63" y="35"/>
                    </a:moveTo>
                    <a:cubicBezTo>
                      <a:pt x="62" y="35"/>
                      <a:pt x="62" y="35"/>
                      <a:pt x="62" y="3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3" y="0"/>
                      <a:pt x="94" y="0"/>
                      <a:pt x="94" y="1"/>
                    </a:cubicBezTo>
                    <a:cubicBezTo>
                      <a:pt x="94" y="1"/>
                      <a:pt x="94" y="2"/>
                      <a:pt x="93" y="3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5"/>
                      <a:pt x="63" y="35"/>
                      <a:pt x="63" y="35"/>
                    </a:cubicBezTo>
                    <a:close/>
                    <a:moveTo>
                      <a:pt x="8" y="3"/>
                    </a:moveTo>
                    <a:cubicBezTo>
                      <a:pt x="62" y="31"/>
                      <a:pt x="62" y="31"/>
                      <a:pt x="62" y="31"/>
                    </a:cubicBezTo>
                    <a:cubicBezTo>
                      <a:pt x="88" y="3"/>
                      <a:pt x="88" y="3"/>
                      <a:pt x="88" y="3"/>
                    </a:cubicBezTo>
                    <a:lnTo>
                      <a:pt x="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1" name="Freeform 997"/>
              <p:cNvSpPr>
                <a:spLocks noEditPoints="1"/>
              </p:cNvSpPr>
              <p:nvPr userDrawn="1"/>
            </p:nvSpPr>
            <p:spPr bwMode="auto">
              <a:xfrm>
                <a:off x="1950" y="835"/>
                <a:ext cx="86" cy="60"/>
              </a:xfrm>
              <a:custGeom>
                <a:avLst/>
                <a:gdLst>
                  <a:gd name="T0" fmla="*/ 67 w 69"/>
                  <a:gd name="T1" fmla="*/ 48 h 48"/>
                  <a:gd name="T2" fmla="*/ 67 w 69"/>
                  <a:gd name="T3" fmla="*/ 48 h 48"/>
                  <a:gd name="T4" fmla="*/ 17 w 69"/>
                  <a:gd name="T5" fmla="*/ 41 h 48"/>
                  <a:gd name="T6" fmla="*/ 16 w 69"/>
                  <a:gd name="T7" fmla="*/ 40 h 48"/>
                  <a:gd name="T8" fmla="*/ 1 w 69"/>
                  <a:gd name="T9" fmla="*/ 3 h 48"/>
                  <a:gd name="T10" fmla="*/ 1 w 69"/>
                  <a:gd name="T11" fmla="*/ 1 h 48"/>
                  <a:gd name="T12" fmla="*/ 3 w 69"/>
                  <a:gd name="T13" fmla="*/ 1 h 48"/>
                  <a:gd name="T14" fmla="*/ 68 w 69"/>
                  <a:gd name="T15" fmla="*/ 44 h 48"/>
                  <a:gd name="T16" fmla="*/ 69 w 69"/>
                  <a:gd name="T17" fmla="*/ 46 h 48"/>
                  <a:gd name="T18" fmla="*/ 67 w 69"/>
                  <a:gd name="T19" fmla="*/ 48 h 48"/>
                  <a:gd name="T20" fmla="*/ 19 w 69"/>
                  <a:gd name="T21" fmla="*/ 38 h 48"/>
                  <a:gd name="T22" fmla="*/ 60 w 69"/>
                  <a:gd name="T23" fmla="*/ 43 h 48"/>
                  <a:gd name="T24" fmla="*/ 6 w 69"/>
                  <a:gd name="T25" fmla="*/ 7 h 48"/>
                  <a:gd name="T26" fmla="*/ 19 w 69"/>
                  <a:gd name="T27" fmla="*/ 3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48">
                    <a:moveTo>
                      <a:pt x="67" y="48"/>
                    </a:moveTo>
                    <a:cubicBezTo>
                      <a:pt x="67" y="48"/>
                      <a:pt x="67" y="48"/>
                      <a:pt x="67" y="48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7" y="41"/>
                      <a:pt x="16" y="41"/>
                      <a:pt x="16" y="4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9" y="45"/>
                      <a:pt x="69" y="46"/>
                      <a:pt x="69" y="46"/>
                    </a:cubicBezTo>
                    <a:cubicBezTo>
                      <a:pt x="69" y="47"/>
                      <a:pt x="68" y="48"/>
                      <a:pt x="67" y="48"/>
                    </a:cubicBezTo>
                    <a:close/>
                    <a:moveTo>
                      <a:pt x="19" y="38"/>
                    </a:moveTo>
                    <a:cubicBezTo>
                      <a:pt x="60" y="43"/>
                      <a:pt x="60" y="43"/>
                      <a:pt x="60" y="43"/>
                    </a:cubicBezTo>
                    <a:cubicBezTo>
                      <a:pt x="6" y="7"/>
                      <a:pt x="6" y="7"/>
                      <a:pt x="6" y="7"/>
                    </a:cubicBezTo>
                    <a:lnTo>
                      <a:pt x="19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2" name="Freeform 998"/>
              <p:cNvSpPr>
                <a:spLocks noEditPoints="1"/>
              </p:cNvSpPr>
              <p:nvPr userDrawn="1"/>
            </p:nvSpPr>
            <p:spPr bwMode="auto">
              <a:xfrm>
                <a:off x="1864" y="902"/>
                <a:ext cx="91" cy="93"/>
              </a:xfrm>
              <a:custGeom>
                <a:avLst/>
                <a:gdLst>
                  <a:gd name="T0" fmla="*/ 2 w 74"/>
                  <a:gd name="T1" fmla="*/ 75 h 75"/>
                  <a:gd name="T2" fmla="*/ 1 w 74"/>
                  <a:gd name="T3" fmla="*/ 75 h 75"/>
                  <a:gd name="T4" fmla="*/ 0 w 74"/>
                  <a:gd name="T5" fmla="*/ 73 h 75"/>
                  <a:gd name="T6" fmla="*/ 0 w 74"/>
                  <a:gd name="T7" fmla="*/ 2 h 75"/>
                  <a:gd name="T8" fmla="*/ 2 w 74"/>
                  <a:gd name="T9" fmla="*/ 0 h 75"/>
                  <a:gd name="T10" fmla="*/ 72 w 74"/>
                  <a:gd name="T11" fmla="*/ 0 h 75"/>
                  <a:gd name="T12" fmla="*/ 74 w 74"/>
                  <a:gd name="T13" fmla="*/ 1 h 75"/>
                  <a:gd name="T14" fmla="*/ 73 w 74"/>
                  <a:gd name="T15" fmla="*/ 3 h 75"/>
                  <a:gd name="T16" fmla="*/ 3 w 74"/>
                  <a:gd name="T17" fmla="*/ 75 h 75"/>
                  <a:gd name="T18" fmla="*/ 2 w 74"/>
                  <a:gd name="T19" fmla="*/ 75 h 75"/>
                  <a:gd name="T20" fmla="*/ 3 w 74"/>
                  <a:gd name="T21" fmla="*/ 3 h 75"/>
                  <a:gd name="T22" fmla="*/ 3 w 74"/>
                  <a:gd name="T23" fmla="*/ 69 h 75"/>
                  <a:gd name="T24" fmla="*/ 68 w 74"/>
                  <a:gd name="T25" fmla="*/ 3 h 75"/>
                  <a:gd name="T26" fmla="*/ 3 w 74"/>
                  <a:gd name="T27" fmla="*/ 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75">
                    <a:moveTo>
                      <a:pt x="2" y="75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1" y="75"/>
                      <a:pt x="0" y="74"/>
                      <a:pt x="0" y="7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3" y="0"/>
                      <a:pt x="74" y="1"/>
                      <a:pt x="74" y="1"/>
                    </a:cubicBezTo>
                    <a:cubicBezTo>
                      <a:pt x="74" y="2"/>
                      <a:pt x="74" y="3"/>
                      <a:pt x="73" y="3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2" y="75"/>
                      <a:pt x="2" y="75"/>
                    </a:cubicBezTo>
                    <a:close/>
                    <a:moveTo>
                      <a:pt x="3" y="3"/>
                    </a:moveTo>
                    <a:cubicBezTo>
                      <a:pt x="3" y="69"/>
                      <a:pt x="3" y="69"/>
                      <a:pt x="3" y="69"/>
                    </a:cubicBezTo>
                    <a:cubicBezTo>
                      <a:pt x="68" y="3"/>
                      <a:pt x="68" y="3"/>
                      <a:pt x="68" y="3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3" name="Freeform 999"/>
              <p:cNvSpPr>
                <a:spLocks noEditPoints="1"/>
              </p:cNvSpPr>
              <p:nvPr userDrawn="1"/>
            </p:nvSpPr>
            <p:spPr bwMode="auto">
              <a:xfrm>
                <a:off x="1692" y="1036"/>
                <a:ext cx="137" cy="89"/>
              </a:xfrm>
              <a:custGeom>
                <a:avLst/>
                <a:gdLst>
                  <a:gd name="T0" fmla="*/ 43 w 111"/>
                  <a:gd name="T1" fmla="*/ 72 h 72"/>
                  <a:gd name="T2" fmla="*/ 43 w 111"/>
                  <a:gd name="T3" fmla="*/ 71 h 72"/>
                  <a:gd name="T4" fmla="*/ 1 w 111"/>
                  <a:gd name="T5" fmla="*/ 58 h 72"/>
                  <a:gd name="T6" fmla="*/ 0 w 111"/>
                  <a:gd name="T7" fmla="*/ 56 h 72"/>
                  <a:gd name="T8" fmla="*/ 1 w 111"/>
                  <a:gd name="T9" fmla="*/ 55 h 72"/>
                  <a:gd name="T10" fmla="*/ 108 w 111"/>
                  <a:gd name="T11" fmla="*/ 0 h 72"/>
                  <a:gd name="T12" fmla="*/ 110 w 111"/>
                  <a:gd name="T13" fmla="*/ 1 h 72"/>
                  <a:gd name="T14" fmla="*/ 110 w 111"/>
                  <a:gd name="T15" fmla="*/ 3 h 72"/>
                  <a:gd name="T16" fmla="*/ 45 w 111"/>
                  <a:gd name="T17" fmla="*/ 71 h 72"/>
                  <a:gd name="T18" fmla="*/ 43 w 111"/>
                  <a:gd name="T19" fmla="*/ 72 h 72"/>
                  <a:gd name="T20" fmla="*/ 6 w 111"/>
                  <a:gd name="T21" fmla="*/ 56 h 72"/>
                  <a:gd name="T22" fmla="*/ 43 w 111"/>
                  <a:gd name="T23" fmla="*/ 68 h 72"/>
                  <a:gd name="T24" fmla="*/ 101 w 111"/>
                  <a:gd name="T25" fmla="*/ 8 h 72"/>
                  <a:gd name="T26" fmla="*/ 6 w 111"/>
                  <a:gd name="T27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72">
                    <a:moveTo>
                      <a:pt x="43" y="72"/>
                    </a:moveTo>
                    <a:cubicBezTo>
                      <a:pt x="43" y="71"/>
                      <a:pt x="43" y="71"/>
                      <a:pt x="43" y="71"/>
                    </a:cubicBezTo>
                    <a:cubicBezTo>
                      <a:pt x="1" y="58"/>
                      <a:pt x="1" y="58"/>
                      <a:pt x="1" y="58"/>
                    </a:cubicBezTo>
                    <a:cubicBezTo>
                      <a:pt x="0" y="57"/>
                      <a:pt x="0" y="57"/>
                      <a:pt x="0" y="56"/>
                    </a:cubicBezTo>
                    <a:cubicBezTo>
                      <a:pt x="0" y="56"/>
                      <a:pt x="0" y="55"/>
                      <a:pt x="1" y="55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1"/>
                      <a:pt x="111" y="2"/>
                      <a:pt x="110" y="3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4" y="71"/>
                      <a:pt x="44" y="72"/>
                      <a:pt x="43" y="72"/>
                    </a:cubicBezTo>
                    <a:close/>
                    <a:moveTo>
                      <a:pt x="6" y="56"/>
                    </a:moveTo>
                    <a:cubicBezTo>
                      <a:pt x="43" y="68"/>
                      <a:pt x="43" y="68"/>
                      <a:pt x="43" y="68"/>
                    </a:cubicBezTo>
                    <a:cubicBezTo>
                      <a:pt x="101" y="8"/>
                      <a:pt x="101" y="8"/>
                      <a:pt x="101" y="8"/>
                    </a:cubicBez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4" name="Freeform 1000"/>
              <p:cNvSpPr>
                <a:spLocks noEditPoints="1"/>
              </p:cNvSpPr>
              <p:nvPr userDrawn="1"/>
            </p:nvSpPr>
            <p:spPr bwMode="auto">
              <a:xfrm>
                <a:off x="1442" y="1450"/>
                <a:ext cx="244" cy="36"/>
              </a:xfrm>
              <a:custGeom>
                <a:avLst/>
                <a:gdLst>
                  <a:gd name="T0" fmla="*/ 195 w 197"/>
                  <a:gd name="T1" fmla="*/ 29 h 29"/>
                  <a:gd name="T2" fmla="*/ 1 w 197"/>
                  <a:gd name="T3" fmla="*/ 29 h 29"/>
                  <a:gd name="T4" fmla="*/ 0 w 197"/>
                  <a:gd name="T5" fmla="*/ 28 h 29"/>
                  <a:gd name="T6" fmla="*/ 0 w 197"/>
                  <a:gd name="T7" fmla="*/ 26 h 29"/>
                  <a:gd name="T8" fmla="*/ 35 w 197"/>
                  <a:gd name="T9" fmla="*/ 0 h 29"/>
                  <a:gd name="T10" fmla="*/ 36 w 197"/>
                  <a:gd name="T11" fmla="*/ 0 h 29"/>
                  <a:gd name="T12" fmla="*/ 196 w 197"/>
                  <a:gd name="T13" fmla="*/ 26 h 29"/>
                  <a:gd name="T14" fmla="*/ 197 w 197"/>
                  <a:gd name="T15" fmla="*/ 28 h 29"/>
                  <a:gd name="T16" fmla="*/ 195 w 197"/>
                  <a:gd name="T17" fmla="*/ 29 h 29"/>
                  <a:gd name="T18" fmla="*/ 6 w 197"/>
                  <a:gd name="T19" fmla="*/ 26 h 29"/>
                  <a:gd name="T20" fmla="*/ 175 w 197"/>
                  <a:gd name="T21" fmla="*/ 26 h 29"/>
                  <a:gd name="T22" fmla="*/ 37 w 197"/>
                  <a:gd name="T23" fmla="*/ 3 h 29"/>
                  <a:gd name="T24" fmla="*/ 6 w 197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7" h="29">
                    <a:moveTo>
                      <a:pt x="195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0" y="2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96" y="26"/>
                      <a:pt x="196" y="26"/>
                      <a:pt x="196" y="26"/>
                    </a:cubicBezTo>
                    <a:cubicBezTo>
                      <a:pt x="197" y="26"/>
                      <a:pt x="197" y="27"/>
                      <a:pt x="197" y="28"/>
                    </a:cubicBezTo>
                    <a:cubicBezTo>
                      <a:pt x="197" y="29"/>
                      <a:pt x="196" y="29"/>
                      <a:pt x="195" y="29"/>
                    </a:cubicBezTo>
                    <a:close/>
                    <a:moveTo>
                      <a:pt x="6" y="26"/>
                    </a:moveTo>
                    <a:cubicBezTo>
                      <a:pt x="175" y="26"/>
                      <a:pt x="175" y="26"/>
                      <a:pt x="175" y="26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6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5" name="Freeform 1001"/>
              <p:cNvSpPr>
                <a:spLocks noEditPoints="1"/>
              </p:cNvSpPr>
              <p:nvPr userDrawn="1"/>
            </p:nvSpPr>
            <p:spPr bwMode="auto">
              <a:xfrm>
                <a:off x="1181" y="1450"/>
                <a:ext cx="308" cy="36"/>
              </a:xfrm>
              <a:custGeom>
                <a:avLst/>
                <a:gdLst>
                  <a:gd name="T0" fmla="*/ 212 w 249"/>
                  <a:gd name="T1" fmla="*/ 29 h 29"/>
                  <a:gd name="T2" fmla="*/ 2 w 249"/>
                  <a:gd name="T3" fmla="*/ 29 h 29"/>
                  <a:gd name="T4" fmla="*/ 0 w 249"/>
                  <a:gd name="T5" fmla="*/ 28 h 29"/>
                  <a:gd name="T6" fmla="*/ 1 w 249"/>
                  <a:gd name="T7" fmla="*/ 26 h 29"/>
                  <a:gd name="T8" fmla="*/ 247 w 249"/>
                  <a:gd name="T9" fmla="*/ 0 h 29"/>
                  <a:gd name="T10" fmla="*/ 249 w 249"/>
                  <a:gd name="T11" fmla="*/ 1 h 29"/>
                  <a:gd name="T12" fmla="*/ 248 w 249"/>
                  <a:gd name="T13" fmla="*/ 3 h 29"/>
                  <a:gd name="T14" fmla="*/ 213 w 249"/>
                  <a:gd name="T15" fmla="*/ 29 h 29"/>
                  <a:gd name="T16" fmla="*/ 212 w 249"/>
                  <a:gd name="T17" fmla="*/ 29 h 29"/>
                  <a:gd name="T18" fmla="*/ 33 w 249"/>
                  <a:gd name="T19" fmla="*/ 26 h 29"/>
                  <a:gd name="T20" fmla="*/ 212 w 249"/>
                  <a:gd name="T21" fmla="*/ 26 h 29"/>
                  <a:gd name="T22" fmla="*/ 241 w 249"/>
                  <a:gd name="T23" fmla="*/ 4 h 29"/>
                  <a:gd name="T24" fmla="*/ 33 w 249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9" h="29">
                    <a:moveTo>
                      <a:pt x="212" y="29"/>
                    </a:move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8" y="0"/>
                      <a:pt x="248" y="0"/>
                      <a:pt x="249" y="1"/>
                    </a:cubicBezTo>
                    <a:cubicBezTo>
                      <a:pt x="249" y="2"/>
                      <a:pt x="249" y="2"/>
                      <a:pt x="248" y="3"/>
                    </a:cubicBezTo>
                    <a:cubicBezTo>
                      <a:pt x="213" y="29"/>
                      <a:pt x="213" y="29"/>
                      <a:pt x="213" y="29"/>
                    </a:cubicBezTo>
                    <a:cubicBezTo>
                      <a:pt x="213" y="29"/>
                      <a:pt x="213" y="29"/>
                      <a:pt x="212" y="29"/>
                    </a:cubicBezTo>
                    <a:close/>
                    <a:moveTo>
                      <a:pt x="33" y="26"/>
                    </a:moveTo>
                    <a:cubicBezTo>
                      <a:pt x="212" y="26"/>
                      <a:pt x="212" y="26"/>
                      <a:pt x="212" y="26"/>
                    </a:cubicBezTo>
                    <a:cubicBezTo>
                      <a:pt x="241" y="4"/>
                      <a:pt x="241" y="4"/>
                      <a:pt x="241" y="4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6" name="Freeform 1002"/>
              <p:cNvSpPr>
                <a:spLocks noEditPoints="1"/>
              </p:cNvSpPr>
              <p:nvPr userDrawn="1"/>
            </p:nvSpPr>
            <p:spPr bwMode="auto">
              <a:xfrm>
                <a:off x="1043" y="1431"/>
                <a:ext cx="141" cy="55"/>
              </a:xfrm>
              <a:custGeom>
                <a:avLst/>
                <a:gdLst>
                  <a:gd name="T0" fmla="*/ 113 w 114"/>
                  <a:gd name="T1" fmla="*/ 45 h 45"/>
                  <a:gd name="T2" fmla="*/ 1 w 114"/>
                  <a:gd name="T3" fmla="*/ 45 h 45"/>
                  <a:gd name="T4" fmla="*/ 0 w 114"/>
                  <a:gd name="T5" fmla="*/ 44 h 45"/>
                  <a:gd name="T6" fmla="*/ 1 w 114"/>
                  <a:gd name="T7" fmla="*/ 42 h 45"/>
                  <a:gd name="T8" fmla="*/ 86 w 114"/>
                  <a:gd name="T9" fmla="*/ 0 h 45"/>
                  <a:gd name="T10" fmla="*/ 88 w 114"/>
                  <a:gd name="T11" fmla="*/ 1 h 45"/>
                  <a:gd name="T12" fmla="*/ 114 w 114"/>
                  <a:gd name="T13" fmla="*/ 43 h 45"/>
                  <a:gd name="T14" fmla="*/ 114 w 114"/>
                  <a:gd name="T15" fmla="*/ 45 h 45"/>
                  <a:gd name="T16" fmla="*/ 113 w 114"/>
                  <a:gd name="T17" fmla="*/ 45 h 45"/>
                  <a:gd name="T18" fmla="*/ 9 w 114"/>
                  <a:gd name="T19" fmla="*/ 42 h 45"/>
                  <a:gd name="T20" fmla="*/ 110 w 114"/>
                  <a:gd name="T21" fmla="*/ 42 h 45"/>
                  <a:gd name="T22" fmla="*/ 86 w 114"/>
                  <a:gd name="T23" fmla="*/ 4 h 45"/>
                  <a:gd name="T24" fmla="*/ 9 w 114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4" h="45">
                    <a:moveTo>
                      <a:pt x="113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7" y="0"/>
                      <a:pt x="88" y="0"/>
                      <a:pt x="88" y="1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4" y="43"/>
                      <a:pt x="114" y="44"/>
                      <a:pt x="114" y="45"/>
                    </a:cubicBezTo>
                    <a:cubicBezTo>
                      <a:pt x="114" y="45"/>
                      <a:pt x="113" y="45"/>
                      <a:pt x="113" y="45"/>
                    </a:cubicBezTo>
                    <a:close/>
                    <a:moveTo>
                      <a:pt x="9" y="42"/>
                    </a:moveTo>
                    <a:cubicBezTo>
                      <a:pt x="110" y="42"/>
                      <a:pt x="110" y="42"/>
                      <a:pt x="110" y="42"/>
                    </a:cubicBezTo>
                    <a:cubicBezTo>
                      <a:pt x="86" y="4"/>
                      <a:pt x="86" y="4"/>
                      <a:pt x="86" y="4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7" name="Freeform 1003"/>
              <p:cNvSpPr>
                <a:spLocks noEditPoints="1"/>
              </p:cNvSpPr>
              <p:nvPr userDrawn="1"/>
            </p:nvSpPr>
            <p:spPr bwMode="auto">
              <a:xfrm>
                <a:off x="1373" y="1431"/>
                <a:ext cx="175" cy="55"/>
              </a:xfrm>
              <a:custGeom>
                <a:avLst/>
                <a:gdLst>
                  <a:gd name="T0" fmla="*/ 140 w 142"/>
                  <a:gd name="T1" fmla="*/ 45 h 45"/>
                  <a:gd name="T2" fmla="*/ 1 w 142"/>
                  <a:gd name="T3" fmla="*/ 45 h 45"/>
                  <a:gd name="T4" fmla="*/ 0 w 142"/>
                  <a:gd name="T5" fmla="*/ 45 h 45"/>
                  <a:gd name="T6" fmla="*/ 0 w 142"/>
                  <a:gd name="T7" fmla="*/ 43 h 45"/>
                  <a:gd name="T8" fmla="*/ 20 w 142"/>
                  <a:gd name="T9" fmla="*/ 1 h 45"/>
                  <a:gd name="T10" fmla="*/ 22 w 142"/>
                  <a:gd name="T11" fmla="*/ 0 h 45"/>
                  <a:gd name="T12" fmla="*/ 141 w 142"/>
                  <a:gd name="T13" fmla="*/ 42 h 45"/>
                  <a:gd name="T14" fmla="*/ 142 w 142"/>
                  <a:gd name="T15" fmla="*/ 44 h 45"/>
                  <a:gd name="T16" fmla="*/ 140 w 142"/>
                  <a:gd name="T17" fmla="*/ 45 h 45"/>
                  <a:gd name="T18" fmla="*/ 4 w 142"/>
                  <a:gd name="T19" fmla="*/ 42 h 45"/>
                  <a:gd name="T20" fmla="*/ 131 w 142"/>
                  <a:gd name="T21" fmla="*/ 42 h 45"/>
                  <a:gd name="T22" fmla="*/ 22 w 142"/>
                  <a:gd name="T23" fmla="*/ 4 h 45"/>
                  <a:gd name="T24" fmla="*/ 4 w 142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" h="45">
                    <a:moveTo>
                      <a:pt x="140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5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2" y="0"/>
                    </a:cubicBezTo>
                    <a:cubicBezTo>
                      <a:pt x="141" y="42"/>
                      <a:pt x="141" y="42"/>
                      <a:pt x="141" y="42"/>
                    </a:cubicBezTo>
                    <a:cubicBezTo>
                      <a:pt x="142" y="42"/>
                      <a:pt x="142" y="43"/>
                      <a:pt x="142" y="44"/>
                    </a:cubicBezTo>
                    <a:cubicBezTo>
                      <a:pt x="142" y="45"/>
                      <a:pt x="141" y="45"/>
                      <a:pt x="140" y="45"/>
                    </a:cubicBezTo>
                    <a:close/>
                    <a:moveTo>
                      <a:pt x="4" y="42"/>
                    </a:moveTo>
                    <a:cubicBezTo>
                      <a:pt x="131" y="42"/>
                      <a:pt x="131" y="42"/>
                      <a:pt x="131" y="42"/>
                    </a:cubicBezTo>
                    <a:cubicBezTo>
                      <a:pt x="22" y="4"/>
                      <a:pt x="22" y="4"/>
                      <a:pt x="22" y="4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8" name="Freeform 1004"/>
              <p:cNvSpPr>
                <a:spLocks noEditPoints="1"/>
              </p:cNvSpPr>
              <p:nvPr userDrawn="1"/>
            </p:nvSpPr>
            <p:spPr bwMode="auto">
              <a:xfrm>
                <a:off x="1545" y="1401"/>
                <a:ext cx="198" cy="85"/>
              </a:xfrm>
              <a:custGeom>
                <a:avLst/>
                <a:gdLst>
                  <a:gd name="T0" fmla="*/ 159 w 160"/>
                  <a:gd name="T1" fmla="*/ 69 h 69"/>
                  <a:gd name="T2" fmla="*/ 1 w 160"/>
                  <a:gd name="T3" fmla="*/ 69 h 69"/>
                  <a:gd name="T4" fmla="*/ 0 w 160"/>
                  <a:gd name="T5" fmla="*/ 68 h 69"/>
                  <a:gd name="T6" fmla="*/ 0 w 160"/>
                  <a:gd name="T7" fmla="*/ 66 h 69"/>
                  <a:gd name="T8" fmla="*/ 96 w 160"/>
                  <a:gd name="T9" fmla="*/ 0 h 69"/>
                  <a:gd name="T10" fmla="*/ 98 w 160"/>
                  <a:gd name="T11" fmla="*/ 1 h 69"/>
                  <a:gd name="T12" fmla="*/ 160 w 160"/>
                  <a:gd name="T13" fmla="*/ 67 h 69"/>
                  <a:gd name="T14" fmla="*/ 160 w 160"/>
                  <a:gd name="T15" fmla="*/ 68 h 69"/>
                  <a:gd name="T16" fmla="*/ 159 w 160"/>
                  <a:gd name="T17" fmla="*/ 69 h 69"/>
                  <a:gd name="T18" fmla="*/ 7 w 160"/>
                  <a:gd name="T19" fmla="*/ 66 h 69"/>
                  <a:gd name="T20" fmla="*/ 155 w 160"/>
                  <a:gd name="T21" fmla="*/ 66 h 69"/>
                  <a:gd name="T22" fmla="*/ 97 w 160"/>
                  <a:gd name="T23" fmla="*/ 4 h 69"/>
                  <a:gd name="T24" fmla="*/ 7 w 160"/>
                  <a:gd name="T25" fmla="*/ 6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69">
                    <a:moveTo>
                      <a:pt x="159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1" y="69"/>
                      <a:pt x="0" y="69"/>
                      <a:pt x="0" y="68"/>
                    </a:cubicBezTo>
                    <a:cubicBezTo>
                      <a:pt x="0" y="68"/>
                      <a:pt x="0" y="67"/>
                      <a:pt x="0" y="66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8" y="0"/>
                      <a:pt x="98" y="1"/>
                    </a:cubicBezTo>
                    <a:cubicBezTo>
                      <a:pt x="160" y="67"/>
                      <a:pt x="160" y="67"/>
                      <a:pt x="160" y="67"/>
                    </a:cubicBezTo>
                    <a:cubicBezTo>
                      <a:pt x="160" y="67"/>
                      <a:pt x="160" y="68"/>
                      <a:pt x="160" y="68"/>
                    </a:cubicBezTo>
                    <a:cubicBezTo>
                      <a:pt x="160" y="69"/>
                      <a:pt x="159" y="69"/>
                      <a:pt x="159" y="69"/>
                    </a:cubicBezTo>
                    <a:close/>
                    <a:moveTo>
                      <a:pt x="7" y="66"/>
                    </a:moveTo>
                    <a:cubicBezTo>
                      <a:pt x="155" y="66"/>
                      <a:pt x="155" y="66"/>
                      <a:pt x="155" y="66"/>
                    </a:cubicBezTo>
                    <a:cubicBezTo>
                      <a:pt x="97" y="4"/>
                      <a:pt x="97" y="4"/>
                      <a:pt x="97" y="4"/>
                    </a:cubicBezTo>
                    <a:lnTo>
                      <a:pt x="7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9" name="Freeform 1005"/>
              <p:cNvSpPr>
                <a:spLocks noEditPoints="1"/>
              </p:cNvSpPr>
              <p:nvPr userDrawn="1"/>
            </p:nvSpPr>
            <p:spPr bwMode="auto">
              <a:xfrm>
                <a:off x="911" y="1442"/>
                <a:ext cx="136" cy="44"/>
              </a:xfrm>
              <a:custGeom>
                <a:avLst/>
                <a:gdLst>
                  <a:gd name="T0" fmla="*/ 108 w 110"/>
                  <a:gd name="T1" fmla="*/ 36 h 36"/>
                  <a:gd name="T2" fmla="*/ 22 w 110"/>
                  <a:gd name="T3" fmla="*/ 36 h 36"/>
                  <a:gd name="T4" fmla="*/ 21 w 110"/>
                  <a:gd name="T5" fmla="*/ 36 h 36"/>
                  <a:gd name="T6" fmla="*/ 0 w 110"/>
                  <a:gd name="T7" fmla="*/ 3 h 36"/>
                  <a:gd name="T8" fmla="*/ 1 w 110"/>
                  <a:gd name="T9" fmla="*/ 1 h 36"/>
                  <a:gd name="T10" fmla="*/ 2 w 110"/>
                  <a:gd name="T11" fmla="*/ 0 h 36"/>
                  <a:gd name="T12" fmla="*/ 109 w 110"/>
                  <a:gd name="T13" fmla="*/ 33 h 36"/>
                  <a:gd name="T14" fmla="*/ 110 w 110"/>
                  <a:gd name="T15" fmla="*/ 35 h 36"/>
                  <a:gd name="T16" fmla="*/ 108 w 110"/>
                  <a:gd name="T17" fmla="*/ 36 h 36"/>
                  <a:gd name="T18" fmla="*/ 23 w 110"/>
                  <a:gd name="T19" fmla="*/ 33 h 36"/>
                  <a:gd name="T20" fmla="*/ 97 w 110"/>
                  <a:gd name="T21" fmla="*/ 33 h 36"/>
                  <a:gd name="T22" fmla="*/ 6 w 110"/>
                  <a:gd name="T23" fmla="*/ 5 h 36"/>
                  <a:gd name="T24" fmla="*/ 23 w 110"/>
                  <a:gd name="T25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36">
                    <a:moveTo>
                      <a:pt x="108" y="36"/>
                    </a:move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36"/>
                      <a:pt x="21" y="36"/>
                      <a:pt x="21" y="3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9" y="33"/>
                      <a:pt x="109" y="33"/>
                      <a:pt x="109" y="33"/>
                    </a:cubicBezTo>
                    <a:cubicBezTo>
                      <a:pt x="110" y="33"/>
                      <a:pt x="110" y="34"/>
                      <a:pt x="110" y="35"/>
                    </a:cubicBezTo>
                    <a:cubicBezTo>
                      <a:pt x="110" y="36"/>
                      <a:pt x="109" y="36"/>
                      <a:pt x="108" y="36"/>
                    </a:cubicBezTo>
                    <a:close/>
                    <a:moveTo>
                      <a:pt x="23" y="33"/>
                    </a:moveTo>
                    <a:cubicBezTo>
                      <a:pt x="97" y="33"/>
                      <a:pt x="97" y="33"/>
                      <a:pt x="97" y="33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0" name="Freeform 1006"/>
              <p:cNvSpPr>
                <a:spLocks noEditPoints="1"/>
              </p:cNvSpPr>
              <p:nvPr userDrawn="1"/>
            </p:nvSpPr>
            <p:spPr bwMode="auto">
              <a:xfrm>
                <a:off x="828" y="1442"/>
                <a:ext cx="113" cy="44"/>
              </a:xfrm>
              <a:custGeom>
                <a:avLst/>
                <a:gdLst>
                  <a:gd name="T0" fmla="*/ 89 w 91"/>
                  <a:gd name="T1" fmla="*/ 36 h 36"/>
                  <a:gd name="T2" fmla="*/ 89 w 91"/>
                  <a:gd name="T3" fmla="*/ 36 h 36"/>
                  <a:gd name="T4" fmla="*/ 2 w 91"/>
                  <a:gd name="T5" fmla="*/ 35 h 36"/>
                  <a:gd name="T6" fmla="*/ 0 w 91"/>
                  <a:gd name="T7" fmla="*/ 33 h 36"/>
                  <a:gd name="T8" fmla="*/ 1 w 91"/>
                  <a:gd name="T9" fmla="*/ 31 h 36"/>
                  <a:gd name="T10" fmla="*/ 68 w 91"/>
                  <a:gd name="T11" fmla="*/ 0 h 36"/>
                  <a:gd name="T12" fmla="*/ 70 w 91"/>
                  <a:gd name="T13" fmla="*/ 1 h 36"/>
                  <a:gd name="T14" fmla="*/ 91 w 91"/>
                  <a:gd name="T15" fmla="*/ 34 h 36"/>
                  <a:gd name="T16" fmla="*/ 91 w 91"/>
                  <a:gd name="T17" fmla="*/ 36 h 36"/>
                  <a:gd name="T18" fmla="*/ 89 w 91"/>
                  <a:gd name="T19" fmla="*/ 36 h 36"/>
                  <a:gd name="T20" fmla="*/ 9 w 91"/>
                  <a:gd name="T21" fmla="*/ 31 h 36"/>
                  <a:gd name="T22" fmla="*/ 86 w 91"/>
                  <a:gd name="T23" fmla="*/ 33 h 36"/>
                  <a:gd name="T24" fmla="*/ 68 w 91"/>
                  <a:gd name="T25" fmla="*/ 4 h 36"/>
                  <a:gd name="T26" fmla="*/ 9 w 91"/>
                  <a:gd name="T27" fmla="*/ 3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1" h="36">
                    <a:moveTo>
                      <a:pt x="89" y="36"/>
                    </a:moveTo>
                    <a:cubicBezTo>
                      <a:pt x="89" y="36"/>
                      <a:pt x="89" y="36"/>
                      <a:pt x="89" y="36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1" y="35"/>
                      <a:pt x="0" y="34"/>
                      <a:pt x="0" y="33"/>
                    </a:cubicBezTo>
                    <a:cubicBezTo>
                      <a:pt x="0" y="33"/>
                      <a:pt x="0" y="32"/>
                      <a:pt x="1" y="31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34"/>
                      <a:pt x="91" y="35"/>
                      <a:pt x="91" y="36"/>
                    </a:cubicBezTo>
                    <a:cubicBezTo>
                      <a:pt x="90" y="36"/>
                      <a:pt x="90" y="36"/>
                      <a:pt x="89" y="36"/>
                    </a:cubicBezTo>
                    <a:close/>
                    <a:moveTo>
                      <a:pt x="9" y="31"/>
                    </a:moveTo>
                    <a:cubicBezTo>
                      <a:pt x="86" y="33"/>
                      <a:pt x="86" y="33"/>
                      <a:pt x="86" y="33"/>
                    </a:cubicBezTo>
                    <a:cubicBezTo>
                      <a:pt x="68" y="4"/>
                      <a:pt x="68" y="4"/>
                      <a:pt x="68" y="4"/>
                    </a:cubicBezTo>
                    <a:lnTo>
                      <a:pt x="9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1" name="Freeform 1007"/>
              <p:cNvSpPr>
                <a:spLocks noEditPoints="1"/>
              </p:cNvSpPr>
              <p:nvPr userDrawn="1"/>
            </p:nvSpPr>
            <p:spPr bwMode="auto">
              <a:xfrm>
                <a:off x="754" y="1437"/>
                <a:ext cx="104" cy="48"/>
              </a:xfrm>
              <a:custGeom>
                <a:avLst/>
                <a:gdLst>
                  <a:gd name="T0" fmla="*/ 62 w 84"/>
                  <a:gd name="T1" fmla="*/ 39 h 39"/>
                  <a:gd name="T2" fmla="*/ 61 w 84"/>
                  <a:gd name="T3" fmla="*/ 38 h 39"/>
                  <a:gd name="T4" fmla="*/ 1 w 84"/>
                  <a:gd name="T5" fmla="*/ 3 h 39"/>
                  <a:gd name="T6" fmla="*/ 0 w 84"/>
                  <a:gd name="T7" fmla="*/ 2 h 39"/>
                  <a:gd name="T8" fmla="*/ 2 w 84"/>
                  <a:gd name="T9" fmla="*/ 0 h 39"/>
                  <a:gd name="T10" fmla="*/ 82 w 84"/>
                  <a:gd name="T11" fmla="*/ 0 h 39"/>
                  <a:gd name="T12" fmla="*/ 83 w 84"/>
                  <a:gd name="T13" fmla="*/ 1 h 39"/>
                  <a:gd name="T14" fmla="*/ 83 w 84"/>
                  <a:gd name="T15" fmla="*/ 3 h 39"/>
                  <a:gd name="T16" fmla="*/ 63 w 84"/>
                  <a:gd name="T17" fmla="*/ 38 h 39"/>
                  <a:gd name="T18" fmla="*/ 62 w 84"/>
                  <a:gd name="T19" fmla="*/ 39 h 39"/>
                  <a:gd name="T20" fmla="*/ 8 w 84"/>
                  <a:gd name="T21" fmla="*/ 4 h 39"/>
                  <a:gd name="T22" fmla="*/ 61 w 84"/>
                  <a:gd name="T23" fmla="*/ 35 h 39"/>
                  <a:gd name="T24" fmla="*/ 79 w 84"/>
                  <a:gd name="T25" fmla="*/ 4 h 39"/>
                  <a:gd name="T26" fmla="*/ 8 w 84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9">
                    <a:moveTo>
                      <a:pt x="62" y="39"/>
                    </a:moveTo>
                    <a:cubicBezTo>
                      <a:pt x="61" y="38"/>
                      <a:pt x="61" y="38"/>
                      <a:pt x="61" y="38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1"/>
                      <a:pt x="83" y="1"/>
                    </a:cubicBezTo>
                    <a:cubicBezTo>
                      <a:pt x="84" y="2"/>
                      <a:pt x="84" y="2"/>
                      <a:pt x="83" y="3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2" y="38"/>
                      <a:pt x="62" y="39"/>
                    </a:cubicBezTo>
                    <a:close/>
                    <a:moveTo>
                      <a:pt x="8" y="4"/>
                    </a:moveTo>
                    <a:cubicBezTo>
                      <a:pt x="61" y="35"/>
                      <a:pt x="61" y="35"/>
                      <a:pt x="61" y="35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2" name="Freeform 1008"/>
              <p:cNvSpPr>
                <a:spLocks noEditPoints="1"/>
              </p:cNvSpPr>
              <p:nvPr userDrawn="1"/>
            </p:nvSpPr>
            <p:spPr bwMode="auto">
              <a:xfrm>
                <a:off x="1149" y="1431"/>
                <a:ext cx="164" cy="55"/>
              </a:xfrm>
              <a:custGeom>
                <a:avLst/>
                <a:gdLst>
                  <a:gd name="T0" fmla="*/ 131 w 133"/>
                  <a:gd name="T1" fmla="*/ 45 h 45"/>
                  <a:gd name="T2" fmla="*/ 28 w 133"/>
                  <a:gd name="T3" fmla="*/ 45 h 45"/>
                  <a:gd name="T4" fmla="*/ 26 w 133"/>
                  <a:gd name="T5" fmla="*/ 45 h 45"/>
                  <a:gd name="T6" fmla="*/ 0 w 133"/>
                  <a:gd name="T7" fmla="*/ 3 h 45"/>
                  <a:gd name="T8" fmla="*/ 0 w 133"/>
                  <a:gd name="T9" fmla="*/ 1 h 45"/>
                  <a:gd name="T10" fmla="*/ 2 w 133"/>
                  <a:gd name="T11" fmla="*/ 0 h 45"/>
                  <a:gd name="T12" fmla="*/ 131 w 133"/>
                  <a:gd name="T13" fmla="*/ 42 h 45"/>
                  <a:gd name="T14" fmla="*/ 132 w 133"/>
                  <a:gd name="T15" fmla="*/ 44 h 45"/>
                  <a:gd name="T16" fmla="*/ 131 w 133"/>
                  <a:gd name="T17" fmla="*/ 45 h 45"/>
                  <a:gd name="T18" fmla="*/ 28 w 133"/>
                  <a:gd name="T19" fmla="*/ 42 h 45"/>
                  <a:gd name="T20" fmla="*/ 120 w 133"/>
                  <a:gd name="T21" fmla="*/ 42 h 45"/>
                  <a:gd name="T22" fmla="*/ 6 w 133"/>
                  <a:gd name="T23" fmla="*/ 5 h 45"/>
                  <a:gd name="T24" fmla="*/ 28 w 133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45">
                    <a:moveTo>
                      <a:pt x="131" y="45"/>
                    </a:moveTo>
                    <a:cubicBezTo>
                      <a:pt x="28" y="45"/>
                      <a:pt x="28" y="45"/>
                      <a:pt x="28" y="45"/>
                    </a:cubicBezTo>
                    <a:cubicBezTo>
                      <a:pt x="27" y="45"/>
                      <a:pt x="26" y="45"/>
                      <a:pt x="26" y="4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31" y="42"/>
                      <a:pt x="131" y="42"/>
                      <a:pt x="131" y="42"/>
                    </a:cubicBezTo>
                    <a:cubicBezTo>
                      <a:pt x="132" y="42"/>
                      <a:pt x="133" y="43"/>
                      <a:pt x="132" y="44"/>
                    </a:cubicBezTo>
                    <a:cubicBezTo>
                      <a:pt x="132" y="45"/>
                      <a:pt x="132" y="45"/>
                      <a:pt x="131" y="45"/>
                    </a:cubicBezTo>
                    <a:close/>
                    <a:moveTo>
                      <a:pt x="28" y="42"/>
                    </a:moveTo>
                    <a:cubicBezTo>
                      <a:pt x="120" y="42"/>
                      <a:pt x="120" y="42"/>
                      <a:pt x="120" y="42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8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3" name="Group 1210"/>
            <p:cNvGrpSpPr>
              <a:grpSpLocks/>
            </p:cNvGrpSpPr>
            <p:nvPr userDrawn="1"/>
          </p:nvGrpSpPr>
          <p:grpSpPr bwMode="auto">
            <a:xfrm>
              <a:off x="749301" y="-328613"/>
              <a:ext cx="4781550" cy="2687638"/>
              <a:chOff x="472" y="-207"/>
              <a:chExt cx="3012" cy="1693"/>
            </a:xfrm>
          </p:grpSpPr>
          <p:sp>
            <p:nvSpPr>
              <p:cNvPr id="173" name="Freeform 1010"/>
              <p:cNvSpPr>
                <a:spLocks noEditPoints="1"/>
              </p:cNvSpPr>
              <p:nvPr userDrawn="1"/>
            </p:nvSpPr>
            <p:spPr bwMode="auto">
              <a:xfrm>
                <a:off x="709" y="1348"/>
                <a:ext cx="62" cy="94"/>
              </a:xfrm>
              <a:custGeom>
                <a:avLst/>
                <a:gdLst>
                  <a:gd name="T0" fmla="*/ 38 w 50"/>
                  <a:gd name="T1" fmla="*/ 76 h 76"/>
                  <a:gd name="T2" fmla="*/ 37 w 50"/>
                  <a:gd name="T3" fmla="*/ 75 h 76"/>
                  <a:gd name="T4" fmla="*/ 0 w 50"/>
                  <a:gd name="T5" fmla="*/ 3 h 76"/>
                  <a:gd name="T6" fmla="*/ 0 w 50"/>
                  <a:gd name="T7" fmla="*/ 1 h 76"/>
                  <a:gd name="T8" fmla="*/ 2 w 50"/>
                  <a:gd name="T9" fmla="*/ 1 h 76"/>
                  <a:gd name="T10" fmla="*/ 49 w 50"/>
                  <a:gd name="T11" fmla="*/ 36 h 76"/>
                  <a:gd name="T12" fmla="*/ 50 w 50"/>
                  <a:gd name="T13" fmla="*/ 38 h 76"/>
                  <a:gd name="T14" fmla="*/ 40 w 50"/>
                  <a:gd name="T15" fmla="*/ 74 h 76"/>
                  <a:gd name="T16" fmla="*/ 38 w 50"/>
                  <a:gd name="T17" fmla="*/ 76 h 76"/>
                  <a:gd name="T18" fmla="*/ 6 w 50"/>
                  <a:gd name="T19" fmla="*/ 8 h 76"/>
                  <a:gd name="T20" fmla="*/ 38 w 50"/>
                  <a:gd name="T21" fmla="*/ 69 h 76"/>
                  <a:gd name="T22" fmla="*/ 46 w 50"/>
                  <a:gd name="T23" fmla="*/ 38 h 76"/>
                  <a:gd name="T24" fmla="*/ 6 w 50"/>
                  <a:gd name="T25" fmla="*/ 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76">
                    <a:moveTo>
                      <a:pt x="38" y="76"/>
                    </a:moveTo>
                    <a:cubicBezTo>
                      <a:pt x="37" y="76"/>
                      <a:pt x="37" y="75"/>
                      <a:pt x="37" y="7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6"/>
                      <a:pt x="50" y="37"/>
                      <a:pt x="50" y="38"/>
                    </a:cubicBezTo>
                    <a:cubicBezTo>
                      <a:pt x="40" y="74"/>
                      <a:pt x="40" y="74"/>
                      <a:pt x="40" y="74"/>
                    </a:cubicBezTo>
                    <a:cubicBezTo>
                      <a:pt x="40" y="75"/>
                      <a:pt x="39" y="76"/>
                      <a:pt x="38" y="76"/>
                    </a:cubicBezTo>
                    <a:close/>
                    <a:moveTo>
                      <a:pt x="6" y="8"/>
                    </a:moveTo>
                    <a:cubicBezTo>
                      <a:pt x="38" y="69"/>
                      <a:pt x="38" y="69"/>
                      <a:pt x="38" y="69"/>
                    </a:cubicBezTo>
                    <a:cubicBezTo>
                      <a:pt x="46" y="38"/>
                      <a:pt x="46" y="38"/>
                      <a:pt x="46" y="38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4" name="Freeform 1011"/>
              <p:cNvSpPr>
                <a:spLocks noEditPoints="1"/>
              </p:cNvSpPr>
              <p:nvPr userDrawn="1"/>
            </p:nvSpPr>
            <p:spPr bwMode="auto">
              <a:xfrm>
                <a:off x="697" y="1250"/>
                <a:ext cx="41" cy="103"/>
              </a:xfrm>
              <a:custGeom>
                <a:avLst/>
                <a:gdLst>
                  <a:gd name="T0" fmla="*/ 11 w 33"/>
                  <a:gd name="T1" fmla="*/ 83 h 83"/>
                  <a:gd name="T2" fmla="*/ 11 w 33"/>
                  <a:gd name="T3" fmla="*/ 83 h 83"/>
                  <a:gd name="T4" fmla="*/ 10 w 33"/>
                  <a:gd name="T5" fmla="*/ 81 h 83"/>
                  <a:gd name="T6" fmla="*/ 1 w 33"/>
                  <a:gd name="T7" fmla="*/ 2 h 83"/>
                  <a:gd name="T8" fmla="*/ 2 w 33"/>
                  <a:gd name="T9" fmla="*/ 0 h 83"/>
                  <a:gd name="T10" fmla="*/ 4 w 33"/>
                  <a:gd name="T11" fmla="*/ 1 h 83"/>
                  <a:gd name="T12" fmla="*/ 33 w 33"/>
                  <a:gd name="T13" fmla="*/ 41 h 83"/>
                  <a:gd name="T14" fmla="*/ 33 w 33"/>
                  <a:gd name="T15" fmla="*/ 42 h 83"/>
                  <a:gd name="T16" fmla="*/ 13 w 33"/>
                  <a:gd name="T17" fmla="*/ 82 h 83"/>
                  <a:gd name="T18" fmla="*/ 11 w 33"/>
                  <a:gd name="T19" fmla="*/ 83 h 83"/>
                  <a:gd name="T20" fmla="*/ 5 w 33"/>
                  <a:gd name="T21" fmla="*/ 8 h 83"/>
                  <a:gd name="T22" fmla="*/ 12 w 33"/>
                  <a:gd name="T23" fmla="*/ 76 h 83"/>
                  <a:gd name="T24" fmla="*/ 29 w 33"/>
                  <a:gd name="T25" fmla="*/ 42 h 83"/>
                  <a:gd name="T26" fmla="*/ 5 w 33"/>
                  <a:gd name="T27" fmla="*/ 8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83">
                    <a:moveTo>
                      <a:pt x="11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3"/>
                      <a:pt x="10" y="82"/>
                      <a:pt x="10" y="8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1"/>
                      <a:pt x="33" y="42"/>
                      <a:pt x="33" y="4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1" y="83"/>
                    </a:cubicBezTo>
                    <a:close/>
                    <a:moveTo>
                      <a:pt x="5" y="8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5" name="Freeform 1012"/>
              <p:cNvSpPr>
                <a:spLocks noEditPoints="1"/>
              </p:cNvSpPr>
              <p:nvPr userDrawn="1"/>
            </p:nvSpPr>
            <p:spPr bwMode="auto">
              <a:xfrm>
                <a:off x="697" y="1131"/>
                <a:ext cx="41" cy="172"/>
              </a:xfrm>
              <a:custGeom>
                <a:avLst/>
                <a:gdLst>
                  <a:gd name="T0" fmla="*/ 31 w 33"/>
                  <a:gd name="T1" fmla="*/ 139 h 139"/>
                  <a:gd name="T2" fmla="*/ 30 w 33"/>
                  <a:gd name="T3" fmla="*/ 139 h 139"/>
                  <a:gd name="T4" fmla="*/ 1 w 33"/>
                  <a:gd name="T5" fmla="*/ 99 h 139"/>
                  <a:gd name="T6" fmla="*/ 1 w 33"/>
                  <a:gd name="T7" fmla="*/ 98 h 139"/>
                  <a:gd name="T8" fmla="*/ 15 w 33"/>
                  <a:gd name="T9" fmla="*/ 1 h 139"/>
                  <a:gd name="T10" fmla="*/ 17 w 33"/>
                  <a:gd name="T11" fmla="*/ 0 h 139"/>
                  <a:gd name="T12" fmla="*/ 18 w 33"/>
                  <a:gd name="T13" fmla="*/ 1 h 139"/>
                  <a:gd name="T14" fmla="*/ 33 w 33"/>
                  <a:gd name="T15" fmla="*/ 137 h 139"/>
                  <a:gd name="T16" fmla="*/ 32 w 33"/>
                  <a:gd name="T17" fmla="*/ 139 h 139"/>
                  <a:gd name="T18" fmla="*/ 31 w 33"/>
                  <a:gd name="T19" fmla="*/ 139 h 139"/>
                  <a:gd name="T20" fmla="*/ 4 w 33"/>
                  <a:gd name="T21" fmla="*/ 98 h 139"/>
                  <a:gd name="T22" fmla="*/ 29 w 33"/>
                  <a:gd name="T23" fmla="*/ 132 h 139"/>
                  <a:gd name="T24" fmla="*/ 16 w 33"/>
                  <a:gd name="T25" fmla="*/ 14 h 139"/>
                  <a:gd name="T26" fmla="*/ 4 w 33"/>
                  <a:gd name="T27" fmla="*/ 98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139">
                    <a:moveTo>
                      <a:pt x="31" y="139"/>
                    </a:moveTo>
                    <a:cubicBezTo>
                      <a:pt x="31" y="139"/>
                      <a:pt x="30" y="139"/>
                      <a:pt x="30" y="13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1" y="99"/>
                      <a:pt x="0" y="98"/>
                      <a:pt x="1" y="98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6" y="0"/>
                      <a:pt x="17" y="0"/>
                    </a:cubicBezTo>
                    <a:cubicBezTo>
                      <a:pt x="18" y="0"/>
                      <a:pt x="18" y="0"/>
                      <a:pt x="18" y="1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8"/>
                      <a:pt x="33" y="139"/>
                      <a:pt x="32" y="139"/>
                    </a:cubicBezTo>
                    <a:lnTo>
                      <a:pt x="31" y="139"/>
                    </a:lnTo>
                    <a:close/>
                    <a:moveTo>
                      <a:pt x="4" y="98"/>
                    </a:moveTo>
                    <a:cubicBezTo>
                      <a:pt x="29" y="132"/>
                      <a:pt x="29" y="132"/>
                      <a:pt x="29" y="132"/>
                    </a:cubicBezTo>
                    <a:cubicBezTo>
                      <a:pt x="16" y="14"/>
                      <a:pt x="16" y="14"/>
                      <a:pt x="16" y="14"/>
                    </a:cubicBezTo>
                    <a:lnTo>
                      <a:pt x="4" y="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6" name="Freeform 1013"/>
              <p:cNvSpPr>
                <a:spLocks noEditPoints="1"/>
              </p:cNvSpPr>
              <p:nvPr userDrawn="1"/>
            </p:nvSpPr>
            <p:spPr bwMode="auto">
              <a:xfrm>
                <a:off x="715" y="1036"/>
                <a:ext cx="56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79 h 80"/>
                  <a:gd name="T4" fmla="*/ 0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1 h 80"/>
                  <a:gd name="T12" fmla="*/ 45 w 45"/>
                  <a:gd name="T13" fmla="*/ 63 h 80"/>
                  <a:gd name="T14" fmla="*/ 44 w 45"/>
                  <a:gd name="T15" fmla="*/ 65 h 80"/>
                  <a:gd name="T16" fmla="*/ 2 w 45"/>
                  <a:gd name="T17" fmla="*/ 80 h 80"/>
                  <a:gd name="T18" fmla="*/ 36 w 45"/>
                  <a:gd name="T19" fmla="*/ 8 h 80"/>
                  <a:gd name="T20" fmla="*/ 5 w 45"/>
                  <a:gd name="T21" fmla="*/ 75 h 80"/>
                  <a:gd name="T22" fmla="*/ 41 w 45"/>
                  <a:gd name="T23" fmla="*/ 62 h 80"/>
                  <a:gd name="T24" fmla="*/ 36 w 45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1" y="80"/>
                      <a:pt x="1" y="80"/>
                      <a:pt x="1" y="79"/>
                    </a:cubicBezTo>
                    <a:cubicBezTo>
                      <a:pt x="0" y="79"/>
                      <a:pt x="0" y="78"/>
                      <a:pt x="0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5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1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36" y="8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41" y="62"/>
                      <a:pt x="41" y="62"/>
                      <a:pt x="41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7" name="Freeform 1014"/>
              <p:cNvSpPr>
                <a:spLocks noEditPoints="1"/>
              </p:cNvSpPr>
              <p:nvPr userDrawn="1"/>
            </p:nvSpPr>
            <p:spPr bwMode="auto">
              <a:xfrm>
                <a:off x="3364" y="1151"/>
                <a:ext cx="55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80 h 80"/>
                  <a:gd name="T4" fmla="*/ 1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2 h 80"/>
                  <a:gd name="T12" fmla="*/ 45 w 45"/>
                  <a:gd name="T13" fmla="*/ 63 h 80"/>
                  <a:gd name="T14" fmla="*/ 44 w 45"/>
                  <a:gd name="T15" fmla="*/ 65 h 80"/>
                  <a:gd name="T16" fmla="*/ 3 w 45"/>
                  <a:gd name="T17" fmla="*/ 80 h 80"/>
                  <a:gd name="T18" fmla="*/ 2 w 45"/>
                  <a:gd name="T19" fmla="*/ 80 h 80"/>
                  <a:gd name="T20" fmla="*/ 36 w 45"/>
                  <a:gd name="T21" fmla="*/ 8 h 80"/>
                  <a:gd name="T22" fmla="*/ 5 w 45"/>
                  <a:gd name="T23" fmla="*/ 76 h 80"/>
                  <a:gd name="T24" fmla="*/ 42 w 45"/>
                  <a:gd name="T25" fmla="*/ 62 h 80"/>
                  <a:gd name="T26" fmla="*/ 36 w 45"/>
                  <a:gd name="T2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2" y="80"/>
                      <a:pt x="1" y="80"/>
                      <a:pt x="1" y="80"/>
                    </a:cubicBezTo>
                    <a:cubicBezTo>
                      <a:pt x="0" y="79"/>
                      <a:pt x="0" y="78"/>
                      <a:pt x="1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6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3" y="80"/>
                      <a:pt x="3" y="80"/>
                      <a:pt x="3" y="80"/>
                    </a:cubicBezTo>
                    <a:lnTo>
                      <a:pt x="2" y="80"/>
                    </a:lnTo>
                    <a:close/>
                    <a:moveTo>
                      <a:pt x="36" y="8"/>
                    </a:moveTo>
                    <a:cubicBezTo>
                      <a:pt x="5" y="76"/>
                      <a:pt x="5" y="76"/>
                      <a:pt x="5" y="76"/>
                    </a:cubicBezTo>
                    <a:cubicBezTo>
                      <a:pt x="42" y="62"/>
                      <a:pt x="42" y="62"/>
                      <a:pt x="42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8" name="Freeform 1015"/>
              <p:cNvSpPr>
                <a:spLocks noEditPoints="1"/>
              </p:cNvSpPr>
              <p:nvPr userDrawn="1"/>
            </p:nvSpPr>
            <p:spPr bwMode="auto">
              <a:xfrm>
                <a:off x="759" y="959"/>
                <a:ext cx="73" cy="157"/>
              </a:xfrm>
              <a:custGeom>
                <a:avLst/>
                <a:gdLst>
                  <a:gd name="T0" fmla="*/ 8 w 59"/>
                  <a:gd name="T1" fmla="*/ 127 h 127"/>
                  <a:gd name="T2" fmla="*/ 8 w 59"/>
                  <a:gd name="T3" fmla="*/ 127 h 127"/>
                  <a:gd name="T4" fmla="*/ 7 w 59"/>
                  <a:gd name="T5" fmla="*/ 126 h 127"/>
                  <a:gd name="T6" fmla="*/ 0 w 59"/>
                  <a:gd name="T7" fmla="*/ 64 h 127"/>
                  <a:gd name="T8" fmla="*/ 0 w 59"/>
                  <a:gd name="T9" fmla="*/ 63 h 127"/>
                  <a:gd name="T10" fmla="*/ 56 w 59"/>
                  <a:gd name="T11" fmla="*/ 0 h 127"/>
                  <a:gd name="T12" fmla="*/ 58 w 59"/>
                  <a:gd name="T13" fmla="*/ 0 h 127"/>
                  <a:gd name="T14" fmla="*/ 59 w 59"/>
                  <a:gd name="T15" fmla="*/ 2 h 127"/>
                  <a:gd name="T16" fmla="*/ 10 w 59"/>
                  <a:gd name="T17" fmla="*/ 126 h 127"/>
                  <a:gd name="T18" fmla="*/ 8 w 59"/>
                  <a:gd name="T19" fmla="*/ 127 h 127"/>
                  <a:gd name="T20" fmla="*/ 3 w 59"/>
                  <a:gd name="T21" fmla="*/ 64 h 127"/>
                  <a:gd name="T22" fmla="*/ 9 w 59"/>
                  <a:gd name="T23" fmla="*/ 118 h 127"/>
                  <a:gd name="T24" fmla="*/ 53 w 59"/>
                  <a:gd name="T25" fmla="*/ 10 h 127"/>
                  <a:gd name="T26" fmla="*/ 3 w 59"/>
                  <a:gd name="T27" fmla="*/ 64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127">
                    <a:moveTo>
                      <a:pt x="8" y="127"/>
                    </a:moveTo>
                    <a:cubicBezTo>
                      <a:pt x="8" y="127"/>
                      <a:pt x="8" y="127"/>
                      <a:pt x="8" y="127"/>
                    </a:cubicBezTo>
                    <a:cubicBezTo>
                      <a:pt x="7" y="127"/>
                      <a:pt x="7" y="126"/>
                      <a:pt x="7" y="12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0"/>
                      <a:pt x="58" y="0"/>
                    </a:cubicBezTo>
                    <a:cubicBezTo>
                      <a:pt x="59" y="1"/>
                      <a:pt x="59" y="1"/>
                      <a:pt x="59" y="2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7"/>
                      <a:pt x="9" y="127"/>
                      <a:pt x="8" y="127"/>
                    </a:cubicBezTo>
                    <a:close/>
                    <a:moveTo>
                      <a:pt x="3" y="64"/>
                    </a:moveTo>
                    <a:cubicBezTo>
                      <a:pt x="9" y="118"/>
                      <a:pt x="9" y="118"/>
                      <a:pt x="9" y="118"/>
                    </a:cubicBezTo>
                    <a:cubicBezTo>
                      <a:pt x="53" y="10"/>
                      <a:pt x="53" y="10"/>
                      <a:pt x="53" y="10"/>
                    </a:cubicBezTo>
                    <a:lnTo>
                      <a:pt x="3" y="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9" name="Freeform 1016"/>
              <p:cNvSpPr>
                <a:spLocks noEditPoints="1"/>
              </p:cNvSpPr>
              <p:nvPr userDrawn="1"/>
            </p:nvSpPr>
            <p:spPr bwMode="auto">
              <a:xfrm>
                <a:off x="828" y="902"/>
                <a:ext cx="97" cy="61"/>
              </a:xfrm>
              <a:custGeom>
                <a:avLst/>
                <a:gdLst>
                  <a:gd name="T0" fmla="*/ 2 w 78"/>
                  <a:gd name="T1" fmla="*/ 49 h 49"/>
                  <a:gd name="T2" fmla="*/ 0 w 78"/>
                  <a:gd name="T3" fmla="*/ 48 h 49"/>
                  <a:gd name="T4" fmla="*/ 1 w 78"/>
                  <a:gd name="T5" fmla="*/ 46 h 49"/>
                  <a:gd name="T6" fmla="*/ 76 w 78"/>
                  <a:gd name="T7" fmla="*/ 0 h 49"/>
                  <a:gd name="T8" fmla="*/ 77 w 78"/>
                  <a:gd name="T9" fmla="*/ 0 h 49"/>
                  <a:gd name="T10" fmla="*/ 78 w 78"/>
                  <a:gd name="T11" fmla="*/ 2 h 49"/>
                  <a:gd name="T12" fmla="*/ 78 w 78"/>
                  <a:gd name="T13" fmla="*/ 32 h 49"/>
                  <a:gd name="T14" fmla="*/ 77 w 78"/>
                  <a:gd name="T15" fmla="*/ 34 h 49"/>
                  <a:gd name="T16" fmla="*/ 2 w 78"/>
                  <a:gd name="T17" fmla="*/ 49 h 49"/>
                  <a:gd name="T18" fmla="*/ 75 w 78"/>
                  <a:gd name="T19" fmla="*/ 5 h 49"/>
                  <a:gd name="T20" fmla="*/ 11 w 78"/>
                  <a:gd name="T21" fmla="*/ 44 h 49"/>
                  <a:gd name="T22" fmla="*/ 75 w 78"/>
                  <a:gd name="T23" fmla="*/ 31 h 49"/>
                  <a:gd name="T24" fmla="*/ 75 w 78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49">
                    <a:moveTo>
                      <a:pt x="2" y="49"/>
                    </a:moveTo>
                    <a:cubicBezTo>
                      <a:pt x="1" y="49"/>
                      <a:pt x="0" y="49"/>
                      <a:pt x="0" y="48"/>
                    </a:cubicBezTo>
                    <a:cubicBezTo>
                      <a:pt x="0" y="47"/>
                      <a:pt x="0" y="47"/>
                      <a:pt x="1" y="46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0"/>
                    </a:cubicBezTo>
                    <a:cubicBezTo>
                      <a:pt x="78" y="1"/>
                      <a:pt x="78" y="1"/>
                      <a:pt x="78" y="2"/>
                    </a:cubicBezTo>
                    <a:cubicBezTo>
                      <a:pt x="78" y="32"/>
                      <a:pt x="78" y="32"/>
                      <a:pt x="78" y="32"/>
                    </a:cubicBezTo>
                    <a:cubicBezTo>
                      <a:pt x="78" y="33"/>
                      <a:pt x="78" y="34"/>
                      <a:pt x="77" y="34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75" y="5"/>
                    </a:moveTo>
                    <a:cubicBezTo>
                      <a:pt x="11" y="44"/>
                      <a:pt x="11" y="44"/>
                      <a:pt x="11" y="44"/>
                    </a:cubicBezTo>
                    <a:cubicBezTo>
                      <a:pt x="75" y="31"/>
                      <a:pt x="75" y="31"/>
                      <a:pt x="75" y="31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0" name="Freeform 1017"/>
              <p:cNvSpPr>
                <a:spLocks noEditPoints="1"/>
              </p:cNvSpPr>
              <p:nvPr userDrawn="1"/>
            </p:nvSpPr>
            <p:spPr bwMode="auto">
              <a:xfrm>
                <a:off x="921" y="869"/>
                <a:ext cx="119" cy="75"/>
              </a:xfrm>
              <a:custGeom>
                <a:avLst/>
                <a:gdLst>
                  <a:gd name="T0" fmla="*/ 2 w 96"/>
                  <a:gd name="T1" fmla="*/ 61 h 61"/>
                  <a:gd name="T2" fmla="*/ 1 w 96"/>
                  <a:gd name="T3" fmla="*/ 61 h 61"/>
                  <a:gd name="T4" fmla="*/ 0 w 96"/>
                  <a:gd name="T5" fmla="*/ 59 h 61"/>
                  <a:gd name="T6" fmla="*/ 0 w 96"/>
                  <a:gd name="T7" fmla="*/ 29 h 61"/>
                  <a:gd name="T8" fmla="*/ 1 w 96"/>
                  <a:gd name="T9" fmla="*/ 27 h 61"/>
                  <a:gd name="T10" fmla="*/ 93 w 96"/>
                  <a:gd name="T11" fmla="*/ 0 h 61"/>
                  <a:gd name="T12" fmla="*/ 95 w 96"/>
                  <a:gd name="T13" fmla="*/ 1 h 61"/>
                  <a:gd name="T14" fmla="*/ 95 w 96"/>
                  <a:gd name="T15" fmla="*/ 4 h 61"/>
                  <a:gd name="T16" fmla="*/ 3 w 96"/>
                  <a:gd name="T17" fmla="*/ 61 h 61"/>
                  <a:gd name="T18" fmla="*/ 2 w 96"/>
                  <a:gd name="T19" fmla="*/ 61 h 61"/>
                  <a:gd name="T20" fmla="*/ 3 w 96"/>
                  <a:gd name="T21" fmla="*/ 30 h 61"/>
                  <a:gd name="T22" fmla="*/ 3 w 96"/>
                  <a:gd name="T23" fmla="*/ 56 h 61"/>
                  <a:gd name="T24" fmla="*/ 82 w 96"/>
                  <a:gd name="T25" fmla="*/ 7 h 61"/>
                  <a:gd name="T26" fmla="*/ 3 w 96"/>
                  <a:gd name="T27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1">
                    <a:moveTo>
                      <a:pt x="2" y="61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1"/>
                      <a:pt x="95" y="1"/>
                    </a:cubicBezTo>
                    <a:cubicBezTo>
                      <a:pt x="96" y="2"/>
                      <a:pt x="95" y="3"/>
                      <a:pt x="95" y="4"/>
                    </a:cubicBezTo>
                    <a:cubicBezTo>
                      <a:pt x="3" y="61"/>
                      <a:pt x="3" y="61"/>
                      <a:pt x="3" y="61"/>
                    </a:cubicBezTo>
                    <a:lnTo>
                      <a:pt x="2" y="61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1" name="Freeform 1018"/>
              <p:cNvSpPr>
                <a:spLocks noEditPoints="1"/>
              </p:cNvSpPr>
              <p:nvPr userDrawn="1"/>
            </p:nvSpPr>
            <p:spPr bwMode="auto">
              <a:xfrm>
                <a:off x="3280" y="861"/>
                <a:ext cx="117" cy="74"/>
              </a:xfrm>
              <a:custGeom>
                <a:avLst/>
                <a:gdLst>
                  <a:gd name="T0" fmla="*/ 1 w 95"/>
                  <a:gd name="T1" fmla="*/ 60 h 60"/>
                  <a:gd name="T2" fmla="*/ 0 w 95"/>
                  <a:gd name="T3" fmla="*/ 60 h 60"/>
                  <a:gd name="T4" fmla="*/ 0 w 95"/>
                  <a:gd name="T5" fmla="*/ 59 h 60"/>
                  <a:gd name="T6" fmla="*/ 0 w 95"/>
                  <a:gd name="T7" fmla="*/ 28 h 60"/>
                  <a:gd name="T8" fmla="*/ 1 w 95"/>
                  <a:gd name="T9" fmla="*/ 27 h 60"/>
                  <a:gd name="T10" fmla="*/ 93 w 95"/>
                  <a:gd name="T11" fmla="*/ 0 h 60"/>
                  <a:gd name="T12" fmla="*/ 95 w 95"/>
                  <a:gd name="T13" fmla="*/ 1 h 60"/>
                  <a:gd name="T14" fmla="*/ 94 w 95"/>
                  <a:gd name="T15" fmla="*/ 3 h 60"/>
                  <a:gd name="T16" fmla="*/ 2 w 95"/>
                  <a:gd name="T17" fmla="*/ 60 h 60"/>
                  <a:gd name="T18" fmla="*/ 1 w 95"/>
                  <a:gd name="T19" fmla="*/ 60 h 60"/>
                  <a:gd name="T20" fmla="*/ 3 w 95"/>
                  <a:gd name="T21" fmla="*/ 30 h 60"/>
                  <a:gd name="T22" fmla="*/ 3 w 95"/>
                  <a:gd name="T23" fmla="*/ 56 h 60"/>
                  <a:gd name="T24" fmla="*/ 82 w 95"/>
                  <a:gd name="T25" fmla="*/ 7 h 60"/>
                  <a:gd name="T26" fmla="*/ 3 w 95"/>
                  <a:gd name="T27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5" h="60">
                    <a:moveTo>
                      <a:pt x="1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59"/>
                      <a:pt x="0" y="5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0"/>
                      <a:pt x="95" y="1"/>
                    </a:cubicBezTo>
                    <a:cubicBezTo>
                      <a:pt x="95" y="2"/>
                      <a:pt x="95" y="3"/>
                      <a:pt x="94" y="3"/>
                    </a:cubicBezTo>
                    <a:cubicBezTo>
                      <a:pt x="2" y="60"/>
                      <a:pt x="2" y="60"/>
                      <a:pt x="2" y="60"/>
                    </a:cubicBezTo>
                    <a:lnTo>
                      <a:pt x="1" y="60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2" name="Freeform 1019"/>
              <p:cNvSpPr>
                <a:spLocks noEditPoints="1"/>
              </p:cNvSpPr>
              <p:nvPr userDrawn="1"/>
            </p:nvSpPr>
            <p:spPr bwMode="auto">
              <a:xfrm>
                <a:off x="1035" y="865"/>
                <a:ext cx="136" cy="43"/>
              </a:xfrm>
              <a:custGeom>
                <a:avLst/>
                <a:gdLst>
                  <a:gd name="T0" fmla="*/ 55 w 110"/>
                  <a:gd name="T1" fmla="*/ 35 h 35"/>
                  <a:gd name="T2" fmla="*/ 54 w 110"/>
                  <a:gd name="T3" fmla="*/ 35 h 35"/>
                  <a:gd name="T4" fmla="*/ 1 w 110"/>
                  <a:gd name="T5" fmla="*/ 7 h 35"/>
                  <a:gd name="T6" fmla="*/ 0 w 110"/>
                  <a:gd name="T7" fmla="*/ 5 h 35"/>
                  <a:gd name="T8" fmla="*/ 2 w 110"/>
                  <a:gd name="T9" fmla="*/ 3 h 35"/>
                  <a:gd name="T10" fmla="*/ 108 w 110"/>
                  <a:gd name="T11" fmla="*/ 0 h 35"/>
                  <a:gd name="T12" fmla="*/ 110 w 110"/>
                  <a:gd name="T13" fmla="*/ 2 h 35"/>
                  <a:gd name="T14" fmla="*/ 109 w 110"/>
                  <a:gd name="T15" fmla="*/ 4 h 35"/>
                  <a:gd name="T16" fmla="*/ 56 w 110"/>
                  <a:gd name="T17" fmla="*/ 35 h 35"/>
                  <a:gd name="T18" fmla="*/ 55 w 110"/>
                  <a:gd name="T19" fmla="*/ 35 h 35"/>
                  <a:gd name="T20" fmla="*/ 8 w 110"/>
                  <a:gd name="T21" fmla="*/ 7 h 35"/>
                  <a:gd name="T22" fmla="*/ 55 w 110"/>
                  <a:gd name="T23" fmla="*/ 32 h 35"/>
                  <a:gd name="T24" fmla="*/ 102 w 110"/>
                  <a:gd name="T25" fmla="*/ 4 h 35"/>
                  <a:gd name="T26" fmla="*/ 8 w 110"/>
                  <a:gd name="T27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35">
                    <a:moveTo>
                      <a:pt x="55" y="35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09" y="1"/>
                      <a:pt x="110" y="2"/>
                    </a:cubicBezTo>
                    <a:cubicBezTo>
                      <a:pt x="110" y="2"/>
                      <a:pt x="110" y="3"/>
                      <a:pt x="109" y="4"/>
                    </a:cubicBezTo>
                    <a:cubicBezTo>
                      <a:pt x="56" y="35"/>
                      <a:pt x="56" y="35"/>
                      <a:pt x="56" y="35"/>
                    </a:cubicBezTo>
                    <a:lnTo>
                      <a:pt x="55" y="35"/>
                    </a:lnTo>
                    <a:close/>
                    <a:moveTo>
                      <a:pt x="8" y="7"/>
                    </a:moveTo>
                    <a:cubicBezTo>
                      <a:pt x="55" y="32"/>
                      <a:pt x="55" y="32"/>
                      <a:pt x="55" y="32"/>
                    </a:cubicBezTo>
                    <a:cubicBezTo>
                      <a:pt x="102" y="4"/>
                      <a:pt x="102" y="4"/>
                      <a:pt x="102" y="4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3" name="Freeform 1020"/>
              <p:cNvSpPr>
                <a:spLocks noEditPoints="1"/>
              </p:cNvSpPr>
              <p:nvPr userDrawn="1"/>
            </p:nvSpPr>
            <p:spPr bwMode="auto">
              <a:xfrm>
                <a:off x="1425" y="370"/>
                <a:ext cx="117" cy="32"/>
              </a:xfrm>
              <a:custGeom>
                <a:avLst/>
                <a:gdLst>
                  <a:gd name="T0" fmla="*/ 2 w 95"/>
                  <a:gd name="T1" fmla="*/ 26 h 26"/>
                  <a:gd name="T2" fmla="*/ 0 w 95"/>
                  <a:gd name="T3" fmla="*/ 24 h 26"/>
                  <a:gd name="T4" fmla="*/ 1 w 95"/>
                  <a:gd name="T5" fmla="*/ 22 h 26"/>
                  <a:gd name="T6" fmla="*/ 69 w 95"/>
                  <a:gd name="T7" fmla="*/ 1 h 26"/>
                  <a:gd name="T8" fmla="*/ 70 w 95"/>
                  <a:gd name="T9" fmla="*/ 1 h 26"/>
                  <a:gd name="T10" fmla="*/ 94 w 95"/>
                  <a:gd name="T11" fmla="*/ 17 h 26"/>
                  <a:gd name="T12" fmla="*/ 94 w 95"/>
                  <a:gd name="T13" fmla="*/ 19 h 26"/>
                  <a:gd name="T14" fmla="*/ 93 w 95"/>
                  <a:gd name="T15" fmla="*/ 20 h 26"/>
                  <a:gd name="T16" fmla="*/ 2 w 95"/>
                  <a:gd name="T17" fmla="*/ 26 h 26"/>
                  <a:gd name="T18" fmla="*/ 69 w 95"/>
                  <a:gd name="T19" fmla="*/ 4 h 26"/>
                  <a:gd name="T20" fmla="*/ 15 w 95"/>
                  <a:gd name="T21" fmla="*/ 21 h 26"/>
                  <a:gd name="T22" fmla="*/ 88 w 95"/>
                  <a:gd name="T23" fmla="*/ 17 h 26"/>
                  <a:gd name="T24" fmla="*/ 69 w 95"/>
                  <a:gd name="T25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26">
                    <a:moveTo>
                      <a:pt x="2" y="26"/>
                    </a:moveTo>
                    <a:cubicBezTo>
                      <a:pt x="1" y="26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9" y="0"/>
                      <a:pt x="70" y="1"/>
                      <a:pt x="70" y="1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94" y="17"/>
                      <a:pt x="95" y="18"/>
                      <a:pt x="94" y="19"/>
                    </a:cubicBezTo>
                    <a:cubicBezTo>
                      <a:pt x="94" y="19"/>
                      <a:pt x="94" y="20"/>
                      <a:pt x="93" y="20"/>
                    </a:cubicBezTo>
                    <a:cubicBezTo>
                      <a:pt x="2" y="26"/>
                      <a:pt x="2" y="26"/>
                      <a:pt x="2" y="26"/>
                    </a:cubicBezTo>
                    <a:close/>
                    <a:moveTo>
                      <a:pt x="69" y="4"/>
                    </a:moveTo>
                    <a:cubicBezTo>
                      <a:pt x="15" y="21"/>
                      <a:pt x="15" y="21"/>
                      <a:pt x="15" y="21"/>
                    </a:cubicBezTo>
                    <a:cubicBezTo>
                      <a:pt x="88" y="17"/>
                      <a:pt x="88" y="17"/>
                      <a:pt x="88" y="17"/>
                    </a:cubicBezTo>
                    <a:lnTo>
                      <a:pt x="6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4" name="Freeform 1021"/>
              <p:cNvSpPr>
                <a:spLocks noEditPoints="1"/>
              </p:cNvSpPr>
              <p:nvPr userDrawn="1"/>
            </p:nvSpPr>
            <p:spPr bwMode="auto">
              <a:xfrm>
                <a:off x="1358" y="397"/>
                <a:ext cx="70" cy="68"/>
              </a:xfrm>
              <a:custGeom>
                <a:avLst/>
                <a:gdLst>
                  <a:gd name="T0" fmla="*/ 13 w 57"/>
                  <a:gd name="T1" fmla="*/ 55 h 55"/>
                  <a:gd name="T2" fmla="*/ 13 w 57"/>
                  <a:gd name="T3" fmla="*/ 55 h 55"/>
                  <a:gd name="T4" fmla="*/ 12 w 57"/>
                  <a:gd name="T5" fmla="*/ 55 h 55"/>
                  <a:gd name="T6" fmla="*/ 0 w 57"/>
                  <a:gd name="T7" fmla="*/ 32 h 55"/>
                  <a:gd name="T8" fmla="*/ 1 w 57"/>
                  <a:gd name="T9" fmla="*/ 30 h 55"/>
                  <a:gd name="T10" fmla="*/ 55 w 57"/>
                  <a:gd name="T11" fmla="*/ 1 h 55"/>
                  <a:gd name="T12" fmla="*/ 57 w 57"/>
                  <a:gd name="T13" fmla="*/ 1 h 55"/>
                  <a:gd name="T14" fmla="*/ 57 w 57"/>
                  <a:gd name="T15" fmla="*/ 3 h 55"/>
                  <a:gd name="T16" fmla="*/ 15 w 57"/>
                  <a:gd name="T17" fmla="*/ 55 h 55"/>
                  <a:gd name="T18" fmla="*/ 13 w 57"/>
                  <a:gd name="T19" fmla="*/ 55 h 55"/>
                  <a:gd name="T20" fmla="*/ 4 w 57"/>
                  <a:gd name="T21" fmla="*/ 32 h 55"/>
                  <a:gd name="T22" fmla="*/ 14 w 57"/>
                  <a:gd name="T23" fmla="*/ 51 h 55"/>
                  <a:gd name="T24" fmla="*/ 49 w 57"/>
                  <a:gd name="T25" fmla="*/ 8 h 55"/>
                  <a:gd name="T26" fmla="*/ 4 w 57"/>
                  <a:gd name="T27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" h="55">
                    <a:moveTo>
                      <a:pt x="13" y="55"/>
                    </a:moveTo>
                    <a:cubicBezTo>
                      <a:pt x="13" y="55"/>
                      <a:pt x="13" y="55"/>
                      <a:pt x="13" y="55"/>
                    </a:cubicBezTo>
                    <a:cubicBezTo>
                      <a:pt x="13" y="55"/>
                      <a:pt x="12" y="55"/>
                      <a:pt x="12" y="55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1"/>
                      <a:pt x="1" y="30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2"/>
                      <a:pt x="57" y="2"/>
                      <a:pt x="57" y="3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4" y="55"/>
                      <a:pt x="14" y="55"/>
                      <a:pt x="13" y="55"/>
                    </a:cubicBezTo>
                    <a:close/>
                    <a:moveTo>
                      <a:pt x="4" y="32"/>
                    </a:moveTo>
                    <a:cubicBezTo>
                      <a:pt x="14" y="51"/>
                      <a:pt x="14" y="51"/>
                      <a:pt x="14" y="51"/>
                    </a:cubicBezTo>
                    <a:cubicBezTo>
                      <a:pt x="49" y="8"/>
                      <a:pt x="49" y="8"/>
                      <a:pt x="49" y="8"/>
                    </a:cubicBez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5" name="Freeform 1022"/>
              <p:cNvSpPr>
                <a:spLocks noEditPoints="1"/>
              </p:cNvSpPr>
              <p:nvPr userDrawn="1"/>
            </p:nvSpPr>
            <p:spPr bwMode="auto">
              <a:xfrm>
                <a:off x="1762" y="12"/>
                <a:ext cx="148" cy="68"/>
              </a:xfrm>
              <a:custGeom>
                <a:avLst/>
                <a:gdLst>
                  <a:gd name="T0" fmla="*/ 27 w 119"/>
                  <a:gd name="T1" fmla="*/ 55 h 55"/>
                  <a:gd name="T2" fmla="*/ 25 w 119"/>
                  <a:gd name="T3" fmla="*/ 55 h 55"/>
                  <a:gd name="T4" fmla="*/ 1 w 119"/>
                  <a:gd name="T5" fmla="*/ 32 h 55"/>
                  <a:gd name="T6" fmla="*/ 0 w 119"/>
                  <a:gd name="T7" fmla="*/ 31 h 55"/>
                  <a:gd name="T8" fmla="*/ 2 w 119"/>
                  <a:gd name="T9" fmla="*/ 30 h 55"/>
                  <a:gd name="T10" fmla="*/ 117 w 119"/>
                  <a:gd name="T11" fmla="*/ 0 h 55"/>
                  <a:gd name="T12" fmla="*/ 119 w 119"/>
                  <a:gd name="T13" fmla="*/ 1 h 55"/>
                  <a:gd name="T14" fmla="*/ 118 w 119"/>
                  <a:gd name="T15" fmla="*/ 3 h 55"/>
                  <a:gd name="T16" fmla="*/ 27 w 119"/>
                  <a:gd name="T17" fmla="*/ 55 h 55"/>
                  <a:gd name="T18" fmla="*/ 6 w 119"/>
                  <a:gd name="T19" fmla="*/ 32 h 55"/>
                  <a:gd name="T20" fmla="*/ 27 w 119"/>
                  <a:gd name="T21" fmla="*/ 51 h 55"/>
                  <a:gd name="T22" fmla="*/ 106 w 119"/>
                  <a:gd name="T23" fmla="*/ 6 h 55"/>
                  <a:gd name="T24" fmla="*/ 6 w 119"/>
                  <a:gd name="T25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55">
                    <a:moveTo>
                      <a:pt x="27" y="55"/>
                    </a:moveTo>
                    <a:cubicBezTo>
                      <a:pt x="26" y="55"/>
                      <a:pt x="26" y="55"/>
                      <a:pt x="25" y="55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1" y="32"/>
                      <a:pt x="0" y="31"/>
                      <a:pt x="0" y="31"/>
                    </a:cubicBezTo>
                    <a:cubicBezTo>
                      <a:pt x="1" y="30"/>
                      <a:pt x="1" y="30"/>
                      <a:pt x="2" y="3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8" y="0"/>
                      <a:pt x="119" y="0"/>
                      <a:pt x="119" y="1"/>
                    </a:cubicBezTo>
                    <a:cubicBezTo>
                      <a:pt x="119" y="2"/>
                      <a:pt x="119" y="3"/>
                      <a:pt x="118" y="3"/>
                    </a:cubicBezTo>
                    <a:cubicBezTo>
                      <a:pt x="27" y="55"/>
                      <a:pt x="27" y="55"/>
                      <a:pt x="27" y="55"/>
                    </a:cubicBezTo>
                    <a:close/>
                    <a:moveTo>
                      <a:pt x="6" y="32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106" y="6"/>
                      <a:pt x="106" y="6"/>
                      <a:pt x="106" y="6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6" name="Freeform 1023"/>
              <p:cNvSpPr>
                <a:spLocks noEditPoints="1"/>
              </p:cNvSpPr>
              <p:nvPr userDrawn="1"/>
            </p:nvSpPr>
            <p:spPr bwMode="auto">
              <a:xfrm>
                <a:off x="1300" y="434"/>
                <a:ext cx="76" cy="51"/>
              </a:xfrm>
              <a:custGeom>
                <a:avLst/>
                <a:gdLst>
                  <a:gd name="T0" fmla="*/ 2 w 62"/>
                  <a:gd name="T1" fmla="*/ 41 h 41"/>
                  <a:gd name="T2" fmla="*/ 1 w 62"/>
                  <a:gd name="T3" fmla="*/ 40 h 41"/>
                  <a:gd name="T4" fmla="*/ 1 w 62"/>
                  <a:gd name="T5" fmla="*/ 38 h 41"/>
                  <a:gd name="T6" fmla="*/ 48 w 62"/>
                  <a:gd name="T7" fmla="*/ 0 h 41"/>
                  <a:gd name="T8" fmla="*/ 49 w 62"/>
                  <a:gd name="T9" fmla="*/ 0 h 41"/>
                  <a:gd name="T10" fmla="*/ 50 w 62"/>
                  <a:gd name="T11" fmla="*/ 1 h 41"/>
                  <a:gd name="T12" fmla="*/ 62 w 62"/>
                  <a:gd name="T13" fmla="*/ 23 h 41"/>
                  <a:gd name="T14" fmla="*/ 62 w 62"/>
                  <a:gd name="T15" fmla="*/ 24 h 41"/>
                  <a:gd name="T16" fmla="*/ 61 w 62"/>
                  <a:gd name="T17" fmla="*/ 25 h 41"/>
                  <a:gd name="T18" fmla="*/ 3 w 62"/>
                  <a:gd name="T19" fmla="*/ 41 h 41"/>
                  <a:gd name="T20" fmla="*/ 2 w 62"/>
                  <a:gd name="T21" fmla="*/ 41 h 41"/>
                  <a:gd name="T22" fmla="*/ 48 w 62"/>
                  <a:gd name="T23" fmla="*/ 4 h 41"/>
                  <a:gd name="T24" fmla="*/ 9 w 62"/>
                  <a:gd name="T25" fmla="*/ 36 h 41"/>
                  <a:gd name="T26" fmla="*/ 58 w 62"/>
                  <a:gd name="T27" fmla="*/ 23 h 41"/>
                  <a:gd name="T28" fmla="*/ 48 w 62"/>
                  <a:gd name="T29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2" h="41">
                    <a:moveTo>
                      <a:pt x="2" y="41"/>
                    </a:moveTo>
                    <a:cubicBezTo>
                      <a:pt x="2" y="41"/>
                      <a:pt x="1" y="41"/>
                      <a:pt x="1" y="40"/>
                    </a:cubicBezTo>
                    <a:cubicBezTo>
                      <a:pt x="0" y="40"/>
                      <a:pt x="1" y="39"/>
                      <a:pt x="1" y="3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9" y="0"/>
                      <a:pt x="49" y="0"/>
                    </a:cubicBezTo>
                    <a:cubicBezTo>
                      <a:pt x="50" y="0"/>
                      <a:pt x="50" y="0"/>
                      <a:pt x="50" y="1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2" y="23"/>
                      <a:pt x="62" y="24"/>
                      <a:pt x="62" y="24"/>
                    </a:cubicBezTo>
                    <a:cubicBezTo>
                      <a:pt x="62" y="25"/>
                      <a:pt x="61" y="25"/>
                      <a:pt x="61" y="25"/>
                    </a:cubicBezTo>
                    <a:cubicBezTo>
                      <a:pt x="3" y="41"/>
                      <a:pt x="3" y="41"/>
                      <a:pt x="3" y="41"/>
                    </a:cubicBezTo>
                    <a:lnTo>
                      <a:pt x="2" y="41"/>
                    </a:lnTo>
                    <a:close/>
                    <a:moveTo>
                      <a:pt x="48" y="4"/>
                    </a:moveTo>
                    <a:cubicBezTo>
                      <a:pt x="9" y="36"/>
                      <a:pt x="9" y="36"/>
                      <a:pt x="9" y="36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7" name="Freeform 1024"/>
              <p:cNvSpPr>
                <a:spLocks noEditPoints="1"/>
              </p:cNvSpPr>
              <p:nvPr userDrawn="1"/>
            </p:nvSpPr>
            <p:spPr bwMode="auto">
              <a:xfrm>
                <a:off x="1231" y="481"/>
                <a:ext cx="82" cy="91"/>
              </a:xfrm>
              <a:custGeom>
                <a:avLst/>
                <a:gdLst>
                  <a:gd name="T0" fmla="*/ 2 w 66"/>
                  <a:gd name="T1" fmla="*/ 73 h 73"/>
                  <a:gd name="T2" fmla="*/ 1 w 66"/>
                  <a:gd name="T3" fmla="*/ 72 h 73"/>
                  <a:gd name="T4" fmla="*/ 1 w 66"/>
                  <a:gd name="T5" fmla="*/ 70 h 73"/>
                  <a:gd name="T6" fmla="*/ 56 w 66"/>
                  <a:gd name="T7" fmla="*/ 1 h 73"/>
                  <a:gd name="T8" fmla="*/ 58 w 66"/>
                  <a:gd name="T9" fmla="*/ 0 h 73"/>
                  <a:gd name="T10" fmla="*/ 59 w 66"/>
                  <a:gd name="T11" fmla="*/ 1 h 73"/>
                  <a:gd name="T12" fmla="*/ 65 w 66"/>
                  <a:gd name="T13" fmla="*/ 46 h 73"/>
                  <a:gd name="T14" fmla="*/ 64 w 66"/>
                  <a:gd name="T15" fmla="*/ 48 h 73"/>
                  <a:gd name="T16" fmla="*/ 3 w 66"/>
                  <a:gd name="T17" fmla="*/ 72 h 73"/>
                  <a:gd name="T18" fmla="*/ 2 w 66"/>
                  <a:gd name="T19" fmla="*/ 73 h 73"/>
                  <a:gd name="T20" fmla="*/ 56 w 66"/>
                  <a:gd name="T21" fmla="*/ 6 h 73"/>
                  <a:gd name="T22" fmla="*/ 7 w 66"/>
                  <a:gd name="T23" fmla="*/ 67 h 73"/>
                  <a:gd name="T24" fmla="*/ 62 w 66"/>
                  <a:gd name="T25" fmla="*/ 45 h 73"/>
                  <a:gd name="T26" fmla="*/ 56 w 66"/>
                  <a:gd name="T27" fmla="*/ 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73">
                    <a:moveTo>
                      <a:pt x="2" y="73"/>
                    </a:moveTo>
                    <a:cubicBezTo>
                      <a:pt x="1" y="73"/>
                      <a:pt x="1" y="72"/>
                      <a:pt x="1" y="72"/>
                    </a:cubicBezTo>
                    <a:cubicBezTo>
                      <a:pt x="0" y="71"/>
                      <a:pt x="0" y="70"/>
                      <a:pt x="1" y="70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6" y="47"/>
                      <a:pt x="65" y="48"/>
                      <a:pt x="64" y="48"/>
                    </a:cubicBezTo>
                    <a:cubicBezTo>
                      <a:pt x="3" y="72"/>
                      <a:pt x="3" y="72"/>
                      <a:pt x="3" y="72"/>
                    </a:cubicBezTo>
                    <a:lnTo>
                      <a:pt x="2" y="73"/>
                    </a:lnTo>
                    <a:close/>
                    <a:moveTo>
                      <a:pt x="56" y="6"/>
                    </a:moveTo>
                    <a:cubicBezTo>
                      <a:pt x="7" y="67"/>
                      <a:pt x="7" y="67"/>
                      <a:pt x="7" y="67"/>
                    </a:cubicBezTo>
                    <a:cubicBezTo>
                      <a:pt x="62" y="45"/>
                      <a:pt x="62" y="45"/>
                      <a:pt x="62" y="45"/>
                    </a:cubicBezTo>
                    <a:lnTo>
                      <a:pt x="5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8" name="Freeform 1025"/>
              <p:cNvSpPr>
                <a:spLocks noEditPoints="1"/>
              </p:cNvSpPr>
              <p:nvPr userDrawn="1"/>
            </p:nvSpPr>
            <p:spPr bwMode="auto">
              <a:xfrm>
                <a:off x="1186" y="567"/>
                <a:ext cx="50" cy="128"/>
              </a:xfrm>
              <a:custGeom>
                <a:avLst/>
                <a:gdLst>
                  <a:gd name="T0" fmla="*/ 27 w 41"/>
                  <a:gd name="T1" fmla="*/ 104 h 104"/>
                  <a:gd name="T2" fmla="*/ 26 w 41"/>
                  <a:gd name="T3" fmla="*/ 104 h 104"/>
                  <a:gd name="T4" fmla="*/ 1 w 41"/>
                  <a:gd name="T5" fmla="*/ 85 h 104"/>
                  <a:gd name="T6" fmla="*/ 0 w 41"/>
                  <a:gd name="T7" fmla="*/ 83 h 104"/>
                  <a:gd name="T8" fmla="*/ 37 w 41"/>
                  <a:gd name="T9" fmla="*/ 1 h 104"/>
                  <a:gd name="T10" fmla="*/ 39 w 41"/>
                  <a:gd name="T11" fmla="*/ 0 h 104"/>
                  <a:gd name="T12" fmla="*/ 41 w 41"/>
                  <a:gd name="T13" fmla="*/ 2 h 104"/>
                  <a:gd name="T14" fmla="*/ 28 w 41"/>
                  <a:gd name="T15" fmla="*/ 103 h 104"/>
                  <a:gd name="T16" fmla="*/ 27 w 41"/>
                  <a:gd name="T17" fmla="*/ 104 h 104"/>
                  <a:gd name="T18" fmla="*/ 4 w 41"/>
                  <a:gd name="T19" fmla="*/ 83 h 104"/>
                  <a:gd name="T20" fmla="*/ 25 w 41"/>
                  <a:gd name="T21" fmla="*/ 99 h 104"/>
                  <a:gd name="T22" fmla="*/ 36 w 41"/>
                  <a:gd name="T23" fmla="*/ 12 h 104"/>
                  <a:gd name="T24" fmla="*/ 4 w 41"/>
                  <a:gd name="T25" fmla="*/ 8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104">
                    <a:moveTo>
                      <a:pt x="27" y="104"/>
                    </a:moveTo>
                    <a:cubicBezTo>
                      <a:pt x="26" y="104"/>
                      <a:pt x="26" y="104"/>
                      <a:pt x="26" y="104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2" y="79"/>
                      <a:pt x="36" y="4"/>
                      <a:pt x="37" y="1"/>
                    </a:cubicBezTo>
                    <a:cubicBezTo>
                      <a:pt x="38" y="0"/>
                      <a:pt x="39" y="0"/>
                      <a:pt x="39" y="0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8" y="103"/>
                      <a:pt x="28" y="104"/>
                      <a:pt x="27" y="104"/>
                    </a:cubicBezTo>
                    <a:close/>
                    <a:moveTo>
                      <a:pt x="4" y="83"/>
                    </a:moveTo>
                    <a:cubicBezTo>
                      <a:pt x="25" y="99"/>
                      <a:pt x="25" y="99"/>
                      <a:pt x="25" y="99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24" y="38"/>
                      <a:pt x="7" y="76"/>
                      <a:pt x="4" y="8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9" name="Freeform 1026"/>
              <p:cNvSpPr>
                <a:spLocks noEditPoints="1"/>
              </p:cNvSpPr>
              <p:nvPr userDrawn="1"/>
            </p:nvSpPr>
            <p:spPr bwMode="auto">
              <a:xfrm>
                <a:off x="1167" y="668"/>
                <a:ext cx="53" cy="87"/>
              </a:xfrm>
              <a:custGeom>
                <a:avLst/>
                <a:gdLst>
                  <a:gd name="T0" fmla="*/ 2 w 43"/>
                  <a:gd name="T1" fmla="*/ 70 h 70"/>
                  <a:gd name="T2" fmla="*/ 1 w 43"/>
                  <a:gd name="T3" fmla="*/ 70 h 70"/>
                  <a:gd name="T4" fmla="*/ 0 w 43"/>
                  <a:gd name="T5" fmla="*/ 68 h 70"/>
                  <a:gd name="T6" fmla="*/ 15 w 43"/>
                  <a:gd name="T7" fmla="*/ 1 h 70"/>
                  <a:gd name="T8" fmla="*/ 16 w 43"/>
                  <a:gd name="T9" fmla="*/ 0 h 70"/>
                  <a:gd name="T10" fmla="*/ 18 w 43"/>
                  <a:gd name="T11" fmla="*/ 0 h 70"/>
                  <a:gd name="T12" fmla="*/ 43 w 43"/>
                  <a:gd name="T13" fmla="*/ 19 h 70"/>
                  <a:gd name="T14" fmla="*/ 43 w 43"/>
                  <a:gd name="T15" fmla="*/ 20 h 70"/>
                  <a:gd name="T16" fmla="*/ 43 w 43"/>
                  <a:gd name="T17" fmla="*/ 22 h 70"/>
                  <a:gd name="T18" fmla="*/ 3 w 43"/>
                  <a:gd name="T19" fmla="*/ 70 h 70"/>
                  <a:gd name="T20" fmla="*/ 2 w 43"/>
                  <a:gd name="T21" fmla="*/ 70 h 70"/>
                  <a:gd name="T22" fmla="*/ 18 w 43"/>
                  <a:gd name="T23" fmla="*/ 5 h 70"/>
                  <a:gd name="T24" fmla="*/ 5 w 43"/>
                  <a:gd name="T25" fmla="*/ 62 h 70"/>
                  <a:gd name="T26" fmla="*/ 39 w 43"/>
                  <a:gd name="T27" fmla="*/ 21 h 70"/>
                  <a:gd name="T28" fmla="*/ 18 w 43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70">
                    <a:moveTo>
                      <a:pt x="2" y="70"/>
                    </a:moveTo>
                    <a:cubicBezTo>
                      <a:pt x="1" y="70"/>
                      <a:pt x="1" y="70"/>
                      <a:pt x="1" y="70"/>
                    </a:cubicBezTo>
                    <a:cubicBezTo>
                      <a:pt x="0" y="70"/>
                      <a:pt x="0" y="69"/>
                      <a:pt x="0" y="68"/>
                    </a:cubicBezTo>
                    <a:cubicBezTo>
                      <a:pt x="1" y="65"/>
                      <a:pt x="14" y="4"/>
                      <a:pt x="15" y="1"/>
                    </a:cubicBezTo>
                    <a:cubicBezTo>
                      <a:pt x="15" y="1"/>
                      <a:pt x="16" y="0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3" y="19"/>
                      <a:pt x="43" y="20"/>
                      <a:pt x="43" y="20"/>
                    </a:cubicBezTo>
                    <a:cubicBezTo>
                      <a:pt x="43" y="21"/>
                      <a:pt x="43" y="21"/>
                      <a:pt x="43" y="22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3" y="70"/>
                      <a:pt x="2" y="70"/>
                      <a:pt x="2" y="70"/>
                    </a:cubicBezTo>
                    <a:close/>
                    <a:moveTo>
                      <a:pt x="18" y="5"/>
                    </a:moveTo>
                    <a:cubicBezTo>
                      <a:pt x="14" y="22"/>
                      <a:pt x="8" y="50"/>
                      <a:pt x="5" y="62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0" name="Freeform 1027"/>
              <p:cNvSpPr>
                <a:spLocks noEditPoints="1"/>
              </p:cNvSpPr>
              <p:nvPr userDrawn="1"/>
            </p:nvSpPr>
            <p:spPr bwMode="auto">
              <a:xfrm>
                <a:off x="1166" y="751"/>
                <a:ext cx="31" cy="119"/>
              </a:xfrm>
              <a:custGeom>
                <a:avLst/>
                <a:gdLst>
                  <a:gd name="T0" fmla="*/ 2 w 25"/>
                  <a:gd name="T1" fmla="*/ 96 h 96"/>
                  <a:gd name="T2" fmla="*/ 1 w 25"/>
                  <a:gd name="T3" fmla="*/ 96 h 96"/>
                  <a:gd name="T4" fmla="*/ 0 w 25"/>
                  <a:gd name="T5" fmla="*/ 94 h 96"/>
                  <a:gd name="T6" fmla="*/ 1 w 25"/>
                  <a:gd name="T7" fmla="*/ 2 h 96"/>
                  <a:gd name="T8" fmla="*/ 3 w 25"/>
                  <a:gd name="T9" fmla="*/ 0 h 96"/>
                  <a:gd name="T10" fmla="*/ 4 w 25"/>
                  <a:gd name="T11" fmla="*/ 1 h 96"/>
                  <a:gd name="T12" fmla="*/ 24 w 25"/>
                  <a:gd name="T13" fmla="*/ 70 h 96"/>
                  <a:gd name="T14" fmla="*/ 24 w 25"/>
                  <a:gd name="T15" fmla="*/ 71 h 96"/>
                  <a:gd name="T16" fmla="*/ 3 w 25"/>
                  <a:gd name="T17" fmla="*/ 95 h 96"/>
                  <a:gd name="T18" fmla="*/ 2 w 25"/>
                  <a:gd name="T19" fmla="*/ 96 h 96"/>
                  <a:gd name="T20" fmla="*/ 4 w 25"/>
                  <a:gd name="T21" fmla="*/ 13 h 96"/>
                  <a:gd name="T22" fmla="*/ 4 w 25"/>
                  <a:gd name="T23" fmla="*/ 90 h 96"/>
                  <a:gd name="T24" fmla="*/ 21 w 25"/>
                  <a:gd name="T25" fmla="*/ 70 h 96"/>
                  <a:gd name="T26" fmla="*/ 4 w 25"/>
                  <a:gd name="T27" fmla="*/ 1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96">
                    <a:moveTo>
                      <a:pt x="2" y="96"/>
                    </a:moveTo>
                    <a:cubicBezTo>
                      <a:pt x="1" y="96"/>
                      <a:pt x="1" y="96"/>
                      <a:pt x="1" y="96"/>
                    </a:cubicBezTo>
                    <a:cubicBezTo>
                      <a:pt x="1" y="95"/>
                      <a:pt x="0" y="95"/>
                      <a:pt x="0" y="9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4" y="71"/>
                      <a:pt x="24" y="71"/>
                    </a:cubicBezTo>
                    <a:cubicBezTo>
                      <a:pt x="3" y="95"/>
                      <a:pt x="3" y="95"/>
                      <a:pt x="3" y="95"/>
                    </a:cubicBezTo>
                    <a:cubicBezTo>
                      <a:pt x="3" y="96"/>
                      <a:pt x="2" y="96"/>
                      <a:pt x="2" y="96"/>
                    </a:cubicBezTo>
                    <a:close/>
                    <a:moveTo>
                      <a:pt x="4" y="13"/>
                    </a:moveTo>
                    <a:cubicBezTo>
                      <a:pt x="4" y="90"/>
                      <a:pt x="4" y="90"/>
                      <a:pt x="4" y="90"/>
                    </a:cubicBezTo>
                    <a:cubicBezTo>
                      <a:pt x="21" y="70"/>
                      <a:pt x="21" y="70"/>
                      <a:pt x="21" y="70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1" name="Freeform 1028"/>
              <p:cNvSpPr>
                <a:spLocks noEditPoints="1"/>
              </p:cNvSpPr>
              <p:nvPr userDrawn="1"/>
            </p:nvSpPr>
            <p:spPr bwMode="auto">
              <a:xfrm>
                <a:off x="1655" y="366"/>
                <a:ext cx="115" cy="82"/>
              </a:xfrm>
              <a:custGeom>
                <a:avLst/>
                <a:gdLst>
                  <a:gd name="T0" fmla="*/ 81 w 93"/>
                  <a:gd name="T1" fmla="*/ 66 h 66"/>
                  <a:gd name="T2" fmla="*/ 80 w 93"/>
                  <a:gd name="T3" fmla="*/ 65 h 66"/>
                  <a:gd name="T4" fmla="*/ 1 w 93"/>
                  <a:gd name="T5" fmla="*/ 3 h 66"/>
                  <a:gd name="T6" fmla="*/ 0 w 93"/>
                  <a:gd name="T7" fmla="*/ 1 h 66"/>
                  <a:gd name="T8" fmla="*/ 2 w 93"/>
                  <a:gd name="T9" fmla="*/ 0 h 66"/>
                  <a:gd name="T10" fmla="*/ 91 w 93"/>
                  <a:gd name="T11" fmla="*/ 23 h 66"/>
                  <a:gd name="T12" fmla="*/ 92 w 93"/>
                  <a:gd name="T13" fmla="*/ 25 h 66"/>
                  <a:gd name="T14" fmla="*/ 82 w 93"/>
                  <a:gd name="T15" fmla="*/ 64 h 66"/>
                  <a:gd name="T16" fmla="*/ 81 w 93"/>
                  <a:gd name="T17" fmla="*/ 65 h 66"/>
                  <a:gd name="T18" fmla="*/ 81 w 93"/>
                  <a:gd name="T19" fmla="*/ 66 h 66"/>
                  <a:gd name="T20" fmla="*/ 9 w 93"/>
                  <a:gd name="T21" fmla="*/ 5 h 66"/>
                  <a:gd name="T22" fmla="*/ 80 w 93"/>
                  <a:gd name="T23" fmla="*/ 61 h 66"/>
                  <a:gd name="T24" fmla="*/ 89 w 93"/>
                  <a:gd name="T25" fmla="*/ 26 h 66"/>
                  <a:gd name="T26" fmla="*/ 9 w 93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3" h="66">
                    <a:moveTo>
                      <a:pt x="81" y="66"/>
                    </a:moveTo>
                    <a:cubicBezTo>
                      <a:pt x="80" y="66"/>
                      <a:pt x="80" y="65"/>
                      <a:pt x="80" y="6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2" y="23"/>
                      <a:pt x="93" y="24"/>
                      <a:pt x="92" y="25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2" y="65"/>
                      <a:pt x="82" y="65"/>
                      <a:pt x="81" y="65"/>
                    </a:cubicBezTo>
                    <a:lnTo>
                      <a:pt x="81" y="66"/>
                    </a:lnTo>
                    <a:close/>
                    <a:moveTo>
                      <a:pt x="9" y="5"/>
                    </a:moveTo>
                    <a:cubicBezTo>
                      <a:pt x="80" y="61"/>
                      <a:pt x="80" y="61"/>
                      <a:pt x="80" y="61"/>
                    </a:cubicBezTo>
                    <a:cubicBezTo>
                      <a:pt x="89" y="26"/>
                      <a:pt x="89" y="26"/>
                      <a:pt x="89" y="26"/>
                    </a:cubicBez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2" name="Freeform 1029"/>
              <p:cNvSpPr>
                <a:spLocks noEditPoints="1"/>
              </p:cNvSpPr>
              <p:nvPr userDrawn="1"/>
            </p:nvSpPr>
            <p:spPr bwMode="auto">
              <a:xfrm>
                <a:off x="1537" y="359"/>
                <a:ext cx="109" cy="47"/>
              </a:xfrm>
              <a:custGeom>
                <a:avLst/>
                <a:gdLst>
                  <a:gd name="T0" fmla="*/ 86 w 88"/>
                  <a:gd name="T1" fmla="*/ 38 h 38"/>
                  <a:gd name="T2" fmla="*/ 86 w 88"/>
                  <a:gd name="T3" fmla="*/ 38 h 38"/>
                  <a:gd name="T4" fmla="*/ 2 w 88"/>
                  <a:gd name="T5" fmla="*/ 29 h 38"/>
                  <a:gd name="T6" fmla="*/ 0 w 88"/>
                  <a:gd name="T7" fmla="*/ 27 h 38"/>
                  <a:gd name="T8" fmla="*/ 1 w 88"/>
                  <a:gd name="T9" fmla="*/ 26 h 38"/>
                  <a:gd name="T10" fmla="*/ 57 w 88"/>
                  <a:gd name="T11" fmla="*/ 0 h 38"/>
                  <a:gd name="T12" fmla="*/ 59 w 88"/>
                  <a:gd name="T13" fmla="*/ 1 h 38"/>
                  <a:gd name="T14" fmla="*/ 87 w 88"/>
                  <a:gd name="T15" fmla="*/ 35 h 38"/>
                  <a:gd name="T16" fmla="*/ 87 w 88"/>
                  <a:gd name="T17" fmla="*/ 37 h 38"/>
                  <a:gd name="T18" fmla="*/ 86 w 88"/>
                  <a:gd name="T19" fmla="*/ 38 h 38"/>
                  <a:gd name="T20" fmla="*/ 8 w 88"/>
                  <a:gd name="T21" fmla="*/ 26 h 38"/>
                  <a:gd name="T22" fmla="*/ 82 w 88"/>
                  <a:gd name="T23" fmla="*/ 34 h 38"/>
                  <a:gd name="T24" fmla="*/ 57 w 88"/>
                  <a:gd name="T25" fmla="*/ 4 h 38"/>
                  <a:gd name="T26" fmla="*/ 8 w 88"/>
                  <a:gd name="T27" fmla="*/ 2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38">
                    <a:moveTo>
                      <a:pt x="86" y="38"/>
                    </a:moveTo>
                    <a:cubicBezTo>
                      <a:pt x="86" y="38"/>
                      <a:pt x="86" y="38"/>
                      <a:pt x="86" y="38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8"/>
                      <a:pt x="0" y="27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9" y="0"/>
                      <a:pt x="59" y="1"/>
                    </a:cubicBezTo>
                    <a:cubicBezTo>
                      <a:pt x="87" y="35"/>
                      <a:pt x="87" y="35"/>
                      <a:pt x="87" y="35"/>
                    </a:cubicBezTo>
                    <a:cubicBezTo>
                      <a:pt x="88" y="35"/>
                      <a:pt x="88" y="36"/>
                      <a:pt x="87" y="37"/>
                    </a:cubicBezTo>
                    <a:cubicBezTo>
                      <a:pt x="87" y="37"/>
                      <a:pt x="87" y="38"/>
                      <a:pt x="86" y="38"/>
                    </a:cubicBezTo>
                    <a:close/>
                    <a:moveTo>
                      <a:pt x="8" y="26"/>
                    </a:moveTo>
                    <a:cubicBezTo>
                      <a:pt x="82" y="34"/>
                      <a:pt x="82" y="34"/>
                      <a:pt x="82" y="34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3" name="Freeform 1030"/>
              <p:cNvSpPr>
                <a:spLocks noEditPoints="1"/>
              </p:cNvSpPr>
              <p:nvPr userDrawn="1"/>
            </p:nvSpPr>
            <p:spPr bwMode="auto">
              <a:xfrm>
                <a:off x="1853" y="461"/>
                <a:ext cx="79" cy="97"/>
              </a:xfrm>
              <a:custGeom>
                <a:avLst/>
                <a:gdLst>
                  <a:gd name="T0" fmla="*/ 62 w 64"/>
                  <a:gd name="T1" fmla="*/ 78 h 78"/>
                  <a:gd name="T2" fmla="*/ 61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0 w 64"/>
                  <a:gd name="T9" fmla="*/ 51 h 78"/>
                  <a:gd name="T10" fmla="*/ 30 w 64"/>
                  <a:gd name="T11" fmla="*/ 1 h 78"/>
                  <a:gd name="T12" fmla="*/ 31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3 w 64"/>
                  <a:gd name="T19" fmla="*/ 78 h 78"/>
                  <a:gd name="T20" fmla="*/ 62 w 64"/>
                  <a:gd name="T21" fmla="*/ 78 h 78"/>
                  <a:gd name="T22" fmla="*/ 4 w 64"/>
                  <a:gd name="T23" fmla="*/ 51 h 78"/>
                  <a:gd name="T24" fmla="*/ 59 w 64"/>
                  <a:gd name="T25" fmla="*/ 73 h 78"/>
                  <a:gd name="T26" fmla="*/ 31 w 64"/>
                  <a:gd name="T27" fmla="*/ 6 h 78"/>
                  <a:gd name="T28" fmla="*/ 4 w 64"/>
                  <a:gd name="T29" fmla="*/ 5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2" y="78"/>
                    </a:moveTo>
                    <a:cubicBezTo>
                      <a:pt x="61" y="78"/>
                      <a:pt x="61" y="78"/>
                      <a:pt x="61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0" y="52"/>
                      <a:pt x="0" y="52"/>
                      <a:pt x="0" y="5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2" y="0"/>
                      <a:pt x="32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6"/>
                      <a:pt x="64" y="77"/>
                      <a:pt x="63" y="78"/>
                    </a:cubicBezTo>
                    <a:cubicBezTo>
                      <a:pt x="63" y="78"/>
                      <a:pt x="62" y="78"/>
                      <a:pt x="62" y="78"/>
                    </a:cubicBezTo>
                    <a:close/>
                    <a:moveTo>
                      <a:pt x="4" y="51"/>
                    </a:moveTo>
                    <a:cubicBezTo>
                      <a:pt x="59" y="73"/>
                      <a:pt x="59" y="73"/>
                      <a:pt x="59" y="73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4" name="Freeform 1031"/>
              <p:cNvSpPr>
                <a:spLocks noEditPoints="1"/>
              </p:cNvSpPr>
              <p:nvPr userDrawn="1"/>
            </p:nvSpPr>
            <p:spPr bwMode="auto">
              <a:xfrm>
                <a:off x="472" y="904"/>
                <a:ext cx="79" cy="97"/>
              </a:xfrm>
              <a:custGeom>
                <a:avLst/>
                <a:gdLst>
                  <a:gd name="T0" fmla="*/ 63 w 64"/>
                  <a:gd name="T1" fmla="*/ 78 h 78"/>
                  <a:gd name="T2" fmla="*/ 62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1 w 64"/>
                  <a:gd name="T9" fmla="*/ 52 h 78"/>
                  <a:gd name="T10" fmla="*/ 30 w 64"/>
                  <a:gd name="T11" fmla="*/ 1 h 78"/>
                  <a:gd name="T12" fmla="*/ 32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4 w 64"/>
                  <a:gd name="T19" fmla="*/ 78 h 78"/>
                  <a:gd name="T20" fmla="*/ 63 w 64"/>
                  <a:gd name="T21" fmla="*/ 78 h 78"/>
                  <a:gd name="T22" fmla="*/ 4 w 64"/>
                  <a:gd name="T23" fmla="*/ 52 h 78"/>
                  <a:gd name="T24" fmla="*/ 60 w 64"/>
                  <a:gd name="T25" fmla="*/ 74 h 78"/>
                  <a:gd name="T26" fmla="*/ 31 w 64"/>
                  <a:gd name="T27" fmla="*/ 6 h 78"/>
                  <a:gd name="T28" fmla="*/ 4 w 64"/>
                  <a:gd name="T29" fmla="*/ 5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3" y="78"/>
                    </a:moveTo>
                    <a:cubicBezTo>
                      <a:pt x="62" y="78"/>
                      <a:pt x="62" y="78"/>
                      <a:pt x="62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1" y="53"/>
                      <a:pt x="0" y="53"/>
                    </a:cubicBezTo>
                    <a:cubicBezTo>
                      <a:pt x="0" y="53"/>
                      <a:pt x="0" y="52"/>
                      <a:pt x="1" y="5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1" y="1"/>
                      <a:pt x="31" y="0"/>
                      <a:pt x="32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7"/>
                      <a:pt x="64" y="77"/>
                      <a:pt x="64" y="78"/>
                    </a:cubicBezTo>
                    <a:cubicBezTo>
                      <a:pt x="63" y="78"/>
                      <a:pt x="63" y="78"/>
                      <a:pt x="63" y="78"/>
                    </a:cubicBezTo>
                    <a:close/>
                    <a:moveTo>
                      <a:pt x="4" y="52"/>
                    </a:moveTo>
                    <a:cubicBezTo>
                      <a:pt x="60" y="74"/>
                      <a:pt x="60" y="74"/>
                      <a:pt x="60" y="74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5" name="Freeform 1032"/>
              <p:cNvSpPr>
                <a:spLocks noEditPoints="1"/>
              </p:cNvSpPr>
              <p:nvPr userDrawn="1"/>
            </p:nvSpPr>
            <p:spPr bwMode="auto">
              <a:xfrm>
                <a:off x="1425" y="390"/>
                <a:ext cx="146" cy="58"/>
              </a:xfrm>
              <a:custGeom>
                <a:avLst/>
                <a:gdLst>
                  <a:gd name="T0" fmla="*/ 116 w 118"/>
                  <a:gd name="T1" fmla="*/ 47 h 47"/>
                  <a:gd name="T2" fmla="*/ 116 w 118"/>
                  <a:gd name="T3" fmla="*/ 46 h 47"/>
                  <a:gd name="T4" fmla="*/ 1 w 118"/>
                  <a:gd name="T5" fmla="*/ 10 h 47"/>
                  <a:gd name="T6" fmla="*/ 0 w 118"/>
                  <a:gd name="T7" fmla="*/ 8 h 47"/>
                  <a:gd name="T8" fmla="*/ 1 w 118"/>
                  <a:gd name="T9" fmla="*/ 6 h 47"/>
                  <a:gd name="T10" fmla="*/ 93 w 118"/>
                  <a:gd name="T11" fmla="*/ 0 h 47"/>
                  <a:gd name="T12" fmla="*/ 94 w 118"/>
                  <a:gd name="T13" fmla="*/ 1 h 47"/>
                  <a:gd name="T14" fmla="*/ 118 w 118"/>
                  <a:gd name="T15" fmla="*/ 44 h 47"/>
                  <a:gd name="T16" fmla="*/ 118 w 118"/>
                  <a:gd name="T17" fmla="*/ 46 h 47"/>
                  <a:gd name="T18" fmla="*/ 116 w 118"/>
                  <a:gd name="T19" fmla="*/ 47 h 47"/>
                  <a:gd name="T20" fmla="*/ 11 w 118"/>
                  <a:gd name="T21" fmla="*/ 9 h 47"/>
                  <a:gd name="T22" fmla="*/ 113 w 118"/>
                  <a:gd name="T23" fmla="*/ 42 h 47"/>
                  <a:gd name="T24" fmla="*/ 92 w 118"/>
                  <a:gd name="T25" fmla="*/ 4 h 47"/>
                  <a:gd name="T26" fmla="*/ 11 w 118"/>
                  <a:gd name="T27" fmla="*/ 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" h="47">
                    <a:moveTo>
                      <a:pt x="116" y="47"/>
                    </a:moveTo>
                    <a:cubicBezTo>
                      <a:pt x="116" y="46"/>
                      <a:pt x="116" y="46"/>
                      <a:pt x="116" y="4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1" y="6"/>
                      <a:pt x="1" y="6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3" y="0"/>
                      <a:pt x="94" y="1"/>
                      <a:pt x="94" y="1"/>
                    </a:cubicBezTo>
                    <a:cubicBezTo>
                      <a:pt x="118" y="44"/>
                      <a:pt x="118" y="44"/>
                      <a:pt x="118" y="44"/>
                    </a:cubicBezTo>
                    <a:cubicBezTo>
                      <a:pt x="118" y="45"/>
                      <a:pt x="118" y="45"/>
                      <a:pt x="118" y="46"/>
                    </a:cubicBezTo>
                    <a:cubicBezTo>
                      <a:pt x="117" y="46"/>
                      <a:pt x="117" y="47"/>
                      <a:pt x="116" y="47"/>
                    </a:cubicBezTo>
                    <a:close/>
                    <a:moveTo>
                      <a:pt x="11" y="9"/>
                    </a:moveTo>
                    <a:cubicBezTo>
                      <a:pt x="113" y="42"/>
                      <a:pt x="113" y="42"/>
                      <a:pt x="113" y="42"/>
                    </a:cubicBezTo>
                    <a:cubicBezTo>
                      <a:pt x="92" y="4"/>
                      <a:pt x="92" y="4"/>
                      <a:pt x="92" y="4"/>
                    </a:cubicBezTo>
                    <a:lnTo>
                      <a:pt x="11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6" name="Freeform 1033"/>
              <p:cNvSpPr>
                <a:spLocks noEditPoints="1"/>
              </p:cNvSpPr>
              <p:nvPr userDrawn="1"/>
            </p:nvSpPr>
            <p:spPr bwMode="auto">
              <a:xfrm>
                <a:off x="1300" y="461"/>
                <a:ext cx="76" cy="80"/>
              </a:xfrm>
              <a:custGeom>
                <a:avLst/>
                <a:gdLst>
                  <a:gd name="T0" fmla="*/ 9 w 62"/>
                  <a:gd name="T1" fmla="*/ 64 h 64"/>
                  <a:gd name="T2" fmla="*/ 8 w 62"/>
                  <a:gd name="T3" fmla="*/ 64 h 64"/>
                  <a:gd name="T4" fmla="*/ 7 w 62"/>
                  <a:gd name="T5" fmla="*/ 63 h 64"/>
                  <a:gd name="T6" fmla="*/ 1 w 62"/>
                  <a:gd name="T7" fmla="*/ 18 h 64"/>
                  <a:gd name="T8" fmla="*/ 2 w 62"/>
                  <a:gd name="T9" fmla="*/ 16 h 64"/>
                  <a:gd name="T10" fmla="*/ 60 w 62"/>
                  <a:gd name="T11" fmla="*/ 0 h 64"/>
                  <a:gd name="T12" fmla="*/ 62 w 62"/>
                  <a:gd name="T13" fmla="*/ 1 h 64"/>
                  <a:gd name="T14" fmla="*/ 62 w 62"/>
                  <a:gd name="T15" fmla="*/ 3 h 64"/>
                  <a:gd name="T16" fmla="*/ 10 w 62"/>
                  <a:gd name="T17" fmla="*/ 64 h 64"/>
                  <a:gd name="T18" fmla="*/ 9 w 62"/>
                  <a:gd name="T19" fmla="*/ 64 h 64"/>
                  <a:gd name="T20" fmla="*/ 4 w 62"/>
                  <a:gd name="T21" fmla="*/ 19 h 64"/>
                  <a:gd name="T22" fmla="*/ 10 w 62"/>
                  <a:gd name="T23" fmla="*/ 59 h 64"/>
                  <a:gd name="T24" fmla="*/ 56 w 62"/>
                  <a:gd name="T25" fmla="*/ 5 h 64"/>
                  <a:gd name="T26" fmla="*/ 4 w 62"/>
                  <a:gd name="T27" fmla="*/ 1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64">
                    <a:moveTo>
                      <a:pt x="9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64"/>
                      <a:pt x="7" y="63"/>
                      <a:pt x="7" y="63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17"/>
                      <a:pt x="1" y="16"/>
                      <a:pt x="2" y="16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0"/>
                      <a:pt x="62" y="1"/>
                    </a:cubicBezTo>
                    <a:cubicBezTo>
                      <a:pt x="62" y="1"/>
                      <a:pt x="62" y="2"/>
                      <a:pt x="62" y="3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64"/>
                      <a:pt x="9" y="64"/>
                      <a:pt x="9" y="64"/>
                    </a:cubicBezTo>
                    <a:close/>
                    <a:moveTo>
                      <a:pt x="4" y="19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4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7" name="Freeform 1034"/>
              <p:cNvSpPr>
                <a:spLocks noEditPoints="1"/>
              </p:cNvSpPr>
              <p:nvPr userDrawn="1"/>
            </p:nvSpPr>
            <p:spPr bwMode="auto">
              <a:xfrm>
                <a:off x="1231" y="537"/>
                <a:ext cx="82" cy="122"/>
              </a:xfrm>
              <a:custGeom>
                <a:avLst/>
                <a:gdLst>
                  <a:gd name="T0" fmla="*/ 33 w 66"/>
                  <a:gd name="T1" fmla="*/ 99 h 99"/>
                  <a:gd name="T2" fmla="*/ 31 w 66"/>
                  <a:gd name="T3" fmla="*/ 98 h 99"/>
                  <a:gd name="T4" fmla="*/ 0 w 66"/>
                  <a:gd name="T5" fmla="*/ 27 h 99"/>
                  <a:gd name="T6" fmla="*/ 0 w 66"/>
                  <a:gd name="T7" fmla="*/ 25 h 99"/>
                  <a:gd name="T8" fmla="*/ 1 w 66"/>
                  <a:gd name="T9" fmla="*/ 24 h 99"/>
                  <a:gd name="T10" fmla="*/ 63 w 66"/>
                  <a:gd name="T11" fmla="*/ 0 h 99"/>
                  <a:gd name="T12" fmla="*/ 65 w 66"/>
                  <a:gd name="T13" fmla="*/ 0 h 99"/>
                  <a:gd name="T14" fmla="*/ 65 w 66"/>
                  <a:gd name="T15" fmla="*/ 2 h 99"/>
                  <a:gd name="T16" fmla="*/ 34 w 66"/>
                  <a:gd name="T17" fmla="*/ 98 h 99"/>
                  <a:gd name="T18" fmla="*/ 33 w 66"/>
                  <a:gd name="T19" fmla="*/ 99 h 99"/>
                  <a:gd name="T20" fmla="*/ 4 w 66"/>
                  <a:gd name="T21" fmla="*/ 27 h 99"/>
                  <a:gd name="T22" fmla="*/ 33 w 66"/>
                  <a:gd name="T23" fmla="*/ 93 h 99"/>
                  <a:gd name="T24" fmla="*/ 61 w 66"/>
                  <a:gd name="T25" fmla="*/ 4 h 99"/>
                  <a:gd name="T26" fmla="*/ 4 w 66"/>
                  <a:gd name="T27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99">
                    <a:moveTo>
                      <a:pt x="33" y="99"/>
                    </a:moveTo>
                    <a:cubicBezTo>
                      <a:pt x="32" y="99"/>
                      <a:pt x="32" y="99"/>
                      <a:pt x="31" y="9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6"/>
                      <a:pt x="0" y="26"/>
                      <a:pt x="0" y="25"/>
                    </a:cubicBezTo>
                    <a:cubicBezTo>
                      <a:pt x="1" y="25"/>
                      <a:pt x="1" y="25"/>
                      <a:pt x="1" y="2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6" y="1"/>
                      <a:pt x="65" y="2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9"/>
                      <a:pt x="34" y="99"/>
                      <a:pt x="33" y="99"/>
                    </a:cubicBezTo>
                    <a:close/>
                    <a:moveTo>
                      <a:pt x="4" y="27"/>
                    </a:moveTo>
                    <a:cubicBezTo>
                      <a:pt x="33" y="93"/>
                      <a:pt x="33" y="93"/>
                      <a:pt x="33" y="93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8" name="Freeform 1035"/>
              <p:cNvSpPr>
                <a:spLocks noEditPoints="1"/>
              </p:cNvSpPr>
              <p:nvPr userDrawn="1"/>
            </p:nvSpPr>
            <p:spPr bwMode="auto">
              <a:xfrm>
                <a:off x="1217" y="567"/>
                <a:ext cx="58" cy="128"/>
              </a:xfrm>
              <a:custGeom>
                <a:avLst/>
                <a:gdLst>
                  <a:gd name="T0" fmla="*/ 2 w 47"/>
                  <a:gd name="T1" fmla="*/ 104 h 104"/>
                  <a:gd name="T2" fmla="*/ 1 w 47"/>
                  <a:gd name="T3" fmla="*/ 104 h 104"/>
                  <a:gd name="T4" fmla="*/ 0 w 47"/>
                  <a:gd name="T5" fmla="*/ 102 h 104"/>
                  <a:gd name="T6" fmla="*/ 12 w 47"/>
                  <a:gd name="T7" fmla="*/ 2 h 104"/>
                  <a:gd name="T8" fmla="*/ 14 w 47"/>
                  <a:gd name="T9" fmla="*/ 0 h 104"/>
                  <a:gd name="T10" fmla="*/ 16 w 47"/>
                  <a:gd name="T11" fmla="*/ 1 h 104"/>
                  <a:gd name="T12" fmla="*/ 46 w 47"/>
                  <a:gd name="T13" fmla="*/ 73 h 104"/>
                  <a:gd name="T14" fmla="*/ 46 w 47"/>
                  <a:gd name="T15" fmla="*/ 75 h 104"/>
                  <a:gd name="T16" fmla="*/ 3 w 47"/>
                  <a:gd name="T17" fmla="*/ 104 h 104"/>
                  <a:gd name="T18" fmla="*/ 2 w 47"/>
                  <a:gd name="T19" fmla="*/ 104 h 104"/>
                  <a:gd name="T20" fmla="*/ 15 w 47"/>
                  <a:gd name="T21" fmla="*/ 8 h 104"/>
                  <a:gd name="T22" fmla="*/ 4 w 47"/>
                  <a:gd name="T23" fmla="*/ 99 h 104"/>
                  <a:gd name="T24" fmla="*/ 43 w 47"/>
                  <a:gd name="T25" fmla="*/ 73 h 104"/>
                  <a:gd name="T26" fmla="*/ 15 w 47"/>
                  <a:gd name="T27" fmla="*/ 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104">
                    <a:moveTo>
                      <a:pt x="2" y="104"/>
                    </a:moveTo>
                    <a:cubicBezTo>
                      <a:pt x="1" y="104"/>
                      <a:pt x="1" y="104"/>
                      <a:pt x="1" y="104"/>
                    </a:cubicBezTo>
                    <a:cubicBezTo>
                      <a:pt x="0" y="104"/>
                      <a:pt x="0" y="103"/>
                      <a:pt x="0" y="10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3" y="0"/>
                      <a:pt x="14" y="0"/>
                    </a:cubicBezTo>
                    <a:cubicBezTo>
                      <a:pt x="14" y="0"/>
                      <a:pt x="15" y="1"/>
                      <a:pt x="16" y="1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7" y="73"/>
                      <a:pt x="46" y="74"/>
                      <a:pt x="46" y="75"/>
                    </a:cubicBezTo>
                    <a:cubicBezTo>
                      <a:pt x="3" y="104"/>
                      <a:pt x="3" y="104"/>
                      <a:pt x="3" y="104"/>
                    </a:cubicBezTo>
                    <a:lnTo>
                      <a:pt x="2" y="104"/>
                    </a:lnTo>
                    <a:close/>
                    <a:moveTo>
                      <a:pt x="15" y="8"/>
                    </a:moveTo>
                    <a:cubicBezTo>
                      <a:pt x="4" y="99"/>
                      <a:pt x="4" y="99"/>
                      <a:pt x="4" y="99"/>
                    </a:cubicBezTo>
                    <a:cubicBezTo>
                      <a:pt x="43" y="73"/>
                      <a:pt x="43" y="73"/>
                      <a:pt x="43" y="73"/>
                    </a:cubicBezTo>
                    <a:lnTo>
                      <a:pt x="1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9" name="Freeform 1036"/>
              <p:cNvSpPr>
                <a:spLocks noEditPoints="1"/>
              </p:cNvSpPr>
              <p:nvPr userDrawn="1"/>
            </p:nvSpPr>
            <p:spPr bwMode="auto">
              <a:xfrm>
                <a:off x="1167" y="692"/>
                <a:ext cx="81" cy="63"/>
              </a:xfrm>
              <a:custGeom>
                <a:avLst/>
                <a:gdLst>
                  <a:gd name="T0" fmla="*/ 2 w 65"/>
                  <a:gd name="T1" fmla="*/ 51 h 51"/>
                  <a:gd name="T2" fmla="*/ 0 w 65"/>
                  <a:gd name="T3" fmla="*/ 50 h 51"/>
                  <a:gd name="T4" fmla="*/ 1 w 65"/>
                  <a:gd name="T5" fmla="*/ 49 h 51"/>
                  <a:gd name="T6" fmla="*/ 40 w 65"/>
                  <a:gd name="T7" fmla="*/ 0 h 51"/>
                  <a:gd name="T8" fmla="*/ 42 w 65"/>
                  <a:gd name="T9" fmla="*/ 0 h 51"/>
                  <a:gd name="T10" fmla="*/ 43 w 65"/>
                  <a:gd name="T11" fmla="*/ 1 h 51"/>
                  <a:gd name="T12" fmla="*/ 65 w 65"/>
                  <a:gd name="T13" fmla="*/ 44 h 51"/>
                  <a:gd name="T14" fmla="*/ 65 w 65"/>
                  <a:gd name="T15" fmla="*/ 46 h 51"/>
                  <a:gd name="T16" fmla="*/ 63 w 65"/>
                  <a:gd name="T17" fmla="*/ 47 h 51"/>
                  <a:gd name="T18" fmla="*/ 2 w 65"/>
                  <a:gd name="T19" fmla="*/ 51 h 51"/>
                  <a:gd name="T20" fmla="*/ 41 w 65"/>
                  <a:gd name="T21" fmla="*/ 5 h 51"/>
                  <a:gd name="T22" fmla="*/ 6 w 65"/>
                  <a:gd name="T23" fmla="*/ 48 h 51"/>
                  <a:gd name="T24" fmla="*/ 61 w 65"/>
                  <a:gd name="T25" fmla="*/ 44 h 51"/>
                  <a:gd name="T26" fmla="*/ 41 w 65"/>
                  <a:gd name="T27" fmla="*/ 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51">
                    <a:moveTo>
                      <a:pt x="2" y="51"/>
                    </a:moveTo>
                    <a:cubicBezTo>
                      <a:pt x="1" y="51"/>
                      <a:pt x="1" y="51"/>
                      <a:pt x="0" y="50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1" y="0"/>
                      <a:pt x="41" y="0"/>
                      <a:pt x="42" y="0"/>
                    </a:cubicBezTo>
                    <a:cubicBezTo>
                      <a:pt x="42" y="0"/>
                      <a:pt x="43" y="0"/>
                      <a:pt x="43" y="1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5" y="45"/>
                      <a:pt x="65" y="46"/>
                      <a:pt x="65" y="46"/>
                    </a:cubicBezTo>
                    <a:cubicBezTo>
                      <a:pt x="64" y="47"/>
                      <a:pt x="64" y="47"/>
                      <a:pt x="63" y="47"/>
                    </a:cubicBezTo>
                    <a:cubicBezTo>
                      <a:pt x="2" y="51"/>
                      <a:pt x="2" y="51"/>
                      <a:pt x="2" y="51"/>
                    </a:cubicBezTo>
                    <a:close/>
                    <a:moveTo>
                      <a:pt x="41" y="5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61" y="44"/>
                      <a:pt x="61" y="44"/>
                      <a:pt x="61" y="44"/>
                    </a:cubicBezTo>
                    <a:lnTo>
                      <a:pt x="4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0" name="Freeform 1037"/>
              <p:cNvSpPr>
                <a:spLocks noEditPoints="1"/>
              </p:cNvSpPr>
              <p:nvPr userDrawn="1"/>
            </p:nvSpPr>
            <p:spPr bwMode="auto">
              <a:xfrm>
                <a:off x="1167" y="746"/>
                <a:ext cx="81" cy="94"/>
              </a:xfrm>
              <a:custGeom>
                <a:avLst/>
                <a:gdLst>
                  <a:gd name="T0" fmla="*/ 22 w 65"/>
                  <a:gd name="T1" fmla="*/ 76 h 76"/>
                  <a:gd name="T2" fmla="*/ 22 w 65"/>
                  <a:gd name="T3" fmla="*/ 76 h 76"/>
                  <a:gd name="T4" fmla="*/ 20 w 65"/>
                  <a:gd name="T5" fmla="*/ 75 h 76"/>
                  <a:gd name="T6" fmla="*/ 0 w 65"/>
                  <a:gd name="T7" fmla="*/ 6 h 76"/>
                  <a:gd name="T8" fmla="*/ 0 w 65"/>
                  <a:gd name="T9" fmla="*/ 5 h 76"/>
                  <a:gd name="T10" fmla="*/ 2 w 65"/>
                  <a:gd name="T11" fmla="*/ 4 h 76"/>
                  <a:gd name="T12" fmla="*/ 63 w 65"/>
                  <a:gd name="T13" fmla="*/ 0 h 76"/>
                  <a:gd name="T14" fmla="*/ 65 w 65"/>
                  <a:gd name="T15" fmla="*/ 0 h 76"/>
                  <a:gd name="T16" fmla="*/ 65 w 65"/>
                  <a:gd name="T17" fmla="*/ 2 h 76"/>
                  <a:gd name="T18" fmla="*/ 23 w 65"/>
                  <a:gd name="T19" fmla="*/ 75 h 76"/>
                  <a:gd name="T20" fmla="*/ 22 w 65"/>
                  <a:gd name="T21" fmla="*/ 76 h 76"/>
                  <a:gd name="T22" fmla="*/ 4 w 65"/>
                  <a:gd name="T23" fmla="*/ 7 h 76"/>
                  <a:gd name="T24" fmla="*/ 22 w 65"/>
                  <a:gd name="T25" fmla="*/ 70 h 76"/>
                  <a:gd name="T26" fmla="*/ 60 w 65"/>
                  <a:gd name="T27" fmla="*/ 3 h 76"/>
                  <a:gd name="T28" fmla="*/ 4 w 65"/>
                  <a:gd name="T29" fmla="*/ 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6">
                    <a:moveTo>
                      <a:pt x="22" y="76"/>
                    </a:moveTo>
                    <a:cubicBezTo>
                      <a:pt x="22" y="76"/>
                      <a:pt x="22" y="76"/>
                      <a:pt x="22" y="76"/>
                    </a:cubicBezTo>
                    <a:cubicBezTo>
                      <a:pt x="21" y="76"/>
                      <a:pt x="20" y="75"/>
                      <a:pt x="20" y="7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1" y="4"/>
                      <a:pt x="1" y="4"/>
                      <a:pt x="2" y="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5" y="2"/>
                      <a:pt x="65" y="2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3" y="75"/>
                      <a:pt x="22" y="76"/>
                      <a:pt x="22" y="76"/>
                    </a:cubicBezTo>
                    <a:close/>
                    <a:moveTo>
                      <a:pt x="4" y="7"/>
                    </a:moveTo>
                    <a:cubicBezTo>
                      <a:pt x="22" y="70"/>
                      <a:pt x="22" y="70"/>
                      <a:pt x="22" y="70"/>
                    </a:cubicBezTo>
                    <a:cubicBezTo>
                      <a:pt x="60" y="3"/>
                      <a:pt x="60" y="3"/>
                      <a:pt x="60" y="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1" name="Freeform 1038"/>
              <p:cNvSpPr>
                <a:spLocks noEditPoints="1"/>
              </p:cNvSpPr>
              <p:nvPr userDrawn="1"/>
            </p:nvSpPr>
            <p:spPr bwMode="auto">
              <a:xfrm>
                <a:off x="1203" y="520"/>
                <a:ext cx="109" cy="113"/>
              </a:xfrm>
              <a:custGeom>
                <a:avLst/>
                <a:gdLst>
                  <a:gd name="T0" fmla="*/ 2 w 88"/>
                  <a:gd name="T1" fmla="*/ 92 h 92"/>
                  <a:gd name="T2" fmla="*/ 1 w 88"/>
                  <a:gd name="T3" fmla="*/ 91 h 92"/>
                  <a:gd name="T4" fmla="*/ 0 w 88"/>
                  <a:gd name="T5" fmla="*/ 89 h 92"/>
                  <a:gd name="T6" fmla="*/ 54 w 88"/>
                  <a:gd name="T7" fmla="*/ 1 h 92"/>
                  <a:gd name="T8" fmla="*/ 57 w 88"/>
                  <a:gd name="T9" fmla="*/ 0 h 92"/>
                  <a:gd name="T10" fmla="*/ 87 w 88"/>
                  <a:gd name="T11" fmla="*/ 14 h 92"/>
                  <a:gd name="T12" fmla="*/ 88 w 88"/>
                  <a:gd name="T13" fmla="*/ 15 h 92"/>
                  <a:gd name="T14" fmla="*/ 88 w 88"/>
                  <a:gd name="T15" fmla="*/ 17 h 92"/>
                  <a:gd name="T16" fmla="*/ 3 w 88"/>
                  <a:gd name="T17" fmla="*/ 91 h 92"/>
                  <a:gd name="T18" fmla="*/ 2 w 88"/>
                  <a:gd name="T19" fmla="*/ 92 h 92"/>
                  <a:gd name="T20" fmla="*/ 57 w 88"/>
                  <a:gd name="T21" fmla="*/ 4 h 92"/>
                  <a:gd name="T22" fmla="*/ 9 w 88"/>
                  <a:gd name="T23" fmla="*/ 82 h 92"/>
                  <a:gd name="T24" fmla="*/ 84 w 88"/>
                  <a:gd name="T25" fmla="*/ 16 h 92"/>
                  <a:gd name="T26" fmla="*/ 57 w 88"/>
                  <a:gd name="T27" fmla="*/ 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2">
                    <a:moveTo>
                      <a:pt x="2" y="92"/>
                    </a:moveTo>
                    <a:cubicBezTo>
                      <a:pt x="1" y="92"/>
                      <a:pt x="1" y="92"/>
                      <a:pt x="1" y="91"/>
                    </a:cubicBezTo>
                    <a:cubicBezTo>
                      <a:pt x="0" y="91"/>
                      <a:pt x="0" y="90"/>
                      <a:pt x="0" y="89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8" y="14"/>
                      <a:pt x="88" y="15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3" y="91"/>
                      <a:pt x="3" y="91"/>
                      <a:pt x="3" y="91"/>
                    </a:cubicBezTo>
                    <a:cubicBezTo>
                      <a:pt x="3" y="92"/>
                      <a:pt x="2" y="92"/>
                      <a:pt x="2" y="92"/>
                    </a:cubicBezTo>
                    <a:close/>
                    <a:moveTo>
                      <a:pt x="57" y="4"/>
                    </a:moveTo>
                    <a:cubicBezTo>
                      <a:pt x="9" y="82"/>
                      <a:pt x="9" y="82"/>
                      <a:pt x="9" y="82"/>
                    </a:cubicBezTo>
                    <a:cubicBezTo>
                      <a:pt x="84" y="16"/>
                      <a:pt x="84" y="16"/>
                      <a:pt x="84" y="16"/>
                    </a:cubicBezTo>
                    <a:lnTo>
                      <a:pt x="5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2" name="Freeform 1039"/>
              <p:cNvSpPr>
                <a:spLocks noEditPoints="1"/>
              </p:cNvSpPr>
              <p:nvPr userDrawn="1"/>
            </p:nvSpPr>
            <p:spPr bwMode="auto">
              <a:xfrm>
                <a:off x="2384" y="870"/>
                <a:ext cx="50" cy="105"/>
              </a:xfrm>
              <a:custGeom>
                <a:avLst/>
                <a:gdLst>
                  <a:gd name="T0" fmla="*/ 10 w 41"/>
                  <a:gd name="T1" fmla="*/ 85 h 85"/>
                  <a:gd name="T2" fmla="*/ 9 w 41"/>
                  <a:gd name="T3" fmla="*/ 85 h 85"/>
                  <a:gd name="T4" fmla="*/ 8 w 41"/>
                  <a:gd name="T5" fmla="*/ 83 h 85"/>
                  <a:gd name="T6" fmla="*/ 0 w 41"/>
                  <a:gd name="T7" fmla="*/ 2 h 85"/>
                  <a:gd name="T8" fmla="*/ 1 w 41"/>
                  <a:gd name="T9" fmla="*/ 0 h 85"/>
                  <a:gd name="T10" fmla="*/ 3 w 41"/>
                  <a:gd name="T11" fmla="*/ 1 h 85"/>
                  <a:gd name="T12" fmla="*/ 40 w 41"/>
                  <a:gd name="T13" fmla="*/ 63 h 85"/>
                  <a:gd name="T14" fmla="*/ 40 w 41"/>
                  <a:gd name="T15" fmla="*/ 65 h 85"/>
                  <a:gd name="T16" fmla="*/ 10 w 41"/>
                  <a:gd name="T17" fmla="*/ 85 h 85"/>
                  <a:gd name="T18" fmla="*/ 11 w 41"/>
                  <a:gd name="T19" fmla="*/ 84 h 85"/>
                  <a:gd name="T20" fmla="*/ 11 w 41"/>
                  <a:gd name="T21" fmla="*/ 84 h 85"/>
                  <a:gd name="T22" fmla="*/ 4 w 41"/>
                  <a:gd name="T23" fmla="*/ 9 h 85"/>
                  <a:gd name="T24" fmla="*/ 12 w 41"/>
                  <a:gd name="T25" fmla="*/ 81 h 85"/>
                  <a:gd name="T26" fmla="*/ 37 w 41"/>
                  <a:gd name="T27" fmla="*/ 63 h 85"/>
                  <a:gd name="T28" fmla="*/ 4 w 41"/>
                  <a:gd name="T29" fmla="*/ 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5">
                    <a:moveTo>
                      <a:pt x="10" y="85"/>
                    </a:move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8" y="84"/>
                      <a:pt x="8" y="83"/>
                    </a:cubicBezTo>
                    <a:cubicBezTo>
                      <a:pt x="9" y="79"/>
                      <a:pt x="3" y="31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1" y="63"/>
                      <a:pt x="41" y="64"/>
                      <a:pt x="40" y="65"/>
                    </a:cubicBezTo>
                    <a:cubicBezTo>
                      <a:pt x="17" y="83"/>
                      <a:pt x="12" y="85"/>
                      <a:pt x="10" y="85"/>
                    </a:cubicBezTo>
                    <a:close/>
                    <a:moveTo>
                      <a:pt x="11" y="84"/>
                    </a:moveTo>
                    <a:cubicBezTo>
                      <a:pt x="11" y="84"/>
                      <a:pt x="11" y="84"/>
                      <a:pt x="11" y="84"/>
                    </a:cubicBezTo>
                    <a:close/>
                    <a:moveTo>
                      <a:pt x="4" y="9"/>
                    </a:moveTo>
                    <a:cubicBezTo>
                      <a:pt x="6" y="29"/>
                      <a:pt x="12" y="70"/>
                      <a:pt x="12" y="81"/>
                    </a:cubicBezTo>
                    <a:cubicBezTo>
                      <a:pt x="16" y="79"/>
                      <a:pt x="27" y="71"/>
                      <a:pt x="37" y="63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3" name="Freeform 1040"/>
              <p:cNvSpPr>
                <a:spLocks noEditPoints="1"/>
              </p:cNvSpPr>
              <p:nvPr userDrawn="1"/>
            </p:nvSpPr>
            <p:spPr bwMode="auto">
              <a:xfrm>
                <a:off x="2275" y="15"/>
                <a:ext cx="50" cy="106"/>
              </a:xfrm>
              <a:custGeom>
                <a:avLst/>
                <a:gdLst>
                  <a:gd name="T0" fmla="*/ 10 w 41"/>
                  <a:gd name="T1" fmla="*/ 86 h 86"/>
                  <a:gd name="T2" fmla="*/ 9 w 41"/>
                  <a:gd name="T3" fmla="*/ 86 h 86"/>
                  <a:gd name="T4" fmla="*/ 8 w 41"/>
                  <a:gd name="T5" fmla="*/ 83 h 86"/>
                  <a:gd name="T6" fmla="*/ 0 w 41"/>
                  <a:gd name="T7" fmla="*/ 2 h 86"/>
                  <a:gd name="T8" fmla="*/ 1 w 41"/>
                  <a:gd name="T9" fmla="*/ 1 h 86"/>
                  <a:gd name="T10" fmla="*/ 3 w 41"/>
                  <a:gd name="T11" fmla="*/ 1 h 86"/>
                  <a:gd name="T12" fmla="*/ 41 w 41"/>
                  <a:gd name="T13" fmla="*/ 64 h 86"/>
                  <a:gd name="T14" fmla="*/ 40 w 41"/>
                  <a:gd name="T15" fmla="*/ 66 h 86"/>
                  <a:gd name="T16" fmla="*/ 10 w 41"/>
                  <a:gd name="T17" fmla="*/ 86 h 86"/>
                  <a:gd name="T18" fmla="*/ 12 w 41"/>
                  <a:gd name="T19" fmla="*/ 85 h 86"/>
                  <a:gd name="T20" fmla="*/ 12 w 41"/>
                  <a:gd name="T21" fmla="*/ 85 h 86"/>
                  <a:gd name="T22" fmla="*/ 4 w 41"/>
                  <a:gd name="T23" fmla="*/ 10 h 86"/>
                  <a:gd name="T24" fmla="*/ 12 w 41"/>
                  <a:gd name="T25" fmla="*/ 82 h 86"/>
                  <a:gd name="T26" fmla="*/ 37 w 41"/>
                  <a:gd name="T27" fmla="*/ 64 h 86"/>
                  <a:gd name="T28" fmla="*/ 4 w 41"/>
                  <a:gd name="T29" fmla="*/ 1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6">
                    <a:moveTo>
                      <a:pt x="10" y="86"/>
                    </a:moveTo>
                    <a:cubicBezTo>
                      <a:pt x="10" y="86"/>
                      <a:pt x="9" y="86"/>
                      <a:pt x="9" y="86"/>
                    </a:cubicBezTo>
                    <a:cubicBezTo>
                      <a:pt x="9" y="85"/>
                      <a:pt x="8" y="85"/>
                      <a:pt x="8" y="83"/>
                    </a:cubicBezTo>
                    <a:cubicBezTo>
                      <a:pt x="9" y="80"/>
                      <a:pt x="4" y="3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1" y="64"/>
                      <a:pt x="41" y="65"/>
                      <a:pt x="40" y="66"/>
                    </a:cubicBezTo>
                    <a:cubicBezTo>
                      <a:pt x="18" y="83"/>
                      <a:pt x="12" y="86"/>
                      <a:pt x="10" y="86"/>
                    </a:cubicBezTo>
                    <a:close/>
                    <a:moveTo>
                      <a:pt x="12" y="85"/>
                    </a:moveTo>
                    <a:cubicBezTo>
                      <a:pt x="12" y="85"/>
                      <a:pt x="12" y="85"/>
                      <a:pt x="12" y="85"/>
                    </a:cubicBezTo>
                    <a:close/>
                    <a:moveTo>
                      <a:pt x="4" y="10"/>
                    </a:moveTo>
                    <a:cubicBezTo>
                      <a:pt x="7" y="29"/>
                      <a:pt x="12" y="71"/>
                      <a:pt x="12" y="82"/>
                    </a:cubicBezTo>
                    <a:cubicBezTo>
                      <a:pt x="16" y="80"/>
                      <a:pt x="27" y="72"/>
                      <a:pt x="37" y="64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4" name="Freeform 1041"/>
              <p:cNvSpPr>
                <a:spLocks noEditPoints="1"/>
              </p:cNvSpPr>
              <p:nvPr userDrawn="1"/>
            </p:nvSpPr>
            <p:spPr bwMode="auto">
              <a:xfrm>
                <a:off x="2307" y="786"/>
                <a:ext cx="80" cy="88"/>
              </a:xfrm>
              <a:custGeom>
                <a:avLst/>
                <a:gdLst>
                  <a:gd name="T0" fmla="*/ 63 w 65"/>
                  <a:gd name="T1" fmla="*/ 71 h 71"/>
                  <a:gd name="T2" fmla="*/ 63 w 65"/>
                  <a:gd name="T3" fmla="*/ 71 h 71"/>
                  <a:gd name="T4" fmla="*/ 8 w 65"/>
                  <a:gd name="T5" fmla="*/ 47 h 71"/>
                  <a:gd name="T6" fmla="*/ 7 w 65"/>
                  <a:gd name="T7" fmla="*/ 46 h 71"/>
                  <a:gd name="T8" fmla="*/ 1 w 65"/>
                  <a:gd name="T9" fmla="*/ 2 h 71"/>
                  <a:gd name="T10" fmla="*/ 2 w 65"/>
                  <a:gd name="T11" fmla="*/ 0 h 71"/>
                  <a:gd name="T12" fmla="*/ 4 w 65"/>
                  <a:gd name="T13" fmla="*/ 1 h 71"/>
                  <a:gd name="T14" fmla="*/ 65 w 65"/>
                  <a:gd name="T15" fmla="*/ 68 h 71"/>
                  <a:gd name="T16" fmla="*/ 65 w 65"/>
                  <a:gd name="T17" fmla="*/ 70 h 71"/>
                  <a:gd name="T18" fmla="*/ 63 w 65"/>
                  <a:gd name="T19" fmla="*/ 71 h 71"/>
                  <a:gd name="T20" fmla="*/ 11 w 65"/>
                  <a:gd name="T21" fmla="*/ 45 h 71"/>
                  <a:gd name="T22" fmla="*/ 57 w 65"/>
                  <a:gd name="T23" fmla="*/ 65 h 71"/>
                  <a:gd name="T24" fmla="*/ 5 w 65"/>
                  <a:gd name="T25" fmla="*/ 7 h 71"/>
                  <a:gd name="T26" fmla="*/ 11 w 65"/>
                  <a:gd name="T2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71">
                    <a:moveTo>
                      <a:pt x="63" y="71"/>
                    </a:moveTo>
                    <a:cubicBezTo>
                      <a:pt x="63" y="71"/>
                      <a:pt x="63" y="71"/>
                      <a:pt x="63" y="71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7" y="47"/>
                      <a:pt x="7" y="46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5" y="68"/>
                      <a:pt x="65" y="68"/>
                      <a:pt x="65" y="68"/>
                    </a:cubicBezTo>
                    <a:cubicBezTo>
                      <a:pt x="65" y="69"/>
                      <a:pt x="65" y="70"/>
                      <a:pt x="65" y="70"/>
                    </a:cubicBezTo>
                    <a:cubicBezTo>
                      <a:pt x="64" y="71"/>
                      <a:pt x="64" y="71"/>
                      <a:pt x="63" y="71"/>
                    </a:cubicBezTo>
                    <a:close/>
                    <a:moveTo>
                      <a:pt x="11" y="45"/>
                    </a:moveTo>
                    <a:cubicBezTo>
                      <a:pt x="57" y="65"/>
                      <a:pt x="57" y="65"/>
                      <a:pt x="57" y="65"/>
                    </a:cubicBezTo>
                    <a:cubicBezTo>
                      <a:pt x="5" y="7"/>
                      <a:pt x="5" y="7"/>
                      <a:pt x="5" y="7"/>
                    </a:cubicBezTo>
                    <a:lnTo>
                      <a:pt x="1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5" name="Freeform 1042"/>
              <p:cNvSpPr>
                <a:spLocks noEditPoints="1"/>
              </p:cNvSpPr>
              <p:nvPr userDrawn="1"/>
            </p:nvSpPr>
            <p:spPr bwMode="auto">
              <a:xfrm>
                <a:off x="2219" y="721"/>
                <a:ext cx="102" cy="123"/>
              </a:xfrm>
              <a:custGeom>
                <a:avLst/>
                <a:gdLst>
                  <a:gd name="T0" fmla="*/ 80 w 82"/>
                  <a:gd name="T1" fmla="*/ 99 h 99"/>
                  <a:gd name="T2" fmla="*/ 79 w 82"/>
                  <a:gd name="T3" fmla="*/ 99 h 99"/>
                  <a:gd name="T4" fmla="*/ 1 w 82"/>
                  <a:gd name="T5" fmla="*/ 3 h 99"/>
                  <a:gd name="T6" fmla="*/ 1 w 82"/>
                  <a:gd name="T7" fmla="*/ 1 h 99"/>
                  <a:gd name="T8" fmla="*/ 3 w 82"/>
                  <a:gd name="T9" fmla="*/ 0 h 99"/>
                  <a:gd name="T10" fmla="*/ 74 w 82"/>
                  <a:gd name="T11" fmla="*/ 53 h 99"/>
                  <a:gd name="T12" fmla="*/ 75 w 82"/>
                  <a:gd name="T13" fmla="*/ 54 h 99"/>
                  <a:gd name="T14" fmla="*/ 82 w 82"/>
                  <a:gd name="T15" fmla="*/ 98 h 99"/>
                  <a:gd name="T16" fmla="*/ 81 w 82"/>
                  <a:gd name="T17" fmla="*/ 99 h 99"/>
                  <a:gd name="T18" fmla="*/ 80 w 82"/>
                  <a:gd name="T19" fmla="*/ 99 h 99"/>
                  <a:gd name="T20" fmla="*/ 12 w 82"/>
                  <a:gd name="T21" fmla="*/ 11 h 99"/>
                  <a:gd name="T22" fmla="*/ 77 w 82"/>
                  <a:gd name="T23" fmla="*/ 92 h 99"/>
                  <a:gd name="T24" fmla="*/ 72 w 82"/>
                  <a:gd name="T25" fmla="*/ 55 h 99"/>
                  <a:gd name="T26" fmla="*/ 12 w 82"/>
                  <a:gd name="T27" fmla="*/ 11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99">
                    <a:moveTo>
                      <a:pt x="80" y="99"/>
                    </a:moveTo>
                    <a:cubicBezTo>
                      <a:pt x="80" y="99"/>
                      <a:pt x="79" y="99"/>
                      <a:pt x="79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5" y="53"/>
                      <a:pt x="75" y="53"/>
                      <a:pt x="75" y="54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2" y="98"/>
                      <a:pt x="81" y="99"/>
                      <a:pt x="81" y="99"/>
                    </a:cubicBezTo>
                    <a:lnTo>
                      <a:pt x="80" y="99"/>
                    </a:lnTo>
                    <a:close/>
                    <a:moveTo>
                      <a:pt x="12" y="11"/>
                    </a:moveTo>
                    <a:cubicBezTo>
                      <a:pt x="77" y="92"/>
                      <a:pt x="77" y="92"/>
                      <a:pt x="77" y="92"/>
                    </a:cubicBezTo>
                    <a:cubicBezTo>
                      <a:pt x="72" y="55"/>
                      <a:pt x="72" y="55"/>
                      <a:pt x="72" y="55"/>
                    </a:cubicBezTo>
                    <a:lnTo>
                      <a:pt x="1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6" name="Freeform 1043"/>
              <p:cNvSpPr>
                <a:spLocks noEditPoints="1"/>
              </p:cNvSpPr>
              <p:nvPr userDrawn="1"/>
            </p:nvSpPr>
            <p:spPr bwMode="auto">
              <a:xfrm>
                <a:off x="2120" y="672"/>
                <a:ext cx="104" cy="55"/>
              </a:xfrm>
              <a:custGeom>
                <a:avLst/>
                <a:gdLst>
                  <a:gd name="T0" fmla="*/ 20 w 84"/>
                  <a:gd name="T1" fmla="*/ 45 h 45"/>
                  <a:gd name="T2" fmla="*/ 18 w 84"/>
                  <a:gd name="T3" fmla="*/ 44 h 45"/>
                  <a:gd name="T4" fmla="*/ 0 w 84"/>
                  <a:gd name="T5" fmla="*/ 2 h 45"/>
                  <a:gd name="T6" fmla="*/ 0 w 84"/>
                  <a:gd name="T7" fmla="*/ 0 h 45"/>
                  <a:gd name="T8" fmla="*/ 2 w 84"/>
                  <a:gd name="T9" fmla="*/ 0 h 45"/>
                  <a:gd name="T10" fmla="*/ 83 w 84"/>
                  <a:gd name="T11" fmla="*/ 40 h 45"/>
                  <a:gd name="T12" fmla="*/ 84 w 84"/>
                  <a:gd name="T13" fmla="*/ 42 h 45"/>
                  <a:gd name="T14" fmla="*/ 82 w 84"/>
                  <a:gd name="T15" fmla="*/ 43 h 45"/>
                  <a:gd name="T16" fmla="*/ 20 w 84"/>
                  <a:gd name="T17" fmla="*/ 45 h 45"/>
                  <a:gd name="T18" fmla="*/ 5 w 84"/>
                  <a:gd name="T19" fmla="*/ 5 h 45"/>
                  <a:gd name="T20" fmla="*/ 21 w 84"/>
                  <a:gd name="T21" fmla="*/ 42 h 45"/>
                  <a:gd name="T22" fmla="*/ 76 w 84"/>
                  <a:gd name="T23" fmla="*/ 40 h 45"/>
                  <a:gd name="T24" fmla="*/ 5 w 84"/>
                  <a:gd name="T25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5">
                    <a:moveTo>
                      <a:pt x="20" y="45"/>
                    </a:moveTo>
                    <a:cubicBezTo>
                      <a:pt x="19" y="45"/>
                      <a:pt x="19" y="45"/>
                      <a:pt x="18" y="4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3" y="40"/>
                      <a:pt x="83" y="40"/>
                      <a:pt x="83" y="40"/>
                    </a:cubicBezTo>
                    <a:cubicBezTo>
                      <a:pt x="84" y="41"/>
                      <a:pt x="84" y="41"/>
                      <a:pt x="84" y="42"/>
                    </a:cubicBezTo>
                    <a:cubicBezTo>
                      <a:pt x="84" y="43"/>
                      <a:pt x="83" y="43"/>
                      <a:pt x="82" y="43"/>
                    </a:cubicBezTo>
                    <a:cubicBezTo>
                      <a:pt x="20" y="45"/>
                      <a:pt x="20" y="45"/>
                      <a:pt x="20" y="45"/>
                    </a:cubicBezTo>
                    <a:close/>
                    <a:moveTo>
                      <a:pt x="5" y="5"/>
                    </a:moveTo>
                    <a:cubicBezTo>
                      <a:pt x="21" y="42"/>
                      <a:pt x="21" y="42"/>
                      <a:pt x="21" y="42"/>
                    </a:cubicBezTo>
                    <a:cubicBezTo>
                      <a:pt x="76" y="40"/>
                      <a:pt x="76" y="40"/>
                      <a:pt x="76" y="40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7" name="Freeform 1044"/>
              <p:cNvSpPr>
                <a:spLocks noEditPoints="1"/>
              </p:cNvSpPr>
              <p:nvPr userDrawn="1"/>
            </p:nvSpPr>
            <p:spPr bwMode="auto">
              <a:xfrm>
                <a:off x="2012" y="647"/>
                <a:ext cx="112" cy="33"/>
              </a:xfrm>
              <a:custGeom>
                <a:avLst/>
                <a:gdLst>
                  <a:gd name="T0" fmla="*/ 21 w 90"/>
                  <a:gd name="T1" fmla="*/ 27 h 27"/>
                  <a:gd name="T2" fmla="*/ 20 w 90"/>
                  <a:gd name="T3" fmla="*/ 27 h 27"/>
                  <a:gd name="T4" fmla="*/ 1 w 90"/>
                  <a:gd name="T5" fmla="*/ 3 h 27"/>
                  <a:gd name="T6" fmla="*/ 0 w 90"/>
                  <a:gd name="T7" fmla="*/ 1 h 27"/>
                  <a:gd name="T8" fmla="*/ 2 w 90"/>
                  <a:gd name="T9" fmla="*/ 1 h 27"/>
                  <a:gd name="T10" fmla="*/ 89 w 90"/>
                  <a:gd name="T11" fmla="*/ 20 h 27"/>
                  <a:gd name="T12" fmla="*/ 90 w 90"/>
                  <a:gd name="T13" fmla="*/ 22 h 27"/>
                  <a:gd name="T14" fmla="*/ 89 w 90"/>
                  <a:gd name="T15" fmla="*/ 23 h 27"/>
                  <a:gd name="T16" fmla="*/ 21 w 90"/>
                  <a:gd name="T17" fmla="*/ 27 h 27"/>
                  <a:gd name="T18" fmla="*/ 6 w 90"/>
                  <a:gd name="T19" fmla="*/ 5 h 27"/>
                  <a:gd name="T20" fmla="*/ 22 w 90"/>
                  <a:gd name="T21" fmla="*/ 24 h 27"/>
                  <a:gd name="T22" fmla="*/ 76 w 90"/>
                  <a:gd name="T23" fmla="*/ 20 h 27"/>
                  <a:gd name="T24" fmla="*/ 6 w 90"/>
                  <a:gd name="T25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27">
                    <a:moveTo>
                      <a:pt x="21" y="27"/>
                    </a:moveTo>
                    <a:cubicBezTo>
                      <a:pt x="21" y="27"/>
                      <a:pt x="20" y="27"/>
                      <a:pt x="20" y="2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1"/>
                      <a:pt x="2" y="0"/>
                      <a:pt x="2" y="1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90" y="20"/>
                      <a:pt x="90" y="21"/>
                      <a:pt x="90" y="22"/>
                    </a:cubicBezTo>
                    <a:cubicBezTo>
                      <a:pt x="90" y="22"/>
                      <a:pt x="89" y="23"/>
                      <a:pt x="89" y="23"/>
                    </a:cubicBezTo>
                    <a:cubicBezTo>
                      <a:pt x="21" y="27"/>
                      <a:pt x="21" y="27"/>
                      <a:pt x="21" y="27"/>
                    </a:cubicBezTo>
                    <a:close/>
                    <a:moveTo>
                      <a:pt x="6" y="5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8" name="Freeform 104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25" cy="37"/>
              </a:xfrm>
              <a:custGeom>
                <a:avLst/>
                <a:gdLst>
                  <a:gd name="T0" fmla="*/ 99 w 101"/>
                  <a:gd name="T1" fmla="*/ 30 h 30"/>
                  <a:gd name="T2" fmla="*/ 99 w 101"/>
                  <a:gd name="T3" fmla="*/ 30 h 30"/>
                  <a:gd name="T4" fmla="*/ 1 w 101"/>
                  <a:gd name="T5" fmla="*/ 3 h 30"/>
                  <a:gd name="T6" fmla="*/ 0 w 101"/>
                  <a:gd name="T7" fmla="*/ 1 h 30"/>
                  <a:gd name="T8" fmla="*/ 2 w 101"/>
                  <a:gd name="T9" fmla="*/ 0 h 30"/>
                  <a:gd name="T10" fmla="*/ 80 w 101"/>
                  <a:gd name="T11" fmla="*/ 3 h 30"/>
                  <a:gd name="T12" fmla="*/ 81 w 101"/>
                  <a:gd name="T13" fmla="*/ 4 h 30"/>
                  <a:gd name="T14" fmla="*/ 101 w 101"/>
                  <a:gd name="T15" fmla="*/ 27 h 30"/>
                  <a:gd name="T16" fmla="*/ 101 w 101"/>
                  <a:gd name="T17" fmla="*/ 29 h 30"/>
                  <a:gd name="T18" fmla="*/ 99 w 101"/>
                  <a:gd name="T19" fmla="*/ 30 h 30"/>
                  <a:gd name="T20" fmla="*/ 17 w 101"/>
                  <a:gd name="T21" fmla="*/ 4 h 30"/>
                  <a:gd name="T22" fmla="*/ 95 w 101"/>
                  <a:gd name="T23" fmla="*/ 25 h 30"/>
                  <a:gd name="T24" fmla="*/ 79 w 101"/>
                  <a:gd name="T25" fmla="*/ 7 h 30"/>
                  <a:gd name="T26" fmla="*/ 17 w 101"/>
                  <a:gd name="T27" fmla="*/ 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30">
                    <a:moveTo>
                      <a:pt x="99" y="30"/>
                    </a:moveTo>
                    <a:cubicBezTo>
                      <a:pt x="99" y="30"/>
                      <a:pt x="99" y="30"/>
                      <a:pt x="99" y="3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0" y="3"/>
                      <a:pt x="80" y="3"/>
                      <a:pt x="80" y="3"/>
                    </a:cubicBezTo>
                    <a:cubicBezTo>
                      <a:pt x="80" y="3"/>
                      <a:pt x="81" y="4"/>
                      <a:pt x="81" y="4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8"/>
                      <a:pt x="101" y="29"/>
                      <a:pt x="101" y="29"/>
                    </a:cubicBezTo>
                    <a:cubicBezTo>
                      <a:pt x="100" y="30"/>
                      <a:pt x="100" y="30"/>
                      <a:pt x="99" y="30"/>
                    </a:cubicBezTo>
                    <a:close/>
                    <a:moveTo>
                      <a:pt x="17" y="4"/>
                    </a:moveTo>
                    <a:cubicBezTo>
                      <a:pt x="95" y="25"/>
                      <a:pt x="95" y="25"/>
                      <a:pt x="95" y="25"/>
                    </a:cubicBezTo>
                    <a:cubicBezTo>
                      <a:pt x="79" y="7"/>
                      <a:pt x="79" y="7"/>
                      <a:pt x="79" y="7"/>
                    </a:cubicBezTo>
                    <a:lnTo>
                      <a:pt x="1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9" name="Freeform 1046"/>
              <p:cNvSpPr>
                <a:spLocks noEditPoints="1"/>
              </p:cNvSpPr>
              <p:nvPr userDrawn="1"/>
            </p:nvSpPr>
            <p:spPr bwMode="auto">
              <a:xfrm>
                <a:off x="1834" y="643"/>
                <a:ext cx="86" cy="46"/>
              </a:xfrm>
              <a:custGeom>
                <a:avLst/>
                <a:gdLst>
                  <a:gd name="T0" fmla="*/ 7 w 69"/>
                  <a:gd name="T1" fmla="*/ 37 h 37"/>
                  <a:gd name="T2" fmla="*/ 6 w 69"/>
                  <a:gd name="T3" fmla="*/ 37 h 37"/>
                  <a:gd name="T4" fmla="*/ 5 w 69"/>
                  <a:gd name="T5" fmla="*/ 36 h 37"/>
                  <a:gd name="T6" fmla="*/ 0 w 69"/>
                  <a:gd name="T7" fmla="*/ 11 h 37"/>
                  <a:gd name="T8" fmla="*/ 0 w 69"/>
                  <a:gd name="T9" fmla="*/ 9 h 37"/>
                  <a:gd name="T10" fmla="*/ 2 w 69"/>
                  <a:gd name="T11" fmla="*/ 9 h 37"/>
                  <a:gd name="T12" fmla="*/ 67 w 69"/>
                  <a:gd name="T13" fmla="*/ 0 h 37"/>
                  <a:gd name="T14" fmla="*/ 69 w 69"/>
                  <a:gd name="T15" fmla="*/ 1 h 37"/>
                  <a:gd name="T16" fmla="*/ 68 w 69"/>
                  <a:gd name="T17" fmla="*/ 3 h 37"/>
                  <a:gd name="T18" fmla="*/ 7 w 69"/>
                  <a:gd name="T19" fmla="*/ 37 h 37"/>
                  <a:gd name="T20" fmla="*/ 4 w 69"/>
                  <a:gd name="T21" fmla="*/ 12 h 37"/>
                  <a:gd name="T22" fmla="*/ 8 w 69"/>
                  <a:gd name="T23" fmla="*/ 33 h 37"/>
                  <a:gd name="T24" fmla="*/ 59 w 69"/>
                  <a:gd name="T25" fmla="*/ 4 h 37"/>
                  <a:gd name="T26" fmla="*/ 4 w 69"/>
                  <a:gd name="T27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37">
                    <a:moveTo>
                      <a:pt x="7" y="37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6"/>
                      <a:pt x="5" y="3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8" y="0"/>
                      <a:pt x="69" y="0"/>
                      <a:pt x="69" y="1"/>
                    </a:cubicBezTo>
                    <a:cubicBezTo>
                      <a:pt x="69" y="2"/>
                      <a:pt x="69" y="3"/>
                      <a:pt x="68" y="3"/>
                    </a:cubicBezTo>
                    <a:cubicBezTo>
                      <a:pt x="7" y="37"/>
                      <a:pt x="7" y="37"/>
                      <a:pt x="7" y="37"/>
                    </a:cubicBezTo>
                    <a:close/>
                    <a:moveTo>
                      <a:pt x="4" y="12"/>
                    </a:moveTo>
                    <a:cubicBezTo>
                      <a:pt x="8" y="33"/>
                      <a:pt x="8" y="33"/>
                      <a:pt x="8" y="33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0" name="Freeform 1047"/>
              <p:cNvSpPr>
                <a:spLocks noEditPoints="1"/>
              </p:cNvSpPr>
              <p:nvPr userDrawn="1"/>
            </p:nvSpPr>
            <p:spPr bwMode="auto">
              <a:xfrm>
                <a:off x="1759" y="654"/>
                <a:ext cx="85" cy="35"/>
              </a:xfrm>
              <a:custGeom>
                <a:avLst/>
                <a:gdLst>
                  <a:gd name="T0" fmla="*/ 68 w 69"/>
                  <a:gd name="T1" fmla="*/ 28 h 28"/>
                  <a:gd name="T2" fmla="*/ 67 w 69"/>
                  <a:gd name="T3" fmla="*/ 28 h 28"/>
                  <a:gd name="T4" fmla="*/ 1 w 69"/>
                  <a:gd name="T5" fmla="*/ 22 h 28"/>
                  <a:gd name="T6" fmla="*/ 0 w 69"/>
                  <a:gd name="T7" fmla="*/ 21 h 28"/>
                  <a:gd name="T8" fmla="*/ 1 w 69"/>
                  <a:gd name="T9" fmla="*/ 19 h 28"/>
                  <a:gd name="T10" fmla="*/ 62 w 69"/>
                  <a:gd name="T11" fmla="*/ 0 h 28"/>
                  <a:gd name="T12" fmla="*/ 64 w 69"/>
                  <a:gd name="T13" fmla="*/ 0 h 28"/>
                  <a:gd name="T14" fmla="*/ 64 w 69"/>
                  <a:gd name="T15" fmla="*/ 1 h 28"/>
                  <a:gd name="T16" fmla="*/ 69 w 69"/>
                  <a:gd name="T17" fmla="*/ 26 h 28"/>
                  <a:gd name="T18" fmla="*/ 69 w 69"/>
                  <a:gd name="T19" fmla="*/ 28 h 28"/>
                  <a:gd name="T20" fmla="*/ 68 w 69"/>
                  <a:gd name="T21" fmla="*/ 28 h 28"/>
                  <a:gd name="T22" fmla="*/ 10 w 69"/>
                  <a:gd name="T23" fmla="*/ 20 h 28"/>
                  <a:gd name="T24" fmla="*/ 66 w 69"/>
                  <a:gd name="T25" fmla="*/ 25 h 28"/>
                  <a:gd name="T26" fmla="*/ 61 w 69"/>
                  <a:gd name="T27" fmla="*/ 4 h 28"/>
                  <a:gd name="T28" fmla="*/ 10 w 69"/>
                  <a:gd name="T2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28">
                    <a:moveTo>
                      <a:pt x="68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2"/>
                      <a:pt x="0" y="22"/>
                      <a:pt x="0" y="21"/>
                    </a:cubicBezTo>
                    <a:cubicBezTo>
                      <a:pt x="0" y="20"/>
                      <a:pt x="0" y="19"/>
                      <a:pt x="1" y="19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69" y="27"/>
                      <a:pt x="69" y="28"/>
                    </a:cubicBezTo>
                    <a:cubicBezTo>
                      <a:pt x="69" y="28"/>
                      <a:pt x="68" y="28"/>
                      <a:pt x="68" y="28"/>
                    </a:cubicBezTo>
                    <a:close/>
                    <a:moveTo>
                      <a:pt x="10" y="20"/>
                    </a:move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1" name="Freeform 1048"/>
              <p:cNvSpPr>
                <a:spLocks noEditPoints="1"/>
              </p:cNvSpPr>
              <p:nvPr userDrawn="1"/>
            </p:nvSpPr>
            <p:spPr bwMode="auto">
              <a:xfrm>
                <a:off x="1658" y="678"/>
                <a:ext cx="104" cy="61"/>
              </a:xfrm>
              <a:custGeom>
                <a:avLst/>
                <a:gdLst>
                  <a:gd name="T0" fmla="*/ 2 w 84"/>
                  <a:gd name="T1" fmla="*/ 49 h 49"/>
                  <a:gd name="T2" fmla="*/ 1 w 84"/>
                  <a:gd name="T3" fmla="*/ 48 h 49"/>
                  <a:gd name="T4" fmla="*/ 1 w 84"/>
                  <a:gd name="T5" fmla="*/ 46 h 49"/>
                  <a:gd name="T6" fmla="*/ 82 w 84"/>
                  <a:gd name="T7" fmla="*/ 0 h 49"/>
                  <a:gd name="T8" fmla="*/ 83 w 84"/>
                  <a:gd name="T9" fmla="*/ 0 h 49"/>
                  <a:gd name="T10" fmla="*/ 84 w 84"/>
                  <a:gd name="T11" fmla="*/ 2 h 49"/>
                  <a:gd name="T12" fmla="*/ 77 w 84"/>
                  <a:gd name="T13" fmla="*/ 47 h 49"/>
                  <a:gd name="T14" fmla="*/ 75 w 84"/>
                  <a:gd name="T15" fmla="*/ 48 h 49"/>
                  <a:gd name="T16" fmla="*/ 2 w 84"/>
                  <a:gd name="T17" fmla="*/ 49 h 49"/>
                  <a:gd name="T18" fmla="*/ 80 w 84"/>
                  <a:gd name="T19" fmla="*/ 5 h 49"/>
                  <a:gd name="T20" fmla="*/ 9 w 84"/>
                  <a:gd name="T21" fmla="*/ 46 h 49"/>
                  <a:gd name="T22" fmla="*/ 73 w 84"/>
                  <a:gd name="T23" fmla="*/ 45 h 49"/>
                  <a:gd name="T24" fmla="*/ 80 w 84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9">
                    <a:moveTo>
                      <a:pt x="2" y="49"/>
                    </a:moveTo>
                    <a:cubicBezTo>
                      <a:pt x="1" y="49"/>
                      <a:pt x="1" y="49"/>
                      <a:pt x="1" y="48"/>
                    </a:cubicBezTo>
                    <a:cubicBezTo>
                      <a:pt x="0" y="47"/>
                      <a:pt x="1" y="47"/>
                      <a:pt x="1" y="46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77" y="47"/>
                      <a:pt x="77" y="47"/>
                      <a:pt x="77" y="47"/>
                    </a:cubicBezTo>
                    <a:cubicBezTo>
                      <a:pt x="76" y="48"/>
                      <a:pt x="76" y="48"/>
                      <a:pt x="75" y="48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80" y="5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73" y="45"/>
                      <a:pt x="73" y="45"/>
                      <a:pt x="73" y="45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2" name="Freeform 1049"/>
              <p:cNvSpPr>
                <a:spLocks noEditPoints="1"/>
              </p:cNvSpPr>
              <p:nvPr userDrawn="1"/>
            </p:nvSpPr>
            <p:spPr bwMode="auto">
              <a:xfrm>
                <a:off x="1578" y="735"/>
                <a:ext cx="85" cy="116"/>
              </a:xfrm>
              <a:custGeom>
                <a:avLst/>
                <a:gdLst>
                  <a:gd name="T0" fmla="*/ 22 w 69"/>
                  <a:gd name="T1" fmla="*/ 94 h 94"/>
                  <a:gd name="T2" fmla="*/ 21 w 69"/>
                  <a:gd name="T3" fmla="*/ 94 h 94"/>
                  <a:gd name="T4" fmla="*/ 0 w 69"/>
                  <a:gd name="T5" fmla="*/ 67 h 94"/>
                  <a:gd name="T6" fmla="*/ 0 w 69"/>
                  <a:gd name="T7" fmla="*/ 65 h 94"/>
                  <a:gd name="T8" fmla="*/ 66 w 69"/>
                  <a:gd name="T9" fmla="*/ 0 h 94"/>
                  <a:gd name="T10" fmla="*/ 68 w 69"/>
                  <a:gd name="T11" fmla="*/ 0 h 94"/>
                  <a:gd name="T12" fmla="*/ 69 w 69"/>
                  <a:gd name="T13" fmla="*/ 2 h 94"/>
                  <a:gd name="T14" fmla="*/ 23 w 69"/>
                  <a:gd name="T15" fmla="*/ 93 h 94"/>
                  <a:gd name="T16" fmla="*/ 22 w 69"/>
                  <a:gd name="T17" fmla="*/ 94 h 94"/>
                  <a:gd name="T18" fmla="*/ 4 w 69"/>
                  <a:gd name="T19" fmla="*/ 66 h 94"/>
                  <a:gd name="T20" fmla="*/ 22 w 69"/>
                  <a:gd name="T21" fmla="*/ 89 h 94"/>
                  <a:gd name="T22" fmla="*/ 61 w 69"/>
                  <a:gd name="T23" fmla="*/ 10 h 94"/>
                  <a:gd name="T24" fmla="*/ 4 w 69"/>
                  <a:gd name="T25" fmla="*/ 6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9" h="94">
                    <a:moveTo>
                      <a:pt x="22" y="94"/>
                    </a:moveTo>
                    <a:cubicBezTo>
                      <a:pt x="21" y="94"/>
                      <a:pt x="21" y="94"/>
                      <a:pt x="21" y="94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6"/>
                      <a:pt x="0" y="65"/>
                      <a:pt x="0" y="65"/>
                    </a:cubicBezTo>
                    <a:cubicBezTo>
                      <a:pt x="3" y="61"/>
                      <a:pt x="63" y="3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9" y="1"/>
                      <a:pt x="69" y="2"/>
                      <a:pt x="69" y="2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3" y="94"/>
                      <a:pt x="23" y="94"/>
                      <a:pt x="22" y="94"/>
                    </a:cubicBezTo>
                    <a:close/>
                    <a:moveTo>
                      <a:pt x="4" y="66"/>
                    </a:moveTo>
                    <a:cubicBezTo>
                      <a:pt x="22" y="89"/>
                      <a:pt x="22" y="89"/>
                      <a:pt x="22" y="89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0" y="30"/>
                      <a:pt x="10" y="60"/>
                      <a:pt x="4" y="6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3" name="Freeform 1050"/>
              <p:cNvSpPr>
                <a:spLocks noEditPoints="1"/>
              </p:cNvSpPr>
              <p:nvPr userDrawn="1"/>
            </p:nvSpPr>
            <p:spPr bwMode="auto">
              <a:xfrm>
                <a:off x="1532" y="814"/>
                <a:ext cx="76" cy="77"/>
              </a:xfrm>
              <a:custGeom>
                <a:avLst/>
                <a:gdLst>
                  <a:gd name="T0" fmla="*/ 2 w 61"/>
                  <a:gd name="T1" fmla="*/ 62 h 62"/>
                  <a:gd name="T2" fmla="*/ 0 w 61"/>
                  <a:gd name="T3" fmla="*/ 61 h 62"/>
                  <a:gd name="T4" fmla="*/ 0 w 61"/>
                  <a:gd name="T5" fmla="*/ 59 h 62"/>
                  <a:gd name="T6" fmla="*/ 37 w 61"/>
                  <a:gd name="T7" fmla="*/ 1 h 62"/>
                  <a:gd name="T8" fmla="*/ 39 w 61"/>
                  <a:gd name="T9" fmla="*/ 0 h 62"/>
                  <a:gd name="T10" fmla="*/ 40 w 61"/>
                  <a:gd name="T11" fmla="*/ 1 h 62"/>
                  <a:gd name="T12" fmla="*/ 60 w 61"/>
                  <a:gd name="T13" fmla="*/ 27 h 62"/>
                  <a:gd name="T14" fmla="*/ 61 w 61"/>
                  <a:gd name="T15" fmla="*/ 29 h 62"/>
                  <a:gd name="T16" fmla="*/ 60 w 61"/>
                  <a:gd name="T17" fmla="*/ 30 h 62"/>
                  <a:gd name="T18" fmla="*/ 2 w 61"/>
                  <a:gd name="T19" fmla="*/ 61 h 62"/>
                  <a:gd name="T20" fmla="*/ 2 w 61"/>
                  <a:gd name="T21" fmla="*/ 62 h 62"/>
                  <a:gd name="T22" fmla="*/ 39 w 61"/>
                  <a:gd name="T23" fmla="*/ 5 h 62"/>
                  <a:gd name="T24" fmla="*/ 6 w 61"/>
                  <a:gd name="T25" fmla="*/ 55 h 62"/>
                  <a:gd name="T26" fmla="*/ 56 w 61"/>
                  <a:gd name="T27" fmla="*/ 28 h 62"/>
                  <a:gd name="T28" fmla="*/ 39 w 61"/>
                  <a:gd name="T29" fmla="*/ 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1" h="62">
                    <a:moveTo>
                      <a:pt x="2" y="62"/>
                    </a:moveTo>
                    <a:cubicBezTo>
                      <a:pt x="1" y="62"/>
                      <a:pt x="1" y="61"/>
                      <a:pt x="0" y="61"/>
                    </a:cubicBezTo>
                    <a:cubicBezTo>
                      <a:pt x="0" y="61"/>
                      <a:pt x="0" y="60"/>
                      <a:pt x="0" y="59"/>
                    </a:cubicBezTo>
                    <a:cubicBezTo>
                      <a:pt x="2" y="56"/>
                      <a:pt x="36" y="3"/>
                      <a:pt x="37" y="1"/>
                    </a:cubicBezTo>
                    <a:cubicBezTo>
                      <a:pt x="38" y="0"/>
                      <a:pt x="38" y="0"/>
                      <a:pt x="39" y="0"/>
                    </a:cubicBezTo>
                    <a:cubicBezTo>
                      <a:pt x="39" y="0"/>
                      <a:pt x="40" y="0"/>
                      <a:pt x="40" y="1"/>
                    </a:cubicBezTo>
                    <a:cubicBezTo>
                      <a:pt x="60" y="27"/>
                      <a:pt x="60" y="27"/>
                      <a:pt x="60" y="27"/>
                    </a:cubicBezTo>
                    <a:cubicBezTo>
                      <a:pt x="61" y="28"/>
                      <a:pt x="61" y="28"/>
                      <a:pt x="61" y="29"/>
                    </a:cubicBezTo>
                    <a:cubicBezTo>
                      <a:pt x="60" y="29"/>
                      <a:pt x="60" y="30"/>
                      <a:pt x="60" y="30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2" y="62"/>
                    </a:lnTo>
                    <a:close/>
                    <a:moveTo>
                      <a:pt x="39" y="5"/>
                    </a:moveTo>
                    <a:cubicBezTo>
                      <a:pt x="30" y="18"/>
                      <a:pt x="13" y="44"/>
                      <a:pt x="6" y="55"/>
                    </a:cubicBezTo>
                    <a:cubicBezTo>
                      <a:pt x="56" y="28"/>
                      <a:pt x="56" y="28"/>
                      <a:pt x="56" y="28"/>
                    </a:cubicBezTo>
                    <a:lnTo>
                      <a:pt x="3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4" name="Freeform 1051"/>
              <p:cNvSpPr>
                <a:spLocks noEditPoints="1"/>
              </p:cNvSpPr>
              <p:nvPr userDrawn="1"/>
            </p:nvSpPr>
            <p:spPr bwMode="auto">
              <a:xfrm>
                <a:off x="1494" y="886"/>
                <a:ext cx="42" cy="113"/>
              </a:xfrm>
              <a:custGeom>
                <a:avLst/>
                <a:gdLst>
                  <a:gd name="T0" fmla="*/ 2 w 34"/>
                  <a:gd name="T1" fmla="*/ 91 h 91"/>
                  <a:gd name="T2" fmla="*/ 1 w 34"/>
                  <a:gd name="T3" fmla="*/ 90 h 91"/>
                  <a:gd name="T4" fmla="*/ 0 w 34"/>
                  <a:gd name="T5" fmla="*/ 89 h 91"/>
                  <a:gd name="T6" fmla="*/ 31 w 34"/>
                  <a:gd name="T7" fmla="*/ 1 h 91"/>
                  <a:gd name="T8" fmla="*/ 33 w 34"/>
                  <a:gd name="T9" fmla="*/ 0 h 91"/>
                  <a:gd name="T10" fmla="*/ 34 w 34"/>
                  <a:gd name="T11" fmla="*/ 2 h 91"/>
                  <a:gd name="T12" fmla="*/ 33 w 34"/>
                  <a:gd name="T13" fmla="*/ 74 h 91"/>
                  <a:gd name="T14" fmla="*/ 32 w 34"/>
                  <a:gd name="T15" fmla="*/ 75 h 91"/>
                  <a:gd name="T16" fmla="*/ 3 w 34"/>
                  <a:gd name="T17" fmla="*/ 91 h 91"/>
                  <a:gd name="T18" fmla="*/ 2 w 34"/>
                  <a:gd name="T19" fmla="*/ 91 h 91"/>
                  <a:gd name="T20" fmla="*/ 31 w 34"/>
                  <a:gd name="T21" fmla="*/ 12 h 91"/>
                  <a:gd name="T22" fmla="*/ 5 w 34"/>
                  <a:gd name="T23" fmla="*/ 86 h 91"/>
                  <a:gd name="T24" fmla="*/ 30 w 34"/>
                  <a:gd name="T25" fmla="*/ 73 h 91"/>
                  <a:gd name="T26" fmla="*/ 31 w 34"/>
                  <a:gd name="T27" fmla="*/ 1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91">
                    <a:moveTo>
                      <a:pt x="2" y="91"/>
                    </a:moveTo>
                    <a:cubicBezTo>
                      <a:pt x="2" y="91"/>
                      <a:pt x="1" y="91"/>
                      <a:pt x="1" y="90"/>
                    </a:cubicBezTo>
                    <a:cubicBezTo>
                      <a:pt x="0" y="90"/>
                      <a:pt x="0" y="89"/>
                      <a:pt x="0" y="8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5"/>
                      <a:pt x="32" y="75"/>
                    </a:cubicBezTo>
                    <a:cubicBezTo>
                      <a:pt x="3" y="91"/>
                      <a:pt x="3" y="91"/>
                      <a:pt x="3" y="91"/>
                    </a:cubicBezTo>
                    <a:lnTo>
                      <a:pt x="2" y="91"/>
                    </a:lnTo>
                    <a:close/>
                    <a:moveTo>
                      <a:pt x="31" y="12"/>
                    </a:moveTo>
                    <a:cubicBezTo>
                      <a:pt x="5" y="86"/>
                      <a:pt x="5" y="86"/>
                      <a:pt x="5" y="86"/>
                    </a:cubicBezTo>
                    <a:cubicBezTo>
                      <a:pt x="30" y="73"/>
                      <a:pt x="30" y="73"/>
                      <a:pt x="30" y="73"/>
                    </a:cubicBezTo>
                    <a:lnTo>
                      <a:pt x="31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5" name="Freeform 1052"/>
              <p:cNvSpPr>
                <a:spLocks noEditPoints="1"/>
              </p:cNvSpPr>
              <p:nvPr userDrawn="1"/>
            </p:nvSpPr>
            <p:spPr bwMode="auto">
              <a:xfrm>
                <a:off x="2168" y="695"/>
                <a:ext cx="110" cy="113"/>
              </a:xfrm>
              <a:custGeom>
                <a:avLst/>
                <a:gdLst>
                  <a:gd name="T0" fmla="*/ 64 w 89"/>
                  <a:gd name="T1" fmla="*/ 91 h 91"/>
                  <a:gd name="T2" fmla="*/ 63 w 89"/>
                  <a:gd name="T3" fmla="*/ 90 h 91"/>
                  <a:gd name="T4" fmla="*/ 0 w 89"/>
                  <a:gd name="T5" fmla="*/ 3 h 91"/>
                  <a:gd name="T6" fmla="*/ 0 w 89"/>
                  <a:gd name="T7" fmla="*/ 1 h 91"/>
                  <a:gd name="T8" fmla="*/ 2 w 89"/>
                  <a:gd name="T9" fmla="*/ 0 h 91"/>
                  <a:gd name="T10" fmla="*/ 88 w 89"/>
                  <a:gd name="T11" fmla="*/ 54 h 91"/>
                  <a:gd name="T12" fmla="*/ 89 w 89"/>
                  <a:gd name="T13" fmla="*/ 55 h 91"/>
                  <a:gd name="T14" fmla="*/ 89 w 89"/>
                  <a:gd name="T15" fmla="*/ 56 h 91"/>
                  <a:gd name="T16" fmla="*/ 66 w 89"/>
                  <a:gd name="T17" fmla="*/ 90 h 91"/>
                  <a:gd name="T18" fmla="*/ 64 w 89"/>
                  <a:gd name="T19" fmla="*/ 91 h 91"/>
                  <a:gd name="T20" fmla="*/ 8 w 89"/>
                  <a:gd name="T21" fmla="*/ 8 h 91"/>
                  <a:gd name="T22" fmla="*/ 64 w 89"/>
                  <a:gd name="T23" fmla="*/ 86 h 91"/>
                  <a:gd name="T24" fmla="*/ 85 w 89"/>
                  <a:gd name="T25" fmla="*/ 56 h 91"/>
                  <a:gd name="T26" fmla="*/ 8 w 89"/>
                  <a:gd name="T27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91">
                    <a:moveTo>
                      <a:pt x="64" y="91"/>
                    </a:moveTo>
                    <a:cubicBezTo>
                      <a:pt x="64" y="91"/>
                      <a:pt x="63" y="90"/>
                      <a:pt x="63" y="9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4"/>
                      <a:pt x="89" y="54"/>
                      <a:pt x="89" y="55"/>
                    </a:cubicBezTo>
                    <a:cubicBezTo>
                      <a:pt x="89" y="55"/>
                      <a:pt x="89" y="56"/>
                      <a:pt x="89" y="56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5" y="90"/>
                      <a:pt x="65" y="91"/>
                      <a:pt x="64" y="91"/>
                    </a:cubicBezTo>
                    <a:close/>
                    <a:moveTo>
                      <a:pt x="8" y="8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6" name="Freeform 1053"/>
              <p:cNvSpPr>
                <a:spLocks noEditPoints="1"/>
              </p:cNvSpPr>
              <p:nvPr userDrawn="1"/>
            </p:nvSpPr>
            <p:spPr bwMode="auto">
              <a:xfrm>
                <a:off x="2037" y="672"/>
                <a:ext cx="110" cy="55"/>
              </a:xfrm>
              <a:custGeom>
                <a:avLst/>
                <a:gdLst>
                  <a:gd name="T0" fmla="*/ 87 w 89"/>
                  <a:gd name="T1" fmla="*/ 45 h 45"/>
                  <a:gd name="T2" fmla="*/ 86 w 89"/>
                  <a:gd name="T3" fmla="*/ 45 h 45"/>
                  <a:gd name="T4" fmla="*/ 1 w 89"/>
                  <a:gd name="T5" fmla="*/ 7 h 45"/>
                  <a:gd name="T6" fmla="*/ 0 w 89"/>
                  <a:gd name="T7" fmla="*/ 5 h 45"/>
                  <a:gd name="T8" fmla="*/ 1 w 89"/>
                  <a:gd name="T9" fmla="*/ 4 h 45"/>
                  <a:gd name="T10" fmla="*/ 68 w 89"/>
                  <a:gd name="T11" fmla="*/ 0 h 45"/>
                  <a:gd name="T12" fmla="*/ 70 w 89"/>
                  <a:gd name="T13" fmla="*/ 1 h 45"/>
                  <a:gd name="T14" fmla="*/ 88 w 89"/>
                  <a:gd name="T15" fmla="*/ 43 h 45"/>
                  <a:gd name="T16" fmla="*/ 88 w 89"/>
                  <a:gd name="T17" fmla="*/ 45 h 45"/>
                  <a:gd name="T18" fmla="*/ 87 w 89"/>
                  <a:gd name="T19" fmla="*/ 45 h 45"/>
                  <a:gd name="T20" fmla="*/ 8 w 89"/>
                  <a:gd name="T21" fmla="*/ 7 h 45"/>
                  <a:gd name="T22" fmla="*/ 84 w 89"/>
                  <a:gd name="T23" fmla="*/ 40 h 45"/>
                  <a:gd name="T24" fmla="*/ 67 w 89"/>
                  <a:gd name="T25" fmla="*/ 3 h 45"/>
                  <a:gd name="T26" fmla="*/ 8 w 89"/>
                  <a:gd name="T27" fmla="*/ 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45">
                    <a:moveTo>
                      <a:pt x="87" y="45"/>
                    </a:moveTo>
                    <a:cubicBezTo>
                      <a:pt x="86" y="45"/>
                      <a:pt x="86" y="45"/>
                      <a:pt x="86" y="4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6"/>
                      <a:pt x="0" y="5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89" y="44"/>
                      <a:pt x="89" y="45"/>
                      <a:pt x="88" y="45"/>
                    </a:cubicBezTo>
                    <a:cubicBezTo>
                      <a:pt x="88" y="45"/>
                      <a:pt x="87" y="45"/>
                      <a:pt x="87" y="45"/>
                    </a:cubicBezTo>
                    <a:close/>
                    <a:moveTo>
                      <a:pt x="8" y="7"/>
                    </a:moveTo>
                    <a:cubicBezTo>
                      <a:pt x="84" y="40"/>
                      <a:pt x="84" y="40"/>
                      <a:pt x="84" y="40"/>
                    </a:cubicBezTo>
                    <a:cubicBezTo>
                      <a:pt x="67" y="3"/>
                      <a:pt x="67" y="3"/>
                      <a:pt x="67" y="3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7" name="Freeform 1054"/>
              <p:cNvSpPr>
                <a:spLocks noEditPoints="1"/>
              </p:cNvSpPr>
              <p:nvPr userDrawn="1"/>
            </p:nvSpPr>
            <p:spPr bwMode="auto">
              <a:xfrm>
                <a:off x="2324" y="870"/>
                <a:ext cx="74" cy="105"/>
              </a:xfrm>
              <a:custGeom>
                <a:avLst/>
                <a:gdLst>
                  <a:gd name="T0" fmla="*/ 58 w 60"/>
                  <a:gd name="T1" fmla="*/ 85 h 85"/>
                  <a:gd name="T2" fmla="*/ 57 w 60"/>
                  <a:gd name="T3" fmla="*/ 85 h 85"/>
                  <a:gd name="T4" fmla="*/ 1 w 60"/>
                  <a:gd name="T5" fmla="*/ 40 h 85"/>
                  <a:gd name="T6" fmla="*/ 0 w 60"/>
                  <a:gd name="T7" fmla="*/ 39 h 85"/>
                  <a:gd name="T8" fmla="*/ 1 w 60"/>
                  <a:gd name="T9" fmla="*/ 37 h 85"/>
                  <a:gd name="T10" fmla="*/ 48 w 60"/>
                  <a:gd name="T11" fmla="*/ 0 h 85"/>
                  <a:gd name="T12" fmla="*/ 50 w 60"/>
                  <a:gd name="T13" fmla="*/ 0 h 85"/>
                  <a:gd name="T14" fmla="*/ 51 w 60"/>
                  <a:gd name="T15" fmla="*/ 1 h 85"/>
                  <a:gd name="T16" fmla="*/ 59 w 60"/>
                  <a:gd name="T17" fmla="*/ 83 h 85"/>
                  <a:gd name="T18" fmla="*/ 59 w 60"/>
                  <a:gd name="T19" fmla="*/ 85 h 85"/>
                  <a:gd name="T20" fmla="*/ 58 w 60"/>
                  <a:gd name="T21" fmla="*/ 85 h 85"/>
                  <a:gd name="T22" fmla="*/ 5 w 60"/>
                  <a:gd name="T23" fmla="*/ 39 h 85"/>
                  <a:gd name="T24" fmla="*/ 56 w 60"/>
                  <a:gd name="T25" fmla="*/ 79 h 85"/>
                  <a:gd name="T26" fmla="*/ 48 w 60"/>
                  <a:gd name="T27" fmla="*/ 5 h 85"/>
                  <a:gd name="T28" fmla="*/ 5 w 60"/>
                  <a:gd name="T29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85">
                    <a:moveTo>
                      <a:pt x="58" y="85"/>
                    </a:moveTo>
                    <a:cubicBezTo>
                      <a:pt x="57" y="85"/>
                      <a:pt x="57" y="85"/>
                      <a:pt x="57" y="85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0" y="38"/>
                      <a:pt x="0" y="38"/>
                      <a:pt x="1" y="3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9" y="0"/>
                      <a:pt x="49" y="0"/>
                      <a:pt x="50" y="0"/>
                    </a:cubicBezTo>
                    <a:cubicBezTo>
                      <a:pt x="51" y="0"/>
                      <a:pt x="51" y="1"/>
                      <a:pt x="51" y="1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60" y="84"/>
                      <a:pt x="59" y="84"/>
                      <a:pt x="59" y="85"/>
                    </a:cubicBezTo>
                    <a:lnTo>
                      <a:pt x="58" y="85"/>
                    </a:lnTo>
                    <a:close/>
                    <a:moveTo>
                      <a:pt x="5" y="39"/>
                    </a:moveTo>
                    <a:cubicBezTo>
                      <a:pt x="56" y="79"/>
                      <a:pt x="56" y="79"/>
                      <a:pt x="56" y="79"/>
                    </a:cubicBezTo>
                    <a:cubicBezTo>
                      <a:pt x="48" y="5"/>
                      <a:pt x="48" y="5"/>
                      <a:pt x="48" y="5"/>
                    </a:cubicBezTo>
                    <a:lnTo>
                      <a:pt x="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8" name="Freeform 105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98"/>
              </a:xfrm>
              <a:custGeom>
                <a:avLst/>
                <a:gdLst>
                  <a:gd name="T0" fmla="*/ 110 w 112"/>
                  <a:gd name="T1" fmla="*/ 79 h 79"/>
                  <a:gd name="T2" fmla="*/ 109 w 112"/>
                  <a:gd name="T3" fmla="*/ 79 h 79"/>
                  <a:gd name="T4" fmla="*/ 1 w 112"/>
                  <a:gd name="T5" fmla="*/ 3 h 79"/>
                  <a:gd name="T6" fmla="*/ 0 w 112"/>
                  <a:gd name="T7" fmla="*/ 1 h 79"/>
                  <a:gd name="T8" fmla="*/ 2 w 112"/>
                  <a:gd name="T9" fmla="*/ 0 h 79"/>
                  <a:gd name="T10" fmla="*/ 100 w 112"/>
                  <a:gd name="T11" fmla="*/ 27 h 79"/>
                  <a:gd name="T12" fmla="*/ 101 w 112"/>
                  <a:gd name="T13" fmla="*/ 28 h 79"/>
                  <a:gd name="T14" fmla="*/ 112 w 112"/>
                  <a:gd name="T15" fmla="*/ 77 h 79"/>
                  <a:gd name="T16" fmla="*/ 111 w 112"/>
                  <a:gd name="T17" fmla="*/ 79 h 79"/>
                  <a:gd name="T18" fmla="*/ 110 w 112"/>
                  <a:gd name="T19" fmla="*/ 79 h 79"/>
                  <a:gd name="T20" fmla="*/ 11 w 112"/>
                  <a:gd name="T21" fmla="*/ 6 h 79"/>
                  <a:gd name="T22" fmla="*/ 108 w 112"/>
                  <a:gd name="T23" fmla="*/ 73 h 79"/>
                  <a:gd name="T24" fmla="*/ 98 w 112"/>
                  <a:gd name="T25" fmla="*/ 30 h 79"/>
                  <a:gd name="T26" fmla="*/ 11 w 112"/>
                  <a:gd name="T27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2" h="79">
                    <a:moveTo>
                      <a:pt x="110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7"/>
                      <a:pt x="101" y="27"/>
                      <a:pt x="101" y="2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8"/>
                      <a:pt x="112" y="78"/>
                      <a:pt x="111" y="79"/>
                    </a:cubicBezTo>
                    <a:lnTo>
                      <a:pt x="110" y="79"/>
                    </a:lnTo>
                    <a:close/>
                    <a:moveTo>
                      <a:pt x="11" y="6"/>
                    </a:moveTo>
                    <a:cubicBezTo>
                      <a:pt x="108" y="73"/>
                      <a:pt x="108" y="73"/>
                      <a:pt x="108" y="73"/>
                    </a:cubicBezTo>
                    <a:cubicBezTo>
                      <a:pt x="98" y="30"/>
                      <a:pt x="98" y="30"/>
                      <a:pt x="98" y="30"/>
                    </a:cubicBez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9" name="Freeform 1056"/>
              <p:cNvSpPr>
                <a:spLocks noEditPoints="1"/>
              </p:cNvSpPr>
              <p:nvPr userDrawn="1"/>
            </p:nvSpPr>
            <p:spPr bwMode="auto">
              <a:xfrm>
                <a:off x="1749" y="678"/>
                <a:ext cx="95" cy="59"/>
              </a:xfrm>
              <a:custGeom>
                <a:avLst/>
                <a:gdLst>
                  <a:gd name="T0" fmla="*/ 2 w 77"/>
                  <a:gd name="T1" fmla="*/ 48 h 48"/>
                  <a:gd name="T2" fmla="*/ 1 w 77"/>
                  <a:gd name="T3" fmla="*/ 48 h 48"/>
                  <a:gd name="T4" fmla="*/ 0 w 77"/>
                  <a:gd name="T5" fmla="*/ 46 h 48"/>
                  <a:gd name="T6" fmla="*/ 8 w 77"/>
                  <a:gd name="T7" fmla="*/ 2 h 48"/>
                  <a:gd name="T8" fmla="*/ 10 w 77"/>
                  <a:gd name="T9" fmla="*/ 0 h 48"/>
                  <a:gd name="T10" fmla="*/ 76 w 77"/>
                  <a:gd name="T11" fmla="*/ 6 h 48"/>
                  <a:gd name="T12" fmla="*/ 77 w 77"/>
                  <a:gd name="T13" fmla="*/ 7 h 48"/>
                  <a:gd name="T14" fmla="*/ 76 w 77"/>
                  <a:gd name="T15" fmla="*/ 9 h 48"/>
                  <a:gd name="T16" fmla="*/ 3 w 77"/>
                  <a:gd name="T17" fmla="*/ 48 h 48"/>
                  <a:gd name="T18" fmla="*/ 2 w 77"/>
                  <a:gd name="T19" fmla="*/ 48 h 48"/>
                  <a:gd name="T20" fmla="*/ 11 w 77"/>
                  <a:gd name="T21" fmla="*/ 4 h 48"/>
                  <a:gd name="T22" fmla="*/ 4 w 77"/>
                  <a:gd name="T23" fmla="*/ 43 h 48"/>
                  <a:gd name="T24" fmla="*/ 70 w 77"/>
                  <a:gd name="T25" fmla="*/ 9 h 48"/>
                  <a:gd name="T26" fmla="*/ 11 w 77"/>
                  <a:gd name="T27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48">
                    <a:moveTo>
                      <a:pt x="2" y="48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6"/>
                      <a:pt x="77" y="6"/>
                      <a:pt x="77" y="7"/>
                    </a:cubicBezTo>
                    <a:cubicBezTo>
                      <a:pt x="77" y="8"/>
                      <a:pt x="77" y="9"/>
                      <a:pt x="76" y="9"/>
                    </a:cubicBezTo>
                    <a:cubicBezTo>
                      <a:pt x="3" y="48"/>
                      <a:pt x="3" y="48"/>
                      <a:pt x="3" y="48"/>
                    </a:cubicBezTo>
                    <a:lnTo>
                      <a:pt x="2" y="48"/>
                    </a:lnTo>
                    <a:close/>
                    <a:moveTo>
                      <a:pt x="11" y="4"/>
                    </a:moveTo>
                    <a:cubicBezTo>
                      <a:pt x="4" y="43"/>
                      <a:pt x="4" y="43"/>
                      <a:pt x="4" y="43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0" name="Freeform 1057"/>
              <p:cNvSpPr>
                <a:spLocks noEditPoints="1"/>
              </p:cNvSpPr>
              <p:nvPr userDrawn="1"/>
            </p:nvSpPr>
            <p:spPr bwMode="auto">
              <a:xfrm>
                <a:off x="1658" y="734"/>
                <a:ext cx="96" cy="102"/>
              </a:xfrm>
              <a:custGeom>
                <a:avLst/>
                <a:gdLst>
                  <a:gd name="T0" fmla="*/ 12 w 77"/>
                  <a:gd name="T1" fmla="*/ 83 h 83"/>
                  <a:gd name="T2" fmla="*/ 11 w 77"/>
                  <a:gd name="T3" fmla="*/ 83 h 83"/>
                  <a:gd name="T4" fmla="*/ 10 w 77"/>
                  <a:gd name="T5" fmla="*/ 81 h 83"/>
                  <a:gd name="T6" fmla="*/ 0 w 77"/>
                  <a:gd name="T7" fmla="*/ 3 h 83"/>
                  <a:gd name="T8" fmla="*/ 1 w 77"/>
                  <a:gd name="T9" fmla="*/ 2 h 83"/>
                  <a:gd name="T10" fmla="*/ 2 w 77"/>
                  <a:gd name="T11" fmla="*/ 1 h 83"/>
                  <a:gd name="T12" fmla="*/ 75 w 77"/>
                  <a:gd name="T13" fmla="*/ 0 h 83"/>
                  <a:gd name="T14" fmla="*/ 76 w 77"/>
                  <a:gd name="T15" fmla="*/ 1 h 83"/>
                  <a:gd name="T16" fmla="*/ 76 w 77"/>
                  <a:gd name="T17" fmla="*/ 3 h 83"/>
                  <a:gd name="T18" fmla="*/ 13 w 77"/>
                  <a:gd name="T19" fmla="*/ 82 h 83"/>
                  <a:gd name="T20" fmla="*/ 12 w 77"/>
                  <a:gd name="T21" fmla="*/ 83 h 83"/>
                  <a:gd name="T22" fmla="*/ 4 w 77"/>
                  <a:gd name="T23" fmla="*/ 4 h 83"/>
                  <a:gd name="T24" fmla="*/ 13 w 77"/>
                  <a:gd name="T25" fmla="*/ 77 h 83"/>
                  <a:gd name="T26" fmla="*/ 71 w 77"/>
                  <a:gd name="T27" fmla="*/ 3 h 83"/>
                  <a:gd name="T28" fmla="*/ 4 w 77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" h="83">
                    <a:moveTo>
                      <a:pt x="12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1" y="83"/>
                      <a:pt x="10" y="82"/>
                      <a:pt x="10" y="8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76" y="0"/>
                      <a:pt x="76" y="1"/>
                    </a:cubicBezTo>
                    <a:cubicBezTo>
                      <a:pt x="77" y="1"/>
                      <a:pt x="77" y="2"/>
                      <a:pt x="76" y="3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2" y="83"/>
                    </a:cubicBezTo>
                    <a:close/>
                    <a:moveTo>
                      <a:pt x="4" y="4"/>
                    </a:moveTo>
                    <a:cubicBezTo>
                      <a:pt x="13" y="77"/>
                      <a:pt x="13" y="77"/>
                      <a:pt x="13" y="77"/>
                    </a:cubicBezTo>
                    <a:cubicBezTo>
                      <a:pt x="71" y="3"/>
                      <a:pt x="71" y="3"/>
                      <a:pt x="71" y="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1" name="Freeform 1058"/>
              <p:cNvSpPr>
                <a:spLocks noEditPoints="1"/>
              </p:cNvSpPr>
              <p:nvPr userDrawn="1"/>
            </p:nvSpPr>
            <p:spPr bwMode="auto">
              <a:xfrm>
                <a:off x="1603" y="735"/>
                <a:ext cx="72" cy="116"/>
              </a:xfrm>
              <a:custGeom>
                <a:avLst/>
                <a:gdLst>
                  <a:gd name="T0" fmla="*/ 2 w 58"/>
                  <a:gd name="T1" fmla="*/ 94 h 94"/>
                  <a:gd name="T2" fmla="*/ 1 w 58"/>
                  <a:gd name="T3" fmla="*/ 94 h 94"/>
                  <a:gd name="T4" fmla="*/ 0 w 58"/>
                  <a:gd name="T5" fmla="*/ 92 h 94"/>
                  <a:gd name="T6" fmla="*/ 46 w 58"/>
                  <a:gd name="T7" fmla="*/ 1 h 94"/>
                  <a:gd name="T8" fmla="*/ 47 w 58"/>
                  <a:gd name="T9" fmla="*/ 0 h 94"/>
                  <a:gd name="T10" fmla="*/ 49 w 58"/>
                  <a:gd name="T11" fmla="*/ 1 h 94"/>
                  <a:gd name="T12" fmla="*/ 58 w 58"/>
                  <a:gd name="T13" fmla="*/ 80 h 94"/>
                  <a:gd name="T14" fmla="*/ 57 w 58"/>
                  <a:gd name="T15" fmla="*/ 82 h 94"/>
                  <a:gd name="T16" fmla="*/ 2 w 58"/>
                  <a:gd name="T17" fmla="*/ 94 h 94"/>
                  <a:gd name="T18" fmla="*/ 46 w 58"/>
                  <a:gd name="T19" fmla="*/ 7 h 94"/>
                  <a:gd name="T20" fmla="*/ 5 w 58"/>
                  <a:gd name="T21" fmla="*/ 90 h 94"/>
                  <a:gd name="T22" fmla="*/ 55 w 58"/>
                  <a:gd name="T23" fmla="*/ 79 h 94"/>
                  <a:gd name="T24" fmla="*/ 46 w 58"/>
                  <a:gd name="T25" fmla="*/ 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4">
                    <a:moveTo>
                      <a:pt x="2" y="94"/>
                    </a:moveTo>
                    <a:cubicBezTo>
                      <a:pt x="1" y="94"/>
                      <a:pt x="1" y="94"/>
                      <a:pt x="1" y="94"/>
                    </a:cubicBezTo>
                    <a:cubicBezTo>
                      <a:pt x="0" y="93"/>
                      <a:pt x="0" y="92"/>
                      <a:pt x="0" y="9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9" y="1"/>
                      <a:pt x="49" y="1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58" y="81"/>
                      <a:pt x="58" y="82"/>
                      <a:pt x="57" y="82"/>
                    </a:cubicBezTo>
                    <a:cubicBezTo>
                      <a:pt x="2" y="94"/>
                      <a:pt x="2" y="94"/>
                      <a:pt x="2" y="94"/>
                    </a:cubicBezTo>
                    <a:close/>
                    <a:moveTo>
                      <a:pt x="46" y="7"/>
                    </a:moveTo>
                    <a:cubicBezTo>
                      <a:pt x="5" y="90"/>
                      <a:pt x="5" y="90"/>
                      <a:pt x="5" y="90"/>
                    </a:cubicBezTo>
                    <a:cubicBezTo>
                      <a:pt x="55" y="79"/>
                      <a:pt x="55" y="79"/>
                      <a:pt x="55" y="79"/>
                    </a:cubicBezTo>
                    <a:lnTo>
                      <a:pt x="4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2" name="Freeform 1059"/>
              <p:cNvSpPr>
                <a:spLocks noEditPoints="1"/>
              </p:cNvSpPr>
              <p:nvPr userDrawn="1"/>
            </p:nvSpPr>
            <p:spPr bwMode="auto">
              <a:xfrm>
                <a:off x="1532" y="848"/>
                <a:ext cx="86" cy="64"/>
              </a:xfrm>
              <a:custGeom>
                <a:avLst/>
                <a:gdLst>
                  <a:gd name="T0" fmla="*/ 68 w 69"/>
                  <a:gd name="T1" fmla="*/ 52 h 52"/>
                  <a:gd name="T2" fmla="*/ 67 w 69"/>
                  <a:gd name="T3" fmla="*/ 52 h 52"/>
                  <a:gd name="T4" fmla="*/ 1 w 69"/>
                  <a:gd name="T5" fmla="*/ 35 h 52"/>
                  <a:gd name="T6" fmla="*/ 0 w 69"/>
                  <a:gd name="T7" fmla="*/ 33 h 52"/>
                  <a:gd name="T8" fmla="*/ 1 w 69"/>
                  <a:gd name="T9" fmla="*/ 31 h 52"/>
                  <a:gd name="T10" fmla="*/ 58 w 69"/>
                  <a:gd name="T11" fmla="*/ 0 h 52"/>
                  <a:gd name="T12" fmla="*/ 60 w 69"/>
                  <a:gd name="T13" fmla="*/ 0 h 52"/>
                  <a:gd name="T14" fmla="*/ 61 w 69"/>
                  <a:gd name="T15" fmla="*/ 1 h 52"/>
                  <a:gd name="T16" fmla="*/ 69 w 69"/>
                  <a:gd name="T17" fmla="*/ 50 h 52"/>
                  <a:gd name="T18" fmla="*/ 69 w 69"/>
                  <a:gd name="T19" fmla="*/ 52 h 52"/>
                  <a:gd name="T20" fmla="*/ 68 w 69"/>
                  <a:gd name="T21" fmla="*/ 52 h 52"/>
                  <a:gd name="T22" fmla="*/ 6 w 69"/>
                  <a:gd name="T23" fmla="*/ 32 h 52"/>
                  <a:gd name="T24" fmla="*/ 65 w 69"/>
                  <a:gd name="T25" fmla="*/ 48 h 52"/>
                  <a:gd name="T26" fmla="*/ 58 w 69"/>
                  <a:gd name="T27" fmla="*/ 4 h 52"/>
                  <a:gd name="T28" fmla="*/ 6 w 69"/>
                  <a:gd name="T29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68" y="52"/>
                    </a:moveTo>
                    <a:cubicBezTo>
                      <a:pt x="67" y="52"/>
                      <a:pt x="67" y="52"/>
                      <a:pt x="67" y="52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4"/>
                      <a:pt x="0" y="34"/>
                      <a:pt x="0" y="33"/>
                    </a:cubicBezTo>
                    <a:cubicBezTo>
                      <a:pt x="0" y="32"/>
                      <a:pt x="0" y="32"/>
                      <a:pt x="1" y="3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59" y="0"/>
                      <a:pt x="60" y="0"/>
                    </a:cubicBezTo>
                    <a:cubicBezTo>
                      <a:pt x="60" y="0"/>
                      <a:pt x="60" y="1"/>
                      <a:pt x="61" y="1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51"/>
                      <a:pt x="69" y="51"/>
                      <a:pt x="69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" y="32"/>
                    </a:moveTo>
                    <a:cubicBezTo>
                      <a:pt x="65" y="48"/>
                      <a:pt x="65" y="48"/>
                      <a:pt x="65" y="48"/>
                    </a:cubicBezTo>
                    <a:cubicBezTo>
                      <a:pt x="58" y="4"/>
                      <a:pt x="58" y="4"/>
                      <a:pt x="58" y="4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3" name="Freeform 1060"/>
              <p:cNvSpPr>
                <a:spLocks noEditPoints="1"/>
              </p:cNvSpPr>
              <p:nvPr userDrawn="1"/>
            </p:nvSpPr>
            <p:spPr bwMode="auto">
              <a:xfrm>
                <a:off x="1531" y="886"/>
                <a:ext cx="87" cy="94"/>
              </a:xfrm>
              <a:custGeom>
                <a:avLst/>
                <a:gdLst>
                  <a:gd name="T0" fmla="*/ 1 w 70"/>
                  <a:gd name="T1" fmla="*/ 76 h 76"/>
                  <a:gd name="T2" fmla="*/ 1 w 70"/>
                  <a:gd name="T3" fmla="*/ 75 h 76"/>
                  <a:gd name="T4" fmla="*/ 0 w 70"/>
                  <a:gd name="T5" fmla="*/ 74 h 76"/>
                  <a:gd name="T6" fmla="*/ 1 w 70"/>
                  <a:gd name="T7" fmla="*/ 2 h 76"/>
                  <a:gd name="T8" fmla="*/ 2 w 70"/>
                  <a:gd name="T9" fmla="*/ 1 h 76"/>
                  <a:gd name="T10" fmla="*/ 3 w 70"/>
                  <a:gd name="T11" fmla="*/ 0 h 76"/>
                  <a:gd name="T12" fmla="*/ 69 w 70"/>
                  <a:gd name="T13" fmla="*/ 18 h 76"/>
                  <a:gd name="T14" fmla="*/ 70 w 70"/>
                  <a:gd name="T15" fmla="*/ 19 h 76"/>
                  <a:gd name="T16" fmla="*/ 70 w 70"/>
                  <a:gd name="T17" fmla="*/ 21 h 76"/>
                  <a:gd name="T18" fmla="*/ 3 w 70"/>
                  <a:gd name="T19" fmla="*/ 75 h 76"/>
                  <a:gd name="T20" fmla="*/ 1 w 70"/>
                  <a:gd name="T21" fmla="*/ 76 h 76"/>
                  <a:gd name="T22" fmla="*/ 4 w 70"/>
                  <a:gd name="T23" fmla="*/ 4 h 76"/>
                  <a:gd name="T24" fmla="*/ 3 w 70"/>
                  <a:gd name="T25" fmla="*/ 70 h 76"/>
                  <a:gd name="T26" fmla="*/ 65 w 70"/>
                  <a:gd name="T27" fmla="*/ 20 h 76"/>
                  <a:gd name="T28" fmla="*/ 4 w 70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6">
                    <a:moveTo>
                      <a:pt x="1" y="76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0" y="75"/>
                      <a:pt x="0" y="74"/>
                      <a:pt x="0" y="7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70" y="18"/>
                      <a:pt x="70" y="19"/>
                      <a:pt x="70" y="19"/>
                    </a:cubicBezTo>
                    <a:cubicBezTo>
                      <a:pt x="70" y="20"/>
                      <a:pt x="70" y="21"/>
                      <a:pt x="70" y="21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2" y="75"/>
                      <a:pt x="2" y="76"/>
                      <a:pt x="1" y="76"/>
                    </a:cubicBezTo>
                    <a:close/>
                    <a:moveTo>
                      <a:pt x="4" y="4"/>
                    </a:moveTo>
                    <a:cubicBezTo>
                      <a:pt x="3" y="70"/>
                      <a:pt x="3" y="70"/>
                      <a:pt x="3" y="70"/>
                    </a:cubicBezTo>
                    <a:cubicBezTo>
                      <a:pt x="65" y="20"/>
                      <a:pt x="65" y="20"/>
                      <a:pt x="65" y="20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4" name="Freeform 1061"/>
              <p:cNvSpPr>
                <a:spLocks noEditPoints="1"/>
              </p:cNvSpPr>
              <p:nvPr userDrawn="1"/>
            </p:nvSpPr>
            <p:spPr bwMode="auto">
              <a:xfrm>
                <a:off x="1609" y="703"/>
                <a:ext cx="145" cy="85"/>
              </a:xfrm>
              <a:custGeom>
                <a:avLst/>
                <a:gdLst>
                  <a:gd name="T0" fmla="*/ 2 w 117"/>
                  <a:gd name="T1" fmla="*/ 69 h 69"/>
                  <a:gd name="T2" fmla="*/ 0 w 117"/>
                  <a:gd name="T3" fmla="*/ 68 h 69"/>
                  <a:gd name="T4" fmla="*/ 1 w 117"/>
                  <a:gd name="T5" fmla="*/ 66 h 69"/>
                  <a:gd name="T6" fmla="*/ 86 w 117"/>
                  <a:gd name="T7" fmla="*/ 1 h 69"/>
                  <a:gd name="T8" fmla="*/ 88 w 117"/>
                  <a:gd name="T9" fmla="*/ 1 h 69"/>
                  <a:gd name="T10" fmla="*/ 116 w 117"/>
                  <a:gd name="T11" fmla="*/ 25 h 69"/>
                  <a:gd name="T12" fmla="*/ 117 w 117"/>
                  <a:gd name="T13" fmla="*/ 27 h 69"/>
                  <a:gd name="T14" fmla="*/ 115 w 117"/>
                  <a:gd name="T15" fmla="*/ 28 h 69"/>
                  <a:gd name="T16" fmla="*/ 2 w 117"/>
                  <a:gd name="T17" fmla="*/ 69 h 69"/>
                  <a:gd name="T18" fmla="*/ 87 w 117"/>
                  <a:gd name="T19" fmla="*/ 4 h 69"/>
                  <a:gd name="T20" fmla="*/ 11 w 117"/>
                  <a:gd name="T21" fmla="*/ 62 h 69"/>
                  <a:gd name="T22" fmla="*/ 112 w 117"/>
                  <a:gd name="T23" fmla="*/ 26 h 69"/>
                  <a:gd name="T24" fmla="*/ 87 w 117"/>
                  <a:gd name="T25" fmla="*/ 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9">
                    <a:moveTo>
                      <a:pt x="2" y="69"/>
                    </a:moveTo>
                    <a:cubicBezTo>
                      <a:pt x="1" y="69"/>
                      <a:pt x="0" y="68"/>
                      <a:pt x="0" y="68"/>
                    </a:cubicBezTo>
                    <a:cubicBezTo>
                      <a:pt x="0" y="67"/>
                      <a:pt x="0" y="66"/>
                      <a:pt x="1" y="66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7" y="0"/>
                      <a:pt x="87" y="0"/>
                      <a:pt x="88" y="1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16" y="26"/>
                      <a:pt x="117" y="26"/>
                      <a:pt x="117" y="27"/>
                    </a:cubicBezTo>
                    <a:cubicBezTo>
                      <a:pt x="116" y="27"/>
                      <a:pt x="116" y="28"/>
                      <a:pt x="115" y="28"/>
                    </a:cubicBezTo>
                    <a:cubicBezTo>
                      <a:pt x="2" y="69"/>
                      <a:pt x="2" y="69"/>
                      <a:pt x="2" y="69"/>
                    </a:cubicBezTo>
                    <a:close/>
                    <a:moveTo>
                      <a:pt x="87" y="4"/>
                    </a:moveTo>
                    <a:cubicBezTo>
                      <a:pt x="11" y="62"/>
                      <a:pt x="11" y="62"/>
                      <a:pt x="11" y="62"/>
                    </a:cubicBezTo>
                    <a:cubicBezTo>
                      <a:pt x="112" y="26"/>
                      <a:pt x="112" y="26"/>
                      <a:pt x="112" y="26"/>
                    </a:cubicBezTo>
                    <a:lnTo>
                      <a:pt x="8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5" name="Freeform 1062"/>
              <p:cNvSpPr>
                <a:spLocks noEditPoints="1"/>
              </p:cNvSpPr>
              <p:nvPr userDrawn="1"/>
            </p:nvSpPr>
            <p:spPr bwMode="auto">
              <a:xfrm>
                <a:off x="978" y="865"/>
                <a:ext cx="127" cy="43"/>
              </a:xfrm>
              <a:custGeom>
                <a:avLst/>
                <a:gdLst>
                  <a:gd name="T0" fmla="*/ 101 w 103"/>
                  <a:gd name="T1" fmla="*/ 35 h 35"/>
                  <a:gd name="T2" fmla="*/ 101 w 103"/>
                  <a:gd name="T3" fmla="*/ 35 h 35"/>
                  <a:gd name="T4" fmla="*/ 1 w 103"/>
                  <a:gd name="T5" fmla="*/ 17 h 35"/>
                  <a:gd name="T6" fmla="*/ 0 w 103"/>
                  <a:gd name="T7" fmla="*/ 15 h 35"/>
                  <a:gd name="T8" fmla="*/ 1 w 103"/>
                  <a:gd name="T9" fmla="*/ 14 h 35"/>
                  <a:gd name="T10" fmla="*/ 101 w 103"/>
                  <a:gd name="T11" fmla="*/ 0 h 35"/>
                  <a:gd name="T12" fmla="*/ 102 w 103"/>
                  <a:gd name="T13" fmla="*/ 1 h 35"/>
                  <a:gd name="T14" fmla="*/ 103 w 103"/>
                  <a:gd name="T15" fmla="*/ 2 h 35"/>
                  <a:gd name="T16" fmla="*/ 103 w 103"/>
                  <a:gd name="T17" fmla="*/ 34 h 35"/>
                  <a:gd name="T18" fmla="*/ 102 w 103"/>
                  <a:gd name="T19" fmla="*/ 35 h 35"/>
                  <a:gd name="T20" fmla="*/ 101 w 103"/>
                  <a:gd name="T21" fmla="*/ 35 h 35"/>
                  <a:gd name="T22" fmla="*/ 12 w 103"/>
                  <a:gd name="T23" fmla="*/ 16 h 35"/>
                  <a:gd name="T24" fmla="*/ 99 w 103"/>
                  <a:gd name="T25" fmla="*/ 32 h 35"/>
                  <a:gd name="T26" fmla="*/ 99 w 103"/>
                  <a:gd name="T27" fmla="*/ 4 h 35"/>
                  <a:gd name="T28" fmla="*/ 12 w 103"/>
                  <a:gd name="T29" fmla="*/ 1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35">
                    <a:moveTo>
                      <a:pt x="101" y="35"/>
                    </a:moveTo>
                    <a:cubicBezTo>
                      <a:pt x="101" y="35"/>
                      <a:pt x="101" y="35"/>
                      <a:pt x="101" y="35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0" y="16"/>
                      <a:pt x="0" y="15"/>
                    </a:cubicBezTo>
                    <a:cubicBezTo>
                      <a:pt x="0" y="14"/>
                      <a:pt x="1" y="14"/>
                      <a:pt x="1" y="14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1" y="0"/>
                      <a:pt x="102" y="1"/>
                      <a:pt x="102" y="1"/>
                    </a:cubicBezTo>
                    <a:cubicBezTo>
                      <a:pt x="102" y="1"/>
                      <a:pt x="103" y="2"/>
                      <a:pt x="103" y="2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3" y="34"/>
                      <a:pt x="102" y="35"/>
                      <a:pt x="102" y="35"/>
                    </a:cubicBezTo>
                    <a:cubicBezTo>
                      <a:pt x="102" y="35"/>
                      <a:pt x="101" y="35"/>
                      <a:pt x="101" y="35"/>
                    </a:cubicBezTo>
                    <a:close/>
                    <a:moveTo>
                      <a:pt x="12" y="16"/>
                    </a:move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4"/>
                      <a:pt x="99" y="4"/>
                      <a:pt x="99" y="4"/>
                    </a:cubicBezTo>
                    <a:lnTo>
                      <a:pt x="1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6" name="Freeform 1063"/>
              <p:cNvSpPr>
                <a:spLocks noEditPoints="1"/>
              </p:cNvSpPr>
              <p:nvPr userDrawn="1"/>
            </p:nvSpPr>
            <p:spPr bwMode="auto">
              <a:xfrm>
                <a:off x="828" y="926"/>
                <a:ext cx="58" cy="113"/>
              </a:xfrm>
              <a:custGeom>
                <a:avLst/>
                <a:gdLst>
                  <a:gd name="T0" fmla="*/ 11 w 47"/>
                  <a:gd name="T1" fmla="*/ 92 h 92"/>
                  <a:gd name="T2" fmla="*/ 10 w 47"/>
                  <a:gd name="T3" fmla="*/ 92 h 92"/>
                  <a:gd name="T4" fmla="*/ 9 w 47"/>
                  <a:gd name="T5" fmla="*/ 91 h 92"/>
                  <a:gd name="T6" fmla="*/ 0 w 47"/>
                  <a:gd name="T7" fmla="*/ 29 h 92"/>
                  <a:gd name="T8" fmla="*/ 1 w 47"/>
                  <a:gd name="T9" fmla="*/ 27 h 92"/>
                  <a:gd name="T10" fmla="*/ 44 w 47"/>
                  <a:gd name="T11" fmla="*/ 0 h 92"/>
                  <a:gd name="T12" fmla="*/ 46 w 47"/>
                  <a:gd name="T13" fmla="*/ 1 h 92"/>
                  <a:gd name="T14" fmla="*/ 47 w 47"/>
                  <a:gd name="T15" fmla="*/ 2 h 92"/>
                  <a:gd name="T16" fmla="*/ 12 w 47"/>
                  <a:gd name="T17" fmla="*/ 91 h 92"/>
                  <a:gd name="T18" fmla="*/ 11 w 47"/>
                  <a:gd name="T19" fmla="*/ 92 h 92"/>
                  <a:gd name="T20" fmla="*/ 3 w 47"/>
                  <a:gd name="T21" fmla="*/ 29 h 92"/>
                  <a:gd name="T22" fmla="*/ 11 w 47"/>
                  <a:gd name="T23" fmla="*/ 84 h 92"/>
                  <a:gd name="T24" fmla="*/ 42 w 47"/>
                  <a:gd name="T25" fmla="*/ 6 h 92"/>
                  <a:gd name="T26" fmla="*/ 3 w 47"/>
                  <a:gd name="T27" fmla="*/ 2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92">
                    <a:moveTo>
                      <a:pt x="11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2"/>
                      <a:pt x="9" y="91"/>
                      <a:pt x="9" y="9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0"/>
                      <a:pt x="46" y="0"/>
                      <a:pt x="46" y="1"/>
                    </a:cubicBezTo>
                    <a:cubicBezTo>
                      <a:pt x="47" y="1"/>
                      <a:pt x="47" y="2"/>
                      <a:pt x="47" y="2"/>
                    </a:cubicBezTo>
                    <a:cubicBezTo>
                      <a:pt x="12" y="91"/>
                      <a:pt x="12" y="91"/>
                      <a:pt x="12" y="91"/>
                    </a:cubicBezTo>
                    <a:cubicBezTo>
                      <a:pt x="12" y="92"/>
                      <a:pt x="11" y="92"/>
                      <a:pt x="11" y="92"/>
                    </a:cubicBezTo>
                    <a:close/>
                    <a:moveTo>
                      <a:pt x="3" y="29"/>
                    </a:moveTo>
                    <a:cubicBezTo>
                      <a:pt x="11" y="84"/>
                      <a:pt x="11" y="84"/>
                      <a:pt x="11" y="84"/>
                    </a:cubicBezTo>
                    <a:cubicBezTo>
                      <a:pt x="42" y="6"/>
                      <a:pt x="42" y="6"/>
                      <a:pt x="42" y="6"/>
                    </a:cubicBezTo>
                    <a:lnTo>
                      <a:pt x="3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7" name="Freeform 1064"/>
              <p:cNvSpPr>
                <a:spLocks noEditPoints="1"/>
              </p:cNvSpPr>
              <p:nvPr userDrawn="1"/>
            </p:nvSpPr>
            <p:spPr bwMode="auto">
              <a:xfrm>
                <a:off x="989" y="1450"/>
                <a:ext cx="127" cy="36"/>
              </a:xfrm>
              <a:custGeom>
                <a:avLst/>
                <a:gdLst>
                  <a:gd name="T0" fmla="*/ 2 w 103"/>
                  <a:gd name="T1" fmla="*/ 29 h 29"/>
                  <a:gd name="T2" fmla="*/ 0 w 103"/>
                  <a:gd name="T3" fmla="*/ 28 h 29"/>
                  <a:gd name="T4" fmla="*/ 1 w 103"/>
                  <a:gd name="T5" fmla="*/ 26 h 29"/>
                  <a:gd name="T6" fmla="*/ 98 w 103"/>
                  <a:gd name="T7" fmla="*/ 0 h 29"/>
                  <a:gd name="T8" fmla="*/ 100 w 103"/>
                  <a:gd name="T9" fmla="*/ 0 h 29"/>
                  <a:gd name="T10" fmla="*/ 101 w 103"/>
                  <a:gd name="T11" fmla="*/ 1 h 29"/>
                  <a:gd name="T12" fmla="*/ 103 w 103"/>
                  <a:gd name="T13" fmla="*/ 26 h 29"/>
                  <a:gd name="T14" fmla="*/ 102 w 103"/>
                  <a:gd name="T15" fmla="*/ 27 h 29"/>
                  <a:gd name="T16" fmla="*/ 101 w 103"/>
                  <a:gd name="T17" fmla="*/ 28 h 29"/>
                  <a:gd name="T18" fmla="*/ 2 w 103"/>
                  <a:gd name="T19" fmla="*/ 29 h 29"/>
                  <a:gd name="T20" fmla="*/ 97 w 103"/>
                  <a:gd name="T21" fmla="*/ 4 h 29"/>
                  <a:gd name="T22" fmla="*/ 15 w 103"/>
                  <a:gd name="T23" fmla="*/ 26 h 29"/>
                  <a:gd name="T24" fmla="*/ 99 w 103"/>
                  <a:gd name="T25" fmla="*/ 24 h 29"/>
                  <a:gd name="T26" fmla="*/ 97 w 103"/>
                  <a:gd name="T27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3" h="29">
                    <a:moveTo>
                      <a:pt x="2" y="29"/>
                    </a:move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99" y="0"/>
                      <a:pt x="100" y="0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3" y="26"/>
                      <a:pt x="103" y="26"/>
                      <a:pt x="103" y="26"/>
                    </a:cubicBezTo>
                    <a:cubicBezTo>
                      <a:pt x="103" y="26"/>
                      <a:pt x="103" y="27"/>
                      <a:pt x="102" y="27"/>
                    </a:cubicBezTo>
                    <a:cubicBezTo>
                      <a:pt x="102" y="27"/>
                      <a:pt x="102" y="28"/>
                      <a:pt x="101" y="28"/>
                    </a:cubicBezTo>
                    <a:cubicBezTo>
                      <a:pt x="2" y="29"/>
                      <a:pt x="2" y="29"/>
                      <a:pt x="2" y="29"/>
                    </a:cubicBezTo>
                    <a:close/>
                    <a:moveTo>
                      <a:pt x="97" y="4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99" y="24"/>
                      <a:pt x="99" y="24"/>
                      <a:pt x="99" y="24"/>
                    </a:cubicBezTo>
                    <a:lnTo>
                      <a:pt x="9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8" name="Freeform 1065"/>
              <p:cNvSpPr>
                <a:spLocks noEditPoints="1"/>
              </p:cNvSpPr>
              <p:nvPr userDrawn="1"/>
            </p:nvSpPr>
            <p:spPr bwMode="auto">
              <a:xfrm>
                <a:off x="702" y="1292"/>
                <a:ext cx="36" cy="105"/>
              </a:xfrm>
              <a:custGeom>
                <a:avLst/>
                <a:gdLst>
                  <a:gd name="T0" fmla="*/ 20 w 29"/>
                  <a:gd name="T1" fmla="*/ 85 h 85"/>
                  <a:gd name="T2" fmla="*/ 19 w 29"/>
                  <a:gd name="T3" fmla="*/ 84 h 85"/>
                  <a:gd name="T4" fmla="*/ 1 w 29"/>
                  <a:gd name="T5" fmla="*/ 2 h 85"/>
                  <a:gd name="T6" fmla="*/ 1 w 29"/>
                  <a:gd name="T7" fmla="*/ 1 h 85"/>
                  <a:gd name="T8" fmla="*/ 3 w 29"/>
                  <a:gd name="T9" fmla="*/ 0 h 85"/>
                  <a:gd name="T10" fmla="*/ 28 w 29"/>
                  <a:gd name="T11" fmla="*/ 6 h 85"/>
                  <a:gd name="T12" fmla="*/ 29 w 29"/>
                  <a:gd name="T13" fmla="*/ 8 h 85"/>
                  <a:gd name="T14" fmla="*/ 22 w 29"/>
                  <a:gd name="T15" fmla="*/ 83 h 85"/>
                  <a:gd name="T16" fmla="*/ 21 w 29"/>
                  <a:gd name="T17" fmla="*/ 85 h 85"/>
                  <a:gd name="T18" fmla="*/ 20 w 29"/>
                  <a:gd name="T19" fmla="*/ 85 h 85"/>
                  <a:gd name="T20" fmla="*/ 4 w 29"/>
                  <a:gd name="T21" fmla="*/ 4 h 85"/>
                  <a:gd name="T22" fmla="*/ 20 w 29"/>
                  <a:gd name="T23" fmla="*/ 72 h 85"/>
                  <a:gd name="T24" fmla="*/ 26 w 29"/>
                  <a:gd name="T25" fmla="*/ 9 h 85"/>
                  <a:gd name="T26" fmla="*/ 4 w 29"/>
                  <a:gd name="T27" fmla="*/ 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5">
                    <a:moveTo>
                      <a:pt x="20" y="85"/>
                    </a:moveTo>
                    <a:cubicBezTo>
                      <a:pt x="20" y="85"/>
                      <a:pt x="19" y="84"/>
                      <a:pt x="19" y="8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9" y="6"/>
                      <a:pt x="29" y="7"/>
                      <a:pt x="29" y="8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5"/>
                      <a:pt x="21" y="85"/>
                    </a:cubicBezTo>
                    <a:lnTo>
                      <a:pt x="20" y="85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9" name="Freeform 1066"/>
              <p:cNvSpPr>
                <a:spLocks noEditPoints="1"/>
              </p:cNvSpPr>
              <p:nvPr userDrawn="1"/>
            </p:nvSpPr>
            <p:spPr bwMode="auto">
              <a:xfrm>
                <a:off x="510" y="1242"/>
                <a:ext cx="36" cy="104"/>
              </a:xfrm>
              <a:custGeom>
                <a:avLst/>
                <a:gdLst>
                  <a:gd name="T0" fmla="*/ 20 w 29"/>
                  <a:gd name="T1" fmla="*/ 84 h 84"/>
                  <a:gd name="T2" fmla="*/ 19 w 29"/>
                  <a:gd name="T3" fmla="*/ 83 h 84"/>
                  <a:gd name="T4" fmla="*/ 1 w 29"/>
                  <a:gd name="T5" fmla="*/ 2 h 84"/>
                  <a:gd name="T6" fmla="*/ 1 w 29"/>
                  <a:gd name="T7" fmla="*/ 0 h 84"/>
                  <a:gd name="T8" fmla="*/ 3 w 29"/>
                  <a:gd name="T9" fmla="*/ 0 h 84"/>
                  <a:gd name="T10" fmla="*/ 28 w 29"/>
                  <a:gd name="T11" fmla="*/ 5 h 84"/>
                  <a:gd name="T12" fmla="*/ 29 w 29"/>
                  <a:gd name="T13" fmla="*/ 7 h 84"/>
                  <a:gd name="T14" fmla="*/ 22 w 29"/>
                  <a:gd name="T15" fmla="*/ 83 h 84"/>
                  <a:gd name="T16" fmla="*/ 21 w 29"/>
                  <a:gd name="T17" fmla="*/ 84 h 84"/>
                  <a:gd name="T18" fmla="*/ 20 w 29"/>
                  <a:gd name="T19" fmla="*/ 84 h 84"/>
                  <a:gd name="T20" fmla="*/ 4 w 29"/>
                  <a:gd name="T21" fmla="*/ 4 h 84"/>
                  <a:gd name="T22" fmla="*/ 20 w 29"/>
                  <a:gd name="T23" fmla="*/ 72 h 84"/>
                  <a:gd name="T24" fmla="*/ 26 w 29"/>
                  <a:gd name="T25" fmla="*/ 8 h 84"/>
                  <a:gd name="T26" fmla="*/ 4 w 29"/>
                  <a:gd name="T27" fmla="*/ 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4">
                    <a:moveTo>
                      <a:pt x="20" y="84"/>
                    </a:moveTo>
                    <a:cubicBezTo>
                      <a:pt x="20" y="84"/>
                      <a:pt x="19" y="84"/>
                      <a:pt x="19" y="8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9" y="6"/>
                      <a:pt x="29" y="6"/>
                      <a:pt x="29" y="7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4"/>
                      <a:pt x="21" y="84"/>
                    </a:cubicBezTo>
                    <a:lnTo>
                      <a:pt x="20" y="84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0" name="Freeform 1067"/>
              <p:cNvSpPr>
                <a:spLocks noEditPoints="1"/>
              </p:cNvSpPr>
              <p:nvPr userDrawn="1"/>
            </p:nvSpPr>
            <p:spPr bwMode="auto">
              <a:xfrm>
                <a:off x="725" y="1392"/>
                <a:ext cx="133" cy="79"/>
              </a:xfrm>
              <a:custGeom>
                <a:avLst/>
                <a:gdLst>
                  <a:gd name="T0" fmla="*/ 57 w 107"/>
                  <a:gd name="T1" fmla="*/ 64 h 64"/>
                  <a:gd name="T2" fmla="*/ 55 w 107"/>
                  <a:gd name="T3" fmla="*/ 64 h 64"/>
                  <a:gd name="T4" fmla="*/ 0 w 107"/>
                  <a:gd name="T5" fmla="*/ 3 h 64"/>
                  <a:gd name="T6" fmla="*/ 0 w 107"/>
                  <a:gd name="T7" fmla="*/ 1 h 64"/>
                  <a:gd name="T8" fmla="*/ 2 w 107"/>
                  <a:gd name="T9" fmla="*/ 1 h 64"/>
                  <a:gd name="T10" fmla="*/ 105 w 107"/>
                  <a:gd name="T11" fmla="*/ 36 h 64"/>
                  <a:gd name="T12" fmla="*/ 106 w 107"/>
                  <a:gd name="T13" fmla="*/ 38 h 64"/>
                  <a:gd name="T14" fmla="*/ 106 w 107"/>
                  <a:gd name="T15" fmla="*/ 39 h 64"/>
                  <a:gd name="T16" fmla="*/ 57 w 107"/>
                  <a:gd name="T17" fmla="*/ 64 h 64"/>
                  <a:gd name="T18" fmla="*/ 7 w 107"/>
                  <a:gd name="T19" fmla="*/ 6 h 64"/>
                  <a:gd name="T20" fmla="*/ 57 w 107"/>
                  <a:gd name="T21" fmla="*/ 61 h 64"/>
                  <a:gd name="T22" fmla="*/ 101 w 107"/>
                  <a:gd name="T23" fmla="*/ 38 h 64"/>
                  <a:gd name="T24" fmla="*/ 7 w 107"/>
                  <a:gd name="T25" fmla="*/ 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7" h="64">
                    <a:moveTo>
                      <a:pt x="57" y="64"/>
                    </a:moveTo>
                    <a:cubicBezTo>
                      <a:pt x="56" y="64"/>
                      <a:pt x="56" y="64"/>
                      <a:pt x="55" y="6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105" y="36"/>
                      <a:pt x="105" y="36"/>
                      <a:pt x="105" y="36"/>
                    </a:cubicBezTo>
                    <a:cubicBezTo>
                      <a:pt x="106" y="37"/>
                      <a:pt x="106" y="37"/>
                      <a:pt x="106" y="38"/>
                    </a:cubicBezTo>
                    <a:cubicBezTo>
                      <a:pt x="107" y="39"/>
                      <a:pt x="106" y="39"/>
                      <a:pt x="106" y="39"/>
                    </a:cubicBezTo>
                    <a:cubicBezTo>
                      <a:pt x="57" y="64"/>
                      <a:pt x="57" y="64"/>
                      <a:pt x="57" y="64"/>
                    </a:cubicBezTo>
                    <a:close/>
                    <a:moveTo>
                      <a:pt x="7" y="6"/>
                    </a:moveTo>
                    <a:cubicBezTo>
                      <a:pt x="57" y="61"/>
                      <a:pt x="57" y="61"/>
                      <a:pt x="57" y="61"/>
                    </a:cubicBezTo>
                    <a:cubicBezTo>
                      <a:pt x="101" y="38"/>
                      <a:pt x="101" y="38"/>
                      <a:pt x="101" y="38"/>
                    </a:cubicBezTo>
                    <a:lnTo>
                      <a:pt x="7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1" name="Freeform 1068"/>
              <p:cNvSpPr>
                <a:spLocks noEditPoints="1"/>
              </p:cNvSpPr>
              <p:nvPr userDrawn="1"/>
            </p:nvSpPr>
            <p:spPr bwMode="auto">
              <a:xfrm>
                <a:off x="828" y="1437"/>
                <a:ext cx="88" cy="48"/>
              </a:xfrm>
              <a:custGeom>
                <a:avLst/>
                <a:gdLst>
                  <a:gd name="T0" fmla="*/ 2 w 71"/>
                  <a:gd name="T1" fmla="*/ 39 h 39"/>
                  <a:gd name="T2" fmla="*/ 0 w 71"/>
                  <a:gd name="T3" fmla="*/ 38 h 39"/>
                  <a:gd name="T4" fmla="*/ 0 w 71"/>
                  <a:gd name="T5" fmla="*/ 36 h 39"/>
                  <a:gd name="T6" fmla="*/ 20 w 71"/>
                  <a:gd name="T7" fmla="*/ 1 h 39"/>
                  <a:gd name="T8" fmla="*/ 22 w 71"/>
                  <a:gd name="T9" fmla="*/ 0 h 39"/>
                  <a:gd name="T10" fmla="*/ 69 w 71"/>
                  <a:gd name="T11" fmla="*/ 4 h 39"/>
                  <a:gd name="T12" fmla="*/ 71 w 71"/>
                  <a:gd name="T13" fmla="*/ 5 h 39"/>
                  <a:gd name="T14" fmla="*/ 70 w 71"/>
                  <a:gd name="T15" fmla="*/ 7 h 39"/>
                  <a:gd name="T16" fmla="*/ 2 w 71"/>
                  <a:gd name="T17" fmla="*/ 38 h 39"/>
                  <a:gd name="T18" fmla="*/ 2 w 71"/>
                  <a:gd name="T19" fmla="*/ 39 h 39"/>
                  <a:gd name="T20" fmla="*/ 23 w 71"/>
                  <a:gd name="T21" fmla="*/ 4 h 39"/>
                  <a:gd name="T22" fmla="*/ 6 w 71"/>
                  <a:gd name="T23" fmla="*/ 33 h 39"/>
                  <a:gd name="T24" fmla="*/ 62 w 71"/>
                  <a:gd name="T25" fmla="*/ 7 h 39"/>
                  <a:gd name="T26" fmla="*/ 23 w 71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" h="39">
                    <a:moveTo>
                      <a:pt x="2" y="39"/>
                    </a:moveTo>
                    <a:cubicBezTo>
                      <a:pt x="1" y="39"/>
                      <a:pt x="1" y="38"/>
                      <a:pt x="0" y="38"/>
                    </a:cubicBezTo>
                    <a:cubicBezTo>
                      <a:pt x="0" y="38"/>
                      <a:pt x="0" y="37"/>
                      <a:pt x="0" y="3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1" y="0"/>
                      <a:pt x="22" y="0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70" y="4"/>
                      <a:pt x="70" y="5"/>
                      <a:pt x="71" y="5"/>
                    </a:cubicBezTo>
                    <a:cubicBezTo>
                      <a:pt x="71" y="6"/>
                      <a:pt x="70" y="7"/>
                      <a:pt x="70" y="7"/>
                    </a:cubicBezTo>
                    <a:cubicBezTo>
                      <a:pt x="2" y="38"/>
                      <a:pt x="2" y="38"/>
                      <a:pt x="2" y="38"/>
                    </a:cubicBezTo>
                    <a:lnTo>
                      <a:pt x="2" y="39"/>
                    </a:lnTo>
                    <a:close/>
                    <a:moveTo>
                      <a:pt x="23" y="4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2" y="7"/>
                      <a:pt x="62" y="7"/>
                      <a:pt x="62" y="7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2" name="Freeform 1069"/>
              <p:cNvSpPr>
                <a:spLocks noEditPoints="1"/>
              </p:cNvSpPr>
              <p:nvPr userDrawn="1"/>
            </p:nvSpPr>
            <p:spPr bwMode="auto">
              <a:xfrm>
                <a:off x="1484" y="1401"/>
                <a:ext cx="183" cy="65"/>
              </a:xfrm>
              <a:custGeom>
                <a:avLst/>
                <a:gdLst>
                  <a:gd name="T0" fmla="*/ 74 w 148"/>
                  <a:gd name="T1" fmla="*/ 53 h 53"/>
                  <a:gd name="T2" fmla="*/ 74 w 148"/>
                  <a:gd name="T3" fmla="*/ 53 h 53"/>
                  <a:gd name="T4" fmla="*/ 2 w 148"/>
                  <a:gd name="T5" fmla="*/ 43 h 53"/>
                  <a:gd name="T6" fmla="*/ 0 w 148"/>
                  <a:gd name="T7" fmla="*/ 42 h 53"/>
                  <a:gd name="T8" fmla="*/ 2 w 148"/>
                  <a:gd name="T9" fmla="*/ 40 h 53"/>
                  <a:gd name="T10" fmla="*/ 146 w 148"/>
                  <a:gd name="T11" fmla="*/ 0 h 53"/>
                  <a:gd name="T12" fmla="*/ 148 w 148"/>
                  <a:gd name="T13" fmla="*/ 1 h 53"/>
                  <a:gd name="T14" fmla="*/ 147 w 148"/>
                  <a:gd name="T15" fmla="*/ 3 h 53"/>
                  <a:gd name="T16" fmla="*/ 75 w 148"/>
                  <a:gd name="T17" fmla="*/ 53 h 53"/>
                  <a:gd name="T18" fmla="*/ 74 w 148"/>
                  <a:gd name="T19" fmla="*/ 53 h 53"/>
                  <a:gd name="T20" fmla="*/ 11 w 148"/>
                  <a:gd name="T21" fmla="*/ 41 h 53"/>
                  <a:gd name="T22" fmla="*/ 74 w 148"/>
                  <a:gd name="T23" fmla="*/ 49 h 53"/>
                  <a:gd name="T24" fmla="*/ 137 w 148"/>
                  <a:gd name="T25" fmla="*/ 6 h 53"/>
                  <a:gd name="T26" fmla="*/ 11 w 148"/>
                  <a:gd name="T27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8" h="53">
                    <a:moveTo>
                      <a:pt x="74" y="53"/>
                    </a:moveTo>
                    <a:cubicBezTo>
                      <a:pt x="74" y="53"/>
                      <a:pt x="74" y="53"/>
                      <a:pt x="74" y="5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3"/>
                      <a:pt x="1" y="42"/>
                      <a:pt x="0" y="42"/>
                    </a:cubicBezTo>
                    <a:cubicBezTo>
                      <a:pt x="0" y="41"/>
                      <a:pt x="1" y="40"/>
                      <a:pt x="2" y="4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146" y="0"/>
                      <a:pt x="147" y="0"/>
                      <a:pt x="148" y="1"/>
                    </a:cubicBezTo>
                    <a:cubicBezTo>
                      <a:pt x="148" y="2"/>
                      <a:pt x="148" y="3"/>
                      <a:pt x="147" y="3"/>
                    </a:cubicBezTo>
                    <a:cubicBezTo>
                      <a:pt x="75" y="53"/>
                      <a:pt x="75" y="53"/>
                      <a:pt x="75" y="53"/>
                    </a:cubicBezTo>
                    <a:lnTo>
                      <a:pt x="74" y="53"/>
                    </a:lnTo>
                    <a:close/>
                    <a:moveTo>
                      <a:pt x="11" y="41"/>
                    </a:moveTo>
                    <a:cubicBezTo>
                      <a:pt x="74" y="49"/>
                      <a:pt x="74" y="49"/>
                      <a:pt x="74" y="49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11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3" name="Freeform 1070"/>
              <p:cNvSpPr>
                <a:spLocks noEditPoints="1"/>
              </p:cNvSpPr>
              <p:nvPr userDrawn="1"/>
            </p:nvSpPr>
            <p:spPr bwMode="auto">
              <a:xfrm>
                <a:off x="1662" y="1343"/>
                <a:ext cx="81" cy="91"/>
              </a:xfrm>
              <a:custGeom>
                <a:avLst/>
                <a:gdLst>
                  <a:gd name="T0" fmla="*/ 64 w 65"/>
                  <a:gd name="T1" fmla="*/ 74 h 74"/>
                  <a:gd name="T2" fmla="*/ 63 w 65"/>
                  <a:gd name="T3" fmla="*/ 74 h 74"/>
                  <a:gd name="T4" fmla="*/ 1 w 65"/>
                  <a:gd name="T5" fmla="*/ 50 h 74"/>
                  <a:gd name="T6" fmla="*/ 1 w 65"/>
                  <a:gd name="T7" fmla="*/ 49 h 74"/>
                  <a:gd name="T8" fmla="*/ 1 w 65"/>
                  <a:gd name="T9" fmla="*/ 48 h 74"/>
                  <a:gd name="T10" fmla="*/ 23 w 65"/>
                  <a:gd name="T11" fmla="*/ 1 h 74"/>
                  <a:gd name="T12" fmla="*/ 24 w 65"/>
                  <a:gd name="T13" fmla="*/ 0 h 74"/>
                  <a:gd name="T14" fmla="*/ 26 w 65"/>
                  <a:gd name="T15" fmla="*/ 1 h 74"/>
                  <a:gd name="T16" fmla="*/ 65 w 65"/>
                  <a:gd name="T17" fmla="*/ 72 h 74"/>
                  <a:gd name="T18" fmla="*/ 65 w 65"/>
                  <a:gd name="T19" fmla="*/ 74 h 74"/>
                  <a:gd name="T20" fmla="*/ 64 w 65"/>
                  <a:gd name="T21" fmla="*/ 74 h 74"/>
                  <a:gd name="T22" fmla="*/ 4 w 65"/>
                  <a:gd name="T23" fmla="*/ 48 h 74"/>
                  <a:gd name="T24" fmla="*/ 60 w 65"/>
                  <a:gd name="T25" fmla="*/ 69 h 74"/>
                  <a:gd name="T26" fmla="*/ 24 w 65"/>
                  <a:gd name="T27" fmla="*/ 5 h 74"/>
                  <a:gd name="T28" fmla="*/ 4 w 65"/>
                  <a:gd name="T29" fmla="*/ 48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4">
                    <a:moveTo>
                      <a:pt x="64" y="74"/>
                    </a:moveTo>
                    <a:cubicBezTo>
                      <a:pt x="63" y="74"/>
                      <a:pt x="63" y="74"/>
                      <a:pt x="63" y="74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1" y="50"/>
                      <a:pt x="1" y="49"/>
                    </a:cubicBezTo>
                    <a:cubicBezTo>
                      <a:pt x="0" y="49"/>
                      <a:pt x="0" y="48"/>
                      <a:pt x="1" y="48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5" y="0"/>
                      <a:pt x="25" y="0"/>
                      <a:pt x="26" y="1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65" y="73"/>
                      <a:pt x="65" y="73"/>
                      <a:pt x="65" y="74"/>
                    </a:cubicBezTo>
                    <a:cubicBezTo>
                      <a:pt x="65" y="74"/>
                      <a:pt x="64" y="74"/>
                      <a:pt x="64" y="74"/>
                    </a:cubicBezTo>
                    <a:close/>
                    <a:moveTo>
                      <a:pt x="4" y="48"/>
                    </a:moveTo>
                    <a:cubicBezTo>
                      <a:pt x="60" y="69"/>
                      <a:pt x="60" y="69"/>
                      <a:pt x="60" y="69"/>
                    </a:cubicBezTo>
                    <a:cubicBezTo>
                      <a:pt x="24" y="5"/>
                      <a:pt x="24" y="5"/>
                      <a:pt x="24" y="5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4" name="Freeform 1071"/>
              <p:cNvSpPr>
                <a:spLocks noEditPoints="1"/>
              </p:cNvSpPr>
              <p:nvPr userDrawn="1"/>
            </p:nvSpPr>
            <p:spPr bwMode="auto">
              <a:xfrm>
                <a:off x="702" y="1090"/>
                <a:ext cx="69" cy="114"/>
              </a:xfrm>
              <a:custGeom>
                <a:avLst/>
                <a:gdLst>
                  <a:gd name="T0" fmla="*/ 2 w 56"/>
                  <a:gd name="T1" fmla="*/ 92 h 92"/>
                  <a:gd name="T2" fmla="*/ 1 w 56"/>
                  <a:gd name="T3" fmla="*/ 92 h 92"/>
                  <a:gd name="T4" fmla="*/ 1 w 56"/>
                  <a:gd name="T5" fmla="*/ 90 h 92"/>
                  <a:gd name="T6" fmla="*/ 26 w 56"/>
                  <a:gd name="T7" fmla="*/ 2 h 92"/>
                  <a:gd name="T8" fmla="*/ 27 w 56"/>
                  <a:gd name="T9" fmla="*/ 1 h 92"/>
                  <a:gd name="T10" fmla="*/ 28 w 56"/>
                  <a:gd name="T11" fmla="*/ 1 h 92"/>
                  <a:gd name="T12" fmla="*/ 55 w 56"/>
                  <a:gd name="T13" fmla="*/ 18 h 92"/>
                  <a:gd name="T14" fmla="*/ 56 w 56"/>
                  <a:gd name="T15" fmla="*/ 19 h 92"/>
                  <a:gd name="T16" fmla="*/ 56 w 56"/>
                  <a:gd name="T17" fmla="*/ 20 h 92"/>
                  <a:gd name="T18" fmla="*/ 4 w 56"/>
                  <a:gd name="T19" fmla="*/ 92 h 92"/>
                  <a:gd name="T20" fmla="*/ 2 w 56"/>
                  <a:gd name="T21" fmla="*/ 92 h 92"/>
                  <a:gd name="T22" fmla="*/ 28 w 56"/>
                  <a:gd name="T23" fmla="*/ 5 h 92"/>
                  <a:gd name="T24" fmla="*/ 6 w 56"/>
                  <a:gd name="T25" fmla="*/ 82 h 92"/>
                  <a:gd name="T26" fmla="*/ 52 w 56"/>
                  <a:gd name="T27" fmla="*/ 20 h 92"/>
                  <a:gd name="T28" fmla="*/ 28 w 56"/>
                  <a:gd name="T29" fmla="*/ 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92">
                    <a:moveTo>
                      <a:pt x="2" y="92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1"/>
                      <a:pt x="26" y="1"/>
                      <a:pt x="27" y="1"/>
                    </a:cubicBezTo>
                    <a:cubicBezTo>
                      <a:pt x="27" y="0"/>
                      <a:pt x="28" y="0"/>
                      <a:pt x="28" y="1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6" y="18"/>
                      <a:pt x="56" y="19"/>
                      <a:pt x="56" y="19"/>
                    </a:cubicBezTo>
                    <a:cubicBezTo>
                      <a:pt x="56" y="19"/>
                      <a:pt x="56" y="20"/>
                      <a:pt x="56" y="20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3" y="92"/>
                      <a:pt x="3" y="92"/>
                      <a:pt x="2" y="92"/>
                    </a:cubicBezTo>
                    <a:close/>
                    <a:moveTo>
                      <a:pt x="28" y="5"/>
                    </a:moveTo>
                    <a:cubicBezTo>
                      <a:pt x="6" y="82"/>
                      <a:pt x="6" y="82"/>
                      <a:pt x="6" y="82"/>
                    </a:cubicBezTo>
                    <a:cubicBezTo>
                      <a:pt x="52" y="20"/>
                      <a:pt x="52" y="20"/>
                      <a:pt x="52" y="20"/>
                    </a:cubicBezTo>
                    <a:lnTo>
                      <a:pt x="2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5" name="Freeform 1072"/>
              <p:cNvSpPr>
                <a:spLocks noEditPoints="1"/>
              </p:cNvSpPr>
              <p:nvPr userDrawn="1"/>
            </p:nvSpPr>
            <p:spPr bwMode="auto">
              <a:xfrm>
                <a:off x="2453" y="1015"/>
                <a:ext cx="132" cy="84"/>
              </a:xfrm>
              <a:custGeom>
                <a:avLst/>
                <a:gdLst>
                  <a:gd name="T0" fmla="*/ 2 w 107"/>
                  <a:gd name="T1" fmla="*/ 68 h 68"/>
                  <a:gd name="T2" fmla="*/ 1 w 107"/>
                  <a:gd name="T3" fmla="*/ 68 h 68"/>
                  <a:gd name="T4" fmla="*/ 1 w 107"/>
                  <a:gd name="T5" fmla="*/ 66 h 68"/>
                  <a:gd name="T6" fmla="*/ 21 w 107"/>
                  <a:gd name="T7" fmla="*/ 27 h 68"/>
                  <a:gd name="T8" fmla="*/ 22 w 107"/>
                  <a:gd name="T9" fmla="*/ 26 h 68"/>
                  <a:gd name="T10" fmla="*/ 104 w 107"/>
                  <a:gd name="T11" fmla="*/ 1 h 68"/>
                  <a:gd name="T12" fmla="*/ 106 w 107"/>
                  <a:gd name="T13" fmla="*/ 2 h 68"/>
                  <a:gd name="T14" fmla="*/ 106 w 107"/>
                  <a:gd name="T15" fmla="*/ 4 h 68"/>
                  <a:gd name="T16" fmla="*/ 3 w 107"/>
                  <a:gd name="T17" fmla="*/ 68 h 68"/>
                  <a:gd name="T18" fmla="*/ 2 w 107"/>
                  <a:gd name="T19" fmla="*/ 68 h 68"/>
                  <a:gd name="T20" fmla="*/ 24 w 107"/>
                  <a:gd name="T21" fmla="*/ 29 h 68"/>
                  <a:gd name="T22" fmla="*/ 7 w 107"/>
                  <a:gd name="T23" fmla="*/ 62 h 68"/>
                  <a:gd name="T24" fmla="*/ 93 w 107"/>
                  <a:gd name="T25" fmla="*/ 8 h 68"/>
                  <a:gd name="T26" fmla="*/ 24 w 107"/>
                  <a:gd name="T27" fmla="*/ 2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68">
                    <a:moveTo>
                      <a:pt x="2" y="68"/>
                    </a:moveTo>
                    <a:cubicBezTo>
                      <a:pt x="2" y="68"/>
                      <a:pt x="1" y="68"/>
                      <a:pt x="1" y="68"/>
                    </a:cubicBezTo>
                    <a:cubicBezTo>
                      <a:pt x="1" y="67"/>
                      <a:pt x="0" y="66"/>
                      <a:pt x="1" y="66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2" y="27"/>
                      <a:pt x="22" y="2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5" y="0"/>
                      <a:pt x="106" y="1"/>
                      <a:pt x="106" y="2"/>
                    </a:cubicBezTo>
                    <a:cubicBezTo>
                      <a:pt x="107" y="2"/>
                      <a:pt x="106" y="3"/>
                      <a:pt x="106" y="4"/>
                    </a:cubicBezTo>
                    <a:cubicBezTo>
                      <a:pt x="3" y="68"/>
                      <a:pt x="3" y="68"/>
                      <a:pt x="3" y="68"/>
                    </a:cubicBezTo>
                    <a:lnTo>
                      <a:pt x="2" y="68"/>
                    </a:lnTo>
                    <a:close/>
                    <a:moveTo>
                      <a:pt x="24" y="29"/>
                    </a:moveTo>
                    <a:cubicBezTo>
                      <a:pt x="7" y="62"/>
                      <a:pt x="7" y="62"/>
                      <a:pt x="7" y="62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2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6" name="Freeform 1073"/>
              <p:cNvSpPr>
                <a:spLocks noEditPoints="1"/>
              </p:cNvSpPr>
              <p:nvPr userDrawn="1"/>
            </p:nvSpPr>
            <p:spPr bwMode="auto">
              <a:xfrm>
                <a:off x="2580" y="1013"/>
                <a:ext cx="97" cy="40"/>
              </a:xfrm>
              <a:custGeom>
                <a:avLst/>
                <a:gdLst>
                  <a:gd name="T0" fmla="*/ 30 w 78"/>
                  <a:gd name="T1" fmla="*/ 32 h 32"/>
                  <a:gd name="T2" fmla="*/ 28 w 78"/>
                  <a:gd name="T3" fmla="*/ 32 h 32"/>
                  <a:gd name="T4" fmla="*/ 1 w 78"/>
                  <a:gd name="T5" fmla="*/ 4 h 32"/>
                  <a:gd name="T6" fmla="*/ 0 w 78"/>
                  <a:gd name="T7" fmla="*/ 3 h 32"/>
                  <a:gd name="T8" fmla="*/ 2 w 78"/>
                  <a:gd name="T9" fmla="*/ 2 h 32"/>
                  <a:gd name="T10" fmla="*/ 76 w 78"/>
                  <a:gd name="T11" fmla="*/ 0 h 32"/>
                  <a:gd name="T12" fmla="*/ 78 w 78"/>
                  <a:gd name="T13" fmla="*/ 1 h 32"/>
                  <a:gd name="T14" fmla="*/ 77 w 78"/>
                  <a:gd name="T15" fmla="*/ 3 h 32"/>
                  <a:gd name="T16" fmla="*/ 31 w 78"/>
                  <a:gd name="T17" fmla="*/ 32 h 32"/>
                  <a:gd name="T18" fmla="*/ 30 w 78"/>
                  <a:gd name="T19" fmla="*/ 32 h 32"/>
                  <a:gd name="T20" fmla="*/ 6 w 78"/>
                  <a:gd name="T21" fmla="*/ 5 h 32"/>
                  <a:gd name="T22" fmla="*/ 30 w 78"/>
                  <a:gd name="T23" fmla="*/ 28 h 32"/>
                  <a:gd name="T24" fmla="*/ 70 w 78"/>
                  <a:gd name="T25" fmla="*/ 3 h 32"/>
                  <a:gd name="T26" fmla="*/ 6 w 78"/>
                  <a:gd name="T27" fmla="*/ 5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32">
                    <a:moveTo>
                      <a:pt x="30" y="32"/>
                    </a:moveTo>
                    <a:cubicBezTo>
                      <a:pt x="29" y="32"/>
                      <a:pt x="29" y="32"/>
                      <a:pt x="28" y="3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7" y="0"/>
                      <a:pt x="77" y="0"/>
                      <a:pt x="78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31" y="32"/>
                      <a:pt x="31" y="32"/>
                      <a:pt x="31" y="32"/>
                    </a:cubicBezTo>
                    <a:lnTo>
                      <a:pt x="30" y="32"/>
                    </a:lnTo>
                    <a:close/>
                    <a:moveTo>
                      <a:pt x="6" y="5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70" y="3"/>
                      <a:pt x="70" y="3"/>
                      <a:pt x="70" y="3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7" name="Freeform 1074"/>
              <p:cNvSpPr>
                <a:spLocks noEditPoints="1"/>
              </p:cNvSpPr>
              <p:nvPr userDrawn="1"/>
            </p:nvSpPr>
            <p:spPr bwMode="auto">
              <a:xfrm>
                <a:off x="2615" y="1013"/>
                <a:ext cx="150" cy="40"/>
              </a:xfrm>
              <a:custGeom>
                <a:avLst/>
                <a:gdLst>
                  <a:gd name="T0" fmla="*/ 2 w 121"/>
                  <a:gd name="T1" fmla="*/ 32 h 32"/>
                  <a:gd name="T2" fmla="*/ 0 w 121"/>
                  <a:gd name="T3" fmla="*/ 31 h 32"/>
                  <a:gd name="T4" fmla="*/ 1 w 121"/>
                  <a:gd name="T5" fmla="*/ 29 h 32"/>
                  <a:gd name="T6" fmla="*/ 47 w 121"/>
                  <a:gd name="T7" fmla="*/ 0 h 32"/>
                  <a:gd name="T8" fmla="*/ 48 w 121"/>
                  <a:gd name="T9" fmla="*/ 0 h 32"/>
                  <a:gd name="T10" fmla="*/ 119 w 121"/>
                  <a:gd name="T11" fmla="*/ 20 h 32"/>
                  <a:gd name="T12" fmla="*/ 121 w 121"/>
                  <a:gd name="T13" fmla="*/ 22 h 32"/>
                  <a:gd name="T14" fmla="*/ 119 w 121"/>
                  <a:gd name="T15" fmla="*/ 23 h 32"/>
                  <a:gd name="T16" fmla="*/ 2 w 121"/>
                  <a:gd name="T17" fmla="*/ 32 h 32"/>
                  <a:gd name="T18" fmla="*/ 48 w 121"/>
                  <a:gd name="T19" fmla="*/ 3 h 32"/>
                  <a:gd name="T20" fmla="*/ 8 w 121"/>
                  <a:gd name="T21" fmla="*/ 28 h 32"/>
                  <a:gd name="T22" fmla="*/ 109 w 121"/>
                  <a:gd name="T23" fmla="*/ 21 h 32"/>
                  <a:gd name="T24" fmla="*/ 48 w 121"/>
                  <a:gd name="T25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32">
                    <a:moveTo>
                      <a:pt x="2" y="32"/>
                    </a:moveTo>
                    <a:cubicBezTo>
                      <a:pt x="1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19" y="20"/>
                      <a:pt x="119" y="20"/>
                      <a:pt x="119" y="20"/>
                    </a:cubicBezTo>
                    <a:cubicBezTo>
                      <a:pt x="120" y="20"/>
                      <a:pt x="121" y="21"/>
                      <a:pt x="121" y="22"/>
                    </a:cubicBezTo>
                    <a:cubicBezTo>
                      <a:pt x="120" y="23"/>
                      <a:pt x="120" y="23"/>
                      <a:pt x="119" y="23"/>
                    </a:cubicBezTo>
                    <a:cubicBezTo>
                      <a:pt x="2" y="32"/>
                      <a:pt x="2" y="32"/>
                      <a:pt x="2" y="32"/>
                    </a:cubicBezTo>
                    <a:close/>
                    <a:moveTo>
                      <a:pt x="48" y="3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109" y="21"/>
                      <a:pt x="109" y="21"/>
                      <a:pt x="109" y="21"/>
                    </a:cubicBezTo>
                    <a:lnTo>
                      <a:pt x="4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8" name="Freeform 1075"/>
              <p:cNvSpPr>
                <a:spLocks noEditPoints="1"/>
              </p:cNvSpPr>
              <p:nvPr userDrawn="1"/>
            </p:nvSpPr>
            <p:spPr bwMode="auto">
              <a:xfrm>
                <a:off x="2760" y="1038"/>
                <a:ext cx="85" cy="71"/>
              </a:xfrm>
              <a:custGeom>
                <a:avLst/>
                <a:gdLst>
                  <a:gd name="T0" fmla="*/ 43 w 69"/>
                  <a:gd name="T1" fmla="*/ 57 h 57"/>
                  <a:gd name="T2" fmla="*/ 42 w 69"/>
                  <a:gd name="T3" fmla="*/ 57 h 57"/>
                  <a:gd name="T4" fmla="*/ 1 w 69"/>
                  <a:gd name="T5" fmla="*/ 3 h 57"/>
                  <a:gd name="T6" fmla="*/ 1 w 69"/>
                  <a:gd name="T7" fmla="*/ 1 h 57"/>
                  <a:gd name="T8" fmla="*/ 3 w 69"/>
                  <a:gd name="T9" fmla="*/ 0 h 57"/>
                  <a:gd name="T10" fmla="*/ 68 w 69"/>
                  <a:gd name="T11" fmla="*/ 42 h 57"/>
                  <a:gd name="T12" fmla="*/ 69 w 69"/>
                  <a:gd name="T13" fmla="*/ 44 h 57"/>
                  <a:gd name="T14" fmla="*/ 68 w 69"/>
                  <a:gd name="T15" fmla="*/ 45 h 57"/>
                  <a:gd name="T16" fmla="*/ 44 w 69"/>
                  <a:gd name="T17" fmla="*/ 57 h 57"/>
                  <a:gd name="T18" fmla="*/ 43 w 69"/>
                  <a:gd name="T19" fmla="*/ 57 h 57"/>
                  <a:gd name="T20" fmla="*/ 9 w 69"/>
                  <a:gd name="T21" fmla="*/ 8 h 57"/>
                  <a:gd name="T22" fmla="*/ 43 w 69"/>
                  <a:gd name="T23" fmla="*/ 53 h 57"/>
                  <a:gd name="T24" fmla="*/ 64 w 69"/>
                  <a:gd name="T25" fmla="*/ 44 h 57"/>
                  <a:gd name="T26" fmla="*/ 9 w 69"/>
                  <a:gd name="T27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57">
                    <a:moveTo>
                      <a:pt x="43" y="57"/>
                    </a:moveTo>
                    <a:cubicBezTo>
                      <a:pt x="42" y="57"/>
                      <a:pt x="42" y="57"/>
                      <a:pt x="42" y="5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69" y="43"/>
                      <a:pt x="69" y="43"/>
                      <a:pt x="69" y="44"/>
                    </a:cubicBezTo>
                    <a:cubicBezTo>
                      <a:pt x="69" y="44"/>
                      <a:pt x="68" y="45"/>
                      <a:pt x="68" y="45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7"/>
                    </a:lnTo>
                    <a:close/>
                    <a:moveTo>
                      <a:pt x="9" y="8"/>
                    </a:moveTo>
                    <a:cubicBezTo>
                      <a:pt x="43" y="53"/>
                      <a:pt x="43" y="53"/>
                      <a:pt x="43" y="53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9" name="Freeform 1076"/>
              <p:cNvSpPr>
                <a:spLocks noEditPoints="1"/>
              </p:cNvSpPr>
              <p:nvPr userDrawn="1"/>
            </p:nvSpPr>
            <p:spPr bwMode="auto">
              <a:xfrm>
                <a:off x="2811" y="1090"/>
                <a:ext cx="105" cy="82"/>
              </a:xfrm>
              <a:custGeom>
                <a:avLst/>
                <a:gdLst>
                  <a:gd name="T0" fmla="*/ 83 w 85"/>
                  <a:gd name="T1" fmla="*/ 66 h 66"/>
                  <a:gd name="T2" fmla="*/ 82 w 85"/>
                  <a:gd name="T3" fmla="*/ 66 h 66"/>
                  <a:gd name="T4" fmla="*/ 1 w 85"/>
                  <a:gd name="T5" fmla="*/ 15 h 66"/>
                  <a:gd name="T6" fmla="*/ 0 w 85"/>
                  <a:gd name="T7" fmla="*/ 13 h 66"/>
                  <a:gd name="T8" fmla="*/ 1 w 85"/>
                  <a:gd name="T9" fmla="*/ 12 h 66"/>
                  <a:gd name="T10" fmla="*/ 25 w 85"/>
                  <a:gd name="T11" fmla="*/ 0 h 66"/>
                  <a:gd name="T12" fmla="*/ 27 w 85"/>
                  <a:gd name="T13" fmla="*/ 1 h 66"/>
                  <a:gd name="T14" fmla="*/ 84 w 85"/>
                  <a:gd name="T15" fmla="*/ 63 h 66"/>
                  <a:gd name="T16" fmla="*/ 84 w 85"/>
                  <a:gd name="T17" fmla="*/ 66 h 66"/>
                  <a:gd name="T18" fmla="*/ 83 w 85"/>
                  <a:gd name="T19" fmla="*/ 66 h 66"/>
                  <a:gd name="T20" fmla="*/ 5 w 85"/>
                  <a:gd name="T21" fmla="*/ 14 h 66"/>
                  <a:gd name="T22" fmla="*/ 73 w 85"/>
                  <a:gd name="T23" fmla="*/ 57 h 66"/>
                  <a:gd name="T24" fmla="*/ 26 w 85"/>
                  <a:gd name="T25" fmla="*/ 4 h 66"/>
                  <a:gd name="T26" fmla="*/ 5 w 85"/>
                  <a:gd name="T27" fmla="*/ 1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66">
                    <a:moveTo>
                      <a:pt x="83" y="66"/>
                    </a:moveTo>
                    <a:cubicBezTo>
                      <a:pt x="82" y="66"/>
                      <a:pt x="82" y="66"/>
                      <a:pt x="82" y="66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0" y="14"/>
                      <a:pt x="0" y="13"/>
                    </a:cubicBezTo>
                    <a:cubicBezTo>
                      <a:pt x="0" y="13"/>
                      <a:pt x="1" y="12"/>
                      <a:pt x="1" y="1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7" y="0"/>
                      <a:pt x="27" y="1"/>
                    </a:cubicBezTo>
                    <a:cubicBezTo>
                      <a:pt x="84" y="63"/>
                      <a:pt x="84" y="63"/>
                      <a:pt x="84" y="63"/>
                    </a:cubicBezTo>
                    <a:cubicBezTo>
                      <a:pt x="85" y="64"/>
                      <a:pt x="85" y="65"/>
                      <a:pt x="84" y="66"/>
                    </a:cubicBezTo>
                    <a:cubicBezTo>
                      <a:pt x="84" y="66"/>
                      <a:pt x="83" y="66"/>
                      <a:pt x="83" y="66"/>
                    </a:cubicBezTo>
                    <a:close/>
                    <a:moveTo>
                      <a:pt x="5" y="14"/>
                    </a:moveTo>
                    <a:cubicBezTo>
                      <a:pt x="73" y="57"/>
                      <a:pt x="73" y="57"/>
                      <a:pt x="73" y="57"/>
                    </a:cubicBezTo>
                    <a:cubicBezTo>
                      <a:pt x="26" y="4"/>
                      <a:pt x="26" y="4"/>
                      <a:pt x="26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0" name="Freeform 1077"/>
              <p:cNvSpPr>
                <a:spLocks noEditPoints="1"/>
              </p:cNvSpPr>
              <p:nvPr userDrawn="1"/>
            </p:nvSpPr>
            <p:spPr bwMode="auto">
              <a:xfrm>
                <a:off x="2908" y="1168"/>
                <a:ext cx="61" cy="107"/>
              </a:xfrm>
              <a:custGeom>
                <a:avLst/>
                <a:gdLst>
                  <a:gd name="T0" fmla="*/ 47 w 49"/>
                  <a:gd name="T1" fmla="*/ 86 h 86"/>
                  <a:gd name="T2" fmla="*/ 46 w 49"/>
                  <a:gd name="T3" fmla="*/ 86 h 86"/>
                  <a:gd name="T4" fmla="*/ 1 w 49"/>
                  <a:gd name="T5" fmla="*/ 56 h 86"/>
                  <a:gd name="T6" fmla="*/ 0 w 49"/>
                  <a:gd name="T7" fmla="*/ 55 h 86"/>
                  <a:gd name="T8" fmla="*/ 2 w 49"/>
                  <a:gd name="T9" fmla="*/ 2 h 86"/>
                  <a:gd name="T10" fmla="*/ 4 w 49"/>
                  <a:gd name="T11" fmla="*/ 0 h 86"/>
                  <a:gd name="T12" fmla="*/ 5 w 49"/>
                  <a:gd name="T13" fmla="*/ 1 h 86"/>
                  <a:gd name="T14" fmla="*/ 49 w 49"/>
                  <a:gd name="T15" fmla="*/ 84 h 86"/>
                  <a:gd name="T16" fmla="*/ 48 w 49"/>
                  <a:gd name="T17" fmla="*/ 86 h 86"/>
                  <a:gd name="T18" fmla="*/ 47 w 49"/>
                  <a:gd name="T19" fmla="*/ 86 h 86"/>
                  <a:gd name="T20" fmla="*/ 3 w 49"/>
                  <a:gd name="T21" fmla="*/ 54 h 86"/>
                  <a:gd name="T22" fmla="*/ 43 w 49"/>
                  <a:gd name="T23" fmla="*/ 80 h 86"/>
                  <a:gd name="T24" fmla="*/ 5 w 49"/>
                  <a:gd name="T25" fmla="*/ 8 h 86"/>
                  <a:gd name="T26" fmla="*/ 3 w 49"/>
                  <a:gd name="T27" fmla="*/ 5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86">
                    <a:moveTo>
                      <a:pt x="47" y="86"/>
                    </a:moveTo>
                    <a:cubicBezTo>
                      <a:pt x="46" y="86"/>
                      <a:pt x="46" y="86"/>
                      <a:pt x="46" y="86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4" y="0"/>
                      <a:pt x="5" y="0"/>
                      <a:pt x="5" y="1"/>
                    </a:cubicBezTo>
                    <a:cubicBezTo>
                      <a:pt x="49" y="84"/>
                      <a:pt x="49" y="84"/>
                      <a:pt x="49" y="84"/>
                    </a:cubicBezTo>
                    <a:cubicBezTo>
                      <a:pt x="49" y="85"/>
                      <a:pt x="49" y="85"/>
                      <a:pt x="48" y="86"/>
                    </a:cubicBezTo>
                    <a:cubicBezTo>
                      <a:pt x="48" y="86"/>
                      <a:pt x="48" y="86"/>
                      <a:pt x="47" y="86"/>
                    </a:cubicBezTo>
                    <a:close/>
                    <a:moveTo>
                      <a:pt x="3" y="54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5" y="8"/>
                      <a:pt x="5" y="8"/>
                      <a:pt x="5" y="8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1" name="Freeform 1078"/>
              <p:cNvSpPr>
                <a:spLocks noEditPoints="1"/>
              </p:cNvSpPr>
              <p:nvPr userDrawn="1"/>
            </p:nvSpPr>
            <p:spPr bwMode="auto">
              <a:xfrm>
                <a:off x="2879" y="1127"/>
                <a:ext cx="64" cy="110"/>
              </a:xfrm>
              <a:custGeom>
                <a:avLst/>
                <a:gdLst>
                  <a:gd name="T0" fmla="*/ 26 w 52"/>
                  <a:gd name="T1" fmla="*/ 89 h 89"/>
                  <a:gd name="T2" fmla="*/ 25 w 52"/>
                  <a:gd name="T3" fmla="*/ 89 h 89"/>
                  <a:gd name="T4" fmla="*/ 24 w 52"/>
                  <a:gd name="T5" fmla="*/ 88 h 89"/>
                  <a:gd name="T6" fmla="*/ 0 w 52"/>
                  <a:gd name="T7" fmla="*/ 2 h 89"/>
                  <a:gd name="T8" fmla="*/ 1 w 52"/>
                  <a:gd name="T9" fmla="*/ 0 h 89"/>
                  <a:gd name="T10" fmla="*/ 3 w 52"/>
                  <a:gd name="T11" fmla="*/ 1 h 89"/>
                  <a:gd name="T12" fmla="*/ 52 w 52"/>
                  <a:gd name="T13" fmla="*/ 75 h 89"/>
                  <a:gd name="T14" fmla="*/ 52 w 52"/>
                  <a:gd name="T15" fmla="*/ 76 h 89"/>
                  <a:gd name="T16" fmla="*/ 51 w 52"/>
                  <a:gd name="T17" fmla="*/ 77 h 89"/>
                  <a:gd name="T18" fmla="*/ 26 w 52"/>
                  <a:gd name="T19" fmla="*/ 89 h 89"/>
                  <a:gd name="T20" fmla="*/ 6 w 52"/>
                  <a:gd name="T21" fmla="*/ 12 h 89"/>
                  <a:gd name="T22" fmla="*/ 27 w 52"/>
                  <a:gd name="T23" fmla="*/ 85 h 89"/>
                  <a:gd name="T24" fmla="*/ 48 w 52"/>
                  <a:gd name="T25" fmla="*/ 75 h 89"/>
                  <a:gd name="T26" fmla="*/ 6 w 52"/>
                  <a:gd name="T27" fmla="*/ 12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89">
                    <a:moveTo>
                      <a:pt x="26" y="89"/>
                    </a:moveTo>
                    <a:cubicBezTo>
                      <a:pt x="25" y="89"/>
                      <a:pt x="25" y="89"/>
                      <a:pt x="25" y="89"/>
                    </a:cubicBezTo>
                    <a:cubicBezTo>
                      <a:pt x="25" y="89"/>
                      <a:pt x="24" y="89"/>
                      <a:pt x="24" y="8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2" y="75"/>
                      <a:pt x="52" y="75"/>
                      <a:pt x="52" y="75"/>
                    </a:cubicBezTo>
                    <a:cubicBezTo>
                      <a:pt x="52" y="75"/>
                      <a:pt x="52" y="76"/>
                      <a:pt x="52" y="76"/>
                    </a:cubicBezTo>
                    <a:cubicBezTo>
                      <a:pt x="52" y="76"/>
                      <a:pt x="52" y="77"/>
                      <a:pt x="51" y="77"/>
                    </a:cubicBezTo>
                    <a:cubicBezTo>
                      <a:pt x="26" y="89"/>
                      <a:pt x="26" y="89"/>
                      <a:pt x="26" y="89"/>
                    </a:cubicBezTo>
                    <a:close/>
                    <a:moveTo>
                      <a:pt x="6" y="12"/>
                    </a:moveTo>
                    <a:cubicBezTo>
                      <a:pt x="27" y="85"/>
                      <a:pt x="27" y="85"/>
                      <a:pt x="27" y="85"/>
                    </a:cubicBezTo>
                    <a:cubicBezTo>
                      <a:pt x="48" y="75"/>
                      <a:pt x="48" y="75"/>
                      <a:pt x="48" y="7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2" name="Freeform 1079"/>
              <p:cNvSpPr>
                <a:spLocks noEditPoints="1"/>
              </p:cNvSpPr>
              <p:nvPr userDrawn="1"/>
            </p:nvSpPr>
            <p:spPr bwMode="auto">
              <a:xfrm>
                <a:off x="2703" y="1038"/>
                <a:ext cx="109" cy="43"/>
              </a:xfrm>
              <a:custGeom>
                <a:avLst/>
                <a:gdLst>
                  <a:gd name="T0" fmla="*/ 2 w 88"/>
                  <a:gd name="T1" fmla="*/ 35 h 35"/>
                  <a:gd name="T2" fmla="*/ 1 w 88"/>
                  <a:gd name="T3" fmla="*/ 33 h 35"/>
                  <a:gd name="T4" fmla="*/ 1 w 88"/>
                  <a:gd name="T5" fmla="*/ 31 h 35"/>
                  <a:gd name="T6" fmla="*/ 47 w 88"/>
                  <a:gd name="T7" fmla="*/ 0 h 35"/>
                  <a:gd name="T8" fmla="*/ 49 w 88"/>
                  <a:gd name="T9" fmla="*/ 0 h 35"/>
                  <a:gd name="T10" fmla="*/ 87 w 88"/>
                  <a:gd name="T11" fmla="*/ 25 h 35"/>
                  <a:gd name="T12" fmla="*/ 88 w 88"/>
                  <a:gd name="T13" fmla="*/ 27 h 35"/>
                  <a:gd name="T14" fmla="*/ 86 w 88"/>
                  <a:gd name="T15" fmla="*/ 28 h 35"/>
                  <a:gd name="T16" fmla="*/ 2 w 88"/>
                  <a:gd name="T17" fmla="*/ 35 h 35"/>
                  <a:gd name="T18" fmla="*/ 48 w 88"/>
                  <a:gd name="T19" fmla="*/ 4 h 35"/>
                  <a:gd name="T20" fmla="*/ 8 w 88"/>
                  <a:gd name="T21" fmla="*/ 31 h 35"/>
                  <a:gd name="T22" fmla="*/ 81 w 88"/>
                  <a:gd name="T23" fmla="*/ 25 h 35"/>
                  <a:gd name="T24" fmla="*/ 48 w 88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35">
                    <a:moveTo>
                      <a:pt x="2" y="35"/>
                    </a:moveTo>
                    <a:cubicBezTo>
                      <a:pt x="2" y="35"/>
                      <a:pt x="1" y="34"/>
                      <a:pt x="1" y="33"/>
                    </a:cubicBezTo>
                    <a:cubicBezTo>
                      <a:pt x="0" y="33"/>
                      <a:pt x="1" y="32"/>
                      <a:pt x="1" y="3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9" y="0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87" y="25"/>
                      <a:pt x="88" y="26"/>
                      <a:pt x="88" y="27"/>
                    </a:cubicBezTo>
                    <a:cubicBezTo>
                      <a:pt x="87" y="27"/>
                      <a:pt x="87" y="28"/>
                      <a:pt x="86" y="28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48" y="4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81" y="25"/>
                      <a:pt x="81" y="25"/>
                      <a:pt x="81" y="25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3" name="Freeform 1080"/>
              <p:cNvSpPr>
                <a:spLocks noEditPoints="1"/>
              </p:cNvSpPr>
              <p:nvPr userDrawn="1"/>
            </p:nvSpPr>
            <p:spPr bwMode="auto">
              <a:xfrm>
                <a:off x="2520" y="1015"/>
                <a:ext cx="104" cy="38"/>
              </a:xfrm>
              <a:custGeom>
                <a:avLst/>
                <a:gdLst>
                  <a:gd name="T0" fmla="*/ 79 w 84"/>
                  <a:gd name="T1" fmla="*/ 31 h 31"/>
                  <a:gd name="T2" fmla="*/ 78 w 84"/>
                  <a:gd name="T3" fmla="*/ 31 h 31"/>
                  <a:gd name="T4" fmla="*/ 2 w 84"/>
                  <a:gd name="T5" fmla="*/ 17 h 31"/>
                  <a:gd name="T6" fmla="*/ 0 w 84"/>
                  <a:gd name="T7" fmla="*/ 16 h 31"/>
                  <a:gd name="T8" fmla="*/ 2 w 84"/>
                  <a:gd name="T9" fmla="*/ 14 h 31"/>
                  <a:gd name="T10" fmla="*/ 82 w 84"/>
                  <a:gd name="T11" fmla="*/ 0 h 31"/>
                  <a:gd name="T12" fmla="*/ 83 w 84"/>
                  <a:gd name="T13" fmla="*/ 0 h 31"/>
                  <a:gd name="T14" fmla="*/ 84 w 84"/>
                  <a:gd name="T15" fmla="*/ 2 h 31"/>
                  <a:gd name="T16" fmla="*/ 80 w 84"/>
                  <a:gd name="T17" fmla="*/ 30 h 31"/>
                  <a:gd name="T18" fmla="*/ 80 w 84"/>
                  <a:gd name="T19" fmla="*/ 31 h 31"/>
                  <a:gd name="T20" fmla="*/ 79 w 84"/>
                  <a:gd name="T21" fmla="*/ 31 h 31"/>
                  <a:gd name="T22" fmla="*/ 11 w 84"/>
                  <a:gd name="T23" fmla="*/ 16 h 31"/>
                  <a:gd name="T24" fmla="*/ 77 w 84"/>
                  <a:gd name="T25" fmla="*/ 27 h 31"/>
                  <a:gd name="T26" fmla="*/ 80 w 84"/>
                  <a:gd name="T27" fmla="*/ 4 h 31"/>
                  <a:gd name="T28" fmla="*/ 11 w 84"/>
                  <a:gd name="T29" fmla="*/ 1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31">
                    <a:moveTo>
                      <a:pt x="79" y="31"/>
                    </a:moveTo>
                    <a:cubicBezTo>
                      <a:pt x="78" y="31"/>
                      <a:pt x="78" y="31"/>
                      <a:pt x="78" y="3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" y="17"/>
                      <a:pt x="0" y="16"/>
                      <a:pt x="0" y="16"/>
                    </a:cubicBezTo>
                    <a:cubicBezTo>
                      <a:pt x="0" y="15"/>
                      <a:pt x="1" y="14"/>
                      <a:pt x="2" y="14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0" y="31"/>
                      <a:pt x="80" y="31"/>
                    </a:cubicBezTo>
                    <a:lnTo>
                      <a:pt x="79" y="31"/>
                    </a:lnTo>
                    <a:close/>
                    <a:moveTo>
                      <a:pt x="11" y="16"/>
                    </a:moveTo>
                    <a:cubicBezTo>
                      <a:pt x="77" y="27"/>
                      <a:pt x="77" y="27"/>
                      <a:pt x="77" y="27"/>
                    </a:cubicBezTo>
                    <a:cubicBezTo>
                      <a:pt x="80" y="4"/>
                      <a:pt x="80" y="4"/>
                      <a:pt x="80" y="4"/>
                    </a:cubicBezTo>
                    <a:lnTo>
                      <a:pt x="1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4" name="Freeform 1081"/>
              <p:cNvSpPr>
                <a:spLocks noEditPoints="1"/>
              </p:cNvSpPr>
              <p:nvPr userDrawn="1"/>
            </p:nvSpPr>
            <p:spPr bwMode="auto">
              <a:xfrm>
                <a:off x="1975" y="412"/>
                <a:ext cx="82" cy="80"/>
              </a:xfrm>
              <a:custGeom>
                <a:avLst/>
                <a:gdLst>
                  <a:gd name="T0" fmla="*/ 2 w 66"/>
                  <a:gd name="T1" fmla="*/ 65 h 65"/>
                  <a:gd name="T2" fmla="*/ 1 w 66"/>
                  <a:gd name="T3" fmla="*/ 64 h 65"/>
                  <a:gd name="T4" fmla="*/ 1 w 66"/>
                  <a:gd name="T5" fmla="*/ 62 h 65"/>
                  <a:gd name="T6" fmla="*/ 56 w 66"/>
                  <a:gd name="T7" fmla="*/ 0 h 65"/>
                  <a:gd name="T8" fmla="*/ 57 w 66"/>
                  <a:gd name="T9" fmla="*/ 0 h 65"/>
                  <a:gd name="T10" fmla="*/ 58 w 66"/>
                  <a:gd name="T11" fmla="*/ 1 h 65"/>
                  <a:gd name="T12" fmla="*/ 66 w 66"/>
                  <a:gd name="T13" fmla="*/ 41 h 65"/>
                  <a:gd name="T14" fmla="*/ 64 w 66"/>
                  <a:gd name="T15" fmla="*/ 43 h 65"/>
                  <a:gd name="T16" fmla="*/ 3 w 66"/>
                  <a:gd name="T17" fmla="*/ 65 h 65"/>
                  <a:gd name="T18" fmla="*/ 2 w 66"/>
                  <a:gd name="T19" fmla="*/ 65 h 65"/>
                  <a:gd name="T20" fmla="*/ 56 w 66"/>
                  <a:gd name="T21" fmla="*/ 5 h 65"/>
                  <a:gd name="T22" fmla="*/ 8 w 66"/>
                  <a:gd name="T23" fmla="*/ 59 h 65"/>
                  <a:gd name="T24" fmla="*/ 62 w 66"/>
                  <a:gd name="T25" fmla="*/ 41 h 65"/>
                  <a:gd name="T26" fmla="*/ 56 w 66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65">
                    <a:moveTo>
                      <a:pt x="2" y="65"/>
                    </a:moveTo>
                    <a:cubicBezTo>
                      <a:pt x="2" y="65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7" y="0"/>
                    </a:cubicBezTo>
                    <a:cubicBezTo>
                      <a:pt x="58" y="0"/>
                      <a:pt x="58" y="1"/>
                      <a:pt x="58" y="1"/>
                    </a:cubicBezTo>
                    <a:cubicBezTo>
                      <a:pt x="66" y="41"/>
                      <a:pt x="66" y="41"/>
                      <a:pt x="66" y="41"/>
                    </a:cubicBezTo>
                    <a:cubicBezTo>
                      <a:pt x="66" y="42"/>
                      <a:pt x="65" y="43"/>
                      <a:pt x="64" y="43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56" y="5"/>
                    </a:moveTo>
                    <a:cubicBezTo>
                      <a:pt x="8" y="59"/>
                      <a:pt x="8" y="59"/>
                      <a:pt x="8" y="59"/>
                    </a:cubicBezTo>
                    <a:cubicBezTo>
                      <a:pt x="62" y="41"/>
                      <a:pt x="62" y="41"/>
                      <a:pt x="62" y="41"/>
                    </a:cubicBezTo>
                    <a:lnTo>
                      <a:pt x="5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5" name="Freeform 1082"/>
              <p:cNvSpPr>
                <a:spLocks noEditPoints="1"/>
              </p:cNvSpPr>
              <p:nvPr userDrawn="1"/>
            </p:nvSpPr>
            <p:spPr bwMode="auto">
              <a:xfrm>
                <a:off x="1167" y="253"/>
                <a:ext cx="81" cy="81"/>
              </a:xfrm>
              <a:custGeom>
                <a:avLst/>
                <a:gdLst>
                  <a:gd name="T0" fmla="*/ 2 w 65"/>
                  <a:gd name="T1" fmla="*/ 65 h 65"/>
                  <a:gd name="T2" fmla="*/ 0 w 65"/>
                  <a:gd name="T3" fmla="*/ 64 h 65"/>
                  <a:gd name="T4" fmla="*/ 0 w 65"/>
                  <a:gd name="T5" fmla="*/ 62 h 65"/>
                  <a:gd name="T6" fmla="*/ 55 w 65"/>
                  <a:gd name="T7" fmla="*/ 0 h 65"/>
                  <a:gd name="T8" fmla="*/ 57 w 65"/>
                  <a:gd name="T9" fmla="*/ 0 h 65"/>
                  <a:gd name="T10" fmla="*/ 58 w 65"/>
                  <a:gd name="T11" fmla="*/ 1 h 65"/>
                  <a:gd name="T12" fmla="*/ 65 w 65"/>
                  <a:gd name="T13" fmla="*/ 41 h 65"/>
                  <a:gd name="T14" fmla="*/ 64 w 65"/>
                  <a:gd name="T15" fmla="*/ 43 h 65"/>
                  <a:gd name="T16" fmla="*/ 2 w 65"/>
                  <a:gd name="T17" fmla="*/ 64 h 65"/>
                  <a:gd name="T18" fmla="*/ 2 w 65"/>
                  <a:gd name="T19" fmla="*/ 65 h 65"/>
                  <a:gd name="T20" fmla="*/ 55 w 65"/>
                  <a:gd name="T21" fmla="*/ 5 h 65"/>
                  <a:gd name="T22" fmla="*/ 7 w 65"/>
                  <a:gd name="T23" fmla="*/ 59 h 65"/>
                  <a:gd name="T24" fmla="*/ 62 w 65"/>
                  <a:gd name="T25" fmla="*/ 40 h 65"/>
                  <a:gd name="T26" fmla="*/ 55 w 65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65">
                    <a:moveTo>
                      <a:pt x="2" y="65"/>
                    </a:moveTo>
                    <a:cubicBezTo>
                      <a:pt x="1" y="65"/>
                      <a:pt x="1" y="64"/>
                      <a:pt x="0" y="64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2"/>
                      <a:pt x="65" y="43"/>
                      <a:pt x="64" y="43"/>
                    </a:cubicBezTo>
                    <a:cubicBezTo>
                      <a:pt x="2" y="64"/>
                      <a:pt x="2" y="64"/>
                      <a:pt x="2" y="64"/>
                    </a:cubicBezTo>
                    <a:lnTo>
                      <a:pt x="2" y="65"/>
                    </a:lnTo>
                    <a:close/>
                    <a:moveTo>
                      <a:pt x="55" y="5"/>
                    </a:moveTo>
                    <a:cubicBezTo>
                      <a:pt x="7" y="59"/>
                      <a:pt x="7" y="59"/>
                      <a:pt x="7" y="59"/>
                    </a:cubicBezTo>
                    <a:cubicBezTo>
                      <a:pt x="62" y="40"/>
                      <a:pt x="62" y="40"/>
                      <a:pt x="62" y="40"/>
                    </a:cubicBezTo>
                    <a:lnTo>
                      <a:pt x="5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6" name="Freeform 1083"/>
              <p:cNvSpPr>
                <a:spLocks noEditPoints="1"/>
              </p:cNvSpPr>
              <p:nvPr userDrawn="1"/>
            </p:nvSpPr>
            <p:spPr bwMode="auto">
              <a:xfrm>
                <a:off x="2207" y="260"/>
                <a:ext cx="111" cy="79"/>
              </a:xfrm>
              <a:custGeom>
                <a:avLst/>
                <a:gdLst>
                  <a:gd name="T0" fmla="*/ 17 w 90"/>
                  <a:gd name="T1" fmla="*/ 64 h 64"/>
                  <a:gd name="T2" fmla="*/ 17 w 90"/>
                  <a:gd name="T3" fmla="*/ 64 h 64"/>
                  <a:gd name="T4" fmla="*/ 16 w 90"/>
                  <a:gd name="T5" fmla="*/ 63 h 64"/>
                  <a:gd name="T6" fmla="*/ 1 w 90"/>
                  <a:gd name="T7" fmla="*/ 35 h 64"/>
                  <a:gd name="T8" fmla="*/ 1 w 90"/>
                  <a:gd name="T9" fmla="*/ 33 h 64"/>
                  <a:gd name="T10" fmla="*/ 2 w 90"/>
                  <a:gd name="T11" fmla="*/ 32 h 64"/>
                  <a:gd name="T12" fmla="*/ 87 w 90"/>
                  <a:gd name="T13" fmla="*/ 0 h 64"/>
                  <a:gd name="T14" fmla="*/ 89 w 90"/>
                  <a:gd name="T15" fmla="*/ 1 h 64"/>
                  <a:gd name="T16" fmla="*/ 89 w 90"/>
                  <a:gd name="T17" fmla="*/ 3 h 64"/>
                  <a:gd name="T18" fmla="*/ 18 w 90"/>
                  <a:gd name="T19" fmla="*/ 63 h 64"/>
                  <a:gd name="T20" fmla="*/ 17 w 90"/>
                  <a:gd name="T21" fmla="*/ 64 h 64"/>
                  <a:gd name="T22" fmla="*/ 5 w 90"/>
                  <a:gd name="T23" fmla="*/ 35 h 64"/>
                  <a:gd name="T24" fmla="*/ 18 w 90"/>
                  <a:gd name="T25" fmla="*/ 60 h 64"/>
                  <a:gd name="T26" fmla="*/ 80 w 90"/>
                  <a:gd name="T27" fmla="*/ 7 h 64"/>
                  <a:gd name="T28" fmla="*/ 5 w 90"/>
                  <a:gd name="T29" fmla="*/ 3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4">
                    <a:moveTo>
                      <a:pt x="17" y="64"/>
                    </a:moveTo>
                    <a:cubicBezTo>
                      <a:pt x="17" y="64"/>
                      <a:pt x="17" y="64"/>
                      <a:pt x="17" y="64"/>
                    </a:cubicBezTo>
                    <a:cubicBezTo>
                      <a:pt x="16" y="64"/>
                      <a:pt x="16" y="63"/>
                      <a:pt x="16" y="63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1" y="34"/>
                      <a:pt x="0" y="34"/>
                      <a:pt x="1" y="33"/>
                    </a:cubicBezTo>
                    <a:cubicBezTo>
                      <a:pt x="1" y="33"/>
                      <a:pt x="1" y="33"/>
                      <a:pt x="2" y="3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9" y="0"/>
                      <a:pt x="89" y="1"/>
                    </a:cubicBezTo>
                    <a:cubicBezTo>
                      <a:pt x="90" y="2"/>
                      <a:pt x="90" y="2"/>
                      <a:pt x="89" y="3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8" y="64"/>
                      <a:pt x="18" y="64"/>
                      <a:pt x="17" y="64"/>
                    </a:cubicBezTo>
                    <a:close/>
                    <a:moveTo>
                      <a:pt x="5" y="35"/>
                    </a:moveTo>
                    <a:cubicBezTo>
                      <a:pt x="18" y="60"/>
                      <a:pt x="18" y="60"/>
                      <a:pt x="18" y="60"/>
                    </a:cubicBezTo>
                    <a:cubicBezTo>
                      <a:pt x="80" y="7"/>
                      <a:pt x="80" y="7"/>
                      <a:pt x="80" y="7"/>
                    </a:cubicBezTo>
                    <a:lnTo>
                      <a:pt x="5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7" name="Freeform 1084"/>
              <p:cNvSpPr>
                <a:spLocks noEditPoints="1"/>
              </p:cNvSpPr>
              <p:nvPr userDrawn="1"/>
            </p:nvSpPr>
            <p:spPr bwMode="auto">
              <a:xfrm>
                <a:off x="2392" y="313"/>
                <a:ext cx="145" cy="105"/>
              </a:xfrm>
              <a:custGeom>
                <a:avLst/>
                <a:gdLst>
                  <a:gd name="T0" fmla="*/ 96 w 117"/>
                  <a:gd name="T1" fmla="*/ 85 h 85"/>
                  <a:gd name="T2" fmla="*/ 95 w 117"/>
                  <a:gd name="T3" fmla="*/ 85 h 85"/>
                  <a:gd name="T4" fmla="*/ 1 w 117"/>
                  <a:gd name="T5" fmla="*/ 48 h 85"/>
                  <a:gd name="T6" fmla="*/ 0 w 117"/>
                  <a:gd name="T7" fmla="*/ 46 h 85"/>
                  <a:gd name="T8" fmla="*/ 1 w 117"/>
                  <a:gd name="T9" fmla="*/ 44 h 85"/>
                  <a:gd name="T10" fmla="*/ 114 w 117"/>
                  <a:gd name="T11" fmla="*/ 0 h 85"/>
                  <a:gd name="T12" fmla="*/ 116 w 117"/>
                  <a:gd name="T13" fmla="*/ 0 h 85"/>
                  <a:gd name="T14" fmla="*/ 117 w 117"/>
                  <a:gd name="T15" fmla="*/ 2 h 85"/>
                  <a:gd name="T16" fmla="*/ 98 w 117"/>
                  <a:gd name="T17" fmla="*/ 84 h 85"/>
                  <a:gd name="T18" fmla="*/ 97 w 117"/>
                  <a:gd name="T19" fmla="*/ 85 h 85"/>
                  <a:gd name="T20" fmla="*/ 96 w 117"/>
                  <a:gd name="T21" fmla="*/ 85 h 85"/>
                  <a:gd name="T22" fmla="*/ 6 w 117"/>
                  <a:gd name="T23" fmla="*/ 46 h 85"/>
                  <a:gd name="T24" fmla="*/ 95 w 117"/>
                  <a:gd name="T25" fmla="*/ 82 h 85"/>
                  <a:gd name="T26" fmla="*/ 113 w 117"/>
                  <a:gd name="T27" fmla="*/ 4 h 85"/>
                  <a:gd name="T28" fmla="*/ 6 w 117"/>
                  <a:gd name="T29" fmla="*/ 46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7" h="85">
                    <a:moveTo>
                      <a:pt x="96" y="85"/>
                    </a:moveTo>
                    <a:cubicBezTo>
                      <a:pt x="95" y="85"/>
                      <a:pt x="95" y="85"/>
                      <a:pt x="95" y="8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5"/>
                      <a:pt x="0" y="45"/>
                      <a:pt x="1" y="44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5" y="0"/>
                      <a:pt x="116" y="0"/>
                      <a:pt x="116" y="0"/>
                    </a:cubicBezTo>
                    <a:cubicBezTo>
                      <a:pt x="117" y="1"/>
                      <a:pt x="117" y="1"/>
                      <a:pt x="117" y="2"/>
                    </a:cubicBezTo>
                    <a:cubicBezTo>
                      <a:pt x="98" y="84"/>
                      <a:pt x="98" y="84"/>
                      <a:pt x="98" y="84"/>
                    </a:cubicBezTo>
                    <a:cubicBezTo>
                      <a:pt x="98" y="85"/>
                      <a:pt x="97" y="85"/>
                      <a:pt x="97" y="85"/>
                    </a:cubicBezTo>
                    <a:lnTo>
                      <a:pt x="96" y="85"/>
                    </a:lnTo>
                    <a:close/>
                    <a:moveTo>
                      <a:pt x="6" y="46"/>
                    </a:moveTo>
                    <a:cubicBezTo>
                      <a:pt x="95" y="82"/>
                      <a:pt x="95" y="82"/>
                      <a:pt x="95" y="82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8" name="Freeform 1085"/>
              <p:cNvSpPr>
                <a:spLocks noEditPoints="1"/>
              </p:cNvSpPr>
              <p:nvPr userDrawn="1"/>
            </p:nvSpPr>
            <p:spPr bwMode="auto">
              <a:xfrm>
                <a:off x="1918" y="520"/>
                <a:ext cx="72" cy="122"/>
              </a:xfrm>
              <a:custGeom>
                <a:avLst/>
                <a:gdLst>
                  <a:gd name="T0" fmla="*/ 3 w 58"/>
                  <a:gd name="T1" fmla="*/ 99 h 99"/>
                  <a:gd name="T2" fmla="*/ 3 w 58"/>
                  <a:gd name="T3" fmla="*/ 99 h 99"/>
                  <a:gd name="T4" fmla="*/ 7 w 58"/>
                  <a:gd name="T5" fmla="*/ 29 h 99"/>
                  <a:gd name="T6" fmla="*/ 8 w 58"/>
                  <a:gd name="T7" fmla="*/ 28 h 99"/>
                  <a:gd name="T8" fmla="*/ 56 w 58"/>
                  <a:gd name="T9" fmla="*/ 0 h 99"/>
                  <a:gd name="T10" fmla="*/ 58 w 58"/>
                  <a:gd name="T11" fmla="*/ 0 h 99"/>
                  <a:gd name="T12" fmla="*/ 58 w 58"/>
                  <a:gd name="T13" fmla="*/ 2 h 99"/>
                  <a:gd name="T14" fmla="*/ 5 w 58"/>
                  <a:gd name="T15" fmla="*/ 97 h 99"/>
                  <a:gd name="T16" fmla="*/ 3 w 58"/>
                  <a:gd name="T17" fmla="*/ 99 h 99"/>
                  <a:gd name="T18" fmla="*/ 11 w 58"/>
                  <a:gd name="T19" fmla="*/ 30 h 99"/>
                  <a:gd name="T20" fmla="*/ 5 w 58"/>
                  <a:gd name="T21" fmla="*/ 89 h 99"/>
                  <a:gd name="T22" fmla="*/ 52 w 58"/>
                  <a:gd name="T23" fmla="*/ 6 h 99"/>
                  <a:gd name="T24" fmla="*/ 11 w 58"/>
                  <a:gd name="T25" fmla="*/ 3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9">
                    <a:moveTo>
                      <a:pt x="3" y="99"/>
                    </a:moveTo>
                    <a:cubicBezTo>
                      <a:pt x="3" y="99"/>
                      <a:pt x="3" y="99"/>
                      <a:pt x="3" y="99"/>
                    </a:cubicBezTo>
                    <a:cubicBezTo>
                      <a:pt x="1" y="98"/>
                      <a:pt x="0" y="98"/>
                      <a:pt x="7" y="29"/>
                    </a:cubicBezTo>
                    <a:cubicBezTo>
                      <a:pt x="7" y="29"/>
                      <a:pt x="8" y="28"/>
                      <a:pt x="8" y="28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1"/>
                      <a:pt x="58" y="2"/>
                      <a:pt x="58" y="2"/>
                    </a:cubicBezTo>
                    <a:cubicBezTo>
                      <a:pt x="37" y="39"/>
                      <a:pt x="6" y="94"/>
                      <a:pt x="5" y="97"/>
                    </a:cubicBezTo>
                    <a:cubicBezTo>
                      <a:pt x="5" y="98"/>
                      <a:pt x="4" y="99"/>
                      <a:pt x="3" y="99"/>
                    </a:cubicBezTo>
                    <a:close/>
                    <a:moveTo>
                      <a:pt x="11" y="30"/>
                    </a:moveTo>
                    <a:cubicBezTo>
                      <a:pt x="9" y="50"/>
                      <a:pt x="6" y="76"/>
                      <a:pt x="5" y="89"/>
                    </a:cubicBezTo>
                    <a:cubicBezTo>
                      <a:pt x="15" y="71"/>
                      <a:pt x="42" y="23"/>
                      <a:pt x="52" y="6"/>
                    </a:cubicBezTo>
                    <a:lnTo>
                      <a:pt x="1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9" name="Freeform 1086"/>
              <p:cNvSpPr>
                <a:spLocks noEditPoints="1"/>
              </p:cNvSpPr>
              <p:nvPr userDrawn="1"/>
            </p:nvSpPr>
            <p:spPr bwMode="auto">
              <a:xfrm>
                <a:off x="2394" y="947"/>
                <a:ext cx="87" cy="101"/>
              </a:xfrm>
              <a:custGeom>
                <a:avLst/>
                <a:gdLst>
                  <a:gd name="T0" fmla="*/ 69 w 71"/>
                  <a:gd name="T1" fmla="*/ 82 h 82"/>
                  <a:gd name="T2" fmla="*/ 68 w 71"/>
                  <a:gd name="T3" fmla="*/ 81 h 82"/>
                  <a:gd name="T4" fmla="*/ 1 w 71"/>
                  <a:gd name="T5" fmla="*/ 22 h 82"/>
                  <a:gd name="T6" fmla="*/ 0 w 71"/>
                  <a:gd name="T7" fmla="*/ 21 h 82"/>
                  <a:gd name="T8" fmla="*/ 1 w 71"/>
                  <a:gd name="T9" fmla="*/ 20 h 82"/>
                  <a:gd name="T10" fmla="*/ 30 w 71"/>
                  <a:gd name="T11" fmla="*/ 0 h 82"/>
                  <a:gd name="T12" fmla="*/ 31 w 71"/>
                  <a:gd name="T13" fmla="*/ 0 h 82"/>
                  <a:gd name="T14" fmla="*/ 33 w 71"/>
                  <a:gd name="T15" fmla="*/ 1 h 82"/>
                  <a:gd name="T16" fmla="*/ 71 w 71"/>
                  <a:gd name="T17" fmla="*/ 79 h 82"/>
                  <a:gd name="T18" fmla="*/ 70 w 71"/>
                  <a:gd name="T19" fmla="*/ 81 h 82"/>
                  <a:gd name="T20" fmla="*/ 69 w 71"/>
                  <a:gd name="T21" fmla="*/ 82 h 82"/>
                  <a:gd name="T22" fmla="*/ 5 w 71"/>
                  <a:gd name="T23" fmla="*/ 21 h 82"/>
                  <a:gd name="T24" fmla="*/ 64 w 71"/>
                  <a:gd name="T25" fmla="*/ 73 h 82"/>
                  <a:gd name="T26" fmla="*/ 30 w 71"/>
                  <a:gd name="T27" fmla="*/ 4 h 82"/>
                  <a:gd name="T28" fmla="*/ 5 w 71"/>
                  <a:gd name="T29" fmla="*/ 2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82">
                    <a:moveTo>
                      <a:pt x="69" y="82"/>
                    </a:moveTo>
                    <a:cubicBezTo>
                      <a:pt x="69" y="82"/>
                      <a:pt x="68" y="82"/>
                      <a:pt x="68" y="8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2"/>
                      <a:pt x="0" y="22"/>
                      <a:pt x="0" y="21"/>
                    </a:cubicBezTo>
                    <a:cubicBezTo>
                      <a:pt x="0" y="21"/>
                      <a:pt x="0" y="20"/>
                      <a:pt x="1" y="2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3" y="1"/>
                    </a:cubicBezTo>
                    <a:cubicBezTo>
                      <a:pt x="71" y="79"/>
                      <a:pt x="71" y="79"/>
                      <a:pt x="71" y="79"/>
                    </a:cubicBezTo>
                    <a:cubicBezTo>
                      <a:pt x="71" y="80"/>
                      <a:pt x="71" y="81"/>
                      <a:pt x="70" y="81"/>
                    </a:cubicBezTo>
                    <a:lnTo>
                      <a:pt x="69" y="82"/>
                    </a:lnTo>
                    <a:close/>
                    <a:moveTo>
                      <a:pt x="5" y="21"/>
                    </a:moveTo>
                    <a:cubicBezTo>
                      <a:pt x="64" y="73"/>
                      <a:pt x="64" y="73"/>
                      <a:pt x="64" y="73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0" name="Freeform 1087"/>
              <p:cNvSpPr>
                <a:spLocks noEditPoints="1"/>
              </p:cNvSpPr>
              <p:nvPr userDrawn="1"/>
            </p:nvSpPr>
            <p:spPr bwMode="auto">
              <a:xfrm>
                <a:off x="1035" y="1047"/>
                <a:ext cx="76" cy="95"/>
              </a:xfrm>
              <a:custGeom>
                <a:avLst/>
                <a:gdLst>
                  <a:gd name="T0" fmla="*/ 2 w 62"/>
                  <a:gd name="T1" fmla="*/ 77 h 77"/>
                  <a:gd name="T2" fmla="*/ 1 w 62"/>
                  <a:gd name="T3" fmla="*/ 76 h 77"/>
                  <a:gd name="T4" fmla="*/ 0 w 62"/>
                  <a:gd name="T5" fmla="*/ 74 h 77"/>
                  <a:gd name="T6" fmla="*/ 51 w 62"/>
                  <a:gd name="T7" fmla="*/ 1 h 77"/>
                  <a:gd name="T8" fmla="*/ 53 w 62"/>
                  <a:gd name="T9" fmla="*/ 0 h 77"/>
                  <a:gd name="T10" fmla="*/ 54 w 62"/>
                  <a:gd name="T11" fmla="*/ 2 h 77"/>
                  <a:gd name="T12" fmla="*/ 62 w 62"/>
                  <a:gd name="T13" fmla="*/ 44 h 77"/>
                  <a:gd name="T14" fmla="*/ 61 w 62"/>
                  <a:gd name="T15" fmla="*/ 46 h 77"/>
                  <a:gd name="T16" fmla="*/ 3 w 62"/>
                  <a:gd name="T17" fmla="*/ 77 h 77"/>
                  <a:gd name="T18" fmla="*/ 2 w 62"/>
                  <a:gd name="T19" fmla="*/ 77 h 77"/>
                  <a:gd name="T20" fmla="*/ 52 w 62"/>
                  <a:gd name="T21" fmla="*/ 6 h 77"/>
                  <a:gd name="T22" fmla="*/ 7 w 62"/>
                  <a:gd name="T23" fmla="*/ 70 h 77"/>
                  <a:gd name="T24" fmla="*/ 58 w 62"/>
                  <a:gd name="T25" fmla="*/ 44 h 77"/>
                  <a:gd name="T26" fmla="*/ 52 w 62"/>
                  <a:gd name="T27" fmla="*/ 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77">
                    <a:moveTo>
                      <a:pt x="2" y="77"/>
                    </a:moveTo>
                    <a:cubicBezTo>
                      <a:pt x="1" y="77"/>
                      <a:pt x="1" y="77"/>
                      <a:pt x="1" y="76"/>
                    </a:cubicBezTo>
                    <a:cubicBezTo>
                      <a:pt x="0" y="76"/>
                      <a:pt x="0" y="75"/>
                      <a:pt x="0" y="7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0"/>
                      <a:pt x="54" y="1"/>
                      <a:pt x="54" y="2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2" y="45"/>
                      <a:pt x="61" y="46"/>
                      <a:pt x="61" y="46"/>
                    </a:cubicBezTo>
                    <a:cubicBezTo>
                      <a:pt x="3" y="77"/>
                      <a:pt x="3" y="77"/>
                      <a:pt x="3" y="77"/>
                    </a:cubicBezTo>
                    <a:lnTo>
                      <a:pt x="2" y="77"/>
                    </a:lnTo>
                    <a:close/>
                    <a:moveTo>
                      <a:pt x="52" y="6"/>
                    </a:moveTo>
                    <a:cubicBezTo>
                      <a:pt x="7" y="70"/>
                      <a:pt x="7" y="70"/>
                      <a:pt x="7" y="70"/>
                    </a:cubicBezTo>
                    <a:cubicBezTo>
                      <a:pt x="58" y="44"/>
                      <a:pt x="58" y="44"/>
                      <a:pt x="58" y="44"/>
                    </a:cubicBezTo>
                    <a:lnTo>
                      <a:pt x="5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1" name="Freeform 1088"/>
              <p:cNvSpPr>
                <a:spLocks noEditPoints="1"/>
              </p:cNvSpPr>
              <p:nvPr userDrawn="1"/>
            </p:nvSpPr>
            <p:spPr bwMode="auto">
              <a:xfrm>
                <a:off x="1620" y="401"/>
                <a:ext cx="136" cy="102"/>
              </a:xfrm>
              <a:custGeom>
                <a:avLst/>
                <a:gdLst>
                  <a:gd name="T0" fmla="*/ 2 w 110"/>
                  <a:gd name="T1" fmla="*/ 83 h 83"/>
                  <a:gd name="T2" fmla="*/ 1 w 110"/>
                  <a:gd name="T3" fmla="*/ 82 h 83"/>
                  <a:gd name="T4" fmla="*/ 0 w 110"/>
                  <a:gd name="T5" fmla="*/ 81 h 83"/>
                  <a:gd name="T6" fmla="*/ 17 w 110"/>
                  <a:gd name="T7" fmla="*/ 2 h 83"/>
                  <a:gd name="T8" fmla="*/ 18 w 110"/>
                  <a:gd name="T9" fmla="*/ 0 h 83"/>
                  <a:gd name="T10" fmla="*/ 20 w 110"/>
                  <a:gd name="T11" fmla="*/ 0 h 83"/>
                  <a:gd name="T12" fmla="*/ 109 w 110"/>
                  <a:gd name="T13" fmla="*/ 34 h 83"/>
                  <a:gd name="T14" fmla="*/ 110 w 110"/>
                  <a:gd name="T15" fmla="*/ 36 h 83"/>
                  <a:gd name="T16" fmla="*/ 109 w 110"/>
                  <a:gd name="T17" fmla="*/ 37 h 83"/>
                  <a:gd name="T18" fmla="*/ 2 w 110"/>
                  <a:gd name="T19" fmla="*/ 83 h 83"/>
                  <a:gd name="T20" fmla="*/ 20 w 110"/>
                  <a:gd name="T21" fmla="*/ 4 h 83"/>
                  <a:gd name="T22" fmla="*/ 4 w 110"/>
                  <a:gd name="T23" fmla="*/ 78 h 83"/>
                  <a:gd name="T24" fmla="*/ 104 w 110"/>
                  <a:gd name="T25" fmla="*/ 36 h 83"/>
                  <a:gd name="T26" fmla="*/ 20 w 110"/>
                  <a:gd name="T27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83">
                    <a:moveTo>
                      <a:pt x="2" y="83"/>
                    </a:moveTo>
                    <a:cubicBezTo>
                      <a:pt x="1" y="83"/>
                      <a:pt x="1" y="83"/>
                      <a:pt x="1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8" y="1"/>
                      <a:pt x="18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09" y="34"/>
                      <a:pt x="109" y="34"/>
                      <a:pt x="109" y="34"/>
                    </a:cubicBezTo>
                    <a:cubicBezTo>
                      <a:pt x="110" y="35"/>
                      <a:pt x="110" y="35"/>
                      <a:pt x="110" y="36"/>
                    </a:cubicBezTo>
                    <a:cubicBezTo>
                      <a:pt x="110" y="37"/>
                      <a:pt x="110" y="37"/>
                      <a:pt x="109" y="37"/>
                    </a:cubicBezTo>
                    <a:cubicBezTo>
                      <a:pt x="2" y="83"/>
                      <a:pt x="2" y="83"/>
                      <a:pt x="2" y="83"/>
                    </a:cubicBezTo>
                    <a:close/>
                    <a:moveTo>
                      <a:pt x="20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104" y="36"/>
                      <a:pt x="104" y="36"/>
                      <a:pt x="104" y="36"/>
                    </a:cubicBezTo>
                    <a:lnTo>
                      <a:pt x="2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2" name="Freeform 1089"/>
              <p:cNvSpPr>
                <a:spLocks noEditPoints="1"/>
              </p:cNvSpPr>
              <p:nvPr userDrawn="1"/>
            </p:nvSpPr>
            <p:spPr bwMode="auto">
              <a:xfrm>
                <a:off x="1526" y="-9"/>
                <a:ext cx="137" cy="102"/>
              </a:xfrm>
              <a:custGeom>
                <a:avLst/>
                <a:gdLst>
                  <a:gd name="T0" fmla="*/ 2 w 111"/>
                  <a:gd name="T1" fmla="*/ 82 h 82"/>
                  <a:gd name="T2" fmla="*/ 1 w 111"/>
                  <a:gd name="T3" fmla="*/ 82 h 82"/>
                  <a:gd name="T4" fmla="*/ 1 w 111"/>
                  <a:gd name="T5" fmla="*/ 80 h 82"/>
                  <a:gd name="T6" fmla="*/ 18 w 111"/>
                  <a:gd name="T7" fmla="*/ 1 h 82"/>
                  <a:gd name="T8" fmla="*/ 19 w 111"/>
                  <a:gd name="T9" fmla="*/ 0 h 82"/>
                  <a:gd name="T10" fmla="*/ 20 w 111"/>
                  <a:gd name="T11" fmla="*/ 0 h 82"/>
                  <a:gd name="T12" fmla="*/ 110 w 111"/>
                  <a:gd name="T13" fmla="*/ 34 h 82"/>
                  <a:gd name="T14" fmla="*/ 111 w 111"/>
                  <a:gd name="T15" fmla="*/ 35 h 82"/>
                  <a:gd name="T16" fmla="*/ 110 w 111"/>
                  <a:gd name="T17" fmla="*/ 37 h 82"/>
                  <a:gd name="T18" fmla="*/ 3 w 111"/>
                  <a:gd name="T19" fmla="*/ 82 h 82"/>
                  <a:gd name="T20" fmla="*/ 2 w 111"/>
                  <a:gd name="T21" fmla="*/ 82 h 82"/>
                  <a:gd name="T22" fmla="*/ 21 w 111"/>
                  <a:gd name="T23" fmla="*/ 4 h 82"/>
                  <a:gd name="T24" fmla="*/ 5 w 111"/>
                  <a:gd name="T25" fmla="*/ 78 h 82"/>
                  <a:gd name="T26" fmla="*/ 105 w 111"/>
                  <a:gd name="T27" fmla="*/ 36 h 82"/>
                  <a:gd name="T28" fmla="*/ 21 w 111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82">
                    <a:moveTo>
                      <a:pt x="2" y="82"/>
                    </a:moveTo>
                    <a:cubicBezTo>
                      <a:pt x="2" y="82"/>
                      <a:pt x="1" y="82"/>
                      <a:pt x="1" y="82"/>
                    </a:cubicBezTo>
                    <a:cubicBezTo>
                      <a:pt x="1" y="82"/>
                      <a:pt x="0" y="81"/>
                      <a:pt x="1" y="8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8" y="0"/>
                      <a:pt x="19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10" y="34"/>
                      <a:pt x="110" y="34"/>
                      <a:pt x="110" y="34"/>
                    </a:cubicBezTo>
                    <a:cubicBezTo>
                      <a:pt x="110" y="34"/>
                      <a:pt x="111" y="35"/>
                      <a:pt x="111" y="35"/>
                    </a:cubicBezTo>
                    <a:cubicBezTo>
                      <a:pt x="111" y="36"/>
                      <a:pt x="110" y="37"/>
                      <a:pt x="110" y="37"/>
                    </a:cubicBezTo>
                    <a:cubicBezTo>
                      <a:pt x="3" y="82"/>
                      <a:pt x="3" y="82"/>
                      <a:pt x="3" y="82"/>
                    </a:cubicBezTo>
                    <a:lnTo>
                      <a:pt x="2" y="82"/>
                    </a:lnTo>
                    <a:close/>
                    <a:moveTo>
                      <a:pt x="21" y="4"/>
                    </a:moveTo>
                    <a:cubicBezTo>
                      <a:pt x="5" y="78"/>
                      <a:pt x="5" y="78"/>
                      <a:pt x="5" y="78"/>
                    </a:cubicBezTo>
                    <a:cubicBezTo>
                      <a:pt x="105" y="36"/>
                      <a:pt x="105" y="36"/>
                      <a:pt x="105" y="36"/>
                    </a:cubicBez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3" name="Freeform 1090"/>
              <p:cNvSpPr>
                <a:spLocks noEditPoints="1"/>
              </p:cNvSpPr>
              <p:nvPr userDrawn="1"/>
            </p:nvSpPr>
            <p:spPr bwMode="auto">
              <a:xfrm>
                <a:off x="1823" y="455"/>
                <a:ext cx="71" cy="73"/>
              </a:xfrm>
              <a:custGeom>
                <a:avLst/>
                <a:gdLst>
                  <a:gd name="T0" fmla="*/ 25 w 57"/>
                  <a:gd name="T1" fmla="*/ 59 h 59"/>
                  <a:gd name="T2" fmla="*/ 25 w 57"/>
                  <a:gd name="T3" fmla="*/ 59 h 59"/>
                  <a:gd name="T4" fmla="*/ 24 w 57"/>
                  <a:gd name="T5" fmla="*/ 58 h 59"/>
                  <a:gd name="T6" fmla="*/ 0 w 57"/>
                  <a:gd name="T7" fmla="*/ 2 h 59"/>
                  <a:gd name="T8" fmla="*/ 1 w 57"/>
                  <a:gd name="T9" fmla="*/ 1 h 59"/>
                  <a:gd name="T10" fmla="*/ 2 w 57"/>
                  <a:gd name="T11" fmla="*/ 0 h 59"/>
                  <a:gd name="T12" fmla="*/ 55 w 57"/>
                  <a:gd name="T13" fmla="*/ 5 h 59"/>
                  <a:gd name="T14" fmla="*/ 57 w 57"/>
                  <a:gd name="T15" fmla="*/ 6 h 59"/>
                  <a:gd name="T16" fmla="*/ 57 w 57"/>
                  <a:gd name="T17" fmla="*/ 8 h 59"/>
                  <a:gd name="T18" fmla="*/ 27 w 57"/>
                  <a:gd name="T19" fmla="*/ 58 h 59"/>
                  <a:gd name="T20" fmla="*/ 25 w 57"/>
                  <a:gd name="T21" fmla="*/ 59 h 59"/>
                  <a:gd name="T22" fmla="*/ 5 w 57"/>
                  <a:gd name="T23" fmla="*/ 4 h 59"/>
                  <a:gd name="T24" fmla="*/ 26 w 57"/>
                  <a:gd name="T25" fmla="*/ 54 h 59"/>
                  <a:gd name="T26" fmla="*/ 52 w 57"/>
                  <a:gd name="T27" fmla="*/ 8 h 59"/>
                  <a:gd name="T28" fmla="*/ 5 w 57"/>
                  <a:gd name="T29" fmla="*/ 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59">
                    <a:moveTo>
                      <a:pt x="25" y="59"/>
                    </a:move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9"/>
                      <a:pt x="24" y="59"/>
                      <a:pt x="24" y="5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6" y="5"/>
                      <a:pt x="56" y="5"/>
                      <a:pt x="57" y="6"/>
                    </a:cubicBezTo>
                    <a:cubicBezTo>
                      <a:pt x="57" y="6"/>
                      <a:pt x="57" y="7"/>
                      <a:pt x="57" y="8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27" y="59"/>
                      <a:pt x="26" y="59"/>
                      <a:pt x="25" y="59"/>
                    </a:cubicBezTo>
                    <a:close/>
                    <a:moveTo>
                      <a:pt x="5" y="4"/>
                    </a:moveTo>
                    <a:cubicBezTo>
                      <a:pt x="26" y="54"/>
                      <a:pt x="26" y="54"/>
                      <a:pt x="26" y="54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4" name="Freeform 1091"/>
              <p:cNvSpPr>
                <a:spLocks noEditPoints="1"/>
              </p:cNvSpPr>
              <p:nvPr userDrawn="1"/>
            </p:nvSpPr>
            <p:spPr bwMode="auto">
              <a:xfrm>
                <a:off x="1796" y="81"/>
                <a:ext cx="69" cy="72"/>
              </a:xfrm>
              <a:custGeom>
                <a:avLst/>
                <a:gdLst>
                  <a:gd name="T0" fmla="*/ 25 w 56"/>
                  <a:gd name="T1" fmla="*/ 58 h 58"/>
                  <a:gd name="T2" fmla="*/ 25 w 56"/>
                  <a:gd name="T3" fmla="*/ 58 h 58"/>
                  <a:gd name="T4" fmla="*/ 23 w 56"/>
                  <a:gd name="T5" fmla="*/ 57 h 58"/>
                  <a:gd name="T6" fmla="*/ 0 w 56"/>
                  <a:gd name="T7" fmla="*/ 2 h 58"/>
                  <a:gd name="T8" fmla="*/ 0 w 56"/>
                  <a:gd name="T9" fmla="*/ 0 h 58"/>
                  <a:gd name="T10" fmla="*/ 1 w 56"/>
                  <a:gd name="T11" fmla="*/ 0 h 58"/>
                  <a:gd name="T12" fmla="*/ 55 w 56"/>
                  <a:gd name="T13" fmla="*/ 5 h 58"/>
                  <a:gd name="T14" fmla="*/ 56 w 56"/>
                  <a:gd name="T15" fmla="*/ 5 h 58"/>
                  <a:gd name="T16" fmla="*/ 56 w 56"/>
                  <a:gd name="T17" fmla="*/ 7 h 58"/>
                  <a:gd name="T18" fmla="*/ 26 w 56"/>
                  <a:gd name="T19" fmla="*/ 58 h 58"/>
                  <a:gd name="T20" fmla="*/ 25 w 56"/>
                  <a:gd name="T21" fmla="*/ 58 h 58"/>
                  <a:gd name="T22" fmla="*/ 4 w 56"/>
                  <a:gd name="T23" fmla="*/ 3 h 58"/>
                  <a:gd name="T24" fmla="*/ 25 w 56"/>
                  <a:gd name="T25" fmla="*/ 53 h 58"/>
                  <a:gd name="T26" fmla="*/ 52 w 56"/>
                  <a:gd name="T27" fmla="*/ 8 h 58"/>
                  <a:gd name="T28" fmla="*/ 4 w 56"/>
                  <a:gd name="T29" fmla="*/ 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58">
                    <a:moveTo>
                      <a:pt x="25" y="58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4" y="58"/>
                      <a:pt x="24" y="58"/>
                      <a:pt x="23" y="5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6" y="5"/>
                      <a:pt x="56" y="5"/>
                    </a:cubicBezTo>
                    <a:cubicBezTo>
                      <a:pt x="56" y="6"/>
                      <a:pt x="56" y="7"/>
                      <a:pt x="56" y="7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26" y="58"/>
                      <a:pt x="25" y="58"/>
                      <a:pt x="25" y="58"/>
                    </a:cubicBezTo>
                    <a:close/>
                    <a:moveTo>
                      <a:pt x="4" y="3"/>
                    </a:moveTo>
                    <a:cubicBezTo>
                      <a:pt x="25" y="53"/>
                      <a:pt x="25" y="53"/>
                      <a:pt x="25" y="53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5" name="Freeform 1092"/>
              <p:cNvSpPr>
                <a:spLocks noEditPoints="1"/>
              </p:cNvSpPr>
              <p:nvPr userDrawn="1"/>
            </p:nvSpPr>
            <p:spPr bwMode="auto">
              <a:xfrm>
                <a:off x="1373" y="397"/>
                <a:ext cx="198" cy="68"/>
              </a:xfrm>
              <a:custGeom>
                <a:avLst/>
                <a:gdLst>
                  <a:gd name="T0" fmla="*/ 1 w 160"/>
                  <a:gd name="T1" fmla="*/ 55 h 55"/>
                  <a:gd name="T2" fmla="*/ 0 w 160"/>
                  <a:gd name="T3" fmla="*/ 55 h 55"/>
                  <a:gd name="T4" fmla="*/ 0 w 160"/>
                  <a:gd name="T5" fmla="*/ 53 h 55"/>
                  <a:gd name="T6" fmla="*/ 42 w 160"/>
                  <a:gd name="T7" fmla="*/ 1 h 55"/>
                  <a:gd name="T8" fmla="*/ 44 w 160"/>
                  <a:gd name="T9" fmla="*/ 0 h 55"/>
                  <a:gd name="T10" fmla="*/ 159 w 160"/>
                  <a:gd name="T11" fmla="*/ 37 h 55"/>
                  <a:gd name="T12" fmla="*/ 160 w 160"/>
                  <a:gd name="T13" fmla="*/ 39 h 55"/>
                  <a:gd name="T14" fmla="*/ 159 w 160"/>
                  <a:gd name="T15" fmla="*/ 41 h 55"/>
                  <a:gd name="T16" fmla="*/ 1 w 160"/>
                  <a:gd name="T17" fmla="*/ 55 h 55"/>
                  <a:gd name="T18" fmla="*/ 44 w 160"/>
                  <a:gd name="T19" fmla="*/ 4 h 55"/>
                  <a:gd name="T20" fmla="*/ 5 w 160"/>
                  <a:gd name="T21" fmla="*/ 52 h 55"/>
                  <a:gd name="T22" fmla="*/ 150 w 160"/>
                  <a:gd name="T23" fmla="*/ 38 h 55"/>
                  <a:gd name="T24" fmla="*/ 44 w 160"/>
                  <a:gd name="T25" fmla="*/ 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55">
                    <a:moveTo>
                      <a:pt x="1" y="55"/>
                    </a:moveTo>
                    <a:cubicBezTo>
                      <a:pt x="1" y="55"/>
                      <a:pt x="0" y="55"/>
                      <a:pt x="0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59" y="37"/>
                      <a:pt x="159" y="37"/>
                      <a:pt x="159" y="37"/>
                    </a:cubicBezTo>
                    <a:cubicBezTo>
                      <a:pt x="160" y="37"/>
                      <a:pt x="160" y="38"/>
                      <a:pt x="160" y="39"/>
                    </a:cubicBezTo>
                    <a:cubicBezTo>
                      <a:pt x="160" y="40"/>
                      <a:pt x="159" y="40"/>
                      <a:pt x="159" y="41"/>
                    </a:cubicBezTo>
                    <a:cubicBezTo>
                      <a:pt x="1" y="55"/>
                      <a:pt x="1" y="55"/>
                      <a:pt x="1" y="55"/>
                    </a:cubicBezTo>
                    <a:close/>
                    <a:moveTo>
                      <a:pt x="44" y="4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150" y="38"/>
                      <a:pt x="150" y="38"/>
                      <a:pt x="150" y="38"/>
                    </a:cubicBezTo>
                    <a:lnTo>
                      <a:pt x="4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6" name="Freeform 1093"/>
              <p:cNvSpPr>
                <a:spLocks noEditPoints="1"/>
              </p:cNvSpPr>
              <p:nvPr userDrawn="1"/>
            </p:nvSpPr>
            <p:spPr bwMode="auto">
              <a:xfrm>
                <a:off x="1308" y="461"/>
                <a:ext cx="145" cy="80"/>
              </a:xfrm>
              <a:custGeom>
                <a:avLst/>
                <a:gdLst>
                  <a:gd name="T0" fmla="*/ 2 w 117"/>
                  <a:gd name="T1" fmla="*/ 64 h 64"/>
                  <a:gd name="T2" fmla="*/ 0 w 117"/>
                  <a:gd name="T3" fmla="*/ 63 h 64"/>
                  <a:gd name="T4" fmla="*/ 0 w 117"/>
                  <a:gd name="T5" fmla="*/ 61 h 64"/>
                  <a:gd name="T6" fmla="*/ 52 w 117"/>
                  <a:gd name="T7" fmla="*/ 1 h 64"/>
                  <a:gd name="T8" fmla="*/ 54 w 117"/>
                  <a:gd name="T9" fmla="*/ 0 h 64"/>
                  <a:gd name="T10" fmla="*/ 116 w 117"/>
                  <a:gd name="T11" fmla="*/ 38 h 64"/>
                  <a:gd name="T12" fmla="*/ 117 w 117"/>
                  <a:gd name="T13" fmla="*/ 40 h 64"/>
                  <a:gd name="T14" fmla="*/ 116 w 117"/>
                  <a:gd name="T15" fmla="*/ 41 h 64"/>
                  <a:gd name="T16" fmla="*/ 2 w 117"/>
                  <a:gd name="T17" fmla="*/ 64 h 64"/>
                  <a:gd name="T18" fmla="*/ 54 w 117"/>
                  <a:gd name="T19" fmla="*/ 4 h 64"/>
                  <a:gd name="T20" fmla="*/ 6 w 117"/>
                  <a:gd name="T21" fmla="*/ 60 h 64"/>
                  <a:gd name="T22" fmla="*/ 111 w 117"/>
                  <a:gd name="T23" fmla="*/ 39 h 64"/>
                  <a:gd name="T24" fmla="*/ 54 w 117"/>
                  <a:gd name="T25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2"/>
                      <a:pt x="0" y="61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3" y="0"/>
                      <a:pt x="53" y="0"/>
                      <a:pt x="54" y="0"/>
                    </a:cubicBezTo>
                    <a:cubicBezTo>
                      <a:pt x="116" y="38"/>
                      <a:pt x="116" y="38"/>
                      <a:pt x="116" y="38"/>
                    </a:cubicBezTo>
                    <a:cubicBezTo>
                      <a:pt x="117" y="38"/>
                      <a:pt x="117" y="39"/>
                      <a:pt x="117" y="40"/>
                    </a:cubicBezTo>
                    <a:cubicBezTo>
                      <a:pt x="117" y="40"/>
                      <a:pt x="116" y="41"/>
                      <a:pt x="116" y="41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4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11" y="39"/>
                      <a:pt x="111" y="39"/>
                      <a:pt x="111" y="39"/>
                    </a:cubicBezTo>
                    <a:lnTo>
                      <a:pt x="5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7" name="Freeform 1094"/>
              <p:cNvSpPr>
                <a:spLocks noEditPoints="1"/>
              </p:cNvSpPr>
              <p:nvPr userDrawn="1"/>
            </p:nvSpPr>
            <p:spPr bwMode="auto">
              <a:xfrm>
                <a:off x="1243" y="656"/>
                <a:ext cx="90" cy="94"/>
              </a:xfrm>
              <a:custGeom>
                <a:avLst/>
                <a:gdLst>
                  <a:gd name="T0" fmla="*/ 2 w 73"/>
                  <a:gd name="T1" fmla="*/ 76 h 76"/>
                  <a:gd name="T2" fmla="*/ 1 w 73"/>
                  <a:gd name="T3" fmla="*/ 76 h 76"/>
                  <a:gd name="T4" fmla="*/ 1 w 73"/>
                  <a:gd name="T5" fmla="*/ 74 h 76"/>
                  <a:gd name="T6" fmla="*/ 22 w 73"/>
                  <a:gd name="T7" fmla="*/ 1 h 76"/>
                  <a:gd name="T8" fmla="*/ 23 w 73"/>
                  <a:gd name="T9" fmla="*/ 0 h 76"/>
                  <a:gd name="T10" fmla="*/ 25 w 73"/>
                  <a:gd name="T11" fmla="*/ 0 h 76"/>
                  <a:gd name="T12" fmla="*/ 72 w 73"/>
                  <a:gd name="T13" fmla="*/ 33 h 76"/>
                  <a:gd name="T14" fmla="*/ 73 w 73"/>
                  <a:gd name="T15" fmla="*/ 34 h 76"/>
                  <a:gd name="T16" fmla="*/ 72 w 73"/>
                  <a:gd name="T17" fmla="*/ 35 h 76"/>
                  <a:gd name="T18" fmla="*/ 3 w 73"/>
                  <a:gd name="T19" fmla="*/ 76 h 76"/>
                  <a:gd name="T20" fmla="*/ 2 w 73"/>
                  <a:gd name="T21" fmla="*/ 76 h 76"/>
                  <a:gd name="T22" fmla="*/ 25 w 73"/>
                  <a:gd name="T23" fmla="*/ 4 h 76"/>
                  <a:gd name="T24" fmla="*/ 5 w 73"/>
                  <a:gd name="T25" fmla="*/ 71 h 76"/>
                  <a:gd name="T26" fmla="*/ 68 w 73"/>
                  <a:gd name="T27" fmla="*/ 34 h 76"/>
                  <a:gd name="T28" fmla="*/ 25 w 73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" h="76">
                    <a:moveTo>
                      <a:pt x="2" y="76"/>
                    </a:moveTo>
                    <a:cubicBezTo>
                      <a:pt x="2" y="76"/>
                      <a:pt x="2" y="76"/>
                      <a:pt x="1" y="76"/>
                    </a:cubicBezTo>
                    <a:cubicBezTo>
                      <a:pt x="1" y="75"/>
                      <a:pt x="0" y="74"/>
                      <a:pt x="1" y="74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3" y="33"/>
                      <a:pt x="73" y="33"/>
                      <a:pt x="73" y="34"/>
                    </a:cubicBezTo>
                    <a:cubicBezTo>
                      <a:pt x="73" y="35"/>
                      <a:pt x="73" y="35"/>
                      <a:pt x="72" y="35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5" y="4"/>
                    </a:moveTo>
                    <a:cubicBezTo>
                      <a:pt x="5" y="71"/>
                      <a:pt x="5" y="71"/>
                      <a:pt x="5" y="71"/>
                    </a:cubicBezTo>
                    <a:cubicBezTo>
                      <a:pt x="68" y="34"/>
                      <a:pt x="68" y="34"/>
                      <a:pt x="68" y="34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8" name="Freeform 1095"/>
              <p:cNvSpPr>
                <a:spLocks noEditPoints="1"/>
              </p:cNvSpPr>
              <p:nvPr userDrawn="1"/>
            </p:nvSpPr>
            <p:spPr bwMode="auto">
              <a:xfrm>
                <a:off x="978" y="882"/>
                <a:ext cx="127" cy="115"/>
              </a:xfrm>
              <a:custGeom>
                <a:avLst/>
                <a:gdLst>
                  <a:gd name="T0" fmla="*/ 1 w 103"/>
                  <a:gd name="T1" fmla="*/ 93 h 93"/>
                  <a:gd name="T2" fmla="*/ 0 w 103"/>
                  <a:gd name="T3" fmla="*/ 93 h 93"/>
                  <a:gd name="T4" fmla="*/ 0 w 103"/>
                  <a:gd name="T5" fmla="*/ 91 h 93"/>
                  <a:gd name="T6" fmla="*/ 0 w 103"/>
                  <a:gd name="T7" fmla="*/ 1 h 93"/>
                  <a:gd name="T8" fmla="*/ 1 w 103"/>
                  <a:gd name="T9" fmla="*/ 0 h 93"/>
                  <a:gd name="T10" fmla="*/ 2 w 103"/>
                  <a:gd name="T11" fmla="*/ 0 h 93"/>
                  <a:gd name="T12" fmla="*/ 101 w 103"/>
                  <a:gd name="T13" fmla="*/ 18 h 93"/>
                  <a:gd name="T14" fmla="*/ 103 w 103"/>
                  <a:gd name="T15" fmla="*/ 19 h 93"/>
                  <a:gd name="T16" fmla="*/ 102 w 103"/>
                  <a:gd name="T17" fmla="*/ 21 h 93"/>
                  <a:gd name="T18" fmla="*/ 2 w 103"/>
                  <a:gd name="T19" fmla="*/ 93 h 93"/>
                  <a:gd name="T20" fmla="*/ 1 w 103"/>
                  <a:gd name="T21" fmla="*/ 93 h 93"/>
                  <a:gd name="T22" fmla="*/ 3 w 103"/>
                  <a:gd name="T23" fmla="*/ 3 h 93"/>
                  <a:gd name="T24" fmla="*/ 3 w 103"/>
                  <a:gd name="T25" fmla="*/ 88 h 93"/>
                  <a:gd name="T26" fmla="*/ 97 w 103"/>
                  <a:gd name="T27" fmla="*/ 21 h 93"/>
                  <a:gd name="T28" fmla="*/ 3 w 103"/>
                  <a:gd name="T29" fmla="*/ 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93">
                    <a:moveTo>
                      <a:pt x="1" y="93"/>
                    </a:move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2"/>
                      <a:pt x="0" y="9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1" y="18"/>
                      <a:pt x="101" y="18"/>
                      <a:pt x="101" y="18"/>
                    </a:cubicBezTo>
                    <a:cubicBezTo>
                      <a:pt x="102" y="18"/>
                      <a:pt x="102" y="19"/>
                      <a:pt x="103" y="19"/>
                    </a:cubicBezTo>
                    <a:cubicBezTo>
                      <a:pt x="103" y="20"/>
                      <a:pt x="102" y="21"/>
                      <a:pt x="102" y="21"/>
                    </a:cubicBezTo>
                    <a:cubicBezTo>
                      <a:pt x="2" y="93"/>
                      <a:pt x="2" y="93"/>
                      <a:pt x="2" y="93"/>
                    </a:cubicBezTo>
                    <a:lnTo>
                      <a:pt x="1" y="93"/>
                    </a:lnTo>
                    <a:close/>
                    <a:moveTo>
                      <a:pt x="3" y="3"/>
                    </a:moveTo>
                    <a:cubicBezTo>
                      <a:pt x="3" y="88"/>
                      <a:pt x="3" y="88"/>
                      <a:pt x="3" y="88"/>
                    </a:cubicBezTo>
                    <a:cubicBezTo>
                      <a:pt x="97" y="21"/>
                      <a:pt x="97" y="21"/>
                      <a:pt x="97" y="21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9" name="Freeform 1096"/>
              <p:cNvSpPr>
                <a:spLocks noEditPoints="1"/>
              </p:cNvSpPr>
              <p:nvPr userDrawn="1"/>
            </p:nvSpPr>
            <p:spPr bwMode="auto">
              <a:xfrm>
                <a:off x="766" y="959"/>
                <a:ext cx="77" cy="157"/>
              </a:xfrm>
              <a:custGeom>
                <a:avLst/>
                <a:gdLst>
                  <a:gd name="T0" fmla="*/ 2 w 62"/>
                  <a:gd name="T1" fmla="*/ 127 h 127"/>
                  <a:gd name="T2" fmla="*/ 1 w 62"/>
                  <a:gd name="T3" fmla="*/ 127 h 127"/>
                  <a:gd name="T4" fmla="*/ 1 w 62"/>
                  <a:gd name="T5" fmla="*/ 125 h 127"/>
                  <a:gd name="T6" fmla="*/ 50 w 62"/>
                  <a:gd name="T7" fmla="*/ 1 h 127"/>
                  <a:gd name="T8" fmla="*/ 52 w 62"/>
                  <a:gd name="T9" fmla="*/ 0 h 127"/>
                  <a:gd name="T10" fmla="*/ 53 w 62"/>
                  <a:gd name="T11" fmla="*/ 1 h 127"/>
                  <a:gd name="T12" fmla="*/ 62 w 62"/>
                  <a:gd name="T13" fmla="*/ 63 h 127"/>
                  <a:gd name="T14" fmla="*/ 62 w 62"/>
                  <a:gd name="T15" fmla="*/ 65 h 127"/>
                  <a:gd name="T16" fmla="*/ 3 w 62"/>
                  <a:gd name="T17" fmla="*/ 127 h 127"/>
                  <a:gd name="T18" fmla="*/ 2 w 62"/>
                  <a:gd name="T19" fmla="*/ 127 h 127"/>
                  <a:gd name="T20" fmla="*/ 51 w 62"/>
                  <a:gd name="T21" fmla="*/ 8 h 127"/>
                  <a:gd name="T22" fmla="*/ 7 w 62"/>
                  <a:gd name="T23" fmla="*/ 118 h 127"/>
                  <a:gd name="T24" fmla="*/ 59 w 62"/>
                  <a:gd name="T25" fmla="*/ 63 h 127"/>
                  <a:gd name="T26" fmla="*/ 51 w 62"/>
                  <a:gd name="T27" fmla="*/ 8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7">
                    <a:moveTo>
                      <a:pt x="2" y="127"/>
                    </a:moveTo>
                    <a:cubicBezTo>
                      <a:pt x="1" y="127"/>
                      <a:pt x="1" y="127"/>
                      <a:pt x="1" y="127"/>
                    </a:cubicBezTo>
                    <a:cubicBezTo>
                      <a:pt x="1" y="126"/>
                      <a:pt x="0" y="125"/>
                      <a:pt x="1" y="125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0"/>
                      <a:pt x="51" y="0"/>
                      <a:pt x="52" y="0"/>
                    </a:cubicBezTo>
                    <a:cubicBezTo>
                      <a:pt x="52" y="0"/>
                      <a:pt x="53" y="1"/>
                      <a:pt x="53" y="1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2" y="64"/>
                      <a:pt x="62" y="64"/>
                      <a:pt x="62" y="65"/>
                    </a:cubicBezTo>
                    <a:cubicBezTo>
                      <a:pt x="3" y="127"/>
                      <a:pt x="3" y="127"/>
                      <a:pt x="3" y="127"/>
                    </a:cubicBezTo>
                    <a:cubicBezTo>
                      <a:pt x="3" y="127"/>
                      <a:pt x="3" y="127"/>
                      <a:pt x="2" y="127"/>
                    </a:cubicBezTo>
                    <a:close/>
                    <a:moveTo>
                      <a:pt x="51" y="8"/>
                    </a:moveTo>
                    <a:cubicBezTo>
                      <a:pt x="7" y="118"/>
                      <a:pt x="7" y="118"/>
                      <a:pt x="7" y="118"/>
                    </a:cubicBezTo>
                    <a:cubicBezTo>
                      <a:pt x="59" y="63"/>
                      <a:pt x="59" y="63"/>
                      <a:pt x="59" y="63"/>
                    </a:cubicBezTo>
                    <a:lnTo>
                      <a:pt x="5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0" name="Freeform 1097"/>
              <p:cNvSpPr>
                <a:spLocks noEditPoints="1"/>
              </p:cNvSpPr>
              <p:nvPr userDrawn="1"/>
            </p:nvSpPr>
            <p:spPr bwMode="auto">
              <a:xfrm>
                <a:off x="911" y="1379"/>
                <a:ext cx="136" cy="107"/>
              </a:xfrm>
              <a:custGeom>
                <a:avLst/>
                <a:gdLst>
                  <a:gd name="T0" fmla="*/ 108 w 110"/>
                  <a:gd name="T1" fmla="*/ 87 h 87"/>
                  <a:gd name="T2" fmla="*/ 108 w 110"/>
                  <a:gd name="T3" fmla="*/ 87 h 87"/>
                  <a:gd name="T4" fmla="*/ 1 w 110"/>
                  <a:gd name="T5" fmla="*/ 54 h 87"/>
                  <a:gd name="T6" fmla="*/ 0 w 110"/>
                  <a:gd name="T7" fmla="*/ 53 h 87"/>
                  <a:gd name="T8" fmla="*/ 1 w 110"/>
                  <a:gd name="T9" fmla="*/ 51 h 87"/>
                  <a:gd name="T10" fmla="*/ 55 w 110"/>
                  <a:gd name="T11" fmla="*/ 0 h 87"/>
                  <a:gd name="T12" fmla="*/ 56 w 110"/>
                  <a:gd name="T13" fmla="*/ 0 h 87"/>
                  <a:gd name="T14" fmla="*/ 57 w 110"/>
                  <a:gd name="T15" fmla="*/ 1 h 87"/>
                  <a:gd name="T16" fmla="*/ 110 w 110"/>
                  <a:gd name="T17" fmla="*/ 85 h 87"/>
                  <a:gd name="T18" fmla="*/ 110 w 110"/>
                  <a:gd name="T19" fmla="*/ 87 h 87"/>
                  <a:gd name="T20" fmla="*/ 108 w 110"/>
                  <a:gd name="T21" fmla="*/ 87 h 87"/>
                  <a:gd name="T22" fmla="*/ 5 w 110"/>
                  <a:gd name="T23" fmla="*/ 52 h 87"/>
                  <a:gd name="T24" fmla="*/ 105 w 110"/>
                  <a:gd name="T25" fmla="*/ 83 h 87"/>
                  <a:gd name="T26" fmla="*/ 55 w 110"/>
                  <a:gd name="T27" fmla="*/ 4 h 87"/>
                  <a:gd name="T28" fmla="*/ 5 w 110"/>
                  <a:gd name="T29" fmla="*/ 5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" h="87">
                    <a:moveTo>
                      <a:pt x="108" y="87"/>
                    </a:moveTo>
                    <a:cubicBezTo>
                      <a:pt x="108" y="87"/>
                      <a:pt x="108" y="87"/>
                      <a:pt x="108" y="87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0" y="54"/>
                      <a:pt x="0" y="53"/>
                    </a:cubicBezTo>
                    <a:cubicBezTo>
                      <a:pt x="0" y="53"/>
                      <a:pt x="0" y="52"/>
                      <a:pt x="1" y="5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6" y="0"/>
                    </a:cubicBezTo>
                    <a:cubicBezTo>
                      <a:pt x="56" y="0"/>
                      <a:pt x="57" y="0"/>
                      <a:pt x="57" y="1"/>
                    </a:cubicBezTo>
                    <a:cubicBezTo>
                      <a:pt x="110" y="85"/>
                      <a:pt x="110" y="85"/>
                      <a:pt x="110" y="85"/>
                    </a:cubicBezTo>
                    <a:cubicBezTo>
                      <a:pt x="110" y="85"/>
                      <a:pt x="110" y="86"/>
                      <a:pt x="110" y="87"/>
                    </a:cubicBezTo>
                    <a:cubicBezTo>
                      <a:pt x="109" y="87"/>
                      <a:pt x="109" y="87"/>
                      <a:pt x="108" y="87"/>
                    </a:cubicBezTo>
                    <a:close/>
                    <a:moveTo>
                      <a:pt x="5" y="52"/>
                    </a:moveTo>
                    <a:cubicBezTo>
                      <a:pt x="105" y="83"/>
                      <a:pt x="105" y="83"/>
                      <a:pt x="105" y="83"/>
                    </a:cubicBezTo>
                    <a:cubicBezTo>
                      <a:pt x="55" y="4"/>
                      <a:pt x="55" y="4"/>
                      <a:pt x="55" y="4"/>
                    </a:cubicBezTo>
                    <a:lnTo>
                      <a:pt x="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1" name="Freeform 1098"/>
              <p:cNvSpPr>
                <a:spLocks noEditPoints="1"/>
              </p:cNvSpPr>
              <p:nvPr userDrawn="1"/>
            </p:nvSpPr>
            <p:spPr bwMode="auto">
              <a:xfrm>
                <a:off x="715" y="1130"/>
                <a:ext cx="93" cy="173"/>
              </a:xfrm>
              <a:custGeom>
                <a:avLst/>
                <a:gdLst>
                  <a:gd name="T0" fmla="*/ 16 w 75"/>
                  <a:gd name="T1" fmla="*/ 140 h 140"/>
                  <a:gd name="T2" fmla="*/ 16 w 75"/>
                  <a:gd name="T3" fmla="*/ 140 h 140"/>
                  <a:gd name="T4" fmla="*/ 15 w 75"/>
                  <a:gd name="T5" fmla="*/ 139 h 140"/>
                  <a:gd name="T6" fmla="*/ 0 w 75"/>
                  <a:gd name="T7" fmla="*/ 2 h 140"/>
                  <a:gd name="T8" fmla="*/ 1 w 75"/>
                  <a:gd name="T9" fmla="*/ 1 h 140"/>
                  <a:gd name="T10" fmla="*/ 3 w 75"/>
                  <a:gd name="T11" fmla="*/ 1 h 140"/>
                  <a:gd name="T12" fmla="*/ 74 w 75"/>
                  <a:gd name="T13" fmla="*/ 82 h 140"/>
                  <a:gd name="T14" fmla="*/ 74 w 75"/>
                  <a:gd name="T15" fmla="*/ 84 h 140"/>
                  <a:gd name="T16" fmla="*/ 18 w 75"/>
                  <a:gd name="T17" fmla="*/ 140 h 140"/>
                  <a:gd name="T18" fmla="*/ 16 w 75"/>
                  <a:gd name="T19" fmla="*/ 140 h 140"/>
                  <a:gd name="T20" fmla="*/ 4 w 75"/>
                  <a:gd name="T21" fmla="*/ 7 h 140"/>
                  <a:gd name="T22" fmla="*/ 18 w 75"/>
                  <a:gd name="T23" fmla="*/ 135 h 140"/>
                  <a:gd name="T24" fmla="*/ 71 w 75"/>
                  <a:gd name="T25" fmla="*/ 83 h 140"/>
                  <a:gd name="T26" fmla="*/ 4 w 75"/>
                  <a:gd name="T27" fmla="*/ 7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140">
                    <a:moveTo>
                      <a:pt x="16" y="140"/>
                    </a:moveTo>
                    <a:cubicBezTo>
                      <a:pt x="16" y="140"/>
                      <a:pt x="16" y="140"/>
                      <a:pt x="16" y="140"/>
                    </a:cubicBezTo>
                    <a:cubicBezTo>
                      <a:pt x="15" y="140"/>
                      <a:pt x="15" y="139"/>
                      <a:pt x="15" y="13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74" y="82"/>
                      <a:pt x="74" y="82"/>
                      <a:pt x="74" y="82"/>
                    </a:cubicBezTo>
                    <a:cubicBezTo>
                      <a:pt x="75" y="83"/>
                      <a:pt x="75" y="84"/>
                      <a:pt x="74" y="84"/>
                    </a:cubicBezTo>
                    <a:cubicBezTo>
                      <a:pt x="18" y="140"/>
                      <a:pt x="18" y="140"/>
                      <a:pt x="18" y="140"/>
                    </a:cubicBezTo>
                    <a:cubicBezTo>
                      <a:pt x="17" y="140"/>
                      <a:pt x="17" y="140"/>
                      <a:pt x="16" y="140"/>
                    </a:cubicBezTo>
                    <a:close/>
                    <a:moveTo>
                      <a:pt x="4" y="7"/>
                    </a:moveTo>
                    <a:cubicBezTo>
                      <a:pt x="18" y="135"/>
                      <a:pt x="18" y="135"/>
                      <a:pt x="18" y="135"/>
                    </a:cubicBezTo>
                    <a:cubicBezTo>
                      <a:pt x="71" y="83"/>
                      <a:pt x="71" y="83"/>
                      <a:pt x="71" y="8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2" name="Freeform 1099"/>
              <p:cNvSpPr>
                <a:spLocks noEditPoints="1"/>
              </p:cNvSpPr>
              <p:nvPr userDrawn="1"/>
            </p:nvSpPr>
            <p:spPr bwMode="auto">
              <a:xfrm>
                <a:off x="709" y="1299"/>
                <a:ext cx="62" cy="97"/>
              </a:xfrm>
              <a:custGeom>
                <a:avLst/>
                <a:gdLst>
                  <a:gd name="T0" fmla="*/ 48 w 50"/>
                  <a:gd name="T1" fmla="*/ 78 h 78"/>
                  <a:gd name="T2" fmla="*/ 47 w 50"/>
                  <a:gd name="T3" fmla="*/ 78 h 78"/>
                  <a:gd name="T4" fmla="*/ 0 w 50"/>
                  <a:gd name="T5" fmla="*/ 43 h 78"/>
                  <a:gd name="T6" fmla="*/ 0 w 50"/>
                  <a:gd name="T7" fmla="*/ 41 h 78"/>
                  <a:gd name="T8" fmla="*/ 20 w 50"/>
                  <a:gd name="T9" fmla="*/ 1 h 78"/>
                  <a:gd name="T10" fmla="*/ 21 w 50"/>
                  <a:gd name="T11" fmla="*/ 0 h 78"/>
                  <a:gd name="T12" fmla="*/ 23 w 50"/>
                  <a:gd name="T13" fmla="*/ 1 h 78"/>
                  <a:gd name="T14" fmla="*/ 50 w 50"/>
                  <a:gd name="T15" fmla="*/ 76 h 78"/>
                  <a:gd name="T16" fmla="*/ 49 w 50"/>
                  <a:gd name="T17" fmla="*/ 78 h 78"/>
                  <a:gd name="T18" fmla="*/ 48 w 50"/>
                  <a:gd name="T19" fmla="*/ 78 h 78"/>
                  <a:gd name="T20" fmla="*/ 4 w 50"/>
                  <a:gd name="T21" fmla="*/ 41 h 78"/>
                  <a:gd name="T22" fmla="*/ 45 w 50"/>
                  <a:gd name="T23" fmla="*/ 72 h 78"/>
                  <a:gd name="T24" fmla="*/ 21 w 50"/>
                  <a:gd name="T25" fmla="*/ 6 h 78"/>
                  <a:gd name="T26" fmla="*/ 4 w 50"/>
                  <a:gd name="T27" fmla="*/ 4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8">
                    <a:moveTo>
                      <a:pt x="48" y="78"/>
                    </a:moveTo>
                    <a:cubicBezTo>
                      <a:pt x="47" y="78"/>
                      <a:pt x="47" y="78"/>
                      <a:pt x="47" y="7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7"/>
                      <a:pt x="49" y="78"/>
                    </a:cubicBezTo>
                    <a:lnTo>
                      <a:pt x="48" y="78"/>
                    </a:lnTo>
                    <a:close/>
                    <a:moveTo>
                      <a:pt x="4" y="41"/>
                    </a:moveTo>
                    <a:cubicBezTo>
                      <a:pt x="45" y="72"/>
                      <a:pt x="45" y="72"/>
                      <a:pt x="45" y="72"/>
                    </a:cubicBezTo>
                    <a:cubicBezTo>
                      <a:pt x="21" y="6"/>
                      <a:pt x="21" y="6"/>
                      <a:pt x="21" y="6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3" name="Freeform 1100"/>
              <p:cNvSpPr>
                <a:spLocks noEditPoints="1"/>
              </p:cNvSpPr>
              <p:nvPr userDrawn="1"/>
            </p:nvSpPr>
            <p:spPr bwMode="auto">
              <a:xfrm>
                <a:off x="754" y="1391"/>
                <a:ext cx="162" cy="54"/>
              </a:xfrm>
              <a:custGeom>
                <a:avLst/>
                <a:gdLst>
                  <a:gd name="T0" fmla="*/ 129 w 131"/>
                  <a:gd name="T1" fmla="*/ 44 h 44"/>
                  <a:gd name="T2" fmla="*/ 129 w 131"/>
                  <a:gd name="T3" fmla="*/ 44 h 44"/>
                  <a:gd name="T4" fmla="*/ 2 w 131"/>
                  <a:gd name="T5" fmla="*/ 41 h 44"/>
                  <a:gd name="T6" fmla="*/ 1 w 131"/>
                  <a:gd name="T7" fmla="*/ 40 h 44"/>
                  <a:gd name="T8" fmla="*/ 0 w 131"/>
                  <a:gd name="T9" fmla="*/ 39 h 44"/>
                  <a:gd name="T10" fmla="*/ 11 w 131"/>
                  <a:gd name="T11" fmla="*/ 2 h 44"/>
                  <a:gd name="T12" fmla="*/ 11 w 131"/>
                  <a:gd name="T13" fmla="*/ 1 h 44"/>
                  <a:gd name="T14" fmla="*/ 13 w 131"/>
                  <a:gd name="T15" fmla="*/ 1 h 44"/>
                  <a:gd name="T16" fmla="*/ 129 w 131"/>
                  <a:gd name="T17" fmla="*/ 41 h 44"/>
                  <a:gd name="T18" fmla="*/ 131 w 131"/>
                  <a:gd name="T19" fmla="*/ 43 h 44"/>
                  <a:gd name="T20" fmla="*/ 129 w 131"/>
                  <a:gd name="T21" fmla="*/ 44 h 44"/>
                  <a:gd name="T22" fmla="*/ 4 w 131"/>
                  <a:gd name="T23" fmla="*/ 37 h 44"/>
                  <a:gd name="T24" fmla="*/ 118 w 131"/>
                  <a:gd name="T25" fmla="*/ 41 h 44"/>
                  <a:gd name="T26" fmla="*/ 13 w 131"/>
                  <a:gd name="T27" fmla="*/ 4 h 44"/>
                  <a:gd name="T28" fmla="*/ 4 w 131"/>
                  <a:gd name="T29" fmla="*/ 3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1" h="44">
                    <a:moveTo>
                      <a:pt x="129" y="44"/>
                    </a:moveTo>
                    <a:cubicBezTo>
                      <a:pt x="129" y="44"/>
                      <a:pt x="129" y="44"/>
                      <a:pt x="129" y="44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2" y="1"/>
                      <a:pt x="12" y="0"/>
                      <a:pt x="13" y="1"/>
                    </a:cubicBezTo>
                    <a:cubicBezTo>
                      <a:pt x="129" y="41"/>
                      <a:pt x="129" y="41"/>
                      <a:pt x="129" y="41"/>
                    </a:cubicBezTo>
                    <a:cubicBezTo>
                      <a:pt x="130" y="41"/>
                      <a:pt x="131" y="42"/>
                      <a:pt x="131" y="43"/>
                    </a:cubicBezTo>
                    <a:cubicBezTo>
                      <a:pt x="130" y="44"/>
                      <a:pt x="130" y="44"/>
                      <a:pt x="129" y="44"/>
                    </a:cubicBezTo>
                    <a:close/>
                    <a:moveTo>
                      <a:pt x="4" y="37"/>
                    </a:moveTo>
                    <a:cubicBezTo>
                      <a:pt x="118" y="41"/>
                      <a:pt x="118" y="41"/>
                      <a:pt x="118" y="41"/>
                    </a:cubicBezTo>
                    <a:cubicBezTo>
                      <a:pt x="13" y="4"/>
                      <a:pt x="13" y="4"/>
                      <a:pt x="13" y="4"/>
                    </a:cubicBez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4" name="Freeform 1101"/>
              <p:cNvSpPr>
                <a:spLocks noEditPoints="1"/>
              </p:cNvSpPr>
              <p:nvPr userDrawn="1"/>
            </p:nvSpPr>
            <p:spPr bwMode="auto">
              <a:xfrm>
                <a:off x="978" y="1320"/>
                <a:ext cx="176" cy="114"/>
              </a:xfrm>
              <a:custGeom>
                <a:avLst/>
                <a:gdLst>
                  <a:gd name="T0" fmla="*/ 140 w 142"/>
                  <a:gd name="T1" fmla="*/ 92 h 92"/>
                  <a:gd name="T2" fmla="*/ 139 w 142"/>
                  <a:gd name="T3" fmla="*/ 92 h 92"/>
                  <a:gd name="T4" fmla="*/ 1 w 142"/>
                  <a:gd name="T5" fmla="*/ 50 h 92"/>
                  <a:gd name="T6" fmla="*/ 0 w 142"/>
                  <a:gd name="T7" fmla="*/ 49 h 92"/>
                  <a:gd name="T8" fmla="*/ 1 w 142"/>
                  <a:gd name="T9" fmla="*/ 47 h 92"/>
                  <a:gd name="T10" fmla="*/ 59 w 142"/>
                  <a:gd name="T11" fmla="*/ 1 h 92"/>
                  <a:gd name="T12" fmla="*/ 62 w 142"/>
                  <a:gd name="T13" fmla="*/ 1 h 92"/>
                  <a:gd name="T14" fmla="*/ 141 w 142"/>
                  <a:gd name="T15" fmla="*/ 90 h 92"/>
                  <a:gd name="T16" fmla="*/ 141 w 142"/>
                  <a:gd name="T17" fmla="*/ 92 h 92"/>
                  <a:gd name="T18" fmla="*/ 140 w 142"/>
                  <a:gd name="T19" fmla="*/ 92 h 92"/>
                  <a:gd name="T20" fmla="*/ 5 w 142"/>
                  <a:gd name="T21" fmla="*/ 48 h 92"/>
                  <a:gd name="T22" fmla="*/ 134 w 142"/>
                  <a:gd name="T23" fmla="*/ 87 h 92"/>
                  <a:gd name="T24" fmla="*/ 60 w 142"/>
                  <a:gd name="T25" fmla="*/ 5 h 92"/>
                  <a:gd name="T26" fmla="*/ 5 w 142"/>
                  <a:gd name="T27" fmla="*/ 4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92">
                    <a:moveTo>
                      <a:pt x="140" y="92"/>
                    </a:moveTo>
                    <a:cubicBezTo>
                      <a:pt x="139" y="92"/>
                      <a:pt x="139" y="92"/>
                      <a:pt x="139" y="92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0" y="50"/>
                      <a:pt x="0" y="49"/>
                    </a:cubicBezTo>
                    <a:cubicBezTo>
                      <a:pt x="0" y="48"/>
                      <a:pt x="0" y="48"/>
                      <a:pt x="1" y="47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0"/>
                      <a:pt x="61" y="0"/>
                      <a:pt x="62" y="1"/>
                    </a:cubicBezTo>
                    <a:cubicBezTo>
                      <a:pt x="141" y="90"/>
                      <a:pt x="141" y="90"/>
                      <a:pt x="141" y="90"/>
                    </a:cubicBezTo>
                    <a:cubicBezTo>
                      <a:pt x="141" y="90"/>
                      <a:pt x="142" y="91"/>
                      <a:pt x="141" y="92"/>
                    </a:cubicBezTo>
                    <a:cubicBezTo>
                      <a:pt x="141" y="92"/>
                      <a:pt x="140" y="92"/>
                      <a:pt x="140" y="92"/>
                    </a:cubicBezTo>
                    <a:close/>
                    <a:moveTo>
                      <a:pt x="5" y="48"/>
                    </a:moveTo>
                    <a:cubicBezTo>
                      <a:pt x="134" y="87"/>
                      <a:pt x="134" y="87"/>
                      <a:pt x="134" y="87"/>
                    </a:cubicBezTo>
                    <a:cubicBezTo>
                      <a:pt x="60" y="5"/>
                      <a:pt x="60" y="5"/>
                      <a:pt x="60" y="5"/>
                    </a:cubicBezTo>
                    <a:lnTo>
                      <a:pt x="5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5" name="Freeform 1102"/>
              <p:cNvSpPr>
                <a:spLocks noEditPoints="1"/>
              </p:cNvSpPr>
              <p:nvPr userDrawn="1"/>
            </p:nvSpPr>
            <p:spPr bwMode="auto">
              <a:xfrm>
                <a:off x="1255" y="1366"/>
                <a:ext cx="146" cy="120"/>
              </a:xfrm>
              <a:custGeom>
                <a:avLst/>
                <a:gdLst>
                  <a:gd name="T0" fmla="*/ 45 w 118"/>
                  <a:gd name="T1" fmla="*/ 97 h 97"/>
                  <a:gd name="T2" fmla="*/ 44 w 118"/>
                  <a:gd name="T3" fmla="*/ 97 h 97"/>
                  <a:gd name="T4" fmla="*/ 43 w 118"/>
                  <a:gd name="T5" fmla="*/ 96 h 97"/>
                  <a:gd name="T6" fmla="*/ 1 w 118"/>
                  <a:gd name="T7" fmla="*/ 3 h 97"/>
                  <a:gd name="T8" fmla="*/ 1 w 118"/>
                  <a:gd name="T9" fmla="*/ 1 h 97"/>
                  <a:gd name="T10" fmla="*/ 3 w 118"/>
                  <a:gd name="T11" fmla="*/ 1 h 97"/>
                  <a:gd name="T12" fmla="*/ 117 w 118"/>
                  <a:gd name="T13" fmla="*/ 52 h 97"/>
                  <a:gd name="T14" fmla="*/ 118 w 118"/>
                  <a:gd name="T15" fmla="*/ 54 h 97"/>
                  <a:gd name="T16" fmla="*/ 117 w 118"/>
                  <a:gd name="T17" fmla="*/ 55 h 97"/>
                  <a:gd name="T18" fmla="*/ 46 w 118"/>
                  <a:gd name="T19" fmla="*/ 97 h 97"/>
                  <a:gd name="T20" fmla="*/ 45 w 118"/>
                  <a:gd name="T21" fmla="*/ 97 h 97"/>
                  <a:gd name="T22" fmla="*/ 6 w 118"/>
                  <a:gd name="T23" fmla="*/ 6 h 97"/>
                  <a:gd name="T24" fmla="*/ 45 w 118"/>
                  <a:gd name="T25" fmla="*/ 93 h 97"/>
                  <a:gd name="T26" fmla="*/ 113 w 118"/>
                  <a:gd name="T27" fmla="*/ 54 h 97"/>
                  <a:gd name="T28" fmla="*/ 6 w 118"/>
                  <a:gd name="T29" fmla="*/ 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8" h="97">
                    <a:moveTo>
                      <a:pt x="45" y="97"/>
                    </a:moveTo>
                    <a:cubicBezTo>
                      <a:pt x="44" y="97"/>
                      <a:pt x="44" y="97"/>
                      <a:pt x="44" y="97"/>
                    </a:cubicBezTo>
                    <a:cubicBezTo>
                      <a:pt x="44" y="97"/>
                      <a:pt x="43" y="97"/>
                      <a:pt x="43" y="9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117" y="52"/>
                      <a:pt x="117" y="52"/>
                      <a:pt x="117" y="52"/>
                    </a:cubicBezTo>
                    <a:cubicBezTo>
                      <a:pt x="118" y="52"/>
                      <a:pt x="118" y="53"/>
                      <a:pt x="118" y="54"/>
                    </a:cubicBezTo>
                    <a:cubicBezTo>
                      <a:pt x="118" y="54"/>
                      <a:pt x="118" y="55"/>
                      <a:pt x="117" y="55"/>
                    </a:cubicBezTo>
                    <a:cubicBezTo>
                      <a:pt x="46" y="97"/>
                      <a:pt x="46" y="97"/>
                      <a:pt x="46" y="97"/>
                    </a:cubicBezTo>
                    <a:lnTo>
                      <a:pt x="45" y="97"/>
                    </a:lnTo>
                    <a:close/>
                    <a:moveTo>
                      <a:pt x="6" y="6"/>
                    </a:moveTo>
                    <a:cubicBezTo>
                      <a:pt x="45" y="93"/>
                      <a:pt x="45" y="93"/>
                      <a:pt x="45" y="93"/>
                    </a:cubicBezTo>
                    <a:cubicBezTo>
                      <a:pt x="113" y="54"/>
                      <a:pt x="113" y="54"/>
                      <a:pt x="113" y="54"/>
                    </a:cubicBezTo>
                    <a:lnTo>
                      <a:pt x="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6" name="Freeform 1103"/>
              <p:cNvSpPr>
                <a:spLocks noEditPoints="1"/>
              </p:cNvSpPr>
              <p:nvPr userDrawn="1"/>
            </p:nvSpPr>
            <p:spPr bwMode="auto">
              <a:xfrm>
                <a:off x="766" y="1379"/>
                <a:ext cx="217" cy="66"/>
              </a:xfrm>
              <a:custGeom>
                <a:avLst/>
                <a:gdLst>
                  <a:gd name="T0" fmla="*/ 119 w 175"/>
                  <a:gd name="T1" fmla="*/ 54 h 54"/>
                  <a:gd name="T2" fmla="*/ 118 w 175"/>
                  <a:gd name="T3" fmla="*/ 54 h 54"/>
                  <a:gd name="T4" fmla="*/ 2 w 175"/>
                  <a:gd name="T5" fmla="*/ 14 h 54"/>
                  <a:gd name="T6" fmla="*/ 1 w 175"/>
                  <a:gd name="T7" fmla="*/ 12 h 54"/>
                  <a:gd name="T8" fmla="*/ 2 w 175"/>
                  <a:gd name="T9" fmla="*/ 11 h 54"/>
                  <a:gd name="T10" fmla="*/ 173 w 175"/>
                  <a:gd name="T11" fmla="*/ 0 h 54"/>
                  <a:gd name="T12" fmla="*/ 174 w 175"/>
                  <a:gd name="T13" fmla="*/ 1 h 54"/>
                  <a:gd name="T14" fmla="*/ 174 w 175"/>
                  <a:gd name="T15" fmla="*/ 3 h 54"/>
                  <a:gd name="T16" fmla="*/ 120 w 175"/>
                  <a:gd name="T17" fmla="*/ 54 h 54"/>
                  <a:gd name="T18" fmla="*/ 119 w 175"/>
                  <a:gd name="T19" fmla="*/ 54 h 54"/>
                  <a:gd name="T20" fmla="*/ 11 w 175"/>
                  <a:gd name="T21" fmla="*/ 13 h 54"/>
                  <a:gd name="T22" fmla="*/ 119 w 175"/>
                  <a:gd name="T23" fmla="*/ 51 h 54"/>
                  <a:gd name="T24" fmla="*/ 168 w 175"/>
                  <a:gd name="T25" fmla="*/ 4 h 54"/>
                  <a:gd name="T26" fmla="*/ 11 w 175"/>
                  <a:gd name="T27" fmla="*/ 1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5" h="54">
                    <a:moveTo>
                      <a:pt x="119" y="54"/>
                    </a:moveTo>
                    <a:cubicBezTo>
                      <a:pt x="118" y="54"/>
                      <a:pt x="118" y="54"/>
                      <a:pt x="118" y="5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73" y="0"/>
                      <a:pt x="174" y="0"/>
                      <a:pt x="174" y="1"/>
                    </a:cubicBezTo>
                    <a:cubicBezTo>
                      <a:pt x="175" y="2"/>
                      <a:pt x="174" y="2"/>
                      <a:pt x="174" y="3"/>
                    </a:cubicBezTo>
                    <a:cubicBezTo>
                      <a:pt x="120" y="54"/>
                      <a:pt x="120" y="54"/>
                      <a:pt x="120" y="54"/>
                    </a:cubicBezTo>
                    <a:cubicBezTo>
                      <a:pt x="120" y="54"/>
                      <a:pt x="119" y="54"/>
                      <a:pt x="119" y="54"/>
                    </a:cubicBezTo>
                    <a:close/>
                    <a:moveTo>
                      <a:pt x="11" y="13"/>
                    </a:moveTo>
                    <a:cubicBezTo>
                      <a:pt x="119" y="51"/>
                      <a:pt x="119" y="51"/>
                      <a:pt x="119" y="51"/>
                    </a:cubicBezTo>
                    <a:cubicBezTo>
                      <a:pt x="168" y="4"/>
                      <a:pt x="168" y="4"/>
                      <a:pt x="168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7" name="Freeform 1104"/>
              <p:cNvSpPr>
                <a:spLocks noEditPoints="1"/>
              </p:cNvSpPr>
              <p:nvPr userDrawn="1"/>
            </p:nvSpPr>
            <p:spPr bwMode="auto">
              <a:xfrm>
                <a:off x="1567" y="1343"/>
                <a:ext cx="127" cy="62"/>
              </a:xfrm>
              <a:custGeom>
                <a:avLst/>
                <a:gdLst>
                  <a:gd name="T0" fmla="*/ 79 w 103"/>
                  <a:gd name="T1" fmla="*/ 50 h 50"/>
                  <a:gd name="T2" fmla="*/ 78 w 103"/>
                  <a:gd name="T3" fmla="*/ 50 h 50"/>
                  <a:gd name="T4" fmla="*/ 1 w 103"/>
                  <a:gd name="T5" fmla="*/ 10 h 50"/>
                  <a:gd name="T6" fmla="*/ 0 w 103"/>
                  <a:gd name="T7" fmla="*/ 8 h 50"/>
                  <a:gd name="T8" fmla="*/ 1 w 103"/>
                  <a:gd name="T9" fmla="*/ 7 h 50"/>
                  <a:gd name="T10" fmla="*/ 101 w 103"/>
                  <a:gd name="T11" fmla="*/ 0 h 50"/>
                  <a:gd name="T12" fmla="*/ 103 w 103"/>
                  <a:gd name="T13" fmla="*/ 1 h 50"/>
                  <a:gd name="T14" fmla="*/ 103 w 103"/>
                  <a:gd name="T15" fmla="*/ 2 h 50"/>
                  <a:gd name="T16" fmla="*/ 81 w 103"/>
                  <a:gd name="T17" fmla="*/ 49 h 50"/>
                  <a:gd name="T18" fmla="*/ 80 w 103"/>
                  <a:gd name="T19" fmla="*/ 50 h 50"/>
                  <a:gd name="T20" fmla="*/ 79 w 103"/>
                  <a:gd name="T21" fmla="*/ 50 h 50"/>
                  <a:gd name="T22" fmla="*/ 7 w 103"/>
                  <a:gd name="T23" fmla="*/ 10 h 50"/>
                  <a:gd name="T24" fmla="*/ 78 w 103"/>
                  <a:gd name="T25" fmla="*/ 46 h 50"/>
                  <a:gd name="T26" fmla="*/ 98 w 103"/>
                  <a:gd name="T27" fmla="*/ 3 h 50"/>
                  <a:gd name="T28" fmla="*/ 7 w 103"/>
                  <a:gd name="T29" fmla="*/ 1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50">
                    <a:moveTo>
                      <a:pt x="79" y="50"/>
                    </a:moveTo>
                    <a:cubicBezTo>
                      <a:pt x="78" y="50"/>
                      <a:pt x="78" y="50"/>
                      <a:pt x="78" y="5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2" y="0"/>
                      <a:pt x="102" y="0"/>
                      <a:pt x="103" y="1"/>
                    </a:cubicBezTo>
                    <a:cubicBezTo>
                      <a:pt x="103" y="1"/>
                      <a:pt x="103" y="2"/>
                      <a:pt x="103" y="2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0" y="50"/>
                      <a:pt x="80" y="50"/>
                      <a:pt x="80" y="50"/>
                    </a:cubicBezTo>
                    <a:lnTo>
                      <a:pt x="79" y="50"/>
                    </a:lnTo>
                    <a:close/>
                    <a:moveTo>
                      <a:pt x="7" y="10"/>
                    </a:moveTo>
                    <a:cubicBezTo>
                      <a:pt x="78" y="46"/>
                      <a:pt x="78" y="46"/>
                      <a:pt x="78" y="46"/>
                    </a:cubicBezTo>
                    <a:cubicBezTo>
                      <a:pt x="98" y="3"/>
                      <a:pt x="98" y="3"/>
                      <a:pt x="98" y="3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8" name="Freeform 1105"/>
              <p:cNvSpPr>
                <a:spLocks noEditPoints="1"/>
              </p:cNvSpPr>
              <p:nvPr userDrawn="1"/>
            </p:nvSpPr>
            <p:spPr bwMode="auto">
              <a:xfrm>
                <a:off x="2313" y="1173"/>
                <a:ext cx="109" cy="77"/>
              </a:xfrm>
              <a:custGeom>
                <a:avLst/>
                <a:gdLst>
                  <a:gd name="T0" fmla="*/ 86 w 88"/>
                  <a:gd name="T1" fmla="*/ 62 h 62"/>
                  <a:gd name="T2" fmla="*/ 2 w 88"/>
                  <a:gd name="T3" fmla="*/ 62 h 62"/>
                  <a:gd name="T4" fmla="*/ 1 w 88"/>
                  <a:gd name="T5" fmla="*/ 61 h 62"/>
                  <a:gd name="T6" fmla="*/ 0 w 88"/>
                  <a:gd name="T7" fmla="*/ 59 h 62"/>
                  <a:gd name="T8" fmla="*/ 19 w 88"/>
                  <a:gd name="T9" fmla="*/ 1 h 62"/>
                  <a:gd name="T10" fmla="*/ 20 w 88"/>
                  <a:gd name="T11" fmla="*/ 0 h 62"/>
                  <a:gd name="T12" fmla="*/ 22 w 88"/>
                  <a:gd name="T13" fmla="*/ 0 h 62"/>
                  <a:gd name="T14" fmla="*/ 87 w 88"/>
                  <a:gd name="T15" fmla="*/ 59 h 62"/>
                  <a:gd name="T16" fmla="*/ 88 w 88"/>
                  <a:gd name="T17" fmla="*/ 60 h 62"/>
                  <a:gd name="T18" fmla="*/ 86 w 88"/>
                  <a:gd name="T19" fmla="*/ 62 h 62"/>
                  <a:gd name="T20" fmla="*/ 4 w 88"/>
                  <a:gd name="T21" fmla="*/ 58 h 62"/>
                  <a:gd name="T22" fmla="*/ 82 w 88"/>
                  <a:gd name="T23" fmla="*/ 58 h 62"/>
                  <a:gd name="T24" fmla="*/ 22 w 88"/>
                  <a:gd name="T25" fmla="*/ 5 h 62"/>
                  <a:gd name="T26" fmla="*/ 4 w 88"/>
                  <a:gd name="T27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62">
                    <a:moveTo>
                      <a:pt x="86" y="62"/>
                    </a:moveTo>
                    <a:cubicBezTo>
                      <a:pt x="2" y="62"/>
                      <a:pt x="2" y="62"/>
                      <a:pt x="2" y="62"/>
                    </a:cubicBezTo>
                    <a:cubicBezTo>
                      <a:pt x="1" y="62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20" y="0"/>
                      <a:pt x="20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8" y="59"/>
                      <a:pt x="88" y="60"/>
                      <a:pt x="88" y="60"/>
                    </a:cubicBezTo>
                    <a:cubicBezTo>
                      <a:pt x="87" y="61"/>
                      <a:pt x="87" y="62"/>
                      <a:pt x="86" y="62"/>
                    </a:cubicBezTo>
                    <a:close/>
                    <a:moveTo>
                      <a:pt x="4" y="58"/>
                    </a:moveTo>
                    <a:cubicBezTo>
                      <a:pt x="82" y="58"/>
                      <a:pt x="82" y="58"/>
                      <a:pt x="82" y="58"/>
                    </a:cubicBezTo>
                    <a:cubicBezTo>
                      <a:pt x="22" y="5"/>
                      <a:pt x="22" y="5"/>
                      <a:pt x="22" y="5"/>
                    </a:cubicBezTo>
                    <a:lnTo>
                      <a:pt x="4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9" name="Freeform 1106"/>
              <p:cNvSpPr>
                <a:spLocks noEditPoints="1"/>
              </p:cNvSpPr>
              <p:nvPr userDrawn="1"/>
            </p:nvSpPr>
            <p:spPr bwMode="auto">
              <a:xfrm>
                <a:off x="1707" y="943"/>
                <a:ext cx="115" cy="182"/>
              </a:xfrm>
              <a:custGeom>
                <a:avLst/>
                <a:gdLst>
                  <a:gd name="T0" fmla="*/ 31 w 93"/>
                  <a:gd name="T1" fmla="*/ 147 h 147"/>
                  <a:gd name="T2" fmla="*/ 31 w 93"/>
                  <a:gd name="T3" fmla="*/ 147 h 147"/>
                  <a:gd name="T4" fmla="*/ 30 w 93"/>
                  <a:gd name="T5" fmla="*/ 145 h 147"/>
                  <a:gd name="T6" fmla="*/ 0 w 93"/>
                  <a:gd name="T7" fmla="*/ 2 h 147"/>
                  <a:gd name="T8" fmla="*/ 0 w 93"/>
                  <a:gd name="T9" fmla="*/ 0 h 147"/>
                  <a:gd name="T10" fmla="*/ 2 w 93"/>
                  <a:gd name="T11" fmla="*/ 0 h 147"/>
                  <a:gd name="T12" fmla="*/ 92 w 93"/>
                  <a:gd name="T13" fmla="*/ 25 h 147"/>
                  <a:gd name="T14" fmla="*/ 93 w 93"/>
                  <a:gd name="T15" fmla="*/ 25 h 147"/>
                  <a:gd name="T16" fmla="*/ 93 w 93"/>
                  <a:gd name="T17" fmla="*/ 27 h 147"/>
                  <a:gd name="T18" fmla="*/ 64 w 93"/>
                  <a:gd name="T19" fmla="*/ 87 h 147"/>
                  <a:gd name="T20" fmla="*/ 31 w 93"/>
                  <a:gd name="T21" fmla="*/ 147 h 147"/>
                  <a:gd name="T22" fmla="*/ 4 w 93"/>
                  <a:gd name="T23" fmla="*/ 4 h 147"/>
                  <a:gd name="T24" fmla="*/ 33 w 93"/>
                  <a:gd name="T25" fmla="*/ 140 h 147"/>
                  <a:gd name="T26" fmla="*/ 89 w 93"/>
                  <a:gd name="T27" fmla="*/ 27 h 147"/>
                  <a:gd name="T28" fmla="*/ 4 w 93"/>
                  <a:gd name="T29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147">
                    <a:moveTo>
                      <a:pt x="31" y="147"/>
                    </a:moveTo>
                    <a:cubicBezTo>
                      <a:pt x="31" y="147"/>
                      <a:pt x="31" y="147"/>
                      <a:pt x="31" y="147"/>
                    </a:cubicBezTo>
                    <a:cubicBezTo>
                      <a:pt x="30" y="147"/>
                      <a:pt x="29" y="146"/>
                      <a:pt x="30" y="145"/>
                    </a:cubicBezTo>
                    <a:cubicBezTo>
                      <a:pt x="32" y="135"/>
                      <a:pt x="9" y="38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3" y="25"/>
                      <a:pt x="93" y="25"/>
                    </a:cubicBezTo>
                    <a:cubicBezTo>
                      <a:pt x="93" y="26"/>
                      <a:pt x="93" y="26"/>
                      <a:pt x="93" y="27"/>
                    </a:cubicBezTo>
                    <a:cubicBezTo>
                      <a:pt x="93" y="27"/>
                      <a:pt x="78" y="57"/>
                      <a:pt x="64" y="87"/>
                    </a:cubicBezTo>
                    <a:cubicBezTo>
                      <a:pt x="37" y="142"/>
                      <a:pt x="33" y="147"/>
                      <a:pt x="31" y="147"/>
                    </a:cubicBezTo>
                    <a:close/>
                    <a:moveTo>
                      <a:pt x="4" y="4"/>
                    </a:moveTo>
                    <a:cubicBezTo>
                      <a:pt x="8" y="22"/>
                      <a:pt x="31" y="115"/>
                      <a:pt x="33" y="140"/>
                    </a:cubicBezTo>
                    <a:cubicBezTo>
                      <a:pt x="42" y="124"/>
                      <a:pt x="70" y="67"/>
                      <a:pt x="89" y="27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0" name="Freeform 1107"/>
              <p:cNvSpPr>
                <a:spLocks noEditPoints="1"/>
              </p:cNvSpPr>
              <p:nvPr userDrawn="1"/>
            </p:nvSpPr>
            <p:spPr bwMode="auto">
              <a:xfrm>
                <a:off x="2260" y="1366"/>
                <a:ext cx="126" cy="79"/>
              </a:xfrm>
              <a:custGeom>
                <a:avLst/>
                <a:gdLst>
                  <a:gd name="T0" fmla="*/ 2 w 102"/>
                  <a:gd name="T1" fmla="*/ 64 h 64"/>
                  <a:gd name="T2" fmla="*/ 1 w 102"/>
                  <a:gd name="T3" fmla="*/ 64 h 64"/>
                  <a:gd name="T4" fmla="*/ 0 w 102"/>
                  <a:gd name="T5" fmla="*/ 62 h 64"/>
                  <a:gd name="T6" fmla="*/ 7 w 102"/>
                  <a:gd name="T7" fmla="*/ 2 h 64"/>
                  <a:gd name="T8" fmla="*/ 8 w 102"/>
                  <a:gd name="T9" fmla="*/ 1 h 64"/>
                  <a:gd name="T10" fmla="*/ 9 w 102"/>
                  <a:gd name="T11" fmla="*/ 1 h 64"/>
                  <a:gd name="T12" fmla="*/ 100 w 102"/>
                  <a:gd name="T13" fmla="*/ 21 h 64"/>
                  <a:gd name="T14" fmla="*/ 101 w 102"/>
                  <a:gd name="T15" fmla="*/ 22 h 64"/>
                  <a:gd name="T16" fmla="*/ 100 w 102"/>
                  <a:gd name="T17" fmla="*/ 24 h 64"/>
                  <a:gd name="T18" fmla="*/ 3 w 102"/>
                  <a:gd name="T19" fmla="*/ 64 h 64"/>
                  <a:gd name="T20" fmla="*/ 2 w 102"/>
                  <a:gd name="T21" fmla="*/ 64 h 64"/>
                  <a:gd name="T22" fmla="*/ 10 w 102"/>
                  <a:gd name="T23" fmla="*/ 4 h 64"/>
                  <a:gd name="T24" fmla="*/ 4 w 102"/>
                  <a:gd name="T25" fmla="*/ 60 h 64"/>
                  <a:gd name="T26" fmla="*/ 94 w 102"/>
                  <a:gd name="T27" fmla="*/ 23 h 64"/>
                  <a:gd name="T28" fmla="*/ 10 w 102"/>
                  <a:gd name="T29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64">
                    <a:moveTo>
                      <a:pt x="2" y="64"/>
                    </a:moveTo>
                    <a:cubicBezTo>
                      <a:pt x="2" y="64"/>
                      <a:pt x="1" y="64"/>
                      <a:pt x="1" y="64"/>
                    </a:cubicBezTo>
                    <a:cubicBezTo>
                      <a:pt x="1" y="63"/>
                      <a:pt x="0" y="63"/>
                      <a:pt x="0" y="6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8" y="1"/>
                      <a:pt x="8" y="1"/>
                    </a:cubicBezTo>
                    <a:cubicBezTo>
                      <a:pt x="8" y="1"/>
                      <a:pt x="9" y="0"/>
                      <a:pt x="9" y="1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1"/>
                      <a:pt x="101" y="21"/>
                      <a:pt x="101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3" y="64"/>
                      <a:pt x="3" y="64"/>
                      <a:pt x="3" y="64"/>
                    </a:cubicBezTo>
                    <a:lnTo>
                      <a:pt x="2" y="64"/>
                    </a:lnTo>
                    <a:close/>
                    <a:moveTo>
                      <a:pt x="10" y="4"/>
                    </a:moveTo>
                    <a:cubicBezTo>
                      <a:pt x="4" y="60"/>
                      <a:pt x="4" y="60"/>
                      <a:pt x="4" y="60"/>
                    </a:cubicBezTo>
                    <a:cubicBezTo>
                      <a:pt x="94" y="23"/>
                      <a:pt x="94" y="23"/>
                      <a:pt x="94" y="2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1" name="Freeform 1108"/>
              <p:cNvSpPr>
                <a:spLocks noEditPoints="1"/>
              </p:cNvSpPr>
              <p:nvPr userDrawn="1"/>
            </p:nvSpPr>
            <p:spPr bwMode="auto">
              <a:xfrm>
                <a:off x="2281" y="1284"/>
                <a:ext cx="105" cy="112"/>
              </a:xfrm>
              <a:custGeom>
                <a:avLst/>
                <a:gdLst>
                  <a:gd name="T0" fmla="*/ 83 w 85"/>
                  <a:gd name="T1" fmla="*/ 90 h 90"/>
                  <a:gd name="T2" fmla="*/ 82 w 85"/>
                  <a:gd name="T3" fmla="*/ 90 h 90"/>
                  <a:gd name="T4" fmla="*/ 1 w 85"/>
                  <a:gd name="T5" fmla="*/ 45 h 90"/>
                  <a:gd name="T6" fmla="*/ 0 w 85"/>
                  <a:gd name="T7" fmla="*/ 44 h 90"/>
                  <a:gd name="T8" fmla="*/ 1 w 85"/>
                  <a:gd name="T9" fmla="*/ 42 h 90"/>
                  <a:gd name="T10" fmla="*/ 46 w 85"/>
                  <a:gd name="T11" fmla="*/ 1 h 90"/>
                  <a:gd name="T12" fmla="*/ 47 w 85"/>
                  <a:gd name="T13" fmla="*/ 0 h 90"/>
                  <a:gd name="T14" fmla="*/ 48 w 85"/>
                  <a:gd name="T15" fmla="*/ 1 h 90"/>
                  <a:gd name="T16" fmla="*/ 84 w 85"/>
                  <a:gd name="T17" fmla="*/ 88 h 90"/>
                  <a:gd name="T18" fmla="*/ 84 w 85"/>
                  <a:gd name="T19" fmla="*/ 89 h 90"/>
                  <a:gd name="T20" fmla="*/ 83 w 85"/>
                  <a:gd name="T21" fmla="*/ 90 h 90"/>
                  <a:gd name="T22" fmla="*/ 5 w 85"/>
                  <a:gd name="T23" fmla="*/ 43 h 90"/>
                  <a:gd name="T24" fmla="*/ 79 w 85"/>
                  <a:gd name="T25" fmla="*/ 84 h 90"/>
                  <a:gd name="T26" fmla="*/ 46 w 85"/>
                  <a:gd name="T27" fmla="*/ 5 h 90"/>
                  <a:gd name="T28" fmla="*/ 5 w 85"/>
                  <a:gd name="T29" fmla="*/ 4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5" h="90">
                    <a:moveTo>
                      <a:pt x="83" y="90"/>
                    </a:moveTo>
                    <a:cubicBezTo>
                      <a:pt x="82" y="90"/>
                      <a:pt x="82" y="90"/>
                      <a:pt x="82" y="90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4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1"/>
                    </a:cubicBezTo>
                    <a:cubicBezTo>
                      <a:pt x="84" y="88"/>
                      <a:pt x="84" y="88"/>
                      <a:pt x="84" y="88"/>
                    </a:cubicBezTo>
                    <a:cubicBezTo>
                      <a:pt x="85" y="88"/>
                      <a:pt x="84" y="89"/>
                      <a:pt x="84" y="89"/>
                    </a:cubicBezTo>
                    <a:cubicBezTo>
                      <a:pt x="84" y="90"/>
                      <a:pt x="83" y="90"/>
                      <a:pt x="83" y="90"/>
                    </a:cubicBezTo>
                    <a:close/>
                    <a:moveTo>
                      <a:pt x="5" y="43"/>
                    </a:moveTo>
                    <a:cubicBezTo>
                      <a:pt x="79" y="84"/>
                      <a:pt x="79" y="84"/>
                      <a:pt x="79" y="84"/>
                    </a:cubicBezTo>
                    <a:cubicBezTo>
                      <a:pt x="46" y="5"/>
                      <a:pt x="46" y="5"/>
                      <a:pt x="46" y="5"/>
                    </a:cubicBezTo>
                    <a:lnTo>
                      <a:pt x="5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2" name="Freeform 1109"/>
              <p:cNvSpPr>
                <a:spLocks noEditPoints="1"/>
              </p:cNvSpPr>
              <p:nvPr userDrawn="1"/>
            </p:nvSpPr>
            <p:spPr bwMode="auto">
              <a:xfrm>
                <a:off x="1840" y="798"/>
                <a:ext cx="115" cy="108"/>
              </a:xfrm>
              <a:custGeom>
                <a:avLst/>
                <a:gdLst>
                  <a:gd name="T0" fmla="*/ 21 w 93"/>
                  <a:gd name="T1" fmla="*/ 87 h 87"/>
                  <a:gd name="T2" fmla="*/ 20 w 93"/>
                  <a:gd name="T3" fmla="*/ 87 h 87"/>
                  <a:gd name="T4" fmla="*/ 19 w 93"/>
                  <a:gd name="T5" fmla="*/ 86 h 87"/>
                  <a:gd name="T6" fmla="*/ 0 w 93"/>
                  <a:gd name="T7" fmla="*/ 2 h 87"/>
                  <a:gd name="T8" fmla="*/ 0 w 93"/>
                  <a:gd name="T9" fmla="*/ 1 h 87"/>
                  <a:gd name="T10" fmla="*/ 2 w 93"/>
                  <a:gd name="T11" fmla="*/ 0 h 87"/>
                  <a:gd name="T12" fmla="*/ 92 w 93"/>
                  <a:gd name="T13" fmla="*/ 31 h 87"/>
                  <a:gd name="T14" fmla="*/ 93 w 93"/>
                  <a:gd name="T15" fmla="*/ 32 h 87"/>
                  <a:gd name="T16" fmla="*/ 92 w 93"/>
                  <a:gd name="T17" fmla="*/ 33 h 87"/>
                  <a:gd name="T18" fmla="*/ 22 w 93"/>
                  <a:gd name="T19" fmla="*/ 87 h 87"/>
                  <a:gd name="T20" fmla="*/ 21 w 93"/>
                  <a:gd name="T21" fmla="*/ 87 h 87"/>
                  <a:gd name="T22" fmla="*/ 4 w 93"/>
                  <a:gd name="T23" fmla="*/ 4 h 87"/>
                  <a:gd name="T24" fmla="*/ 22 w 93"/>
                  <a:gd name="T25" fmla="*/ 83 h 87"/>
                  <a:gd name="T26" fmla="*/ 88 w 93"/>
                  <a:gd name="T27" fmla="*/ 33 h 87"/>
                  <a:gd name="T28" fmla="*/ 4 w 93"/>
                  <a:gd name="T29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7">
                    <a:moveTo>
                      <a:pt x="21" y="87"/>
                    </a:moveTo>
                    <a:cubicBezTo>
                      <a:pt x="20" y="87"/>
                      <a:pt x="20" y="87"/>
                      <a:pt x="20" y="87"/>
                    </a:cubicBezTo>
                    <a:cubicBezTo>
                      <a:pt x="20" y="87"/>
                      <a:pt x="19" y="87"/>
                      <a:pt x="19" y="8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31"/>
                      <a:pt x="93" y="31"/>
                      <a:pt x="93" y="32"/>
                    </a:cubicBezTo>
                    <a:cubicBezTo>
                      <a:pt x="93" y="32"/>
                      <a:pt x="93" y="33"/>
                      <a:pt x="92" y="33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1" y="87"/>
                    </a:lnTo>
                    <a:close/>
                    <a:moveTo>
                      <a:pt x="4" y="4"/>
                    </a:moveTo>
                    <a:cubicBezTo>
                      <a:pt x="22" y="83"/>
                      <a:pt x="22" y="83"/>
                      <a:pt x="22" y="8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3" name="Freeform 1110"/>
              <p:cNvSpPr>
                <a:spLocks noEditPoints="1"/>
              </p:cNvSpPr>
              <p:nvPr userDrawn="1"/>
            </p:nvSpPr>
            <p:spPr bwMode="auto">
              <a:xfrm>
                <a:off x="2031" y="814"/>
                <a:ext cx="116" cy="100"/>
              </a:xfrm>
              <a:custGeom>
                <a:avLst/>
                <a:gdLst>
                  <a:gd name="T0" fmla="*/ 92 w 94"/>
                  <a:gd name="T1" fmla="*/ 81 h 81"/>
                  <a:gd name="T2" fmla="*/ 92 w 94"/>
                  <a:gd name="T3" fmla="*/ 81 h 81"/>
                  <a:gd name="T4" fmla="*/ 2 w 94"/>
                  <a:gd name="T5" fmla="*/ 65 h 81"/>
                  <a:gd name="T6" fmla="*/ 1 w 94"/>
                  <a:gd name="T7" fmla="*/ 64 h 81"/>
                  <a:gd name="T8" fmla="*/ 1 w 94"/>
                  <a:gd name="T9" fmla="*/ 62 h 81"/>
                  <a:gd name="T10" fmla="*/ 29 w 94"/>
                  <a:gd name="T11" fmla="*/ 1 h 81"/>
                  <a:gd name="T12" fmla="*/ 30 w 94"/>
                  <a:gd name="T13" fmla="*/ 0 h 81"/>
                  <a:gd name="T14" fmla="*/ 31 w 94"/>
                  <a:gd name="T15" fmla="*/ 1 h 81"/>
                  <a:gd name="T16" fmla="*/ 93 w 94"/>
                  <a:gd name="T17" fmla="*/ 79 h 81"/>
                  <a:gd name="T18" fmla="*/ 93 w 94"/>
                  <a:gd name="T19" fmla="*/ 81 h 81"/>
                  <a:gd name="T20" fmla="*/ 92 w 94"/>
                  <a:gd name="T21" fmla="*/ 81 h 81"/>
                  <a:gd name="T22" fmla="*/ 5 w 94"/>
                  <a:gd name="T23" fmla="*/ 62 h 81"/>
                  <a:gd name="T24" fmla="*/ 88 w 94"/>
                  <a:gd name="T25" fmla="*/ 77 h 81"/>
                  <a:gd name="T26" fmla="*/ 31 w 94"/>
                  <a:gd name="T27" fmla="*/ 5 h 81"/>
                  <a:gd name="T28" fmla="*/ 5 w 94"/>
                  <a:gd name="T29" fmla="*/ 6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81">
                    <a:moveTo>
                      <a:pt x="92" y="81"/>
                    </a:moveTo>
                    <a:cubicBezTo>
                      <a:pt x="92" y="81"/>
                      <a:pt x="92" y="81"/>
                      <a:pt x="92" y="8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9" y="0"/>
                      <a:pt x="30" y="0"/>
                    </a:cubicBezTo>
                    <a:cubicBezTo>
                      <a:pt x="31" y="0"/>
                      <a:pt x="31" y="0"/>
                      <a:pt x="31" y="1"/>
                    </a:cubicBezTo>
                    <a:cubicBezTo>
                      <a:pt x="93" y="79"/>
                      <a:pt x="93" y="79"/>
                      <a:pt x="93" y="79"/>
                    </a:cubicBezTo>
                    <a:cubicBezTo>
                      <a:pt x="94" y="79"/>
                      <a:pt x="94" y="80"/>
                      <a:pt x="93" y="81"/>
                    </a:cubicBezTo>
                    <a:cubicBezTo>
                      <a:pt x="93" y="81"/>
                      <a:pt x="93" y="81"/>
                      <a:pt x="92" y="81"/>
                    </a:cubicBezTo>
                    <a:close/>
                    <a:moveTo>
                      <a:pt x="5" y="62"/>
                    </a:moveTo>
                    <a:cubicBezTo>
                      <a:pt x="88" y="77"/>
                      <a:pt x="88" y="77"/>
                      <a:pt x="88" y="77"/>
                    </a:cubicBezTo>
                    <a:cubicBezTo>
                      <a:pt x="31" y="5"/>
                      <a:pt x="31" y="5"/>
                      <a:pt x="31" y="5"/>
                    </a:cubicBezTo>
                    <a:lnTo>
                      <a:pt x="5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4" name="Freeform 1111"/>
              <p:cNvSpPr>
                <a:spLocks noEditPoints="1"/>
              </p:cNvSpPr>
              <p:nvPr userDrawn="1"/>
            </p:nvSpPr>
            <p:spPr bwMode="auto">
              <a:xfrm>
                <a:off x="2151" y="930"/>
                <a:ext cx="151" cy="150"/>
              </a:xfrm>
              <a:custGeom>
                <a:avLst/>
                <a:gdLst>
                  <a:gd name="T0" fmla="*/ 120 w 122"/>
                  <a:gd name="T1" fmla="*/ 121 h 121"/>
                  <a:gd name="T2" fmla="*/ 120 w 122"/>
                  <a:gd name="T3" fmla="*/ 121 h 121"/>
                  <a:gd name="T4" fmla="*/ 1 w 122"/>
                  <a:gd name="T5" fmla="*/ 119 h 121"/>
                  <a:gd name="T6" fmla="*/ 0 w 122"/>
                  <a:gd name="T7" fmla="*/ 118 h 121"/>
                  <a:gd name="T8" fmla="*/ 0 w 122"/>
                  <a:gd name="T9" fmla="*/ 116 h 121"/>
                  <a:gd name="T10" fmla="*/ 59 w 122"/>
                  <a:gd name="T11" fmla="*/ 1 h 121"/>
                  <a:gd name="T12" fmla="*/ 61 w 122"/>
                  <a:gd name="T13" fmla="*/ 0 h 121"/>
                  <a:gd name="T14" fmla="*/ 61 w 122"/>
                  <a:gd name="T15" fmla="*/ 0 h 121"/>
                  <a:gd name="T16" fmla="*/ 62 w 122"/>
                  <a:gd name="T17" fmla="*/ 1 h 121"/>
                  <a:gd name="T18" fmla="*/ 122 w 122"/>
                  <a:gd name="T19" fmla="*/ 119 h 121"/>
                  <a:gd name="T20" fmla="*/ 122 w 122"/>
                  <a:gd name="T21" fmla="*/ 120 h 121"/>
                  <a:gd name="T22" fmla="*/ 120 w 122"/>
                  <a:gd name="T23" fmla="*/ 121 h 121"/>
                  <a:gd name="T24" fmla="*/ 4 w 122"/>
                  <a:gd name="T25" fmla="*/ 115 h 121"/>
                  <a:gd name="T26" fmla="*/ 118 w 122"/>
                  <a:gd name="T27" fmla="*/ 118 h 121"/>
                  <a:gd name="T28" fmla="*/ 61 w 122"/>
                  <a:gd name="T29" fmla="*/ 6 h 121"/>
                  <a:gd name="T30" fmla="*/ 4 w 122"/>
                  <a:gd name="T31" fmla="*/ 11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21">
                    <a:moveTo>
                      <a:pt x="120" y="121"/>
                    </a:moveTo>
                    <a:cubicBezTo>
                      <a:pt x="120" y="121"/>
                      <a:pt x="120" y="121"/>
                      <a:pt x="120" y="121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1" y="119"/>
                      <a:pt x="0" y="118"/>
                      <a:pt x="0" y="118"/>
                    </a:cubicBezTo>
                    <a:cubicBezTo>
                      <a:pt x="0" y="117"/>
                      <a:pt x="0" y="117"/>
                      <a:pt x="0" y="116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1"/>
                      <a:pt x="60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1"/>
                      <a:pt x="62" y="1"/>
                    </a:cubicBezTo>
                    <a:cubicBezTo>
                      <a:pt x="122" y="119"/>
                      <a:pt x="122" y="119"/>
                      <a:pt x="122" y="119"/>
                    </a:cubicBezTo>
                    <a:cubicBezTo>
                      <a:pt x="122" y="119"/>
                      <a:pt x="122" y="120"/>
                      <a:pt x="122" y="120"/>
                    </a:cubicBezTo>
                    <a:cubicBezTo>
                      <a:pt x="122" y="121"/>
                      <a:pt x="121" y="121"/>
                      <a:pt x="120" y="121"/>
                    </a:cubicBezTo>
                    <a:close/>
                    <a:moveTo>
                      <a:pt x="4" y="115"/>
                    </a:moveTo>
                    <a:cubicBezTo>
                      <a:pt x="118" y="118"/>
                      <a:pt x="118" y="118"/>
                      <a:pt x="118" y="118"/>
                    </a:cubicBezTo>
                    <a:cubicBezTo>
                      <a:pt x="61" y="6"/>
                      <a:pt x="61" y="6"/>
                      <a:pt x="61" y="6"/>
                    </a:cubicBezTo>
                    <a:lnTo>
                      <a:pt x="4" y="1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5" name="Freeform 1112"/>
              <p:cNvSpPr>
                <a:spLocks noEditPoints="1"/>
              </p:cNvSpPr>
              <p:nvPr userDrawn="1"/>
            </p:nvSpPr>
            <p:spPr bwMode="auto">
              <a:xfrm>
                <a:off x="2298" y="1077"/>
                <a:ext cx="124" cy="100"/>
              </a:xfrm>
              <a:custGeom>
                <a:avLst/>
                <a:gdLst>
                  <a:gd name="T0" fmla="*/ 33 w 100"/>
                  <a:gd name="T1" fmla="*/ 81 h 81"/>
                  <a:gd name="T2" fmla="*/ 33 w 100"/>
                  <a:gd name="T3" fmla="*/ 81 h 81"/>
                  <a:gd name="T4" fmla="*/ 31 w 100"/>
                  <a:gd name="T5" fmla="*/ 80 h 81"/>
                  <a:gd name="T6" fmla="*/ 0 w 100"/>
                  <a:gd name="T7" fmla="*/ 2 h 81"/>
                  <a:gd name="T8" fmla="*/ 0 w 100"/>
                  <a:gd name="T9" fmla="*/ 0 h 81"/>
                  <a:gd name="T10" fmla="*/ 2 w 100"/>
                  <a:gd name="T11" fmla="*/ 0 h 81"/>
                  <a:gd name="T12" fmla="*/ 98 w 100"/>
                  <a:gd name="T13" fmla="*/ 19 h 81"/>
                  <a:gd name="T14" fmla="*/ 100 w 100"/>
                  <a:gd name="T15" fmla="*/ 20 h 81"/>
                  <a:gd name="T16" fmla="*/ 99 w 100"/>
                  <a:gd name="T17" fmla="*/ 22 h 81"/>
                  <a:gd name="T18" fmla="*/ 34 w 100"/>
                  <a:gd name="T19" fmla="*/ 81 h 81"/>
                  <a:gd name="T20" fmla="*/ 33 w 100"/>
                  <a:gd name="T21" fmla="*/ 81 h 81"/>
                  <a:gd name="T22" fmla="*/ 4 w 100"/>
                  <a:gd name="T23" fmla="*/ 4 h 81"/>
                  <a:gd name="T24" fmla="*/ 34 w 100"/>
                  <a:gd name="T25" fmla="*/ 77 h 81"/>
                  <a:gd name="T26" fmla="*/ 94 w 100"/>
                  <a:gd name="T27" fmla="*/ 22 h 81"/>
                  <a:gd name="T28" fmla="*/ 4 w 100"/>
                  <a:gd name="T29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0" h="81">
                    <a:moveTo>
                      <a:pt x="33" y="81"/>
                    </a:move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1"/>
                      <a:pt x="32" y="81"/>
                      <a:pt x="31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8" y="19"/>
                      <a:pt x="98" y="19"/>
                      <a:pt x="98" y="19"/>
                    </a:cubicBezTo>
                    <a:cubicBezTo>
                      <a:pt x="99" y="19"/>
                      <a:pt x="99" y="19"/>
                      <a:pt x="100" y="20"/>
                    </a:cubicBezTo>
                    <a:cubicBezTo>
                      <a:pt x="100" y="21"/>
                      <a:pt x="100" y="21"/>
                      <a:pt x="99" y="2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4" y="81"/>
                      <a:pt x="33" y="81"/>
                      <a:pt x="33" y="81"/>
                    </a:cubicBezTo>
                    <a:close/>
                    <a:moveTo>
                      <a:pt x="4" y="4"/>
                    </a:moveTo>
                    <a:cubicBezTo>
                      <a:pt x="34" y="77"/>
                      <a:pt x="34" y="77"/>
                      <a:pt x="34" y="77"/>
                    </a:cubicBezTo>
                    <a:cubicBezTo>
                      <a:pt x="94" y="22"/>
                      <a:pt x="94" y="22"/>
                      <a:pt x="94" y="22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6" name="Freeform 1113"/>
              <p:cNvSpPr>
                <a:spLocks noEditPoints="1"/>
              </p:cNvSpPr>
              <p:nvPr userDrawn="1"/>
            </p:nvSpPr>
            <p:spPr bwMode="auto">
              <a:xfrm>
                <a:off x="2549" y="1338"/>
                <a:ext cx="127" cy="119"/>
              </a:xfrm>
              <a:custGeom>
                <a:avLst/>
                <a:gdLst>
                  <a:gd name="T0" fmla="*/ 1 w 102"/>
                  <a:gd name="T1" fmla="*/ 96 h 96"/>
                  <a:gd name="T2" fmla="*/ 0 w 102"/>
                  <a:gd name="T3" fmla="*/ 96 h 96"/>
                  <a:gd name="T4" fmla="*/ 0 w 102"/>
                  <a:gd name="T5" fmla="*/ 94 h 96"/>
                  <a:gd name="T6" fmla="*/ 47 w 102"/>
                  <a:gd name="T7" fmla="*/ 1 h 96"/>
                  <a:gd name="T8" fmla="*/ 49 w 102"/>
                  <a:gd name="T9" fmla="*/ 0 h 96"/>
                  <a:gd name="T10" fmla="*/ 50 w 102"/>
                  <a:gd name="T11" fmla="*/ 1 h 96"/>
                  <a:gd name="T12" fmla="*/ 102 w 102"/>
                  <a:gd name="T13" fmla="*/ 77 h 96"/>
                  <a:gd name="T14" fmla="*/ 102 w 102"/>
                  <a:gd name="T15" fmla="*/ 79 h 96"/>
                  <a:gd name="T16" fmla="*/ 100 w 102"/>
                  <a:gd name="T17" fmla="*/ 80 h 96"/>
                  <a:gd name="T18" fmla="*/ 2 w 102"/>
                  <a:gd name="T19" fmla="*/ 96 h 96"/>
                  <a:gd name="T20" fmla="*/ 1 w 102"/>
                  <a:gd name="T21" fmla="*/ 96 h 96"/>
                  <a:gd name="T22" fmla="*/ 49 w 102"/>
                  <a:gd name="T23" fmla="*/ 5 h 96"/>
                  <a:gd name="T24" fmla="*/ 5 w 102"/>
                  <a:gd name="T25" fmla="*/ 92 h 96"/>
                  <a:gd name="T26" fmla="*/ 97 w 102"/>
                  <a:gd name="T27" fmla="*/ 77 h 96"/>
                  <a:gd name="T28" fmla="*/ 49 w 102"/>
                  <a:gd name="T29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96">
                    <a:moveTo>
                      <a:pt x="1" y="96"/>
                    </a:moveTo>
                    <a:cubicBezTo>
                      <a:pt x="1" y="96"/>
                      <a:pt x="0" y="96"/>
                      <a:pt x="0" y="96"/>
                    </a:cubicBezTo>
                    <a:cubicBezTo>
                      <a:pt x="0" y="95"/>
                      <a:pt x="0" y="94"/>
                      <a:pt x="0" y="94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8" y="0"/>
                      <a:pt x="49" y="0"/>
                    </a:cubicBezTo>
                    <a:cubicBezTo>
                      <a:pt x="49" y="0"/>
                      <a:pt x="50" y="1"/>
                      <a:pt x="50" y="1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2" y="77"/>
                      <a:pt x="102" y="78"/>
                      <a:pt x="102" y="79"/>
                    </a:cubicBezTo>
                    <a:cubicBezTo>
                      <a:pt x="102" y="79"/>
                      <a:pt x="101" y="79"/>
                      <a:pt x="100" y="80"/>
                    </a:cubicBezTo>
                    <a:cubicBezTo>
                      <a:pt x="2" y="96"/>
                      <a:pt x="2" y="96"/>
                      <a:pt x="2" y="96"/>
                    </a:cubicBezTo>
                    <a:lnTo>
                      <a:pt x="1" y="96"/>
                    </a:lnTo>
                    <a:close/>
                    <a:moveTo>
                      <a:pt x="49" y="5"/>
                    </a:moveTo>
                    <a:cubicBezTo>
                      <a:pt x="5" y="92"/>
                      <a:pt x="5" y="92"/>
                      <a:pt x="5" y="92"/>
                    </a:cubicBezTo>
                    <a:cubicBezTo>
                      <a:pt x="97" y="77"/>
                      <a:pt x="97" y="77"/>
                      <a:pt x="97" y="77"/>
                    </a:cubicBezTo>
                    <a:lnTo>
                      <a:pt x="4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7" name="Freeform 1114"/>
              <p:cNvSpPr>
                <a:spLocks noEditPoints="1"/>
              </p:cNvSpPr>
              <p:nvPr userDrawn="1"/>
            </p:nvSpPr>
            <p:spPr bwMode="auto">
              <a:xfrm>
                <a:off x="725" y="1230"/>
                <a:ext cx="83" cy="166"/>
              </a:xfrm>
              <a:custGeom>
                <a:avLst/>
                <a:gdLst>
                  <a:gd name="T0" fmla="*/ 35 w 67"/>
                  <a:gd name="T1" fmla="*/ 134 h 134"/>
                  <a:gd name="T2" fmla="*/ 34 w 67"/>
                  <a:gd name="T3" fmla="*/ 133 h 134"/>
                  <a:gd name="T4" fmla="*/ 7 w 67"/>
                  <a:gd name="T5" fmla="*/ 56 h 134"/>
                  <a:gd name="T6" fmla="*/ 64 w 67"/>
                  <a:gd name="T7" fmla="*/ 1 h 134"/>
                  <a:gd name="T8" fmla="*/ 66 w 67"/>
                  <a:gd name="T9" fmla="*/ 1 h 134"/>
                  <a:gd name="T10" fmla="*/ 67 w 67"/>
                  <a:gd name="T11" fmla="*/ 3 h 134"/>
                  <a:gd name="T12" fmla="*/ 37 w 67"/>
                  <a:gd name="T13" fmla="*/ 133 h 134"/>
                  <a:gd name="T14" fmla="*/ 35 w 67"/>
                  <a:gd name="T15" fmla="*/ 134 h 134"/>
                  <a:gd name="T16" fmla="*/ 62 w 67"/>
                  <a:gd name="T17" fmla="*/ 7 h 134"/>
                  <a:gd name="T18" fmla="*/ 10 w 67"/>
                  <a:gd name="T19" fmla="*/ 59 h 134"/>
                  <a:gd name="T20" fmla="*/ 35 w 67"/>
                  <a:gd name="T21" fmla="*/ 127 h 134"/>
                  <a:gd name="T22" fmla="*/ 62 w 67"/>
                  <a:gd name="T23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7" h="134">
                    <a:moveTo>
                      <a:pt x="35" y="134"/>
                    </a:moveTo>
                    <a:cubicBezTo>
                      <a:pt x="35" y="134"/>
                      <a:pt x="34" y="134"/>
                      <a:pt x="34" y="133"/>
                    </a:cubicBezTo>
                    <a:cubicBezTo>
                      <a:pt x="26" y="117"/>
                      <a:pt x="0" y="63"/>
                      <a:pt x="7" y="56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4" y="1"/>
                      <a:pt x="65" y="0"/>
                      <a:pt x="66" y="1"/>
                    </a:cubicBezTo>
                    <a:cubicBezTo>
                      <a:pt x="66" y="1"/>
                      <a:pt x="67" y="2"/>
                      <a:pt x="67" y="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7" y="133"/>
                      <a:pt x="36" y="134"/>
                      <a:pt x="35" y="134"/>
                    </a:cubicBezTo>
                    <a:close/>
                    <a:moveTo>
                      <a:pt x="62" y="7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6" y="62"/>
                      <a:pt x="20" y="96"/>
                      <a:pt x="35" y="127"/>
                    </a:cubicBezTo>
                    <a:lnTo>
                      <a:pt x="62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8" name="Freeform 1115"/>
              <p:cNvSpPr>
                <a:spLocks noEditPoints="1"/>
              </p:cNvSpPr>
              <p:nvPr userDrawn="1"/>
            </p:nvSpPr>
            <p:spPr bwMode="auto">
              <a:xfrm>
                <a:off x="766" y="1320"/>
                <a:ext cx="216" cy="78"/>
              </a:xfrm>
              <a:custGeom>
                <a:avLst/>
                <a:gdLst>
                  <a:gd name="T0" fmla="*/ 13 w 174"/>
                  <a:gd name="T1" fmla="*/ 63 h 63"/>
                  <a:gd name="T2" fmla="*/ 0 w 174"/>
                  <a:gd name="T3" fmla="*/ 61 h 63"/>
                  <a:gd name="T4" fmla="*/ 1 w 174"/>
                  <a:gd name="T5" fmla="*/ 58 h 63"/>
                  <a:gd name="T6" fmla="*/ 59 w 174"/>
                  <a:gd name="T7" fmla="*/ 1 h 63"/>
                  <a:gd name="T8" fmla="*/ 61 w 174"/>
                  <a:gd name="T9" fmla="*/ 1 h 63"/>
                  <a:gd name="T10" fmla="*/ 173 w 174"/>
                  <a:gd name="T11" fmla="*/ 47 h 63"/>
                  <a:gd name="T12" fmla="*/ 174 w 174"/>
                  <a:gd name="T13" fmla="*/ 49 h 63"/>
                  <a:gd name="T14" fmla="*/ 173 w 174"/>
                  <a:gd name="T15" fmla="*/ 50 h 63"/>
                  <a:gd name="T16" fmla="*/ 88 w 174"/>
                  <a:gd name="T17" fmla="*/ 58 h 63"/>
                  <a:gd name="T18" fmla="*/ 13 w 174"/>
                  <a:gd name="T19" fmla="*/ 63 h 63"/>
                  <a:gd name="T20" fmla="*/ 5 w 174"/>
                  <a:gd name="T21" fmla="*/ 59 h 63"/>
                  <a:gd name="T22" fmla="*/ 166 w 174"/>
                  <a:gd name="T23" fmla="*/ 48 h 63"/>
                  <a:gd name="T24" fmla="*/ 61 w 174"/>
                  <a:gd name="T25" fmla="*/ 4 h 63"/>
                  <a:gd name="T26" fmla="*/ 5 w 174"/>
                  <a:gd name="T27" fmla="*/ 5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4" h="63">
                    <a:moveTo>
                      <a:pt x="13" y="63"/>
                    </a:moveTo>
                    <a:cubicBezTo>
                      <a:pt x="1" y="63"/>
                      <a:pt x="1" y="62"/>
                      <a:pt x="0" y="61"/>
                    </a:cubicBezTo>
                    <a:cubicBezTo>
                      <a:pt x="0" y="60"/>
                      <a:pt x="0" y="59"/>
                      <a:pt x="1" y="58"/>
                    </a:cubicBezTo>
                    <a:cubicBezTo>
                      <a:pt x="12" y="50"/>
                      <a:pt x="59" y="2"/>
                      <a:pt x="59" y="1"/>
                    </a:cubicBezTo>
                    <a:cubicBezTo>
                      <a:pt x="60" y="1"/>
                      <a:pt x="61" y="0"/>
                      <a:pt x="61" y="1"/>
                    </a:cubicBezTo>
                    <a:cubicBezTo>
                      <a:pt x="173" y="47"/>
                      <a:pt x="173" y="47"/>
                      <a:pt x="173" y="47"/>
                    </a:cubicBezTo>
                    <a:cubicBezTo>
                      <a:pt x="174" y="47"/>
                      <a:pt x="174" y="48"/>
                      <a:pt x="174" y="49"/>
                    </a:cubicBezTo>
                    <a:cubicBezTo>
                      <a:pt x="174" y="50"/>
                      <a:pt x="174" y="50"/>
                      <a:pt x="173" y="50"/>
                    </a:cubicBezTo>
                    <a:cubicBezTo>
                      <a:pt x="172" y="50"/>
                      <a:pt x="130" y="55"/>
                      <a:pt x="88" y="58"/>
                    </a:cubicBezTo>
                    <a:cubicBezTo>
                      <a:pt x="46" y="62"/>
                      <a:pt x="24" y="63"/>
                      <a:pt x="13" y="63"/>
                    </a:cubicBezTo>
                    <a:close/>
                    <a:moveTo>
                      <a:pt x="5" y="59"/>
                    </a:moveTo>
                    <a:cubicBezTo>
                      <a:pt x="20" y="61"/>
                      <a:pt x="105" y="54"/>
                      <a:pt x="166" y="48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5" y="11"/>
                      <a:pt x="18" y="49"/>
                      <a:pt x="5" y="5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9" name="Freeform 1116"/>
              <p:cNvSpPr>
                <a:spLocks noEditPoints="1"/>
              </p:cNvSpPr>
              <p:nvPr userDrawn="1"/>
            </p:nvSpPr>
            <p:spPr bwMode="auto">
              <a:xfrm>
                <a:off x="1149" y="1332"/>
                <a:ext cx="111" cy="102"/>
              </a:xfrm>
              <a:custGeom>
                <a:avLst/>
                <a:gdLst>
                  <a:gd name="T0" fmla="*/ 2 w 90"/>
                  <a:gd name="T1" fmla="*/ 83 h 83"/>
                  <a:gd name="T2" fmla="*/ 1 w 90"/>
                  <a:gd name="T3" fmla="*/ 83 h 83"/>
                  <a:gd name="T4" fmla="*/ 0 w 90"/>
                  <a:gd name="T5" fmla="*/ 81 h 83"/>
                  <a:gd name="T6" fmla="*/ 22 w 90"/>
                  <a:gd name="T7" fmla="*/ 1 h 83"/>
                  <a:gd name="T8" fmla="*/ 23 w 90"/>
                  <a:gd name="T9" fmla="*/ 0 h 83"/>
                  <a:gd name="T10" fmla="*/ 25 w 90"/>
                  <a:gd name="T11" fmla="*/ 0 h 83"/>
                  <a:gd name="T12" fmla="*/ 89 w 90"/>
                  <a:gd name="T13" fmla="*/ 29 h 83"/>
                  <a:gd name="T14" fmla="*/ 90 w 90"/>
                  <a:gd name="T15" fmla="*/ 30 h 83"/>
                  <a:gd name="T16" fmla="*/ 89 w 90"/>
                  <a:gd name="T17" fmla="*/ 32 h 83"/>
                  <a:gd name="T18" fmla="*/ 3 w 90"/>
                  <a:gd name="T19" fmla="*/ 83 h 83"/>
                  <a:gd name="T20" fmla="*/ 2 w 90"/>
                  <a:gd name="T21" fmla="*/ 83 h 83"/>
                  <a:gd name="T22" fmla="*/ 25 w 90"/>
                  <a:gd name="T23" fmla="*/ 4 h 83"/>
                  <a:gd name="T24" fmla="*/ 4 w 90"/>
                  <a:gd name="T25" fmla="*/ 78 h 83"/>
                  <a:gd name="T26" fmla="*/ 85 w 90"/>
                  <a:gd name="T27" fmla="*/ 30 h 83"/>
                  <a:gd name="T28" fmla="*/ 25 w 90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83">
                    <a:moveTo>
                      <a:pt x="2" y="83"/>
                    </a:moveTo>
                    <a:cubicBezTo>
                      <a:pt x="1" y="83"/>
                      <a:pt x="1" y="83"/>
                      <a:pt x="1" y="83"/>
                    </a:cubicBezTo>
                    <a:cubicBezTo>
                      <a:pt x="0" y="83"/>
                      <a:pt x="0" y="82"/>
                      <a:pt x="0" y="8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90" y="29"/>
                      <a:pt x="90" y="29"/>
                      <a:pt x="90" y="30"/>
                    </a:cubicBezTo>
                    <a:cubicBezTo>
                      <a:pt x="90" y="31"/>
                      <a:pt x="90" y="31"/>
                      <a:pt x="89" y="32"/>
                    </a:cubicBezTo>
                    <a:cubicBezTo>
                      <a:pt x="3" y="83"/>
                      <a:pt x="3" y="83"/>
                      <a:pt x="3" y="83"/>
                    </a:cubicBezTo>
                    <a:lnTo>
                      <a:pt x="2" y="83"/>
                    </a:lnTo>
                    <a:close/>
                    <a:moveTo>
                      <a:pt x="25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85" y="30"/>
                      <a:pt x="85" y="30"/>
                      <a:pt x="85" y="30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0" name="Freeform 1117"/>
              <p:cNvSpPr>
                <a:spLocks noEditPoints="1"/>
              </p:cNvSpPr>
              <p:nvPr userDrawn="1"/>
            </p:nvSpPr>
            <p:spPr bwMode="auto">
              <a:xfrm>
                <a:off x="839" y="940"/>
                <a:ext cx="143" cy="99"/>
              </a:xfrm>
              <a:custGeom>
                <a:avLst/>
                <a:gdLst>
                  <a:gd name="T0" fmla="*/ 2 w 115"/>
                  <a:gd name="T1" fmla="*/ 80 h 80"/>
                  <a:gd name="T2" fmla="*/ 0 w 115"/>
                  <a:gd name="T3" fmla="*/ 79 h 80"/>
                  <a:gd name="T4" fmla="*/ 0 w 115"/>
                  <a:gd name="T5" fmla="*/ 77 h 80"/>
                  <a:gd name="T6" fmla="*/ 66 w 115"/>
                  <a:gd name="T7" fmla="*/ 0 h 80"/>
                  <a:gd name="T8" fmla="*/ 68 w 115"/>
                  <a:gd name="T9" fmla="*/ 0 h 80"/>
                  <a:gd name="T10" fmla="*/ 69 w 115"/>
                  <a:gd name="T11" fmla="*/ 0 h 80"/>
                  <a:gd name="T12" fmla="*/ 114 w 115"/>
                  <a:gd name="T13" fmla="*/ 43 h 80"/>
                  <a:gd name="T14" fmla="*/ 115 w 115"/>
                  <a:gd name="T15" fmla="*/ 45 h 80"/>
                  <a:gd name="T16" fmla="*/ 114 w 115"/>
                  <a:gd name="T17" fmla="*/ 46 h 80"/>
                  <a:gd name="T18" fmla="*/ 2 w 115"/>
                  <a:gd name="T19" fmla="*/ 80 h 80"/>
                  <a:gd name="T20" fmla="*/ 68 w 115"/>
                  <a:gd name="T21" fmla="*/ 4 h 80"/>
                  <a:gd name="T22" fmla="*/ 7 w 115"/>
                  <a:gd name="T23" fmla="*/ 75 h 80"/>
                  <a:gd name="T24" fmla="*/ 110 w 115"/>
                  <a:gd name="T25" fmla="*/ 44 h 80"/>
                  <a:gd name="T26" fmla="*/ 68 w 115"/>
                  <a:gd name="T27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80">
                    <a:moveTo>
                      <a:pt x="2" y="80"/>
                    </a:moveTo>
                    <a:cubicBezTo>
                      <a:pt x="1" y="80"/>
                      <a:pt x="1" y="80"/>
                      <a:pt x="0" y="79"/>
                    </a:cubicBezTo>
                    <a:cubicBezTo>
                      <a:pt x="0" y="79"/>
                      <a:pt x="0" y="78"/>
                      <a:pt x="0" y="77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0"/>
                      <a:pt x="69" y="0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5" y="44"/>
                      <a:pt x="115" y="44"/>
                      <a:pt x="115" y="45"/>
                    </a:cubicBezTo>
                    <a:cubicBezTo>
                      <a:pt x="115" y="45"/>
                      <a:pt x="114" y="46"/>
                      <a:pt x="114" y="46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68" y="4"/>
                    </a:moveTo>
                    <a:cubicBezTo>
                      <a:pt x="7" y="75"/>
                      <a:pt x="7" y="75"/>
                      <a:pt x="7" y="75"/>
                    </a:cubicBezTo>
                    <a:cubicBezTo>
                      <a:pt x="110" y="44"/>
                      <a:pt x="110" y="44"/>
                      <a:pt x="110" y="44"/>
                    </a:cubicBezTo>
                    <a:lnTo>
                      <a:pt x="6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1" name="Freeform 1118"/>
              <p:cNvSpPr>
                <a:spLocks noEditPoints="1"/>
              </p:cNvSpPr>
              <p:nvPr userDrawn="1"/>
            </p:nvSpPr>
            <p:spPr bwMode="auto">
              <a:xfrm>
                <a:off x="803" y="1036"/>
                <a:ext cx="109" cy="199"/>
              </a:xfrm>
              <a:custGeom>
                <a:avLst/>
                <a:gdLst>
                  <a:gd name="T0" fmla="*/ 2 w 88"/>
                  <a:gd name="T1" fmla="*/ 161 h 161"/>
                  <a:gd name="T2" fmla="*/ 1 w 88"/>
                  <a:gd name="T3" fmla="*/ 160 h 161"/>
                  <a:gd name="T4" fmla="*/ 0 w 88"/>
                  <a:gd name="T5" fmla="*/ 159 h 161"/>
                  <a:gd name="T6" fmla="*/ 29 w 88"/>
                  <a:gd name="T7" fmla="*/ 1 h 161"/>
                  <a:gd name="T8" fmla="*/ 30 w 88"/>
                  <a:gd name="T9" fmla="*/ 0 h 161"/>
                  <a:gd name="T10" fmla="*/ 32 w 88"/>
                  <a:gd name="T11" fmla="*/ 1 h 161"/>
                  <a:gd name="T12" fmla="*/ 88 w 88"/>
                  <a:gd name="T13" fmla="*/ 140 h 161"/>
                  <a:gd name="T14" fmla="*/ 88 w 88"/>
                  <a:gd name="T15" fmla="*/ 141 h 161"/>
                  <a:gd name="T16" fmla="*/ 87 w 88"/>
                  <a:gd name="T17" fmla="*/ 142 h 161"/>
                  <a:gd name="T18" fmla="*/ 2 w 88"/>
                  <a:gd name="T19" fmla="*/ 161 h 161"/>
                  <a:gd name="T20" fmla="*/ 31 w 88"/>
                  <a:gd name="T21" fmla="*/ 7 h 161"/>
                  <a:gd name="T22" fmla="*/ 4 w 88"/>
                  <a:gd name="T23" fmla="*/ 157 h 161"/>
                  <a:gd name="T24" fmla="*/ 84 w 88"/>
                  <a:gd name="T25" fmla="*/ 139 h 161"/>
                  <a:gd name="T26" fmla="*/ 31 w 88"/>
                  <a:gd name="T27" fmla="*/ 7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61">
                    <a:moveTo>
                      <a:pt x="2" y="161"/>
                    </a:moveTo>
                    <a:cubicBezTo>
                      <a:pt x="2" y="161"/>
                      <a:pt x="1" y="161"/>
                      <a:pt x="1" y="160"/>
                    </a:cubicBezTo>
                    <a:cubicBezTo>
                      <a:pt x="0" y="160"/>
                      <a:pt x="0" y="160"/>
                      <a:pt x="0" y="15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1"/>
                      <a:pt x="88" y="141"/>
                    </a:cubicBezTo>
                    <a:cubicBezTo>
                      <a:pt x="88" y="141"/>
                      <a:pt x="87" y="142"/>
                      <a:pt x="87" y="142"/>
                    </a:cubicBezTo>
                    <a:cubicBezTo>
                      <a:pt x="2" y="161"/>
                      <a:pt x="2" y="161"/>
                      <a:pt x="2" y="161"/>
                    </a:cubicBezTo>
                    <a:close/>
                    <a:moveTo>
                      <a:pt x="31" y="7"/>
                    </a:moveTo>
                    <a:cubicBezTo>
                      <a:pt x="4" y="157"/>
                      <a:pt x="4" y="157"/>
                      <a:pt x="4" y="157"/>
                    </a:cubicBezTo>
                    <a:cubicBezTo>
                      <a:pt x="84" y="139"/>
                      <a:pt x="84" y="139"/>
                      <a:pt x="84" y="139"/>
                    </a:cubicBez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2" name="Freeform 1119"/>
              <p:cNvSpPr>
                <a:spLocks noEditPoints="1"/>
              </p:cNvSpPr>
              <p:nvPr userDrawn="1"/>
            </p:nvSpPr>
            <p:spPr bwMode="auto">
              <a:xfrm>
                <a:off x="1256" y="1291"/>
                <a:ext cx="197" cy="143"/>
              </a:xfrm>
              <a:custGeom>
                <a:avLst/>
                <a:gdLst>
                  <a:gd name="T0" fmla="*/ 116 w 159"/>
                  <a:gd name="T1" fmla="*/ 116 h 116"/>
                  <a:gd name="T2" fmla="*/ 115 w 159"/>
                  <a:gd name="T3" fmla="*/ 116 h 116"/>
                  <a:gd name="T4" fmla="*/ 1 w 159"/>
                  <a:gd name="T5" fmla="*/ 65 h 116"/>
                  <a:gd name="T6" fmla="*/ 0 w 159"/>
                  <a:gd name="T7" fmla="*/ 63 h 116"/>
                  <a:gd name="T8" fmla="*/ 1 w 159"/>
                  <a:gd name="T9" fmla="*/ 62 h 116"/>
                  <a:gd name="T10" fmla="*/ 157 w 159"/>
                  <a:gd name="T11" fmla="*/ 1 h 116"/>
                  <a:gd name="T12" fmla="*/ 159 w 159"/>
                  <a:gd name="T13" fmla="*/ 1 h 116"/>
                  <a:gd name="T14" fmla="*/ 159 w 159"/>
                  <a:gd name="T15" fmla="*/ 3 h 116"/>
                  <a:gd name="T16" fmla="*/ 117 w 159"/>
                  <a:gd name="T17" fmla="*/ 115 h 116"/>
                  <a:gd name="T18" fmla="*/ 116 w 159"/>
                  <a:gd name="T19" fmla="*/ 116 h 116"/>
                  <a:gd name="T20" fmla="*/ 6 w 159"/>
                  <a:gd name="T21" fmla="*/ 63 h 116"/>
                  <a:gd name="T22" fmla="*/ 115 w 159"/>
                  <a:gd name="T23" fmla="*/ 112 h 116"/>
                  <a:gd name="T24" fmla="*/ 155 w 159"/>
                  <a:gd name="T25" fmla="*/ 5 h 116"/>
                  <a:gd name="T26" fmla="*/ 6 w 159"/>
                  <a:gd name="T27" fmla="*/ 63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9" h="116">
                    <a:moveTo>
                      <a:pt x="116" y="116"/>
                    </a:moveTo>
                    <a:cubicBezTo>
                      <a:pt x="115" y="116"/>
                      <a:pt x="115" y="116"/>
                      <a:pt x="115" y="116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2"/>
                      <a:pt x="0" y="62"/>
                      <a:pt x="1" y="62"/>
                    </a:cubicBezTo>
                    <a:cubicBezTo>
                      <a:pt x="157" y="1"/>
                      <a:pt x="157" y="1"/>
                      <a:pt x="157" y="1"/>
                    </a:cubicBezTo>
                    <a:cubicBezTo>
                      <a:pt x="157" y="0"/>
                      <a:pt x="158" y="1"/>
                      <a:pt x="159" y="1"/>
                    </a:cubicBezTo>
                    <a:cubicBezTo>
                      <a:pt x="159" y="1"/>
                      <a:pt x="159" y="2"/>
                      <a:pt x="159" y="3"/>
                    </a:cubicBezTo>
                    <a:cubicBezTo>
                      <a:pt x="117" y="115"/>
                      <a:pt x="117" y="115"/>
                      <a:pt x="117" y="115"/>
                    </a:cubicBezTo>
                    <a:cubicBezTo>
                      <a:pt x="117" y="116"/>
                      <a:pt x="117" y="116"/>
                      <a:pt x="116" y="116"/>
                    </a:cubicBezTo>
                    <a:close/>
                    <a:moveTo>
                      <a:pt x="6" y="63"/>
                    </a:moveTo>
                    <a:cubicBezTo>
                      <a:pt x="115" y="112"/>
                      <a:pt x="115" y="112"/>
                      <a:pt x="115" y="112"/>
                    </a:cubicBezTo>
                    <a:cubicBezTo>
                      <a:pt x="155" y="5"/>
                      <a:pt x="155" y="5"/>
                      <a:pt x="155" y="5"/>
                    </a:cubicBezTo>
                    <a:lnTo>
                      <a:pt x="6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3" name="Freeform 1120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141"/>
              </a:xfrm>
              <a:custGeom>
                <a:avLst/>
                <a:gdLst>
                  <a:gd name="T0" fmla="*/ 21 w 112"/>
                  <a:gd name="T1" fmla="*/ 114 h 114"/>
                  <a:gd name="T2" fmla="*/ 20 w 112"/>
                  <a:gd name="T3" fmla="*/ 113 h 114"/>
                  <a:gd name="T4" fmla="*/ 20 w 112"/>
                  <a:gd name="T5" fmla="*/ 112 h 114"/>
                  <a:gd name="T6" fmla="*/ 0 w 112"/>
                  <a:gd name="T7" fmla="*/ 2 h 114"/>
                  <a:gd name="T8" fmla="*/ 1 w 112"/>
                  <a:gd name="T9" fmla="*/ 0 h 114"/>
                  <a:gd name="T10" fmla="*/ 3 w 112"/>
                  <a:gd name="T11" fmla="*/ 0 h 114"/>
                  <a:gd name="T12" fmla="*/ 111 w 112"/>
                  <a:gd name="T13" fmla="*/ 76 h 114"/>
                  <a:gd name="T14" fmla="*/ 112 w 112"/>
                  <a:gd name="T15" fmla="*/ 78 h 114"/>
                  <a:gd name="T16" fmla="*/ 111 w 112"/>
                  <a:gd name="T17" fmla="*/ 79 h 114"/>
                  <a:gd name="T18" fmla="*/ 22 w 112"/>
                  <a:gd name="T19" fmla="*/ 114 h 114"/>
                  <a:gd name="T20" fmla="*/ 21 w 112"/>
                  <a:gd name="T21" fmla="*/ 114 h 114"/>
                  <a:gd name="T22" fmla="*/ 4 w 112"/>
                  <a:gd name="T23" fmla="*/ 5 h 114"/>
                  <a:gd name="T24" fmla="*/ 23 w 112"/>
                  <a:gd name="T25" fmla="*/ 110 h 114"/>
                  <a:gd name="T26" fmla="*/ 107 w 112"/>
                  <a:gd name="T27" fmla="*/ 77 h 114"/>
                  <a:gd name="T28" fmla="*/ 4 w 112"/>
                  <a:gd name="T29" fmla="*/ 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2" h="114">
                    <a:moveTo>
                      <a:pt x="21" y="114"/>
                    </a:moveTo>
                    <a:cubicBezTo>
                      <a:pt x="20" y="113"/>
                      <a:pt x="20" y="113"/>
                      <a:pt x="20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2" y="76"/>
                      <a:pt x="112" y="77"/>
                      <a:pt x="112" y="78"/>
                    </a:cubicBezTo>
                    <a:cubicBezTo>
                      <a:pt x="112" y="78"/>
                      <a:pt x="111" y="79"/>
                      <a:pt x="111" y="79"/>
                    </a:cubicBezTo>
                    <a:cubicBezTo>
                      <a:pt x="22" y="114"/>
                      <a:pt x="22" y="114"/>
                      <a:pt x="22" y="114"/>
                    </a:cubicBezTo>
                    <a:lnTo>
                      <a:pt x="21" y="114"/>
                    </a:lnTo>
                    <a:close/>
                    <a:moveTo>
                      <a:pt x="4" y="5"/>
                    </a:moveTo>
                    <a:cubicBezTo>
                      <a:pt x="23" y="110"/>
                      <a:pt x="23" y="110"/>
                      <a:pt x="23" y="110"/>
                    </a:cubicBezTo>
                    <a:cubicBezTo>
                      <a:pt x="107" y="77"/>
                      <a:pt x="107" y="77"/>
                      <a:pt x="107" y="77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4" name="Freeform 1121"/>
              <p:cNvSpPr>
                <a:spLocks noEditPoints="1"/>
              </p:cNvSpPr>
              <p:nvPr userDrawn="1"/>
            </p:nvSpPr>
            <p:spPr bwMode="auto">
              <a:xfrm>
                <a:off x="1840" y="643"/>
                <a:ext cx="104" cy="141"/>
              </a:xfrm>
              <a:custGeom>
                <a:avLst/>
                <a:gdLst>
                  <a:gd name="T0" fmla="*/ 82 w 84"/>
                  <a:gd name="T1" fmla="*/ 114 h 114"/>
                  <a:gd name="T2" fmla="*/ 81 w 84"/>
                  <a:gd name="T3" fmla="*/ 113 h 114"/>
                  <a:gd name="T4" fmla="*/ 0 w 84"/>
                  <a:gd name="T5" fmla="*/ 37 h 114"/>
                  <a:gd name="T6" fmla="*/ 0 w 84"/>
                  <a:gd name="T7" fmla="*/ 35 h 114"/>
                  <a:gd name="T8" fmla="*/ 1 w 84"/>
                  <a:gd name="T9" fmla="*/ 34 h 114"/>
                  <a:gd name="T10" fmla="*/ 62 w 84"/>
                  <a:gd name="T11" fmla="*/ 0 h 114"/>
                  <a:gd name="T12" fmla="*/ 63 w 84"/>
                  <a:gd name="T13" fmla="*/ 0 h 114"/>
                  <a:gd name="T14" fmla="*/ 64 w 84"/>
                  <a:gd name="T15" fmla="*/ 1 h 114"/>
                  <a:gd name="T16" fmla="*/ 84 w 84"/>
                  <a:gd name="T17" fmla="*/ 112 h 114"/>
                  <a:gd name="T18" fmla="*/ 83 w 84"/>
                  <a:gd name="T19" fmla="*/ 113 h 114"/>
                  <a:gd name="T20" fmla="*/ 82 w 84"/>
                  <a:gd name="T21" fmla="*/ 114 h 114"/>
                  <a:gd name="T22" fmla="*/ 4 w 84"/>
                  <a:gd name="T23" fmla="*/ 36 h 114"/>
                  <a:gd name="T24" fmla="*/ 80 w 84"/>
                  <a:gd name="T25" fmla="*/ 107 h 114"/>
                  <a:gd name="T26" fmla="*/ 61 w 84"/>
                  <a:gd name="T27" fmla="*/ 4 h 114"/>
                  <a:gd name="T28" fmla="*/ 4 w 84"/>
                  <a:gd name="T29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114">
                    <a:moveTo>
                      <a:pt x="82" y="114"/>
                    </a:moveTo>
                    <a:cubicBezTo>
                      <a:pt x="82" y="114"/>
                      <a:pt x="81" y="113"/>
                      <a:pt x="81" y="113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84" y="112"/>
                      <a:pt x="84" y="112"/>
                      <a:pt x="84" y="112"/>
                    </a:cubicBezTo>
                    <a:cubicBezTo>
                      <a:pt x="84" y="112"/>
                      <a:pt x="84" y="113"/>
                      <a:pt x="83" y="113"/>
                    </a:cubicBezTo>
                    <a:lnTo>
                      <a:pt x="82" y="114"/>
                    </a:lnTo>
                    <a:close/>
                    <a:moveTo>
                      <a:pt x="4" y="36"/>
                    </a:moveTo>
                    <a:cubicBezTo>
                      <a:pt x="80" y="107"/>
                      <a:pt x="80" y="107"/>
                      <a:pt x="80" y="107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5" name="Freeform 1122"/>
              <p:cNvSpPr>
                <a:spLocks noEditPoints="1"/>
              </p:cNvSpPr>
              <p:nvPr userDrawn="1"/>
            </p:nvSpPr>
            <p:spPr bwMode="auto">
              <a:xfrm>
                <a:off x="2037" y="677"/>
                <a:ext cx="110" cy="64"/>
              </a:xfrm>
              <a:custGeom>
                <a:avLst/>
                <a:gdLst>
                  <a:gd name="T0" fmla="*/ 12 w 89"/>
                  <a:gd name="T1" fmla="*/ 52 h 52"/>
                  <a:gd name="T2" fmla="*/ 11 w 89"/>
                  <a:gd name="T3" fmla="*/ 51 h 52"/>
                  <a:gd name="T4" fmla="*/ 0 w 89"/>
                  <a:gd name="T5" fmla="*/ 2 h 52"/>
                  <a:gd name="T6" fmla="*/ 0 w 89"/>
                  <a:gd name="T7" fmla="*/ 0 h 52"/>
                  <a:gd name="T8" fmla="*/ 2 w 89"/>
                  <a:gd name="T9" fmla="*/ 0 h 52"/>
                  <a:gd name="T10" fmla="*/ 88 w 89"/>
                  <a:gd name="T11" fmla="*/ 38 h 52"/>
                  <a:gd name="T12" fmla="*/ 89 w 89"/>
                  <a:gd name="T13" fmla="*/ 40 h 52"/>
                  <a:gd name="T14" fmla="*/ 87 w 89"/>
                  <a:gd name="T15" fmla="*/ 41 h 52"/>
                  <a:gd name="T16" fmla="*/ 13 w 89"/>
                  <a:gd name="T17" fmla="*/ 52 h 52"/>
                  <a:gd name="T18" fmla="*/ 12 w 89"/>
                  <a:gd name="T19" fmla="*/ 52 h 52"/>
                  <a:gd name="T20" fmla="*/ 4 w 89"/>
                  <a:gd name="T21" fmla="*/ 4 h 52"/>
                  <a:gd name="T22" fmla="*/ 14 w 89"/>
                  <a:gd name="T23" fmla="*/ 48 h 52"/>
                  <a:gd name="T24" fmla="*/ 81 w 89"/>
                  <a:gd name="T25" fmla="*/ 39 h 52"/>
                  <a:gd name="T26" fmla="*/ 4 w 89"/>
                  <a:gd name="T27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52">
                    <a:moveTo>
                      <a:pt x="12" y="52"/>
                    </a:moveTo>
                    <a:cubicBezTo>
                      <a:pt x="12" y="52"/>
                      <a:pt x="11" y="52"/>
                      <a:pt x="11" y="5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38"/>
                      <a:pt x="88" y="38"/>
                      <a:pt x="88" y="38"/>
                    </a:cubicBezTo>
                    <a:cubicBezTo>
                      <a:pt x="88" y="39"/>
                      <a:pt x="89" y="39"/>
                      <a:pt x="89" y="40"/>
                    </a:cubicBezTo>
                    <a:cubicBezTo>
                      <a:pt x="88" y="41"/>
                      <a:pt x="88" y="41"/>
                      <a:pt x="87" y="41"/>
                    </a:cubicBezTo>
                    <a:cubicBezTo>
                      <a:pt x="13" y="52"/>
                      <a:pt x="13" y="52"/>
                      <a:pt x="13" y="52"/>
                    </a:cubicBezTo>
                    <a:lnTo>
                      <a:pt x="12" y="52"/>
                    </a:lnTo>
                    <a:close/>
                    <a:moveTo>
                      <a:pt x="4" y="4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81" y="39"/>
                      <a:pt x="81" y="39"/>
                      <a:pt x="81" y="3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6" name="Freeform 1123"/>
              <p:cNvSpPr>
                <a:spLocks noEditPoints="1"/>
              </p:cNvSpPr>
              <p:nvPr userDrawn="1"/>
            </p:nvSpPr>
            <p:spPr bwMode="auto">
              <a:xfrm>
                <a:off x="2234" y="803"/>
                <a:ext cx="87" cy="87"/>
              </a:xfrm>
              <a:custGeom>
                <a:avLst/>
                <a:gdLst>
                  <a:gd name="T0" fmla="*/ 2 w 70"/>
                  <a:gd name="T1" fmla="*/ 70 h 70"/>
                  <a:gd name="T2" fmla="*/ 1 w 70"/>
                  <a:gd name="T3" fmla="*/ 69 h 70"/>
                  <a:gd name="T4" fmla="*/ 0 w 70"/>
                  <a:gd name="T5" fmla="*/ 68 h 70"/>
                  <a:gd name="T6" fmla="*/ 9 w 70"/>
                  <a:gd name="T7" fmla="*/ 2 h 70"/>
                  <a:gd name="T8" fmla="*/ 10 w 70"/>
                  <a:gd name="T9" fmla="*/ 0 h 70"/>
                  <a:gd name="T10" fmla="*/ 12 w 70"/>
                  <a:gd name="T11" fmla="*/ 0 h 70"/>
                  <a:gd name="T12" fmla="*/ 69 w 70"/>
                  <a:gd name="T13" fmla="*/ 30 h 70"/>
                  <a:gd name="T14" fmla="*/ 70 w 70"/>
                  <a:gd name="T15" fmla="*/ 32 h 70"/>
                  <a:gd name="T16" fmla="*/ 69 w 70"/>
                  <a:gd name="T17" fmla="*/ 33 h 70"/>
                  <a:gd name="T18" fmla="*/ 2 w 70"/>
                  <a:gd name="T19" fmla="*/ 69 h 70"/>
                  <a:gd name="T20" fmla="*/ 2 w 70"/>
                  <a:gd name="T21" fmla="*/ 70 h 70"/>
                  <a:gd name="T22" fmla="*/ 12 w 70"/>
                  <a:gd name="T23" fmla="*/ 5 h 70"/>
                  <a:gd name="T24" fmla="*/ 4 w 70"/>
                  <a:gd name="T25" fmla="*/ 65 h 70"/>
                  <a:gd name="T26" fmla="*/ 64 w 70"/>
                  <a:gd name="T27" fmla="*/ 32 h 70"/>
                  <a:gd name="T28" fmla="*/ 12 w 70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0">
                    <a:moveTo>
                      <a:pt x="2" y="70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9"/>
                      <a:pt x="0" y="68"/>
                      <a:pt x="0" y="68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1"/>
                      <a:pt x="10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9" y="31"/>
                      <a:pt x="70" y="31"/>
                      <a:pt x="70" y="32"/>
                    </a:cubicBezTo>
                    <a:cubicBezTo>
                      <a:pt x="70" y="32"/>
                      <a:pt x="69" y="33"/>
                      <a:pt x="69" y="33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2" y="70"/>
                    </a:lnTo>
                    <a:close/>
                    <a:moveTo>
                      <a:pt x="12" y="5"/>
                    </a:moveTo>
                    <a:cubicBezTo>
                      <a:pt x="4" y="65"/>
                      <a:pt x="4" y="65"/>
                      <a:pt x="4" y="65"/>
                    </a:cubicBezTo>
                    <a:cubicBezTo>
                      <a:pt x="64" y="32"/>
                      <a:pt x="64" y="32"/>
                      <a:pt x="64" y="32"/>
                    </a:cubicBez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7" name="Freeform 1124"/>
              <p:cNvSpPr>
                <a:spLocks noEditPoints="1"/>
              </p:cNvSpPr>
              <p:nvPr userDrawn="1"/>
            </p:nvSpPr>
            <p:spPr bwMode="auto">
              <a:xfrm>
                <a:off x="1749" y="734"/>
                <a:ext cx="195" cy="69"/>
              </a:xfrm>
              <a:custGeom>
                <a:avLst/>
                <a:gdLst>
                  <a:gd name="T0" fmla="*/ 76 w 158"/>
                  <a:gd name="T1" fmla="*/ 56 h 56"/>
                  <a:gd name="T2" fmla="*/ 75 w 158"/>
                  <a:gd name="T3" fmla="*/ 55 h 56"/>
                  <a:gd name="T4" fmla="*/ 1 w 158"/>
                  <a:gd name="T5" fmla="*/ 3 h 56"/>
                  <a:gd name="T6" fmla="*/ 0 w 158"/>
                  <a:gd name="T7" fmla="*/ 1 h 56"/>
                  <a:gd name="T8" fmla="*/ 2 w 158"/>
                  <a:gd name="T9" fmla="*/ 0 h 56"/>
                  <a:gd name="T10" fmla="*/ 157 w 158"/>
                  <a:gd name="T11" fmla="*/ 37 h 56"/>
                  <a:gd name="T12" fmla="*/ 158 w 158"/>
                  <a:gd name="T13" fmla="*/ 39 h 56"/>
                  <a:gd name="T14" fmla="*/ 157 w 158"/>
                  <a:gd name="T15" fmla="*/ 41 h 56"/>
                  <a:gd name="T16" fmla="*/ 76 w 158"/>
                  <a:gd name="T17" fmla="*/ 56 h 56"/>
                  <a:gd name="T18" fmla="*/ 10 w 158"/>
                  <a:gd name="T19" fmla="*/ 5 h 56"/>
                  <a:gd name="T20" fmla="*/ 76 w 158"/>
                  <a:gd name="T21" fmla="*/ 52 h 56"/>
                  <a:gd name="T22" fmla="*/ 148 w 158"/>
                  <a:gd name="T23" fmla="*/ 39 h 56"/>
                  <a:gd name="T24" fmla="*/ 10 w 158"/>
                  <a:gd name="T25" fmla="*/ 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56">
                    <a:moveTo>
                      <a:pt x="76" y="56"/>
                    </a:moveTo>
                    <a:cubicBezTo>
                      <a:pt x="75" y="55"/>
                      <a:pt x="75" y="55"/>
                      <a:pt x="75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7" y="38"/>
                      <a:pt x="158" y="38"/>
                      <a:pt x="158" y="39"/>
                    </a:cubicBezTo>
                    <a:cubicBezTo>
                      <a:pt x="158" y="40"/>
                      <a:pt x="157" y="40"/>
                      <a:pt x="157" y="41"/>
                    </a:cubicBezTo>
                    <a:cubicBezTo>
                      <a:pt x="76" y="56"/>
                      <a:pt x="76" y="56"/>
                      <a:pt x="76" y="56"/>
                    </a:cubicBezTo>
                    <a:close/>
                    <a:moveTo>
                      <a:pt x="10" y="5"/>
                    </a:moveTo>
                    <a:cubicBezTo>
                      <a:pt x="76" y="52"/>
                      <a:pt x="76" y="52"/>
                      <a:pt x="76" y="52"/>
                    </a:cubicBezTo>
                    <a:cubicBezTo>
                      <a:pt x="148" y="39"/>
                      <a:pt x="148" y="39"/>
                      <a:pt x="148" y="39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8" name="Freeform 1125"/>
              <p:cNvSpPr>
                <a:spLocks noEditPoints="1"/>
              </p:cNvSpPr>
              <p:nvPr userDrawn="1"/>
            </p:nvSpPr>
            <p:spPr bwMode="auto">
              <a:xfrm>
                <a:off x="1671" y="798"/>
                <a:ext cx="173" cy="149"/>
              </a:xfrm>
              <a:custGeom>
                <a:avLst/>
                <a:gdLst>
                  <a:gd name="T0" fmla="*/ 31 w 140"/>
                  <a:gd name="T1" fmla="*/ 120 h 120"/>
                  <a:gd name="T2" fmla="*/ 30 w 140"/>
                  <a:gd name="T3" fmla="*/ 120 h 120"/>
                  <a:gd name="T4" fmla="*/ 29 w 140"/>
                  <a:gd name="T5" fmla="*/ 119 h 120"/>
                  <a:gd name="T6" fmla="*/ 0 w 140"/>
                  <a:gd name="T7" fmla="*/ 30 h 120"/>
                  <a:gd name="T8" fmla="*/ 0 w 140"/>
                  <a:gd name="T9" fmla="*/ 28 h 120"/>
                  <a:gd name="T10" fmla="*/ 1 w 140"/>
                  <a:gd name="T11" fmla="*/ 28 h 120"/>
                  <a:gd name="T12" fmla="*/ 138 w 140"/>
                  <a:gd name="T13" fmla="*/ 0 h 120"/>
                  <a:gd name="T14" fmla="*/ 140 w 140"/>
                  <a:gd name="T15" fmla="*/ 1 h 120"/>
                  <a:gd name="T16" fmla="*/ 140 w 140"/>
                  <a:gd name="T17" fmla="*/ 3 h 120"/>
                  <a:gd name="T18" fmla="*/ 32 w 140"/>
                  <a:gd name="T19" fmla="*/ 120 h 120"/>
                  <a:gd name="T20" fmla="*/ 31 w 140"/>
                  <a:gd name="T21" fmla="*/ 120 h 120"/>
                  <a:gd name="T22" fmla="*/ 4 w 140"/>
                  <a:gd name="T23" fmla="*/ 31 h 120"/>
                  <a:gd name="T24" fmla="*/ 31 w 140"/>
                  <a:gd name="T25" fmla="*/ 115 h 120"/>
                  <a:gd name="T26" fmla="*/ 134 w 140"/>
                  <a:gd name="T27" fmla="*/ 5 h 120"/>
                  <a:gd name="T28" fmla="*/ 4 w 140"/>
                  <a:gd name="T29" fmla="*/ 31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20">
                    <a:moveTo>
                      <a:pt x="31" y="120"/>
                    </a:moveTo>
                    <a:cubicBezTo>
                      <a:pt x="30" y="120"/>
                      <a:pt x="30" y="120"/>
                      <a:pt x="30" y="120"/>
                    </a:cubicBezTo>
                    <a:cubicBezTo>
                      <a:pt x="30" y="120"/>
                      <a:pt x="29" y="120"/>
                      <a:pt x="29" y="119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29"/>
                      <a:pt x="0" y="29"/>
                      <a:pt x="0" y="28"/>
                    </a:cubicBezTo>
                    <a:cubicBezTo>
                      <a:pt x="0" y="28"/>
                      <a:pt x="1" y="28"/>
                      <a:pt x="1" y="2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9" y="0"/>
                      <a:pt x="140" y="0"/>
                      <a:pt x="140" y="1"/>
                    </a:cubicBezTo>
                    <a:cubicBezTo>
                      <a:pt x="140" y="2"/>
                      <a:pt x="140" y="3"/>
                      <a:pt x="140" y="3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32" y="120"/>
                      <a:pt x="31" y="120"/>
                      <a:pt x="31" y="120"/>
                    </a:cubicBezTo>
                    <a:close/>
                    <a:moveTo>
                      <a:pt x="4" y="31"/>
                    </a:moveTo>
                    <a:cubicBezTo>
                      <a:pt x="31" y="115"/>
                      <a:pt x="31" y="115"/>
                      <a:pt x="31" y="115"/>
                    </a:cubicBezTo>
                    <a:cubicBezTo>
                      <a:pt x="134" y="5"/>
                      <a:pt x="134" y="5"/>
                      <a:pt x="134" y="5"/>
                    </a:cubicBez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9" name="Freeform 1126"/>
              <p:cNvSpPr>
                <a:spLocks noEditPoints="1"/>
              </p:cNvSpPr>
              <p:nvPr userDrawn="1"/>
            </p:nvSpPr>
            <p:spPr bwMode="auto">
              <a:xfrm>
                <a:off x="2051" y="724"/>
                <a:ext cx="96" cy="94"/>
              </a:xfrm>
              <a:custGeom>
                <a:avLst/>
                <a:gdLst>
                  <a:gd name="T0" fmla="*/ 14 w 78"/>
                  <a:gd name="T1" fmla="*/ 76 h 76"/>
                  <a:gd name="T2" fmla="*/ 14 w 78"/>
                  <a:gd name="T3" fmla="*/ 76 h 76"/>
                  <a:gd name="T4" fmla="*/ 13 w 78"/>
                  <a:gd name="T5" fmla="*/ 75 h 76"/>
                  <a:gd name="T6" fmla="*/ 0 w 78"/>
                  <a:gd name="T7" fmla="*/ 13 h 76"/>
                  <a:gd name="T8" fmla="*/ 0 w 78"/>
                  <a:gd name="T9" fmla="*/ 11 h 76"/>
                  <a:gd name="T10" fmla="*/ 1 w 78"/>
                  <a:gd name="T11" fmla="*/ 11 h 76"/>
                  <a:gd name="T12" fmla="*/ 76 w 78"/>
                  <a:gd name="T13" fmla="*/ 0 h 76"/>
                  <a:gd name="T14" fmla="*/ 77 w 78"/>
                  <a:gd name="T15" fmla="*/ 1 h 76"/>
                  <a:gd name="T16" fmla="*/ 77 w 78"/>
                  <a:gd name="T17" fmla="*/ 3 h 76"/>
                  <a:gd name="T18" fmla="*/ 15 w 78"/>
                  <a:gd name="T19" fmla="*/ 76 h 76"/>
                  <a:gd name="T20" fmla="*/ 14 w 78"/>
                  <a:gd name="T21" fmla="*/ 76 h 76"/>
                  <a:gd name="T22" fmla="*/ 3 w 78"/>
                  <a:gd name="T23" fmla="*/ 14 h 76"/>
                  <a:gd name="T24" fmla="*/ 15 w 78"/>
                  <a:gd name="T25" fmla="*/ 71 h 76"/>
                  <a:gd name="T26" fmla="*/ 72 w 78"/>
                  <a:gd name="T27" fmla="*/ 4 h 76"/>
                  <a:gd name="T28" fmla="*/ 3 w 78"/>
                  <a:gd name="T29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6">
                    <a:moveTo>
                      <a:pt x="14" y="76"/>
                    </a:moveTo>
                    <a:cubicBezTo>
                      <a:pt x="14" y="76"/>
                      <a:pt x="14" y="76"/>
                      <a:pt x="14" y="76"/>
                    </a:cubicBezTo>
                    <a:cubicBezTo>
                      <a:pt x="13" y="76"/>
                      <a:pt x="13" y="76"/>
                      <a:pt x="13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1"/>
                      <a:pt x="1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5" y="76"/>
                      <a:pt x="15" y="76"/>
                      <a:pt x="14" y="76"/>
                    </a:cubicBezTo>
                    <a:close/>
                    <a:moveTo>
                      <a:pt x="3" y="14"/>
                    </a:moveTo>
                    <a:cubicBezTo>
                      <a:pt x="15" y="71"/>
                      <a:pt x="15" y="71"/>
                      <a:pt x="15" y="71"/>
                    </a:cubicBezTo>
                    <a:cubicBezTo>
                      <a:pt x="72" y="4"/>
                      <a:pt x="72" y="4"/>
                      <a:pt x="72" y="4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0" name="Freeform 1127"/>
              <p:cNvSpPr>
                <a:spLocks noEditPoints="1"/>
              </p:cNvSpPr>
              <p:nvPr userDrawn="1"/>
            </p:nvSpPr>
            <p:spPr bwMode="auto">
              <a:xfrm>
                <a:off x="2615" y="1038"/>
                <a:ext cx="150" cy="43"/>
              </a:xfrm>
              <a:custGeom>
                <a:avLst/>
                <a:gdLst>
                  <a:gd name="T0" fmla="*/ 73 w 121"/>
                  <a:gd name="T1" fmla="*/ 35 h 35"/>
                  <a:gd name="T2" fmla="*/ 73 w 121"/>
                  <a:gd name="T3" fmla="*/ 34 h 35"/>
                  <a:gd name="T4" fmla="*/ 1 w 121"/>
                  <a:gd name="T5" fmla="*/ 12 h 35"/>
                  <a:gd name="T6" fmla="*/ 0 w 121"/>
                  <a:gd name="T7" fmla="*/ 10 h 35"/>
                  <a:gd name="T8" fmla="*/ 2 w 121"/>
                  <a:gd name="T9" fmla="*/ 9 h 35"/>
                  <a:gd name="T10" fmla="*/ 119 w 121"/>
                  <a:gd name="T11" fmla="*/ 0 h 35"/>
                  <a:gd name="T12" fmla="*/ 120 w 121"/>
                  <a:gd name="T13" fmla="*/ 1 h 35"/>
                  <a:gd name="T14" fmla="*/ 120 w 121"/>
                  <a:gd name="T15" fmla="*/ 3 h 35"/>
                  <a:gd name="T16" fmla="*/ 74 w 121"/>
                  <a:gd name="T17" fmla="*/ 34 h 35"/>
                  <a:gd name="T18" fmla="*/ 73 w 121"/>
                  <a:gd name="T19" fmla="*/ 35 h 35"/>
                  <a:gd name="T20" fmla="*/ 11 w 121"/>
                  <a:gd name="T21" fmla="*/ 11 h 35"/>
                  <a:gd name="T22" fmla="*/ 73 w 121"/>
                  <a:gd name="T23" fmla="*/ 31 h 35"/>
                  <a:gd name="T24" fmla="*/ 113 w 121"/>
                  <a:gd name="T25" fmla="*/ 4 h 35"/>
                  <a:gd name="T26" fmla="*/ 11 w 121"/>
                  <a:gd name="T2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35">
                    <a:moveTo>
                      <a:pt x="73" y="35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1"/>
                      <a:pt x="0" y="10"/>
                    </a:cubicBezTo>
                    <a:cubicBezTo>
                      <a:pt x="0" y="9"/>
                      <a:pt x="1" y="9"/>
                      <a:pt x="2" y="9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0" y="1"/>
                      <a:pt x="120" y="1"/>
                    </a:cubicBezTo>
                    <a:cubicBezTo>
                      <a:pt x="121" y="2"/>
                      <a:pt x="120" y="3"/>
                      <a:pt x="120" y="3"/>
                    </a:cubicBezTo>
                    <a:cubicBezTo>
                      <a:pt x="74" y="34"/>
                      <a:pt x="74" y="34"/>
                      <a:pt x="74" y="34"/>
                    </a:cubicBezTo>
                    <a:lnTo>
                      <a:pt x="73" y="35"/>
                    </a:lnTo>
                    <a:close/>
                    <a:moveTo>
                      <a:pt x="11" y="11"/>
                    </a:moveTo>
                    <a:cubicBezTo>
                      <a:pt x="73" y="31"/>
                      <a:pt x="73" y="31"/>
                      <a:pt x="73" y="31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1" name="Freeform 1128"/>
              <p:cNvSpPr>
                <a:spLocks noEditPoints="1"/>
              </p:cNvSpPr>
              <p:nvPr userDrawn="1"/>
            </p:nvSpPr>
            <p:spPr bwMode="auto">
              <a:xfrm>
                <a:off x="2704" y="1077"/>
                <a:ext cx="112" cy="78"/>
              </a:xfrm>
              <a:custGeom>
                <a:avLst/>
                <a:gdLst>
                  <a:gd name="T0" fmla="*/ 18 w 90"/>
                  <a:gd name="T1" fmla="*/ 63 h 63"/>
                  <a:gd name="T2" fmla="*/ 17 w 90"/>
                  <a:gd name="T3" fmla="*/ 63 h 63"/>
                  <a:gd name="T4" fmla="*/ 16 w 90"/>
                  <a:gd name="T5" fmla="*/ 62 h 63"/>
                  <a:gd name="T6" fmla="*/ 0 w 90"/>
                  <a:gd name="T7" fmla="*/ 2 h 63"/>
                  <a:gd name="T8" fmla="*/ 0 w 90"/>
                  <a:gd name="T9" fmla="*/ 1 h 63"/>
                  <a:gd name="T10" fmla="*/ 2 w 90"/>
                  <a:gd name="T11" fmla="*/ 0 h 63"/>
                  <a:gd name="T12" fmla="*/ 88 w 90"/>
                  <a:gd name="T13" fmla="*/ 23 h 63"/>
                  <a:gd name="T14" fmla="*/ 90 w 90"/>
                  <a:gd name="T15" fmla="*/ 24 h 63"/>
                  <a:gd name="T16" fmla="*/ 89 w 90"/>
                  <a:gd name="T17" fmla="*/ 26 h 63"/>
                  <a:gd name="T18" fmla="*/ 19 w 90"/>
                  <a:gd name="T19" fmla="*/ 63 h 63"/>
                  <a:gd name="T20" fmla="*/ 18 w 90"/>
                  <a:gd name="T21" fmla="*/ 63 h 63"/>
                  <a:gd name="T22" fmla="*/ 4 w 90"/>
                  <a:gd name="T23" fmla="*/ 4 h 63"/>
                  <a:gd name="T24" fmla="*/ 19 w 90"/>
                  <a:gd name="T25" fmla="*/ 59 h 63"/>
                  <a:gd name="T26" fmla="*/ 83 w 90"/>
                  <a:gd name="T27" fmla="*/ 25 h 63"/>
                  <a:gd name="T28" fmla="*/ 4 w 90"/>
                  <a:gd name="T29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3">
                    <a:moveTo>
                      <a:pt x="18" y="63"/>
                    </a:moveTo>
                    <a:cubicBezTo>
                      <a:pt x="17" y="63"/>
                      <a:pt x="17" y="63"/>
                      <a:pt x="17" y="63"/>
                    </a:cubicBezTo>
                    <a:cubicBezTo>
                      <a:pt x="17" y="63"/>
                      <a:pt x="16" y="63"/>
                      <a:pt x="16" y="6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90" y="24"/>
                      <a:pt x="90" y="24"/>
                    </a:cubicBezTo>
                    <a:cubicBezTo>
                      <a:pt x="90" y="25"/>
                      <a:pt x="89" y="26"/>
                      <a:pt x="89" y="26"/>
                    </a:cubicBezTo>
                    <a:cubicBezTo>
                      <a:pt x="19" y="63"/>
                      <a:pt x="19" y="63"/>
                      <a:pt x="19" y="63"/>
                    </a:cubicBezTo>
                    <a:lnTo>
                      <a:pt x="18" y="63"/>
                    </a:lnTo>
                    <a:close/>
                    <a:moveTo>
                      <a:pt x="4" y="4"/>
                    </a:moveTo>
                    <a:cubicBezTo>
                      <a:pt x="19" y="59"/>
                      <a:pt x="19" y="59"/>
                      <a:pt x="19" y="59"/>
                    </a:cubicBezTo>
                    <a:cubicBezTo>
                      <a:pt x="83" y="25"/>
                      <a:pt x="83" y="25"/>
                      <a:pt x="83" y="25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2" name="Freeform 1129"/>
              <p:cNvSpPr>
                <a:spLocks noEditPoints="1"/>
              </p:cNvSpPr>
              <p:nvPr userDrawn="1"/>
            </p:nvSpPr>
            <p:spPr bwMode="auto">
              <a:xfrm>
                <a:off x="2520" y="1032"/>
                <a:ext cx="99" cy="93"/>
              </a:xfrm>
              <a:custGeom>
                <a:avLst/>
                <a:gdLst>
                  <a:gd name="T0" fmla="*/ 40 w 80"/>
                  <a:gd name="T1" fmla="*/ 75 h 75"/>
                  <a:gd name="T2" fmla="*/ 40 w 80"/>
                  <a:gd name="T3" fmla="*/ 75 h 75"/>
                  <a:gd name="T4" fmla="*/ 39 w 80"/>
                  <a:gd name="T5" fmla="*/ 74 h 75"/>
                  <a:gd name="T6" fmla="*/ 0 w 80"/>
                  <a:gd name="T7" fmla="*/ 2 h 75"/>
                  <a:gd name="T8" fmla="*/ 1 w 80"/>
                  <a:gd name="T9" fmla="*/ 1 h 75"/>
                  <a:gd name="T10" fmla="*/ 2 w 80"/>
                  <a:gd name="T11" fmla="*/ 0 h 75"/>
                  <a:gd name="T12" fmla="*/ 79 w 80"/>
                  <a:gd name="T13" fmla="*/ 14 h 75"/>
                  <a:gd name="T14" fmla="*/ 80 w 80"/>
                  <a:gd name="T15" fmla="*/ 15 h 75"/>
                  <a:gd name="T16" fmla="*/ 80 w 80"/>
                  <a:gd name="T17" fmla="*/ 16 h 75"/>
                  <a:gd name="T18" fmla="*/ 42 w 80"/>
                  <a:gd name="T19" fmla="*/ 75 h 75"/>
                  <a:gd name="T20" fmla="*/ 40 w 80"/>
                  <a:gd name="T21" fmla="*/ 75 h 75"/>
                  <a:gd name="T22" fmla="*/ 5 w 80"/>
                  <a:gd name="T23" fmla="*/ 4 h 75"/>
                  <a:gd name="T24" fmla="*/ 40 w 80"/>
                  <a:gd name="T25" fmla="*/ 70 h 75"/>
                  <a:gd name="T26" fmla="*/ 76 w 80"/>
                  <a:gd name="T27" fmla="*/ 17 h 75"/>
                  <a:gd name="T28" fmla="*/ 5 w 80"/>
                  <a:gd name="T29" fmla="*/ 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75">
                    <a:moveTo>
                      <a:pt x="40" y="75"/>
                    </a:moveTo>
                    <a:cubicBezTo>
                      <a:pt x="40" y="75"/>
                      <a:pt x="40" y="75"/>
                      <a:pt x="40" y="75"/>
                    </a:cubicBezTo>
                    <a:cubicBezTo>
                      <a:pt x="40" y="75"/>
                      <a:pt x="39" y="75"/>
                      <a:pt x="39" y="7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80" y="14"/>
                      <a:pt x="80" y="14"/>
                      <a:pt x="80" y="15"/>
                    </a:cubicBezTo>
                    <a:cubicBezTo>
                      <a:pt x="80" y="15"/>
                      <a:pt x="80" y="16"/>
                      <a:pt x="80" y="16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0" y="75"/>
                    </a:cubicBezTo>
                    <a:close/>
                    <a:moveTo>
                      <a:pt x="5" y="4"/>
                    </a:moveTo>
                    <a:cubicBezTo>
                      <a:pt x="40" y="70"/>
                      <a:pt x="40" y="70"/>
                      <a:pt x="40" y="70"/>
                    </a:cubicBezTo>
                    <a:cubicBezTo>
                      <a:pt x="76" y="17"/>
                      <a:pt x="76" y="17"/>
                      <a:pt x="76" y="17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3" name="Freeform 1130"/>
              <p:cNvSpPr>
                <a:spLocks noEditPoints="1"/>
              </p:cNvSpPr>
              <p:nvPr userDrawn="1"/>
            </p:nvSpPr>
            <p:spPr bwMode="auto">
              <a:xfrm>
                <a:off x="2608" y="1077"/>
                <a:ext cx="121" cy="118"/>
              </a:xfrm>
              <a:custGeom>
                <a:avLst/>
                <a:gdLst>
                  <a:gd name="T0" fmla="*/ 2 w 98"/>
                  <a:gd name="T1" fmla="*/ 96 h 96"/>
                  <a:gd name="T2" fmla="*/ 0 w 98"/>
                  <a:gd name="T3" fmla="*/ 95 h 96"/>
                  <a:gd name="T4" fmla="*/ 1 w 98"/>
                  <a:gd name="T5" fmla="*/ 93 h 96"/>
                  <a:gd name="T6" fmla="*/ 78 w 98"/>
                  <a:gd name="T7" fmla="*/ 1 h 96"/>
                  <a:gd name="T8" fmla="*/ 80 w 98"/>
                  <a:gd name="T9" fmla="*/ 0 h 96"/>
                  <a:gd name="T10" fmla="*/ 81 w 98"/>
                  <a:gd name="T11" fmla="*/ 1 h 96"/>
                  <a:gd name="T12" fmla="*/ 98 w 98"/>
                  <a:gd name="T13" fmla="*/ 61 h 96"/>
                  <a:gd name="T14" fmla="*/ 96 w 98"/>
                  <a:gd name="T15" fmla="*/ 63 h 96"/>
                  <a:gd name="T16" fmla="*/ 2 w 98"/>
                  <a:gd name="T17" fmla="*/ 96 h 96"/>
                  <a:gd name="T18" fmla="*/ 79 w 98"/>
                  <a:gd name="T19" fmla="*/ 5 h 96"/>
                  <a:gd name="T20" fmla="*/ 7 w 98"/>
                  <a:gd name="T21" fmla="*/ 91 h 96"/>
                  <a:gd name="T22" fmla="*/ 94 w 98"/>
                  <a:gd name="T23" fmla="*/ 61 h 96"/>
                  <a:gd name="T24" fmla="*/ 79 w 98"/>
                  <a:gd name="T25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96">
                    <a:moveTo>
                      <a:pt x="2" y="96"/>
                    </a:moveTo>
                    <a:cubicBezTo>
                      <a:pt x="1" y="96"/>
                      <a:pt x="1" y="96"/>
                      <a:pt x="0" y="95"/>
                    </a:cubicBezTo>
                    <a:cubicBezTo>
                      <a:pt x="0" y="94"/>
                      <a:pt x="0" y="94"/>
                      <a:pt x="1" y="93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8" y="0"/>
                      <a:pt x="79" y="0"/>
                      <a:pt x="80" y="0"/>
                    </a:cubicBezTo>
                    <a:cubicBezTo>
                      <a:pt x="80" y="0"/>
                      <a:pt x="81" y="1"/>
                      <a:pt x="81" y="1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2"/>
                      <a:pt x="97" y="63"/>
                      <a:pt x="96" y="63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79" y="5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94" y="61"/>
                      <a:pt x="94" y="61"/>
                      <a:pt x="94" y="61"/>
                    </a:cubicBez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4" name="Freeform 1131"/>
              <p:cNvSpPr>
                <a:spLocks noEditPoints="1"/>
              </p:cNvSpPr>
              <p:nvPr userDrawn="1"/>
            </p:nvSpPr>
            <p:spPr bwMode="auto">
              <a:xfrm>
                <a:off x="2803" y="1105"/>
                <a:ext cx="113" cy="144"/>
              </a:xfrm>
              <a:custGeom>
                <a:avLst/>
                <a:gdLst>
                  <a:gd name="T0" fmla="*/ 2 w 91"/>
                  <a:gd name="T1" fmla="*/ 116 h 116"/>
                  <a:gd name="T2" fmla="*/ 1 w 91"/>
                  <a:gd name="T3" fmla="*/ 115 h 116"/>
                  <a:gd name="T4" fmla="*/ 0 w 91"/>
                  <a:gd name="T5" fmla="*/ 114 h 116"/>
                  <a:gd name="T6" fmla="*/ 6 w 91"/>
                  <a:gd name="T7" fmla="*/ 1 h 116"/>
                  <a:gd name="T8" fmla="*/ 7 w 91"/>
                  <a:gd name="T9" fmla="*/ 0 h 116"/>
                  <a:gd name="T10" fmla="*/ 9 w 91"/>
                  <a:gd name="T11" fmla="*/ 0 h 116"/>
                  <a:gd name="T12" fmla="*/ 90 w 91"/>
                  <a:gd name="T13" fmla="*/ 51 h 116"/>
                  <a:gd name="T14" fmla="*/ 91 w 91"/>
                  <a:gd name="T15" fmla="*/ 53 h 116"/>
                  <a:gd name="T16" fmla="*/ 90 w 91"/>
                  <a:gd name="T17" fmla="*/ 54 h 116"/>
                  <a:gd name="T18" fmla="*/ 3 w 91"/>
                  <a:gd name="T19" fmla="*/ 115 h 116"/>
                  <a:gd name="T20" fmla="*/ 2 w 91"/>
                  <a:gd name="T21" fmla="*/ 116 h 116"/>
                  <a:gd name="T22" fmla="*/ 10 w 91"/>
                  <a:gd name="T23" fmla="*/ 4 h 116"/>
                  <a:gd name="T24" fmla="*/ 4 w 91"/>
                  <a:gd name="T25" fmla="*/ 111 h 116"/>
                  <a:gd name="T26" fmla="*/ 86 w 91"/>
                  <a:gd name="T27" fmla="*/ 53 h 116"/>
                  <a:gd name="T28" fmla="*/ 10 w 91"/>
                  <a:gd name="T29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116">
                    <a:moveTo>
                      <a:pt x="2" y="116"/>
                    </a:moveTo>
                    <a:cubicBezTo>
                      <a:pt x="1" y="115"/>
                      <a:pt x="1" y="115"/>
                      <a:pt x="1" y="115"/>
                    </a:cubicBezTo>
                    <a:cubicBezTo>
                      <a:pt x="0" y="115"/>
                      <a:pt x="0" y="114"/>
                      <a:pt x="0" y="114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1" y="52"/>
                      <a:pt x="91" y="53"/>
                    </a:cubicBezTo>
                    <a:cubicBezTo>
                      <a:pt x="91" y="53"/>
                      <a:pt x="90" y="54"/>
                      <a:pt x="90" y="54"/>
                    </a:cubicBezTo>
                    <a:cubicBezTo>
                      <a:pt x="3" y="115"/>
                      <a:pt x="3" y="115"/>
                      <a:pt x="3" y="115"/>
                    </a:cubicBezTo>
                    <a:lnTo>
                      <a:pt x="2" y="116"/>
                    </a:lnTo>
                    <a:close/>
                    <a:moveTo>
                      <a:pt x="10" y="4"/>
                    </a:moveTo>
                    <a:cubicBezTo>
                      <a:pt x="4" y="111"/>
                      <a:pt x="4" y="111"/>
                      <a:pt x="4" y="111"/>
                    </a:cubicBezTo>
                    <a:cubicBezTo>
                      <a:pt x="86" y="53"/>
                      <a:pt x="86" y="53"/>
                      <a:pt x="86" y="5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5" name="Freeform 1132"/>
              <p:cNvSpPr>
                <a:spLocks noEditPoints="1"/>
              </p:cNvSpPr>
              <p:nvPr userDrawn="1"/>
            </p:nvSpPr>
            <p:spPr bwMode="auto">
              <a:xfrm>
                <a:off x="1100" y="865"/>
                <a:ext cx="175" cy="43"/>
              </a:xfrm>
              <a:custGeom>
                <a:avLst/>
                <a:gdLst>
                  <a:gd name="T0" fmla="*/ 2 w 141"/>
                  <a:gd name="T1" fmla="*/ 35 h 35"/>
                  <a:gd name="T2" fmla="*/ 0 w 141"/>
                  <a:gd name="T3" fmla="*/ 34 h 35"/>
                  <a:gd name="T4" fmla="*/ 1 w 141"/>
                  <a:gd name="T5" fmla="*/ 32 h 35"/>
                  <a:gd name="T6" fmla="*/ 54 w 141"/>
                  <a:gd name="T7" fmla="*/ 1 h 35"/>
                  <a:gd name="T8" fmla="*/ 56 w 141"/>
                  <a:gd name="T9" fmla="*/ 1 h 35"/>
                  <a:gd name="T10" fmla="*/ 139 w 141"/>
                  <a:gd name="T11" fmla="*/ 26 h 35"/>
                  <a:gd name="T12" fmla="*/ 141 w 141"/>
                  <a:gd name="T13" fmla="*/ 28 h 35"/>
                  <a:gd name="T14" fmla="*/ 139 w 141"/>
                  <a:gd name="T15" fmla="*/ 29 h 35"/>
                  <a:gd name="T16" fmla="*/ 2 w 141"/>
                  <a:gd name="T17" fmla="*/ 35 h 35"/>
                  <a:gd name="T18" fmla="*/ 55 w 141"/>
                  <a:gd name="T19" fmla="*/ 4 h 35"/>
                  <a:gd name="T20" fmla="*/ 9 w 141"/>
                  <a:gd name="T21" fmla="*/ 32 h 35"/>
                  <a:gd name="T22" fmla="*/ 129 w 141"/>
                  <a:gd name="T23" fmla="*/ 26 h 35"/>
                  <a:gd name="T24" fmla="*/ 55 w 141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" h="35">
                    <a:moveTo>
                      <a:pt x="2" y="35"/>
                    </a:moveTo>
                    <a:cubicBezTo>
                      <a:pt x="1" y="35"/>
                      <a:pt x="0" y="35"/>
                      <a:pt x="0" y="34"/>
                    </a:cubicBezTo>
                    <a:cubicBezTo>
                      <a:pt x="0" y="33"/>
                      <a:pt x="0" y="33"/>
                      <a:pt x="1" y="32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5" y="0"/>
                      <a:pt x="56" y="1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40" y="26"/>
                      <a:pt x="141" y="27"/>
                      <a:pt x="141" y="28"/>
                    </a:cubicBezTo>
                    <a:cubicBezTo>
                      <a:pt x="140" y="29"/>
                      <a:pt x="140" y="29"/>
                      <a:pt x="139" y="29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55" y="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29" y="26"/>
                      <a:pt x="129" y="26"/>
                      <a:pt x="129" y="26"/>
                    </a:cubicBezTo>
                    <a:lnTo>
                      <a:pt x="5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6" name="Freeform 1133"/>
              <p:cNvSpPr>
                <a:spLocks noEditPoints="1"/>
              </p:cNvSpPr>
              <p:nvPr userDrawn="1"/>
            </p:nvSpPr>
            <p:spPr bwMode="auto">
              <a:xfrm>
                <a:off x="2780" y="911"/>
                <a:ext cx="79" cy="106"/>
              </a:xfrm>
              <a:custGeom>
                <a:avLst/>
                <a:gdLst>
                  <a:gd name="T0" fmla="*/ 1 w 64"/>
                  <a:gd name="T1" fmla="*/ 86 h 86"/>
                  <a:gd name="T2" fmla="*/ 0 w 64"/>
                  <a:gd name="T3" fmla="*/ 85 h 86"/>
                  <a:gd name="T4" fmla="*/ 0 w 64"/>
                  <a:gd name="T5" fmla="*/ 83 h 86"/>
                  <a:gd name="T6" fmla="*/ 41 w 64"/>
                  <a:gd name="T7" fmla="*/ 1 h 86"/>
                  <a:gd name="T8" fmla="*/ 42 w 64"/>
                  <a:gd name="T9" fmla="*/ 0 h 86"/>
                  <a:gd name="T10" fmla="*/ 44 w 64"/>
                  <a:gd name="T11" fmla="*/ 1 h 86"/>
                  <a:gd name="T12" fmla="*/ 64 w 64"/>
                  <a:gd name="T13" fmla="*/ 54 h 86"/>
                  <a:gd name="T14" fmla="*/ 63 w 64"/>
                  <a:gd name="T15" fmla="*/ 56 h 86"/>
                  <a:gd name="T16" fmla="*/ 2 w 64"/>
                  <a:gd name="T17" fmla="*/ 86 h 86"/>
                  <a:gd name="T18" fmla="*/ 1 w 64"/>
                  <a:gd name="T19" fmla="*/ 86 h 86"/>
                  <a:gd name="T20" fmla="*/ 42 w 64"/>
                  <a:gd name="T21" fmla="*/ 6 h 86"/>
                  <a:gd name="T22" fmla="*/ 5 w 64"/>
                  <a:gd name="T23" fmla="*/ 80 h 86"/>
                  <a:gd name="T24" fmla="*/ 60 w 64"/>
                  <a:gd name="T25" fmla="*/ 54 h 86"/>
                  <a:gd name="T26" fmla="*/ 42 w 64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6">
                    <a:moveTo>
                      <a:pt x="1" y="86"/>
                    </a:moveTo>
                    <a:cubicBezTo>
                      <a:pt x="1" y="86"/>
                      <a:pt x="1" y="86"/>
                      <a:pt x="0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5"/>
                      <a:pt x="64" y="56"/>
                      <a:pt x="63" y="56"/>
                    </a:cubicBezTo>
                    <a:cubicBezTo>
                      <a:pt x="2" y="86"/>
                      <a:pt x="2" y="86"/>
                      <a:pt x="2" y="86"/>
                    </a:cubicBezTo>
                    <a:lnTo>
                      <a:pt x="1" y="86"/>
                    </a:lnTo>
                    <a:close/>
                    <a:moveTo>
                      <a:pt x="42" y="6"/>
                    </a:moveTo>
                    <a:cubicBezTo>
                      <a:pt x="5" y="80"/>
                      <a:pt x="5" y="80"/>
                      <a:pt x="5" y="80"/>
                    </a:cubicBezTo>
                    <a:cubicBezTo>
                      <a:pt x="60" y="54"/>
                      <a:pt x="60" y="54"/>
                      <a:pt x="60" y="54"/>
                    </a:cubicBezTo>
                    <a:lnTo>
                      <a:pt x="4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7" name="Freeform 1134"/>
              <p:cNvSpPr>
                <a:spLocks noEditPoints="1"/>
              </p:cNvSpPr>
              <p:nvPr userDrawn="1"/>
            </p:nvSpPr>
            <p:spPr bwMode="auto">
              <a:xfrm>
                <a:off x="1509" y="1211"/>
                <a:ext cx="116" cy="85"/>
              </a:xfrm>
              <a:custGeom>
                <a:avLst/>
                <a:gdLst>
                  <a:gd name="T0" fmla="*/ 1 w 94"/>
                  <a:gd name="T1" fmla="*/ 68 h 68"/>
                  <a:gd name="T2" fmla="*/ 0 w 94"/>
                  <a:gd name="T3" fmla="*/ 67 h 68"/>
                  <a:gd name="T4" fmla="*/ 0 w 94"/>
                  <a:gd name="T5" fmla="*/ 66 h 68"/>
                  <a:gd name="T6" fmla="*/ 29 w 94"/>
                  <a:gd name="T7" fmla="*/ 1 h 68"/>
                  <a:gd name="T8" fmla="*/ 30 w 94"/>
                  <a:gd name="T9" fmla="*/ 0 h 68"/>
                  <a:gd name="T10" fmla="*/ 31 w 94"/>
                  <a:gd name="T11" fmla="*/ 0 h 68"/>
                  <a:gd name="T12" fmla="*/ 93 w 94"/>
                  <a:gd name="T13" fmla="*/ 32 h 68"/>
                  <a:gd name="T14" fmla="*/ 93 w 94"/>
                  <a:gd name="T15" fmla="*/ 33 h 68"/>
                  <a:gd name="T16" fmla="*/ 92 w 94"/>
                  <a:gd name="T17" fmla="*/ 35 h 68"/>
                  <a:gd name="T18" fmla="*/ 2 w 94"/>
                  <a:gd name="T19" fmla="*/ 68 h 68"/>
                  <a:gd name="T20" fmla="*/ 1 w 94"/>
                  <a:gd name="T21" fmla="*/ 68 h 68"/>
                  <a:gd name="T22" fmla="*/ 31 w 94"/>
                  <a:gd name="T23" fmla="*/ 4 h 68"/>
                  <a:gd name="T24" fmla="*/ 5 w 94"/>
                  <a:gd name="T25" fmla="*/ 63 h 68"/>
                  <a:gd name="T26" fmla="*/ 88 w 94"/>
                  <a:gd name="T27" fmla="*/ 33 h 68"/>
                  <a:gd name="T28" fmla="*/ 31 w 94"/>
                  <a:gd name="T29" fmla="*/ 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68">
                    <a:moveTo>
                      <a:pt x="1" y="68"/>
                    </a:moveTo>
                    <a:cubicBezTo>
                      <a:pt x="1" y="68"/>
                      <a:pt x="1" y="68"/>
                      <a:pt x="0" y="67"/>
                    </a:cubicBezTo>
                    <a:cubicBezTo>
                      <a:pt x="0" y="67"/>
                      <a:pt x="0" y="66"/>
                      <a:pt x="0" y="6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29" y="0"/>
                      <a:pt x="30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93" y="32"/>
                      <a:pt x="93" y="32"/>
                      <a:pt x="93" y="32"/>
                    </a:cubicBezTo>
                    <a:cubicBezTo>
                      <a:pt x="93" y="32"/>
                      <a:pt x="94" y="32"/>
                      <a:pt x="93" y="33"/>
                    </a:cubicBezTo>
                    <a:cubicBezTo>
                      <a:pt x="93" y="34"/>
                      <a:pt x="93" y="34"/>
                      <a:pt x="92" y="35"/>
                    </a:cubicBezTo>
                    <a:cubicBezTo>
                      <a:pt x="2" y="68"/>
                      <a:pt x="2" y="68"/>
                      <a:pt x="2" y="68"/>
                    </a:cubicBezTo>
                    <a:lnTo>
                      <a:pt x="1" y="68"/>
                    </a:lnTo>
                    <a:close/>
                    <a:moveTo>
                      <a:pt x="31" y="4"/>
                    </a:moveTo>
                    <a:cubicBezTo>
                      <a:pt x="5" y="63"/>
                      <a:pt x="5" y="63"/>
                      <a:pt x="5" y="6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8" name="Freeform 1135"/>
              <p:cNvSpPr>
                <a:spLocks noEditPoints="1"/>
              </p:cNvSpPr>
              <p:nvPr userDrawn="1"/>
            </p:nvSpPr>
            <p:spPr bwMode="auto">
              <a:xfrm>
                <a:off x="1509" y="1250"/>
                <a:ext cx="122" cy="46"/>
              </a:xfrm>
              <a:custGeom>
                <a:avLst/>
                <a:gdLst>
                  <a:gd name="T0" fmla="*/ 1 w 99"/>
                  <a:gd name="T1" fmla="*/ 37 h 37"/>
                  <a:gd name="T2" fmla="*/ 0 w 99"/>
                  <a:gd name="T3" fmla="*/ 36 h 37"/>
                  <a:gd name="T4" fmla="*/ 1 w 99"/>
                  <a:gd name="T5" fmla="*/ 34 h 37"/>
                  <a:gd name="T6" fmla="*/ 91 w 99"/>
                  <a:gd name="T7" fmla="*/ 0 h 37"/>
                  <a:gd name="T8" fmla="*/ 93 w 99"/>
                  <a:gd name="T9" fmla="*/ 1 h 37"/>
                  <a:gd name="T10" fmla="*/ 93 w 99"/>
                  <a:gd name="T11" fmla="*/ 2 h 37"/>
                  <a:gd name="T12" fmla="*/ 99 w 99"/>
                  <a:gd name="T13" fmla="*/ 30 h 37"/>
                  <a:gd name="T14" fmla="*/ 99 w 99"/>
                  <a:gd name="T15" fmla="*/ 31 h 37"/>
                  <a:gd name="T16" fmla="*/ 98 w 99"/>
                  <a:gd name="T17" fmla="*/ 32 h 37"/>
                  <a:gd name="T18" fmla="*/ 2 w 99"/>
                  <a:gd name="T19" fmla="*/ 37 h 37"/>
                  <a:gd name="T20" fmla="*/ 1 w 99"/>
                  <a:gd name="T21" fmla="*/ 37 h 37"/>
                  <a:gd name="T22" fmla="*/ 91 w 99"/>
                  <a:gd name="T23" fmla="*/ 4 h 37"/>
                  <a:gd name="T24" fmla="*/ 13 w 99"/>
                  <a:gd name="T25" fmla="*/ 33 h 37"/>
                  <a:gd name="T26" fmla="*/ 96 w 99"/>
                  <a:gd name="T27" fmla="*/ 28 h 37"/>
                  <a:gd name="T28" fmla="*/ 91 w 99"/>
                  <a:gd name="T29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" h="37">
                    <a:moveTo>
                      <a:pt x="1" y="37"/>
                    </a:moveTo>
                    <a:cubicBezTo>
                      <a:pt x="1" y="37"/>
                      <a:pt x="0" y="36"/>
                      <a:pt x="0" y="36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1"/>
                      <a:pt x="93" y="2"/>
                    </a:cubicBezTo>
                    <a:cubicBezTo>
                      <a:pt x="99" y="30"/>
                      <a:pt x="99" y="30"/>
                      <a:pt x="99" y="30"/>
                    </a:cubicBezTo>
                    <a:cubicBezTo>
                      <a:pt x="99" y="30"/>
                      <a:pt x="99" y="31"/>
                      <a:pt x="99" y="31"/>
                    </a:cubicBezTo>
                    <a:cubicBezTo>
                      <a:pt x="99" y="31"/>
                      <a:pt x="98" y="32"/>
                      <a:pt x="98" y="32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91" y="4"/>
                    </a:moveTo>
                    <a:cubicBezTo>
                      <a:pt x="13" y="33"/>
                      <a:pt x="13" y="33"/>
                      <a:pt x="13" y="33"/>
                    </a:cubicBezTo>
                    <a:cubicBezTo>
                      <a:pt x="96" y="28"/>
                      <a:pt x="96" y="28"/>
                      <a:pt x="96" y="28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9" name="Freeform 1136"/>
              <p:cNvSpPr>
                <a:spLocks noEditPoints="1"/>
              </p:cNvSpPr>
              <p:nvPr userDrawn="1"/>
            </p:nvSpPr>
            <p:spPr bwMode="auto">
              <a:xfrm>
                <a:off x="2224" y="885"/>
                <a:ext cx="105" cy="50"/>
              </a:xfrm>
              <a:custGeom>
                <a:avLst/>
                <a:gdLst>
                  <a:gd name="T0" fmla="*/ 2 w 85"/>
                  <a:gd name="T1" fmla="*/ 41 h 41"/>
                  <a:gd name="T2" fmla="*/ 1 w 85"/>
                  <a:gd name="T3" fmla="*/ 40 h 41"/>
                  <a:gd name="T4" fmla="*/ 0 w 85"/>
                  <a:gd name="T5" fmla="*/ 39 h 41"/>
                  <a:gd name="T6" fmla="*/ 8 w 85"/>
                  <a:gd name="T7" fmla="*/ 2 h 41"/>
                  <a:gd name="T8" fmla="*/ 9 w 85"/>
                  <a:gd name="T9" fmla="*/ 0 h 41"/>
                  <a:gd name="T10" fmla="*/ 10 w 85"/>
                  <a:gd name="T11" fmla="*/ 0 h 41"/>
                  <a:gd name="T12" fmla="*/ 83 w 85"/>
                  <a:gd name="T13" fmla="*/ 25 h 41"/>
                  <a:gd name="T14" fmla="*/ 85 w 85"/>
                  <a:gd name="T15" fmla="*/ 27 h 41"/>
                  <a:gd name="T16" fmla="*/ 83 w 85"/>
                  <a:gd name="T17" fmla="*/ 28 h 41"/>
                  <a:gd name="T18" fmla="*/ 2 w 85"/>
                  <a:gd name="T19" fmla="*/ 41 h 41"/>
                  <a:gd name="T20" fmla="*/ 11 w 85"/>
                  <a:gd name="T21" fmla="*/ 4 h 41"/>
                  <a:gd name="T22" fmla="*/ 4 w 85"/>
                  <a:gd name="T23" fmla="*/ 37 h 41"/>
                  <a:gd name="T24" fmla="*/ 76 w 85"/>
                  <a:gd name="T25" fmla="*/ 26 h 41"/>
                  <a:gd name="T26" fmla="*/ 11 w 85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41">
                    <a:moveTo>
                      <a:pt x="2" y="41"/>
                    </a:move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ubicBezTo>
                      <a:pt x="83" y="25"/>
                      <a:pt x="83" y="25"/>
                      <a:pt x="83" y="25"/>
                    </a:cubicBezTo>
                    <a:cubicBezTo>
                      <a:pt x="84" y="25"/>
                      <a:pt x="85" y="26"/>
                      <a:pt x="85" y="27"/>
                    </a:cubicBezTo>
                    <a:cubicBezTo>
                      <a:pt x="85" y="28"/>
                      <a:pt x="84" y="28"/>
                      <a:pt x="83" y="28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11" y="4"/>
                    </a:moveTo>
                    <a:cubicBezTo>
                      <a:pt x="4" y="37"/>
                      <a:pt x="4" y="37"/>
                      <a:pt x="4" y="37"/>
                    </a:cubicBezTo>
                    <a:cubicBezTo>
                      <a:pt x="76" y="26"/>
                      <a:pt x="76" y="26"/>
                      <a:pt x="76" y="26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0" name="Freeform 1137"/>
              <p:cNvSpPr>
                <a:spLocks noEditPoints="1"/>
              </p:cNvSpPr>
              <p:nvPr userDrawn="1"/>
            </p:nvSpPr>
            <p:spPr bwMode="auto">
              <a:xfrm>
                <a:off x="1313" y="1042"/>
                <a:ext cx="151" cy="69"/>
              </a:xfrm>
              <a:custGeom>
                <a:avLst/>
                <a:gdLst>
                  <a:gd name="T0" fmla="*/ 23 w 122"/>
                  <a:gd name="T1" fmla="*/ 56 h 56"/>
                  <a:gd name="T2" fmla="*/ 21 w 122"/>
                  <a:gd name="T3" fmla="*/ 55 h 56"/>
                  <a:gd name="T4" fmla="*/ 0 w 122"/>
                  <a:gd name="T5" fmla="*/ 18 h 56"/>
                  <a:gd name="T6" fmla="*/ 0 w 122"/>
                  <a:gd name="T7" fmla="*/ 16 h 56"/>
                  <a:gd name="T8" fmla="*/ 1 w 122"/>
                  <a:gd name="T9" fmla="*/ 15 h 56"/>
                  <a:gd name="T10" fmla="*/ 120 w 122"/>
                  <a:gd name="T11" fmla="*/ 0 h 56"/>
                  <a:gd name="T12" fmla="*/ 122 w 122"/>
                  <a:gd name="T13" fmla="*/ 1 h 56"/>
                  <a:gd name="T14" fmla="*/ 121 w 122"/>
                  <a:gd name="T15" fmla="*/ 3 h 56"/>
                  <a:gd name="T16" fmla="*/ 23 w 122"/>
                  <a:gd name="T17" fmla="*/ 56 h 56"/>
                  <a:gd name="T18" fmla="*/ 4 w 122"/>
                  <a:gd name="T19" fmla="*/ 18 h 56"/>
                  <a:gd name="T20" fmla="*/ 23 w 122"/>
                  <a:gd name="T21" fmla="*/ 52 h 56"/>
                  <a:gd name="T22" fmla="*/ 112 w 122"/>
                  <a:gd name="T23" fmla="*/ 4 h 56"/>
                  <a:gd name="T24" fmla="*/ 4 w 122"/>
                  <a:gd name="T25" fmla="*/ 1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56">
                    <a:moveTo>
                      <a:pt x="23" y="56"/>
                    </a:moveTo>
                    <a:cubicBezTo>
                      <a:pt x="22" y="56"/>
                      <a:pt x="22" y="56"/>
                      <a:pt x="21" y="5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0" y="16"/>
                      <a:pt x="1" y="15"/>
                      <a:pt x="1" y="15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2" y="1"/>
                    </a:cubicBezTo>
                    <a:cubicBezTo>
                      <a:pt x="122" y="2"/>
                      <a:pt x="122" y="2"/>
                      <a:pt x="121" y="3"/>
                    </a:cubicBezTo>
                    <a:cubicBezTo>
                      <a:pt x="23" y="56"/>
                      <a:pt x="23" y="56"/>
                      <a:pt x="23" y="56"/>
                    </a:cubicBezTo>
                    <a:close/>
                    <a:moveTo>
                      <a:pt x="4" y="18"/>
                    </a:moveTo>
                    <a:cubicBezTo>
                      <a:pt x="23" y="52"/>
                      <a:pt x="23" y="52"/>
                      <a:pt x="23" y="52"/>
                    </a:cubicBezTo>
                    <a:cubicBezTo>
                      <a:pt x="112" y="4"/>
                      <a:pt x="112" y="4"/>
                      <a:pt x="112" y="4"/>
                    </a:cubicBezTo>
                    <a:lnTo>
                      <a:pt x="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1" name="Freeform 1138"/>
              <p:cNvSpPr>
                <a:spLocks noEditPoints="1"/>
              </p:cNvSpPr>
              <p:nvPr userDrawn="1"/>
            </p:nvSpPr>
            <p:spPr bwMode="auto">
              <a:xfrm>
                <a:off x="1473" y="1127"/>
                <a:ext cx="182" cy="88"/>
              </a:xfrm>
              <a:custGeom>
                <a:avLst/>
                <a:gdLst>
                  <a:gd name="T0" fmla="*/ 59 w 147"/>
                  <a:gd name="T1" fmla="*/ 71 h 71"/>
                  <a:gd name="T2" fmla="*/ 59 w 147"/>
                  <a:gd name="T3" fmla="*/ 71 h 71"/>
                  <a:gd name="T4" fmla="*/ 1 w 147"/>
                  <a:gd name="T5" fmla="*/ 39 h 71"/>
                  <a:gd name="T6" fmla="*/ 0 w 147"/>
                  <a:gd name="T7" fmla="*/ 37 h 71"/>
                  <a:gd name="T8" fmla="*/ 2 w 147"/>
                  <a:gd name="T9" fmla="*/ 36 h 71"/>
                  <a:gd name="T10" fmla="*/ 144 w 147"/>
                  <a:gd name="T11" fmla="*/ 0 h 71"/>
                  <a:gd name="T12" fmla="*/ 146 w 147"/>
                  <a:gd name="T13" fmla="*/ 1 h 71"/>
                  <a:gd name="T14" fmla="*/ 146 w 147"/>
                  <a:gd name="T15" fmla="*/ 3 h 71"/>
                  <a:gd name="T16" fmla="*/ 60 w 147"/>
                  <a:gd name="T17" fmla="*/ 71 h 71"/>
                  <a:gd name="T18" fmla="*/ 59 w 147"/>
                  <a:gd name="T19" fmla="*/ 71 h 71"/>
                  <a:gd name="T20" fmla="*/ 7 w 147"/>
                  <a:gd name="T21" fmla="*/ 38 h 71"/>
                  <a:gd name="T22" fmla="*/ 59 w 147"/>
                  <a:gd name="T23" fmla="*/ 68 h 71"/>
                  <a:gd name="T24" fmla="*/ 137 w 147"/>
                  <a:gd name="T25" fmla="*/ 6 h 71"/>
                  <a:gd name="T26" fmla="*/ 7 w 147"/>
                  <a:gd name="T27" fmla="*/ 3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71">
                    <a:moveTo>
                      <a:pt x="59" y="71"/>
                    </a:moveTo>
                    <a:cubicBezTo>
                      <a:pt x="59" y="71"/>
                      <a:pt x="59" y="71"/>
                      <a:pt x="59" y="71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1" y="39"/>
                      <a:pt x="0" y="38"/>
                      <a:pt x="0" y="37"/>
                    </a:cubicBezTo>
                    <a:cubicBezTo>
                      <a:pt x="1" y="37"/>
                      <a:pt x="1" y="36"/>
                      <a:pt x="2" y="36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45" y="0"/>
                      <a:pt x="146" y="1"/>
                      <a:pt x="146" y="1"/>
                    </a:cubicBezTo>
                    <a:cubicBezTo>
                      <a:pt x="147" y="2"/>
                      <a:pt x="146" y="3"/>
                      <a:pt x="146" y="3"/>
                    </a:cubicBezTo>
                    <a:cubicBezTo>
                      <a:pt x="60" y="71"/>
                      <a:pt x="60" y="71"/>
                      <a:pt x="60" y="71"/>
                    </a:cubicBezTo>
                    <a:cubicBezTo>
                      <a:pt x="60" y="71"/>
                      <a:pt x="60" y="71"/>
                      <a:pt x="59" y="71"/>
                    </a:cubicBezTo>
                    <a:close/>
                    <a:moveTo>
                      <a:pt x="7" y="38"/>
                    </a:moveTo>
                    <a:cubicBezTo>
                      <a:pt x="59" y="68"/>
                      <a:pt x="59" y="68"/>
                      <a:pt x="59" y="68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7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2" name="Freeform 1139"/>
              <p:cNvSpPr>
                <a:spLocks noEditPoints="1"/>
              </p:cNvSpPr>
              <p:nvPr userDrawn="1"/>
            </p:nvSpPr>
            <p:spPr bwMode="auto">
              <a:xfrm>
                <a:off x="2463" y="1245"/>
                <a:ext cx="150" cy="137"/>
              </a:xfrm>
              <a:custGeom>
                <a:avLst/>
                <a:gdLst>
                  <a:gd name="T0" fmla="*/ 1 w 121"/>
                  <a:gd name="T1" fmla="*/ 111 h 111"/>
                  <a:gd name="T2" fmla="*/ 0 w 121"/>
                  <a:gd name="T3" fmla="*/ 111 h 111"/>
                  <a:gd name="T4" fmla="*/ 0 w 121"/>
                  <a:gd name="T5" fmla="*/ 109 h 111"/>
                  <a:gd name="T6" fmla="*/ 44 w 121"/>
                  <a:gd name="T7" fmla="*/ 1 h 111"/>
                  <a:gd name="T8" fmla="*/ 45 w 121"/>
                  <a:gd name="T9" fmla="*/ 0 h 111"/>
                  <a:gd name="T10" fmla="*/ 47 w 121"/>
                  <a:gd name="T11" fmla="*/ 1 h 111"/>
                  <a:gd name="T12" fmla="*/ 120 w 121"/>
                  <a:gd name="T13" fmla="*/ 76 h 111"/>
                  <a:gd name="T14" fmla="*/ 120 w 121"/>
                  <a:gd name="T15" fmla="*/ 78 h 111"/>
                  <a:gd name="T16" fmla="*/ 119 w 121"/>
                  <a:gd name="T17" fmla="*/ 79 h 111"/>
                  <a:gd name="T18" fmla="*/ 2 w 121"/>
                  <a:gd name="T19" fmla="*/ 111 h 111"/>
                  <a:gd name="T20" fmla="*/ 1 w 121"/>
                  <a:gd name="T21" fmla="*/ 111 h 111"/>
                  <a:gd name="T22" fmla="*/ 46 w 121"/>
                  <a:gd name="T23" fmla="*/ 5 h 111"/>
                  <a:gd name="T24" fmla="*/ 4 w 121"/>
                  <a:gd name="T25" fmla="*/ 107 h 111"/>
                  <a:gd name="T26" fmla="*/ 116 w 121"/>
                  <a:gd name="T27" fmla="*/ 76 h 111"/>
                  <a:gd name="T28" fmla="*/ 46 w 121"/>
                  <a:gd name="T29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1" h="111">
                    <a:moveTo>
                      <a:pt x="1" y="111"/>
                    </a:moveTo>
                    <a:cubicBezTo>
                      <a:pt x="1" y="111"/>
                      <a:pt x="0" y="111"/>
                      <a:pt x="0" y="111"/>
                    </a:cubicBezTo>
                    <a:cubicBezTo>
                      <a:pt x="0" y="110"/>
                      <a:pt x="0" y="110"/>
                      <a:pt x="0" y="109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5" y="0"/>
                      <a:pt x="45" y="0"/>
                    </a:cubicBezTo>
                    <a:cubicBezTo>
                      <a:pt x="46" y="0"/>
                      <a:pt x="46" y="0"/>
                      <a:pt x="47" y="1"/>
                    </a:cubicBezTo>
                    <a:cubicBezTo>
                      <a:pt x="120" y="76"/>
                      <a:pt x="120" y="76"/>
                      <a:pt x="120" y="76"/>
                    </a:cubicBezTo>
                    <a:cubicBezTo>
                      <a:pt x="120" y="76"/>
                      <a:pt x="121" y="77"/>
                      <a:pt x="120" y="78"/>
                    </a:cubicBezTo>
                    <a:cubicBezTo>
                      <a:pt x="120" y="78"/>
                      <a:pt x="120" y="79"/>
                      <a:pt x="119" y="79"/>
                    </a:cubicBezTo>
                    <a:cubicBezTo>
                      <a:pt x="2" y="111"/>
                      <a:pt x="2" y="111"/>
                      <a:pt x="2" y="111"/>
                    </a:cubicBezTo>
                    <a:lnTo>
                      <a:pt x="1" y="111"/>
                    </a:lnTo>
                    <a:close/>
                    <a:moveTo>
                      <a:pt x="46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116" y="76"/>
                      <a:pt x="116" y="76"/>
                      <a:pt x="116" y="76"/>
                    </a:cubicBezTo>
                    <a:lnTo>
                      <a:pt x="4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3" name="Freeform 1140"/>
              <p:cNvSpPr>
                <a:spLocks noEditPoints="1"/>
              </p:cNvSpPr>
              <p:nvPr userDrawn="1"/>
            </p:nvSpPr>
            <p:spPr bwMode="auto">
              <a:xfrm>
                <a:off x="2688" y="1151"/>
                <a:ext cx="120" cy="138"/>
              </a:xfrm>
              <a:custGeom>
                <a:avLst/>
                <a:gdLst>
                  <a:gd name="T0" fmla="*/ 2 w 97"/>
                  <a:gd name="T1" fmla="*/ 112 h 112"/>
                  <a:gd name="T2" fmla="*/ 1 w 97"/>
                  <a:gd name="T3" fmla="*/ 111 h 112"/>
                  <a:gd name="T4" fmla="*/ 0 w 97"/>
                  <a:gd name="T5" fmla="*/ 110 h 112"/>
                  <a:gd name="T6" fmla="*/ 29 w 97"/>
                  <a:gd name="T7" fmla="*/ 1 h 112"/>
                  <a:gd name="T8" fmla="*/ 31 w 97"/>
                  <a:gd name="T9" fmla="*/ 0 h 112"/>
                  <a:gd name="T10" fmla="*/ 32 w 97"/>
                  <a:gd name="T11" fmla="*/ 1 h 112"/>
                  <a:gd name="T12" fmla="*/ 96 w 97"/>
                  <a:gd name="T13" fmla="*/ 76 h 112"/>
                  <a:gd name="T14" fmla="*/ 96 w 97"/>
                  <a:gd name="T15" fmla="*/ 77 h 112"/>
                  <a:gd name="T16" fmla="*/ 95 w 97"/>
                  <a:gd name="T17" fmla="*/ 78 h 112"/>
                  <a:gd name="T18" fmla="*/ 2 w 97"/>
                  <a:gd name="T19" fmla="*/ 112 h 112"/>
                  <a:gd name="T20" fmla="*/ 32 w 97"/>
                  <a:gd name="T21" fmla="*/ 5 h 112"/>
                  <a:gd name="T22" fmla="*/ 4 w 97"/>
                  <a:gd name="T23" fmla="*/ 107 h 112"/>
                  <a:gd name="T24" fmla="*/ 92 w 97"/>
                  <a:gd name="T25" fmla="*/ 76 h 112"/>
                  <a:gd name="T26" fmla="*/ 32 w 97"/>
                  <a:gd name="T27" fmla="*/ 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112">
                    <a:moveTo>
                      <a:pt x="2" y="112"/>
                    </a:moveTo>
                    <a:cubicBezTo>
                      <a:pt x="1" y="112"/>
                      <a:pt x="1" y="111"/>
                      <a:pt x="1" y="111"/>
                    </a:cubicBezTo>
                    <a:cubicBezTo>
                      <a:pt x="0" y="111"/>
                      <a:pt x="0" y="110"/>
                      <a:pt x="0" y="11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1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7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2"/>
                      <a:pt x="2" y="112"/>
                      <a:pt x="2" y="112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4" name="Freeform 1141"/>
              <p:cNvSpPr>
                <a:spLocks noEditPoints="1"/>
              </p:cNvSpPr>
              <p:nvPr userDrawn="1"/>
            </p:nvSpPr>
            <p:spPr bwMode="auto">
              <a:xfrm>
                <a:off x="623" y="450"/>
                <a:ext cx="118" cy="138"/>
              </a:xfrm>
              <a:custGeom>
                <a:avLst/>
                <a:gdLst>
                  <a:gd name="T0" fmla="*/ 2 w 96"/>
                  <a:gd name="T1" fmla="*/ 111 h 111"/>
                  <a:gd name="T2" fmla="*/ 0 w 96"/>
                  <a:gd name="T3" fmla="*/ 111 h 111"/>
                  <a:gd name="T4" fmla="*/ 0 w 96"/>
                  <a:gd name="T5" fmla="*/ 109 h 111"/>
                  <a:gd name="T6" fmla="*/ 29 w 96"/>
                  <a:gd name="T7" fmla="*/ 1 h 111"/>
                  <a:gd name="T8" fmla="*/ 30 w 96"/>
                  <a:gd name="T9" fmla="*/ 0 h 111"/>
                  <a:gd name="T10" fmla="*/ 32 w 96"/>
                  <a:gd name="T11" fmla="*/ 0 h 111"/>
                  <a:gd name="T12" fmla="*/ 96 w 96"/>
                  <a:gd name="T13" fmla="*/ 76 h 111"/>
                  <a:gd name="T14" fmla="*/ 96 w 96"/>
                  <a:gd name="T15" fmla="*/ 77 h 111"/>
                  <a:gd name="T16" fmla="*/ 95 w 96"/>
                  <a:gd name="T17" fmla="*/ 78 h 111"/>
                  <a:gd name="T18" fmla="*/ 2 w 96"/>
                  <a:gd name="T19" fmla="*/ 111 h 111"/>
                  <a:gd name="T20" fmla="*/ 32 w 96"/>
                  <a:gd name="T21" fmla="*/ 5 h 111"/>
                  <a:gd name="T22" fmla="*/ 4 w 96"/>
                  <a:gd name="T23" fmla="*/ 107 h 111"/>
                  <a:gd name="T24" fmla="*/ 92 w 96"/>
                  <a:gd name="T25" fmla="*/ 76 h 111"/>
                  <a:gd name="T26" fmla="*/ 32 w 96"/>
                  <a:gd name="T27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111">
                    <a:moveTo>
                      <a:pt x="2" y="111"/>
                    </a:moveTo>
                    <a:cubicBezTo>
                      <a:pt x="1" y="111"/>
                      <a:pt x="1" y="111"/>
                      <a:pt x="0" y="111"/>
                    </a:cubicBezTo>
                    <a:cubicBezTo>
                      <a:pt x="0" y="111"/>
                      <a:pt x="0" y="110"/>
                      <a:pt x="0" y="10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6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1"/>
                      <a:pt x="2" y="111"/>
                      <a:pt x="2" y="111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5" name="Freeform 1142"/>
              <p:cNvSpPr>
                <a:spLocks noEditPoints="1"/>
              </p:cNvSpPr>
              <p:nvPr userDrawn="1"/>
            </p:nvSpPr>
            <p:spPr bwMode="auto">
              <a:xfrm>
                <a:off x="2608" y="1284"/>
                <a:ext cx="84" cy="153"/>
              </a:xfrm>
              <a:custGeom>
                <a:avLst/>
                <a:gdLst>
                  <a:gd name="T0" fmla="*/ 53 w 68"/>
                  <a:gd name="T1" fmla="*/ 123 h 123"/>
                  <a:gd name="T2" fmla="*/ 52 w 68"/>
                  <a:gd name="T3" fmla="*/ 122 h 123"/>
                  <a:gd name="T4" fmla="*/ 0 w 68"/>
                  <a:gd name="T5" fmla="*/ 46 h 123"/>
                  <a:gd name="T6" fmla="*/ 0 w 68"/>
                  <a:gd name="T7" fmla="*/ 45 h 123"/>
                  <a:gd name="T8" fmla="*/ 1 w 68"/>
                  <a:gd name="T9" fmla="*/ 44 h 123"/>
                  <a:gd name="T10" fmla="*/ 66 w 68"/>
                  <a:gd name="T11" fmla="*/ 1 h 123"/>
                  <a:gd name="T12" fmla="*/ 68 w 68"/>
                  <a:gd name="T13" fmla="*/ 1 h 123"/>
                  <a:gd name="T14" fmla="*/ 68 w 68"/>
                  <a:gd name="T15" fmla="*/ 2 h 123"/>
                  <a:gd name="T16" fmla="*/ 55 w 68"/>
                  <a:gd name="T17" fmla="*/ 121 h 123"/>
                  <a:gd name="T18" fmla="*/ 54 w 68"/>
                  <a:gd name="T19" fmla="*/ 123 h 123"/>
                  <a:gd name="T20" fmla="*/ 53 w 68"/>
                  <a:gd name="T21" fmla="*/ 123 h 123"/>
                  <a:gd name="T22" fmla="*/ 4 w 68"/>
                  <a:gd name="T23" fmla="*/ 46 h 123"/>
                  <a:gd name="T24" fmla="*/ 52 w 68"/>
                  <a:gd name="T25" fmla="*/ 116 h 123"/>
                  <a:gd name="T26" fmla="*/ 65 w 68"/>
                  <a:gd name="T27" fmla="*/ 5 h 123"/>
                  <a:gd name="T28" fmla="*/ 4 w 68"/>
                  <a:gd name="T29" fmla="*/ 46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23">
                    <a:moveTo>
                      <a:pt x="53" y="123"/>
                    </a:moveTo>
                    <a:cubicBezTo>
                      <a:pt x="53" y="123"/>
                      <a:pt x="52" y="122"/>
                      <a:pt x="52" y="12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5"/>
                      <a:pt x="0" y="45"/>
                    </a:cubicBezTo>
                    <a:cubicBezTo>
                      <a:pt x="0" y="44"/>
                      <a:pt x="1" y="44"/>
                      <a:pt x="1" y="4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8" y="1"/>
                    </a:cubicBezTo>
                    <a:cubicBezTo>
                      <a:pt x="68" y="1"/>
                      <a:pt x="68" y="2"/>
                      <a:pt x="68" y="2"/>
                    </a:cubicBezTo>
                    <a:cubicBezTo>
                      <a:pt x="55" y="121"/>
                      <a:pt x="55" y="121"/>
                      <a:pt x="55" y="121"/>
                    </a:cubicBezTo>
                    <a:cubicBezTo>
                      <a:pt x="55" y="122"/>
                      <a:pt x="54" y="122"/>
                      <a:pt x="54" y="123"/>
                    </a:cubicBezTo>
                    <a:lnTo>
                      <a:pt x="53" y="123"/>
                    </a:lnTo>
                    <a:close/>
                    <a:moveTo>
                      <a:pt x="4" y="46"/>
                    </a:moveTo>
                    <a:cubicBezTo>
                      <a:pt x="52" y="116"/>
                      <a:pt x="52" y="116"/>
                      <a:pt x="52" y="116"/>
                    </a:cubicBezTo>
                    <a:cubicBezTo>
                      <a:pt x="65" y="5"/>
                      <a:pt x="65" y="5"/>
                      <a:pt x="65" y="5"/>
                    </a:cubicBez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6" name="Freeform 1143"/>
              <p:cNvSpPr>
                <a:spLocks noEditPoints="1"/>
              </p:cNvSpPr>
              <p:nvPr userDrawn="1"/>
            </p:nvSpPr>
            <p:spPr bwMode="auto">
              <a:xfrm>
                <a:off x="2509" y="381"/>
                <a:ext cx="139" cy="111"/>
              </a:xfrm>
              <a:custGeom>
                <a:avLst/>
                <a:gdLst>
                  <a:gd name="T0" fmla="*/ 91 w 113"/>
                  <a:gd name="T1" fmla="*/ 90 h 90"/>
                  <a:gd name="T2" fmla="*/ 90 w 113"/>
                  <a:gd name="T3" fmla="*/ 89 h 90"/>
                  <a:gd name="T4" fmla="*/ 1 w 113"/>
                  <a:gd name="T5" fmla="*/ 30 h 90"/>
                  <a:gd name="T6" fmla="*/ 0 w 113"/>
                  <a:gd name="T7" fmla="*/ 29 h 90"/>
                  <a:gd name="T8" fmla="*/ 2 w 113"/>
                  <a:gd name="T9" fmla="*/ 27 h 90"/>
                  <a:gd name="T10" fmla="*/ 110 w 113"/>
                  <a:gd name="T11" fmla="*/ 0 h 90"/>
                  <a:gd name="T12" fmla="*/ 112 w 113"/>
                  <a:gd name="T13" fmla="*/ 0 h 90"/>
                  <a:gd name="T14" fmla="*/ 112 w 113"/>
                  <a:gd name="T15" fmla="*/ 2 h 90"/>
                  <a:gd name="T16" fmla="*/ 93 w 113"/>
                  <a:gd name="T17" fmla="*/ 88 h 90"/>
                  <a:gd name="T18" fmla="*/ 92 w 113"/>
                  <a:gd name="T19" fmla="*/ 90 h 90"/>
                  <a:gd name="T20" fmla="*/ 91 w 113"/>
                  <a:gd name="T21" fmla="*/ 90 h 90"/>
                  <a:gd name="T22" fmla="*/ 6 w 113"/>
                  <a:gd name="T23" fmla="*/ 30 h 90"/>
                  <a:gd name="T24" fmla="*/ 90 w 113"/>
                  <a:gd name="T25" fmla="*/ 85 h 90"/>
                  <a:gd name="T26" fmla="*/ 109 w 113"/>
                  <a:gd name="T27" fmla="*/ 4 h 90"/>
                  <a:gd name="T28" fmla="*/ 6 w 113"/>
                  <a:gd name="T29" fmla="*/ 3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3" h="90">
                    <a:moveTo>
                      <a:pt x="91" y="90"/>
                    </a:moveTo>
                    <a:cubicBezTo>
                      <a:pt x="90" y="89"/>
                      <a:pt x="90" y="89"/>
                      <a:pt x="90" y="8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8"/>
                      <a:pt x="1" y="27"/>
                      <a:pt x="2" y="27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11" y="0"/>
                      <a:pt x="112" y="0"/>
                      <a:pt x="112" y="0"/>
                    </a:cubicBezTo>
                    <a:cubicBezTo>
                      <a:pt x="112" y="1"/>
                      <a:pt x="113" y="1"/>
                      <a:pt x="112" y="2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3" y="89"/>
                      <a:pt x="92" y="89"/>
                      <a:pt x="92" y="90"/>
                    </a:cubicBezTo>
                    <a:lnTo>
                      <a:pt x="91" y="90"/>
                    </a:lnTo>
                    <a:close/>
                    <a:moveTo>
                      <a:pt x="6" y="30"/>
                    </a:moveTo>
                    <a:cubicBezTo>
                      <a:pt x="90" y="85"/>
                      <a:pt x="90" y="85"/>
                      <a:pt x="90" y="85"/>
                    </a:cubicBezTo>
                    <a:cubicBezTo>
                      <a:pt x="109" y="4"/>
                      <a:pt x="109" y="4"/>
                      <a:pt x="109" y="4"/>
                    </a:cubicBezTo>
                    <a:lnTo>
                      <a:pt x="6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7" name="Freeform 1144"/>
              <p:cNvSpPr>
                <a:spLocks noEditPoints="1"/>
              </p:cNvSpPr>
              <p:nvPr userDrawn="1"/>
            </p:nvSpPr>
            <p:spPr bwMode="auto">
              <a:xfrm>
                <a:off x="2647" y="455"/>
                <a:ext cx="161" cy="124"/>
              </a:xfrm>
              <a:custGeom>
                <a:avLst/>
                <a:gdLst>
                  <a:gd name="T0" fmla="*/ 2 w 130"/>
                  <a:gd name="T1" fmla="*/ 100 h 100"/>
                  <a:gd name="T2" fmla="*/ 1 w 130"/>
                  <a:gd name="T3" fmla="*/ 99 h 100"/>
                  <a:gd name="T4" fmla="*/ 1 w 130"/>
                  <a:gd name="T5" fmla="*/ 98 h 100"/>
                  <a:gd name="T6" fmla="*/ 79 w 130"/>
                  <a:gd name="T7" fmla="*/ 1 h 100"/>
                  <a:gd name="T8" fmla="*/ 81 w 130"/>
                  <a:gd name="T9" fmla="*/ 0 h 100"/>
                  <a:gd name="T10" fmla="*/ 82 w 130"/>
                  <a:gd name="T11" fmla="*/ 1 h 100"/>
                  <a:gd name="T12" fmla="*/ 129 w 130"/>
                  <a:gd name="T13" fmla="*/ 81 h 100"/>
                  <a:gd name="T14" fmla="*/ 129 w 130"/>
                  <a:gd name="T15" fmla="*/ 82 h 100"/>
                  <a:gd name="T16" fmla="*/ 128 w 130"/>
                  <a:gd name="T17" fmla="*/ 83 h 100"/>
                  <a:gd name="T18" fmla="*/ 2 w 130"/>
                  <a:gd name="T19" fmla="*/ 100 h 100"/>
                  <a:gd name="T20" fmla="*/ 80 w 130"/>
                  <a:gd name="T21" fmla="*/ 5 h 100"/>
                  <a:gd name="T22" fmla="*/ 6 w 130"/>
                  <a:gd name="T23" fmla="*/ 96 h 100"/>
                  <a:gd name="T24" fmla="*/ 125 w 130"/>
                  <a:gd name="T25" fmla="*/ 80 h 100"/>
                  <a:gd name="T26" fmla="*/ 80 w 130"/>
                  <a:gd name="T27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0" h="100">
                    <a:moveTo>
                      <a:pt x="2" y="100"/>
                    </a:moveTo>
                    <a:cubicBezTo>
                      <a:pt x="2" y="100"/>
                      <a:pt x="1" y="100"/>
                      <a:pt x="1" y="99"/>
                    </a:cubicBezTo>
                    <a:cubicBezTo>
                      <a:pt x="0" y="99"/>
                      <a:pt x="1" y="98"/>
                      <a:pt x="1" y="98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0" y="0"/>
                      <a:pt x="80" y="0"/>
                      <a:pt x="81" y="0"/>
                    </a:cubicBezTo>
                    <a:cubicBezTo>
                      <a:pt x="81" y="0"/>
                      <a:pt x="82" y="0"/>
                      <a:pt x="82" y="1"/>
                    </a:cubicBezTo>
                    <a:cubicBezTo>
                      <a:pt x="129" y="81"/>
                      <a:pt x="129" y="81"/>
                      <a:pt x="129" y="81"/>
                    </a:cubicBezTo>
                    <a:cubicBezTo>
                      <a:pt x="130" y="81"/>
                      <a:pt x="130" y="82"/>
                      <a:pt x="129" y="82"/>
                    </a:cubicBezTo>
                    <a:cubicBezTo>
                      <a:pt x="129" y="83"/>
                      <a:pt x="129" y="83"/>
                      <a:pt x="128" y="83"/>
                    </a:cubicBezTo>
                    <a:cubicBezTo>
                      <a:pt x="2" y="100"/>
                      <a:pt x="2" y="100"/>
                      <a:pt x="2" y="100"/>
                    </a:cubicBezTo>
                    <a:close/>
                    <a:moveTo>
                      <a:pt x="80" y="5"/>
                    </a:moveTo>
                    <a:cubicBezTo>
                      <a:pt x="6" y="96"/>
                      <a:pt x="6" y="96"/>
                      <a:pt x="6" y="96"/>
                    </a:cubicBezTo>
                    <a:cubicBezTo>
                      <a:pt x="125" y="80"/>
                      <a:pt x="125" y="80"/>
                      <a:pt x="125" y="80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8" name="Freeform 1145"/>
              <p:cNvSpPr>
                <a:spLocks noEditPoints="1"/>
              </p:cNvSpPr>
              <p:nvPr userDrawn="1"/>
            </p:nvSpPr>
            <p:spPr bwMode="auto">
              <a:xfrm>
                <a:off x="1449" y="443"/>
                <a:ext cx="176" cy="69"/>
              </a:xfrm>
              <a:custGeom>
                <a:avLst/>
                <a:gdLst>
                  <a:gd name="T0" fmla="*/ 1 w 142"/>
                  <a:gd name="T1" fmla="*/ 56 h 56"/>
                  <a:gd name="T2" fmla="*/ 0 w 142"/>
                  <a:gd name="T3" fmla="*/ 55 h 56"/>
                  <a:gd name="T4" fmla="*/ 1 w 142"/>
                  <a:gd name="T5" fmla="*/ 53 h 56"/>
                  <a:gd name="T6" fmla="*/ 96 w 142"/>
                  <a:gd name="T7" fmla="*/ 0 h 56"/>
                  <a:gd name="T8" fmla="*/ 98 w 142"/>
                  <a:gd name="T9" fmla="*/ 1 h 56"/>
                  <a:gd name="T10" fmla="*/ 141 w 142"/>
                  <a:gd name="T11" fmla="*/ 46 h 56"/>
                  <a:gd name="T12" fmla="*/ 141 w 142"/>
                  <a:gd name="T13" fmla="*/ 48 h 56"/>
                  <a:gd name="T14" fmla="*/ 140 w 142"/>
                  <a:gd name="T15" fmla="*/ 49 h 56"/>
                  <a:gd name="T16" fmla="*/ 2 w 142"/>
                  <a:gd name="T17" fmla="*/ 56 h 56"/>
                  <a:gd name="T18" fmla="*/ 1 w 142"/>
                  <a:gd name="T19" fmla="*/ 56 h 56"/>
                  <a:gd name="T20" fmla="*/ 96 w 142"/>
                  <a:gd name="T21" fmla="*/ 4 h 56"/>
                  <a:gd name="T22" fmla="*/ 9 w 142"/>
                  <a:gd name="T23" fmla="*/ 52 h 56"/>
                  <a:gd name="T24" fmla="*/ 136 w 142"/>
                  <a:gd name="T25" fmla="*/ 46 h 56"/>
                  <a:gd name="T26" fmla="*/ 96 w 142"/>
                  <a:gd name="T27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56">
                    <a:moveTo>
                      <a:pt x="1" y="56"/>
                    </a:moveTo>
                    <a:cubicBezTo>
                      <a:pt x="1" y="56"/>
                      <a:pt x="0" y="55"/>
                      <a:pt x="0" y="55"/>
                    </a:cubicBezTo>
                    <a:cubicBezTo>
                      <a:pt x="0" y="54"/>
                      <a:pt x="0" y="53"/>
                      <a:pt x="1" y="53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7" y="0"/>
                      <a:pt x="98" y="1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1" y="46"/>
                      <a:pt x="142" y="47"/>
                      <a:pt x="141" y="48"/>
                    </a:cubicBezTo>
                    <a:cubicBezTo>
                      <a:pt x="141" y="48"/>
                      <a:pt x="141" y="49"/>
                      <a:pt x="140" y="49"/>
                    </a:cubicBezTo>
                    <a:cubicBezTo>
                      <a:pt x="2" y="56"/>
                      <a:pt x="2" y="56"/>
                      <a:pt x="2" y="56"/>
                    </a:cubicBezTo>
                    <a:lnTo>
                      <a:pt x="1" y="56"/>
                    </a:lnTo>
                    <a:close/>
                    <a:moveTo>
                      <a:pt x="96" y="4"/>
                    </a:moveTo>
                    <a:cubicBezTo>
                      <a:pt x="9" y="52"/>
                      <a:pt x="9" y="52"/>
                      <a:pt x="9" y="52"/>
                    </a:cubicBezTo>
                    <a:cubicBezTo>
                      <a:pt x="136" y="46"/>
                      <a:pt x="136" y="46"/>
                      <a:pt x="136" y="46"/>
                    </a:cubicBezTo>
                    <a:lnTo>
                      <a:pt x="9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9" name="Freeform 1146"/>
              <p:cNvSpPr>
                <a:spLocks noEditPoints="1"/>
              </p:cNvSpPr>
              <p:nvPr userDrawn="1"/>
            </p:nvSpPr>
            <p:spPr bwMode="auto">
              <a:xfrm>
                <a:off x="1399" y="508"/>
                <a:ext cx="113" cy="142"/>
              </a:xfrm>
              <a:custGeom>
                <a:avLst/>
                <a:gdLst>
                  <a:gd name="T0" fmla="*/ 90 w 92"/>
                  <a:gd name="T1" fmla="*/ 114 h 114"/>
                  <a:gd name="T2" fmla="*/ 90 w 92"/>
                  <a:gd name="T3" fmla="*/ 114 h 114"/>
                  <a:gd name="T4" fmla="*/ 1 w 92"/>
                  <a:gd name="T5" fmla="*/ 108 h 114"/>
                  <a:gd name="T6" fmla="*/ 0 w 92"/>
                  <a:gd name="T7" fmla="*/ 107 h 114"/>
                  <a:gd name="T8" fmla="*/ 0 w 92"/>
                  <a:gd name="T9" fmla="*/ 105 h 114"/>
                  <a:gd name="T10" fmla="*/ 41 w 92"/>
                  <a:gd name="T11" fmla="*/ 1 h 114"/>
                  <a:gd name="T12" fmla="*/ 42 w 92"/>
                  <a:gd name="T13" fmla="*/ 0 h 114"/>
                  <a:gd name="T14" fmla="*/ 44 w 92"/>
                  <a:gd name="T15" fmla="*/ 1 h 114"/>
                  <a:gd name="T16" fmla="*/ 92 w 92"/>
                  <a:gd name="T17" fmla="*/ 111 h 114"/>
                  <a:gd name="T18" fmla="*/ 92 w 92"/>
                  <a:gd name="T19" fmla="*/ 113 h 114"/>
                  <a:gd name="T20" fmla="*/ 90 w 92"/>
                  <a:gd name="T21" fmla="*/ 114 h 114"/>
                  <a:gd name="T22" fmla="*/ 4 w 92"/>
                  <a:gd name="T23" fmla="*/ 104 h 114"/>
                  <a:gd name="T24" fmla="*/ 88 w 92"/>
                  <a:gd name="T25" fmla="*/ 110 h 114"/>
                  <a:gd name="T26" fmla="*/ 43 w 92"/>
                  <a:gd name="T27" fmla="*/ 6 h 114"/>
                  <a:gd name="T28" fmla="*/ 4 w 92"/>
                  <a:gd name="T29" fmla="*/ 10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2" h="114">
                    <a:moveTo>
                      <a:pt x="90" y="114"/>
                    </a:moveTo>
                    <a:cubicBezTo>
                      <a:pt x="90" y="114"/>
                      <a:pt x="90" y="114"/>
                      <a:pt x="90" y="114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1" y="108"/>
                      <a:pt x="0" y="107"/>
                      <a:pt x="0" y="107"/>
                    </a:cubicBezTo>
                    <a:cubicBezTo>
                      <a:pt x="0" y="106"/>
                      <a:pt x="0" y="106"/>
                      <a:pt x="0" y="105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92" y="111"/>
                      <a:pt x="92" y="111"/>
                      <a:pt x="92" y="111"/>
                    </a:cubicBezTo>
                    <a:cubicBezTo>
                      <a:pt x="92" y="112"/>
                      <a:pt x="92" y="112"/>
                      <a:pt x="92" y="113"/>
                    </a:cubicBezTo>
                    <a:cubicBezTo>
                      <a:pt x="92" y="113"/>
                      <a:pt x="91" y="114"/>
                      <a:pt x="90" y="114"/>
                    </a:cubicBezTo>
                    <a:close/>
                    <a:moveTo>
                      <a:pt x="4" y="104"/>
                    </a:moveTo>
                    <a:cubicBezTo>
                      <a:pt x="88" y="110"/>
                      <a:pt x="88" y="110"/>
                      <a:pt x="88" y="110"/>
                    </a:cubicBezTo>
                    <a:cubicBezTo>
                      <a:pt x="43" y="6"/>
                      <a:pt x="43" y="6"/>
                      <a:pt x="43" y="6"/>
                    </a:cubicBezTo>
                    <a:lnTo>
                      <a:pt x="4" y="1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0" name="Freeform 1147"/>
              <p:cNvSpPr>
                <a:spLocks noEditPoints="1"/>
              </p:cNvSpPr>
              <p:nvPr userDrawn="1"/>
            </p:nvSpPr>
            <p:spPr bwMode="auto">
              <a:xfrm>
                <a:off x="3017" y="1135"/>
                <a:ext cx="98" cy="76"/>
              </a:xfrm>
              <a:custGeom>
                <a:avLst/>
                <a:gdLst>
                  <a:gd name="T0" fmla="*/ 2 w 79"/>
                  <a:gd name="T1" fmla="*/ 62 h 62"/>
                  <a:gd name="T2" fmla="*/ 1 w 79"/>
                  <a:gd name="T3" fmla="*/ 61 h 62"/>
                  <a:gd name="T4" fmla="*/ 0 w 79"/>
                  <a:gd name="T5" fmla="*/ 60 h 62"/>
                  <a:gd name="T6" fmla="*/ 22 w 79"/>
                  <a:gd name="T7" fmla="*/ 1 h 62"/>
                  <a:gd name="T8" fmla="*/ 24 w 79"/>
                  <a:gd name="T9" fmla="*/ 0 h 62"/>
                  <a:gd name="T10" fmla="*/ 25 w 79"/>
                  <a:gd name="T11" fmla="*/ 0 h 62"/>
                  <a:gd name="T12" fmla="*/ 79 w 79"/>
                  <a:gd name="T13" fmla="*/ 54 h 62"/>
                  <a:gd name="T14" fmla="*/ 79 w 79"/>
                  <a:gd name="T15" fmla="*/ 55 h 62"/>
                  <a:gd name="T16" fmla="*/ 78 w 79"/>
                  <a:gd name="T17" fmla="*/ 56 h 62"/>
                  <a:gd name="T18" fmla="*/ 2 w 79"/>
                  <a:gd name="T19" fmla="*/ 62 h 62"/>
                  <a:gd name="T20" fmla="*/ 25 w 79"/>
                  <a:gd name="T21" fmla="*/ 4 h 62"/>
                  <a:gd name="T22" fmla="*/ 5 w 79"/>
                  <a:gd name="T23" fmla="*/ 58 h 62"/>
                  <a:gd name="T24" fmla="*/ 74 w 79"/>
                  <a:gd name="T25" fmla="*/ 53 h 62"/>
                  <a:gd name="T26" fmla="*/ 25 w 79"/>
                  <a:gd name="T27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62">
                    <a:moveTo>
                      <a:pt x="2" y="62"/>
                    </a:moveTo>
                    <a:cubicBezTo>
                      <a:pt x="2" y="62"/>
                      <a:pt x="1" y="62"/>
                      <a:pt x="1" y="61"/>
                    </a:cubicBezTo>
                    <a:cubicBezTo>
                      <a:pt x="0" y="61"/>
                      <a:pt x="0" y="60"/>
                      <a:pt x="0" y="60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0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5"/>
                      <a:pt x="79" y="55"/>
                    </a:cubicBezTo>
                    <a:cubicBezTo>
                      <a:pt x="79" y="56"/>
                      <a:pt x="78" y="56"/>
                      <a:pt x="78" y="56"/>
                    </a:cubicBezTo>
                    <a:cubicBezTo>
                      <a:pt x="2" y="62"/>
                      <a:pt x="2" y="62"/>
                      <a:pt x="2" y="62"/>
                    </a:cubicBezTo>
                    <a:close/>
                    <a:moveTo>
                      <a:pt x="25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74" y="53"/>
                      <a:pt x="74" y="53"/>
                      <a:pt x="74" y="53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1" name="Freeform 1148"/>
              <p:cNvSpPr>
                <a:spLocks noEditPoints="1"/>
              </p:cNvSpPr>
              <p:nvPr userDrawn="1"/>
            </p:nvSpPr>
            <p:spPr bwMode="auto">
              <a:xfrm>
                <a:off x="2648" y="575"/>
                <a:ext cx="138" cy="166"/>
              </a:xfrm>
              <a:custGeom>
                <a:avLst/>
                <a:gdLst>
                  <a:gd name="T0" fmla="*/ 8 w 111"/>
                  <a:gd name="T1" fmla="*/ 134 h 134"/>
                  <a:gd name="T2" fmla="*/ 8 w 111"/>
                  <a:gd name="T3" fmla="*/ 133 h 134"/>
                  <a:gd name="T4" fmla="*/ 7 w 111"/>
                  <a:gd name="T5" fmla="*/ 132 h 134"/>
                  <a:gd name="T6" fmla="*/ 0 w 111"/>
                  <a:gd name="T7" fmla="*/ 2 h 134"/>
                  <a:gd name="T8" fmla="*/ 0 w 111"/>
                  <a:gd name="T9" fmla="*/ 0 h 134"/>
                  <a:gd name="T10" fmla="*/ 2 w 111"/>
                  <a:gd name="T11" fmla="*/ 0 h 134"/>
                  <a:gd name="T12" fmla="*/ 110 w 111"/>
                  <a:gd name="T13" fmla="*/ 64 h 134"/>
                  <a:gd name="T14" fmla="*/ 111 w 111"/>
                  <a:gd name="T15" fmla="*/ 65 h 134"/>
                  <a:gd name="T16" fmla="*/ 110 w 111"/>
                  <a:gd name="T17" fmla="*/ 67 h 134"/>
                  <a:gd name="T18" fmla="*/ 9 w 111"/>
                  <a:gd name="T19" fmla="*/ 133 h 134"/>
                  <a:gd name="T20" fmla="*/ 8 w 111"/>
                  <a:gd name="T21" fmla="*/ 134 h 134"/>
                  <a:gd name="T22" fmla="*/ 3 w 111"/>
                  <a:gd name="T23" fmla="*/ 5 h 134"/>
                  <a:gd name="T24" fmla="*/ 10 w 111"/>
                  <a:gd name="T25" fmla="*/ 129 h 134"/>
                  <a:gd name="T26" fmla="*/ 106 w 111"/>
                  <a:gd name="T27" fmla="*/ 65 h 134"/>
                  <a:gd name="T28" fmla="*/ 3 w 111"/>
                  <a:gd name="T29" fmla="*/ 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134">
                    <a:moveTo>
                      <a:pt x="8" y="134"/>
                    </a:moveTo>
                    <a:cubicBezTo>
                      <a:pt x="8" y="133"/>
                      <a:pt x="8" y="133"/>
                      <a:pt x="8" y="133"/>
                    </a:cubicBezTo>
                    <a:cubicBezTo>
                      <a:pt x="7" y="133"/>
                      <a:pt x="7" y="133"/>
                      <a:pt x="7" y="13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1" y="64"/>
                      <a:pt x="111" y="65"/>
                      <a:pt x="111" y="65"/>
                    </a:cubicBezTo>
                    <a:cubicBezTo>
                      <a:pt x="111" y="66"/>
                      <a:pt x="111" y="66"/>
                      <a:pt x="110" y="67"/>
                    </a:cubicBezTo>
                    <a:cubicBezTo>
                      <a:pt x="9" y="133"/>
                      <a:pt x="9" y="133"/>
                      <a:pt x="9" y="133"/>
                    </a:cubicBezTo>
                    <a:lnTo>
                      <a:pt x="8" y="134"/>
                    </a:lnTo>
                    <a:close/>
                    <a:moveTo>
                      <a:pt x="3" y="5"/>
                    </a:moveTo>
                    <a:cubicBezTo>
                      <a:pt x="10" y="129"/>
                      <a:pt x="10" y="129"/>
                      <a:pt x="10" y="129"/>
                    </a:cubicBezTo>
                    <a:cubicBezTo>
                      <a:pt x="106" y="65"/>
                      <a:pt x="106" y="65"/>
                      <a:pt x="106" y="65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2" name="Freeform 1149"/>
              <p:cNvSpPr>
                <a:spLocks noEditPoints="1"/>
              </p:cNvSpPr>
              <p:nvPr userDrawn="1"/>
            </p:nvSpPr>
            <p:spPr bwMode="auto">
              <a:xfrm>
                <a:off x="2325" y="461"/>
                <a:ext cx="142" cy="122"/>
              </a:xfrm>
              <a:custGeom>
                <a:avLst/>
                <a:gdLst>
                  <a:gd name="T0" fmla="*/ 18 w 114"/>
                  <a:gd name="T1" fmla="*/ 98 h 98"/>
                  <a:gd name="T2" fmla="*/ 17 w 114"/>
                  <a:gd name="T3" fmla="*/ 98 h 98"/>
                  <a:gd name="T4" fmla="*/ 16 w 114"/>
                  <a:gd name="T5" fmla="*/ 96 h 98"/>
                  <a:gd name="T6" fmla="*/ 0 w 114"/>
                  <a:gd name="T7" fmla="*/ 2 h 98"/>
                  <a:gd name="T8" fmla="*/ 1 w 114"/>
                  <a:gd name="T9" fmla="*/ 0 h 98"/>
                  <a:gd name="T10" fmla="*/ 3 w 114"/>
                  <a:gd name="T11" fmla="*/ 0 h 98"/>
                  <a:gd name="T12" fmla="*/ 113 w 114"/>
                  <a:gd name="T13" fmla="*/ 61 h 98"/>
                  <a:gd name="T14" fmla="*/ 114 w 114"/>
                  <a:gd name="T15" fmla="*/ 63 h 98"/>
                  <a:gd name="T16" fmla="*/ 113 w 114"/>
                  <a:gd name="T17" fmla="*/ 64 h 98"/>
                  <a:gd name="T18" fmla="*/ 18 w 114"/>
                  <a:gd name="T19" fmla="*/ 98 h 98"/>
                  <a:gd name="T20" fmla="*/ 4 w 114"/>
                  <a:gd name="T21" fmla="*/ 5 h 98"/>
                  <a:gd name="T22" fmla="*/ 19 w 114"/>
                  <a:gd name="T23" fmla="*/ 94 h 98"/>
                  <a:gd name="T24" fmla="*/ 108 w 114"/>
                  <a:gd name="T25" fmla="*/ 62 h 98"/>
                  <a:gd name="T26" fmla="*/ 4 w 114"/>
                  <a:gd name="T27" fmla="*/ 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4" h="98">
                    <a:moveTo>
                      <a:pt x="18" y="98"/>
                    </a:moveTo>
                    <a:cubicBezTo>
                      <a:pt x="17" y="98"/>
                      <a:pt x="17" y="98"/>
                      <a:pt x="17" y="98"/>
                    </a:cubicBezTo>
                    <a:cubicBezTo>
                      <a:pt x="17" y="97"/>
                      <a:pt x="16" y="97"/>
                      <a:pt x="16" y="9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4" y="61"/>
                      <a:pt x="114" y="62"/>
                      <a:pt x="114" y="63"/>
                    </a:cubicBezTo>
                    <a:cubicBezTo>
                      <a:pt x="114" y="63"/>
                      <a:pt x="114" y="64"/>
                      <a:pt x="113" y="64"/>
                    </a:cubicBezTo>
                    <a:cubicBezTo>
                      <a:pt x="18" y="98"/>
                      <a:pt x="18" y="98"/>
                      <a:pt x="18" y="98"/>
                    </a:cubicBezTo>
                    <a:close/>
                    <a:moveTo>
                      <a:pt x="4" y="5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108" y="62"/>
                      <a:pt x="108" y="62"/>
                      <a:pt x="108" y="62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3" name="Freeform 1150"/>
              <p:cNvSpPr>
                <a:spLocks noEditPoints="1"/>
              </p:cNvSpPr>
              <p:nvPr userDrawn="1"/>
            </p:nvSpPr>
            <p:spPr bwMode="auto">
              <a:xfrm>
                <a:off x="2476" y="684"/>
                <a:ext cx="185" cy="89"/>
              </a:xfrm>
              <a:custGeom>
                <a:avLst/>
                <a:gdLst>
                  <a:gd name="T0" fmla="*/ 60 w 149"/>
                  <a:gd name="T1" fmla="*/ 72 h 72"/>
                  <a:gd name="T2" fmla="*/ 59 w 149"/>
                  <a:gd name="T3" fmla="*/ 71 h 72"/>
                  <a:gd name="T4" fmla="*/ 1 w 149"/>
                  <a:gd name="T5" fmla="*/ 3 h 72"/>
                  <a:gd name="T6" fmla="*/ 1 w 149"/>
                  <a:gd name="T7" fmla="*/ 1 h 72"/>
                  <a:gd name="T8" fmla="*/ 3 w 149"/>
                  <a:gd name="T9" fmla="*/ 0 h 72"/>
                  <a:gd name="T10" fmla="*/ 148 w 149"/>
                  <a:gd name="T11" fmla="*/ 42 h 72"/>
                  <a:gd name="T12" fmla="*/ 149 w 149"/>
                  <a:gd name="T13" fmla="*/ 44 h 72"/>
                  <a:gd name="T14" fmla="*/ 148 w 149"/>
                  <a:gd name="T15" fmla="*/ 46 h 72"/>
                  <a:gd name="T16" fmla="*/ 61 w 149"/>
                  <a:gd name="T17" fmla="*/ 72 h 72"/>
                  <a:gd name="T18" fmla="*/ 60 w 149"/>
                  <a:gd name="T19" fmla="*/ 72 h 72"/>
                  <a:gd name="T20" fmla="*/ 7 w 149"/>
                  <a:gd name="T21" fmla="*/ 5 h 72"/>
                  <a:gd name="T22" fmla="*/ 61 w 149"/>
                  <a:gd name="T23" fmla="*/ 68 h 72"/>
                  <a:gd name="T24" fmla="*/ 142 w 149"/>
                  <a:gd name="T25" fmla="*/ 44 h 72"/>
                  <a:gd name="T26" fmla="*/ 7 w 149"/>
                  <a:gd name="T27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72">
                    <a:moveTo>
                      <a:pt x="60" y="72"/>
                    </a:moveTo>
                    <a:cubicBezTo>
                      <a:pt x="60" y="72"/>
                      <a:pt x="60" y="72"/>
                      <a:pt x="59" y="7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48" y="42"/>
                      <a:pt x="148" y="42"/>
                      <a:pt x="148" y="42"/>
                    </a:cubicBezTo>
                    <a:cubicBezTo>
                      <a:pt x="149" y="43"/>
                      <a:pt x="149" y="43"/>
                      <a:pt x="149" y="44"/>
                    </a:cubicBezTo>
                    <a:cubicBezTo>
                      <a:pt x="149" y="45"/>
                      <a:pt x="149" y="45"/>
                      <a:pt x="148" y="46"/>
                    </a:cubicBezTo>
                    <a:cubicBezTo>
                      <a:pt x="61" y="72"/>
                      <a:pt x="61" y="72"/>
                      <a:pt x="61" y="72"/>
                    </a:cubicBezTo>
                    <a:lnTo>
                      <a:pt x="60" y="72"/>
                    </a:lnTo>
                    <a:close/>
                    <a:moveTo>
                      <a:pt x="7" y="5"/>
                    </a:moveTo>
                    <a:cubicBezTo>
                      <a:pt x="61" y="68"/>
                      <a:pt x="61" y="68"/>
                      <a:pt x="61" y="68"/>
                    </a:cubicBezTo>
                    <a:cubicBezTo>
                      <a:pt x="142" y="44"/>
                      <a:pt x="142" y="44"/>
                      <a:pt x="142" y="4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4" name="Freeform 1151"/>
              <p:cNvSpPr>
                <a:spLocks noEditPoints="1"/>
              </p:cNvSpPr>
              <p:nvPr userDrawn="1"/>
            </p:nvSpPr>
            <p:spPr bwMode="auto">
              <a:xfrm>
                <a:off x="1509" y="567"/>
                <a:ext cx="158" cy="83"/>
              </a:xfrm>
              <a:custGeom>
                <a:avLst/>
                <a:gdLst>
                  <a:gd name="T0" fmla="*/ 1 w 128"/>
                  <a:gd name="T1" fmla="*/ 67 h 67"/>
                  <a:gd name="T2" fmla="*/ 0 w 128"/>
                  <a:gd name="T3" fmla="*/ 66 h 67"/>
                  <a:gd name="T4" fmla="*/ 0 w 128"/>
                  <a:gd name="T5" fmla="*/ 64 h 67"/>
                  <a:gd name="T6" fmla="*/ 66 w 128"/>
                  <a:gd name="T7" fmla="*/ 1 h 67"/>
                  <a:gd name="T8" fmla="*/ 67 w 128"/>
                  <a:gd name="T9" fmla="*/ 0 h 67"/>
                  <a:gd name="T10" fmla="*/ 127 w 128"/>
                  <a:gd name="T11" fmla="*/ 24 h 67"/>
                  <a:gd name="T12" fmla="*/ 128 w 128"/>
                  <a:gd name="T13" fmla="*/ 25 h 67"/>
                  <a:gd name="T14" fmla="*/ 127 w 128"/>
                  <a:gd name="T15" fmla="*/ 27 h 67"/>
                  <a:gd name="T16" fmla="*/ 2 w 128"/>
                  <a:gd name="T17" fmla="*/ 67 h 67"/>
                  <a:gd name="T18" fmla="*/ 1 w 128"/>
                  <a:gd name="T19" fmla="*/ 67 h 67"/>
                  <a:gd name="T20" fmla="*/ 67 w 128"/>
                  <a:gd name="T21" fmla="*/ 4 h 67"/>
                  <a:gd name="T22" fmla="*/ 8 w 128"/>
                  <a:gd name="T23" fmla="*/ 61 h 67"/>
                  <a:gd name="T24" fmla="*/ 121 w 128"/>
                  <a:gd name="T25" fmla="*/ 25 h 67"/>
                  <a:gd name="T26" fmla="*/ 67 w 128"/>
                  <a:gd name="T27" fmla="*/ 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7">
                    <a:moveTo>
                      <a:pt x="1" y="67"/>
                    </a:moveTo>
                    <a:cubicBezTo>
                      <a:pt x="1" y="67"/>
                      <a:pt x="0" y="66"/>
                      <a:pt x="0" y="66"/>
                    </a:cubicBezTo>
                    <a:cubicBezTo>
                      <a:pt x="0" y="65"/>
                      <a:pt x="0" y="64"/>
                      <a:pt x="0" y="6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7" y="0"/>
                    </a:cubicBezTo>
                    <a:cubicBezTo>
                      <a:pt x="127" y="24"/>
                      <a:pt x="127" y="24"/>
                      <a:pt x="127" y="24"/>
                    </a:cubicBezTo>
                    <a:cubicBezTo>
                      <a:pt x="127" y="24"/>
                      <a:pt x="128" y="25"/>
                      <a:pt x="128" y="25"/>
                    </a:cubicBezTo>
                    <a:cubicBezTo>
                      <a:pt x="128" y="26"/>
                      <a:pt x="127" y="27"/>
                      <a:pt x="127" y="27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67" y="4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121" y="25"/>
                      <a:pt x="121" y="25"/>
                      <a:pt x="121" y="25"/>
                    </a:cubicBezTo>
                    <a:lnTo>
                      <a:pt x="6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5" name="Freeform 1152"/>
              <p:cNvSpPr>
                <a:spLocks noEditPoints="1"/>
              </p:cNvSpPr>
              <p:nvPr userDrawn="1"/>
            </p:nvSpPr>
            <p:spPr bwMode="auto">
              <a:xfrm>
                <a:off x="2549" y="768"/>
                <a:ext cx="99" cy="76"/>
              </a:xfrm>
              <a:custGeom>
                <a:avLst/>
                <a:gdLst>
                  <a:gd name="T0" fmla="*/ 78 w 80"/>
                  <a:gd name="T1" fmla="*/ 61 h 61"/>
                  <a:gd name="T2" fmla="*/ 77 w 80"/>
                  <a:gd name="T3" fmla="*/ 61 h 61"/>
                  <a:gd name="T4" fmla="*/ 1 w 80"/>
                  <a:gd name="T5" fmla="*/ 48 h 61"/>
                  <a:gd name="T6" fmla="*/ 0 w 80"/>
                  <a:gd name="T7" fmla="*/ 46 h 61"/>
                  <a:gd name="T8" fmla="*/ 0 w 80"/>
                  <a:gd name="T9" fmla="*/ 2 h 61"/>
                  <a:gd name="T10" fmla="*/ 1 w 80"/>
                  <a:gd name="T11" fmla="*/ 1 h 61"/>
                  <a:gd name="T12" fmla="*/ 3 w 80"/>
                  <a:gd name="T13" fmla="*/ 1 h 61"/>
                  <a:gd name="T14" fmla="*/ 79 w 80"/>
                  <a:gd name="T15" fmla="*/ 58 h 61"/>
                  <a:gd name="T16" fmla="*/ 79 w 80"/>
                  <a:gd name="T17" fmla="*/ 60 h 61"/>
                  <a:gd name="T18" fmla="*/ 78 w 80"/>
                  <a:gd name="T19" fmla="*/ 61 h 61"/>
                  <a:gd name="T20" fmla="*/ 3 w 80"/>
                  <a:gd name="T21" fmla="*/ 45 h 61"/>
                  <a:gd name="T22" fmla="*/ 71 w 80"/>
                  <a:gd name="T23" fmla="*/ 57 h 61"/>
                  <a:gd name="T24" fmla="*/ 3 w 80"/>
                  <a:gd name="T25" fmla="*/ 6 h 61"/>
                  <a:gd name="T26" fmla="*/ 3 w 80"/>
                  <a:gd name="T27" fmla="*/ 4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1">
                    <a:moveTo>
                      <a:pt x="78" y="61"/>
                    </a:moveTo>
                    <a:cubicBezTo>
                      <a:pt x="77" y="61"/>
                      <a:pt x="77" y="61"/>
                      <a:pt x="77" y="61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79" y="59"/>
                      <a:pt x="80" y="60"/>
                      <a:pt x="79" y="60"/>
                    </a:cubicBezTo>
                    <a:cubicBezTo>
                      <a:pt x="79" y="61"/>
                      <a:pt x="78" y="61"/>
                      <a:pt x="78" y="61"/>
                    </a:cubicBezTo>
                    <a:close/>
                    <a:moveTo>
                      <a:pt x="3" y="45"/>
                    </a:moveTo>
                    <a:cubicBezTo>
                      <a:pt x="71" y="57"/>
                      <a:pt x="71" y="57"/>
                      <a:pt x="71" y="57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3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6" name="Freeform 1153"/>
              <p:cNvSpPr>
                <a:spLocks noEditPoints="1"/>
              </p:cNvSpPr>
              <p:nvPr userDrawn="1"/>
            </p:nvSpPr>
            <p:spPr bwMode="auto">
              <a:xfrm>
                <a:off x="2052" y="461"/>
                <a:ext cx="103" cy="70"/>
              </a:xfrm>
              <a:custGeom>
                <a:avLst/>
                <a:gdLst>
                  <a:gd name="T0" fmla="*/ 60 w 83"/>
                  <a:gd name="T1" fmla="*/ 56 h 56"/>
                  <a:gd name="T2" fmla="*/ 59 w 83"/>
                  <a:gd name="T3" fmla="*/ 55 h 56"/>
                  <a:gd name="T4" fmla="*/ 1 w 83"/>
                  <a:gd name="T5" fmla="*/ 3 h 56"/>
                  <a:gd name="T6" fmla="*/ 0 w 83"/>
                  <a:gd name="T7" fmla="*/ 1 h 56"/>
                  <a:gd name="T8" fmla="*/ 2 w 83"/>
                  <a:gd name="T9" fmla="*/ 0 h 56"/>
                  <a:gd name="T10" fmla="*/ 82 w 83"/>
                  <a:gd name="T11" fmla="*/ 2 h 56"/>
                  <a:gd name="T12" fmla="*/ 83 w 83"/>
                  <a:gd name="T13" fmla="*/ 3 h 56"/>
                  <a:gd name="T14" fmla="*/ 83 w 83"/>
                  <a:gd name="T15" fmla="*/ 5 h 56"/>
                  <a:gd name="T16" fmla="*/ 62 w 83"/>
                  <a:gd name="T17" fmla="*/ 55 h 56"/>
                  <a:gd name="T18" fmla="*/ 61 w 83"/>
                  <a:gd name="T19" fmla="*/ 56 h 56"/>
                  <a:gd name="T20" fmla="*/ 60 w 83"/>
                  <a:gd name="T21" fmla="*/ 56 h 56"/>
                  <a:gd name="T22" fmla="*/ 7 w 83"/>
                  <a:gd name="T23" fmla="*/ 4 h 56"/>
                  <a:gd name="T24" fmla="*/ 60 w 83"/>
                  <a:gd name="T25" fmla="*/ 51 h 56"/>
                  <a:gd name="T26" fmla="*/ 79 w 83"/>
                  <a:gd name="T27" fmla="*/ 6 h 56"/>
                  <a:gd name="T28" fmla="*/ 7 w 83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56">
                    <a:moveTo>
                      <a:pt x="60" y="56"/>
                    </a:moveTo>
                    <a:cubicBezTo>
                      <a:pt x="60" y="56"/>
                      <a:pt x="60" y="56"/>
                      <a:pt x="59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2" y="2"/>
                      <a:pt x="82" y="2"/>
                      <a:pt x="82" y="2"/>
                    </a:cubicBezTo>
                    <a:cubicBezTo>
                      <a:pt x="82" y="2"/>
                      <a:pt x="83" y="3"/>
                      <a:pt x="83" y="3"/>
                    </a:cubicBezTo>
                    <a:cubicBezTo>
                      <a:pt x="83" y="4"/>
                      <a:pt x="83" y="4"/>
                      <a:pt x="83" y="5"/>
                    </a:cubicBezTo>
                    <a:cubicBezTo>
                      <a:pt x="62" y="55"/>
                      <a:pt x="62" y="55"/>
                      <a:pt x="62" y="55"/>
                    </a:cubicBezTo>
                    <a:cubicBezTo>
                      <a:pt x="62" y="55"/>
                      <a:pt x="61" y="56"/>
                      <a:pt x="61" y="56"/>
                    </a:cubicBezTo>
                    <a:lnTo>
                      <a:pt x="60" y="56"/>
                    </a:lnTo>
                    <a:close/>
                    <a:moveTo>
                      <a:pt x="7" y="4"/>
                    </a:moveTo>
                    <a:cubicBezTo>
                      <a:pt x="60" y="51"/>
                      <a:pt x="60" y="51"/>
                      <a:pt x="60" y="51"/>
                    </a:cubicBezTo>
                    <a:cubicBezTo>
                      <a:pt x="79" y="6"/>
                      <a:pt x="79" y="6"/>
                      <a:pt x="79" y="6"/>
                    </a:cubicBez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7" name="Oval 1154"/>
              <p:cNvSpPr>
                <a:spLocks noChangeArrowheads="1"/>
              </p:cNvSpPr>
              <p:nvPr userDrawn="1"/>
            </p:nvSpPr>
            <p:spPr bwMode="auto">
              <a:xfrm>
                <a:off x="2733" y="1228"/>
                <a:ext cx="18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8" name="Oval 1155"/>
              <p:cNvSpPr>
                <a:spLocks noChangeArrowheads="1"/>
              </p:cNvSpPr>
              <p:nvPr userDrawn="1"/>
            </p:nvSpPr>
            <p:spPr bwMode="auto">
              <a:xfrm>
                <a:off x="2385" y="1172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9" name="Oval 1156"/>
              <p:cNvSpPr>
                <a:spLocks noChangeArrowheads="1"/>
              </p:cNvSpPr>
              <p:nvPr userDrawn="1"/>
            </p:nvSpPr>
            <p:spPr bwMode="auto">
              <a:xfrm>
                <a:off x="2515" y="5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0" name="Oval 1157"/>
              <p:cNvSpPr>
                <a:spLocks noChangeArrowheads="1"/>
              </p:cNvSpPr>
              <p:nvPr userDrawn="1"/>
            </p:nvSpPr>
            <p:spPr bwMode="auto">
              <a:xfrm>
                <a:off x="2270" y="1294"/>
                <a:ext cx="17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1" name="Oval 1158"/>
              <p:cNvSpPr>
                <a:spLocks noChangeArrowheads="1"/>
              </p:cNvSpPr>
              <p:nvPr userDrawn="1"/>
            </p:nvSpPr>
            <p:spPr bwMode="auto">
              <a:xfrm>
                <a:off x="2790" y="1105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2" name="Oval 1159"/>
              <p:cNvSpPr>
                <a:spLocks noChangeArrowheads="1"/>
              </p:cNvSpPr>
              <p:nvPr userDrawn="1"/>
            </p:nvSpPr>
            <p:spPr bwMode="auto">
              <a:xfrm>
                <a:off x="3247" y="761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3" name="Oval 1160"/>
              <p:cNvSpPr>
                <a:spLocks noChangeArrowheads="1"/>
              </p:cNvSpPr>
              <p:nvPr userDrawn="1"/>
            </p:nvSpPr>
            <p:spPr bwMode="auto">
              <a:xfrm>
                <a:off x="3193" y="642"/>
                <a:ext cx="19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4" name="Oval 1161"/>
              <p:cNvSpPr>
                <a:spLocks noChangeArrowheads="1"/>
              </p:cNvSpPr>
              <p:nvPr userDrawn="1"/>
            </p:nvSpPr>
            <p:spPr bwMode="auto">
              <a:xfrm>
                <a:off x="2632" y="980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5" name="Oval 1162"/>
              <p:cNvSpPr>
                <a:spLocks noChangeArrowheads="1"/>
              </p:cNvSpPr>
              <p:nvPr userDrawn="1"/>
            </p:nvSpPr>
            <p:spPr bwMode="auto">
              <a:xfrm>
                <a:off x="2771" y="31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6" name="Oval 1163"/>
              <p:cNvSpPr>
                <a:spLocks noChangeArrowheads="1"/>
              </p:cNvSpPr>
              <p:nvPr userDrawn="1"/>
            </p:nvSpPr>
            <p:spPr bwMode="auto">
              <a:xfrm>
                <a:off x="2453" y="1114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7" name="Oval 1164"/>
              <p:cNvSpPr>
                <a:spLocks noChangeArrowheads="1"/>
              </p:cNvSpPr>
              <p:nvPr userDrawn="1"/>
            </p:nvSpPr>
            <p:spPr bwMode="auto">
              <a:xfrm>
                <a:off x="2590" y="1041"/>
                <a:ext cx="16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Oval 1165"/>
              <p:cNvSpPr>
                <a:spLocks noChangeArrowheads="1"/>
              </p:cNvSpPr>
              <p:nvPr userDrawn="1"/>
            </p:nvSpPr>
            <p:spPr bwMode="auto">
              <a:xfrm>
                <a:off x="3298" y="751"/>
                <a:ext cx="15" cy="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Oval 1166"/>
              <p:cNvSpPr>
                <a:spLocks noChangeArrowheads="1"/>
              </p:cNvSpPr>
              <p:nvPr userDrawn="1"/>
            </p:nvSpPr>
            <p:spPr bwMode="auto">
              <a:xfrm>
                <a:off x="3355" y="861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Oval 1167"/>
              <p:cNvSpPr>
                <a:spLocks noChangeArrowheads="1"/>
              </p:cNvSpPr>
              <p:nvPr userDrawn="1"/>
            </p:nvSpPr>
            <p:spPr bwMode="auto">
              <a:xfrm>
                <a:off x="2384" y="678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Oval 1168"/>
              <p:cNvSpPr>
                <a:spLocks noChangeArrowheads="1"/>
              </p:cNvSpPr>
              <p:nvPr userDrawn="1"/>
            </p:nvSpPr>
            <p:spPr bwMode="auto">
              <a:xfrm>
                <a:off x="3475" y="1026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Oval 1169"/>
              <p:cNvSpPr>
                <a:spLocks noChangeArrowheads="1"/>
              </p:cNvSpPr>
              <p:nvPr userDrawn="1"/>
            </p:nvSpPr>
            <p:spPr bwMode="auto">
              <a:xfrm>
                <a:off x="3012" y="74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Oval 1170"/>
              <p:cNvSpPr>
                <a:spLocks noChangeArrowheads="1"/>
              </p:cNvSpPr>
              <p:nvPr userDrawn="1"/>
            </p:nvSpPr>
            <p:spPr bwMode="auto">
              <a:xfrm>
                <a:off x="3382" y="62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Oval 1171"/>
              <p:cNvSpPr>
                <a:spLocks noChangeArrowheads="1"/>
              </p:cNvSpPr>
              <p:nvPr userDrawn="1"/>
            </p:nvSpPr>
            <p:spPr bwMode="auto">
              <a:xfrm>
                <a:off x="3369" y="1007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Oval 1172"/>
              <p:cNvSpPr>
                <a:spLocks noChangeArrowheads="1"/>
              </p:cNvSpPr>
              <p:nvPr userDrawn="1"/>
            </p:nvSpPr>
            <p:spPr bwMode="auto">
              <a:xfrm>
                <a:off x="3021" y="650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Oval 1173"/>
              <p:cNvSpPr>
                <a:spLocks noChangeArrowheads="1"/>
              </p:cNvSpPr>
              <p:nvPr userDrawn="1"/>
            </p:nvSpPr>
            <p:spPr bwMode="auto">
              <a:xfrm>
                <a:off x="2905" y="1226"/>
                <a:ext cx="7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1174"/>
              <p:cNvSpPr>
                <a:spLocks noChangeArrowheads="1"/>
              </p:cNvSpPr>
              <p:nvPr userDrawn="1"/>
            </p:nvSpPr>
            <p:spPr bwMode="auto">
              <a:xfrm>
                <a:off x="2689" y="640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Oval 1175"/>
              <p:cNvSpPr>
                <a:spLocks noChangeArrowheads="1"/>
              </p:cNvSpPr>
              <p:nvPr userDrawn="1"/>
            </p:nvSpPr>
            <p:spPr bwMode="auto">
              <a:xfrm>
                <a:off x="2756" y="1011"/>
                <a:ext cx="8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Oval 1176"/>
              <p:cNvSpPr>
                <a:spLocks noChangeArrowheads="1"/>
              </p:cNvSpPr>
              <p:nvPr userDrawn="1"/>
            </p:nvSpPr>
            <p:spPr bwMode="auto">
              <a:xfrm>
                <a:off x="2893" y="1169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Oval 1177"/>
              <p:cNvSpPr>
                <a:spLocks noChangeArrowheads="1"/>
              </p:cNvSpPr>
              <p:nvPr userDrawn="1"/>
            </p:nvSpPr>
            <p:spPr bwMode="auto">
              <a:xfrm>
                <a:off x="3229" y="732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Oval 1178"/>
              <p:cNvSpPr>
                <a:spLocks noChangeArrowheads="1"/>
              </p:cNvSpPr>
              <p:nvPr userDrawn="1"/>
            </p:nvSpPr>
            <p:spPr bwMode="auto">
              <a:xfrm>
                <a:off x="2803" y="1058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Oval 1179"/>
              <p:cNvSpPr>
                <a:spLocks noChangeArrowheads="1"/>
              </p:cNvSpPr>
              <p:nvPr userDrawn="1"/>
            </p:nvSpPr>
            <p:spPr bwMode="auto">
              <a:xfrm>
                <a:off x="2746" y="1332"/>
                <a:ext cx="19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1180"/>
              <p:cNvSpPr>
                <a:spLocks noChangeArrowheads="1"/>
              </p:cNvSpPr>
              <p:nvPr userDrawn="1"/>
            </p:nvSpPr>
            <p:spPr bwMode="auto">
              <a:xfrm>
                <a:off x="2707" y="1109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Oval 1181"/>
              <p:cNvSpPr>
                <a:spLocks noChangeArrowheads="1"/>
              </p:cNvSpPr>
              <p:nvPr userDrawn="1"/>
            </p:nvSpPr>
            <p:spPr bwMode="auto">
              <a:xfrm>
                <a:off x="2619" y="1065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Oval 1182"/>
              <p:cNvSpPr>
                <a:spLocks noChangeArrowheads="1"/>
              </p:cNvSpPr>
              <p:nvPr userDrawn="1"/>
            </p:nvSpPr>
            <p:spPr bwMode="auto">
              <a:xfrm>
                <a:off x="3066" y="654"/>
                <a:ext cx="14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Oval 1183"/>
              <p:cNvSpPr>
                <a:spLocks noChangeArrowheads="1"/>
              </p:cNvSpPr>
              <p:nvPr userDrawn="1"/>
            </p:nvSpPr>
            <p:spPr bwMode="auto">
              <a:xfrm>
                <a:off x="2832" y="1116"/>
                <a:ext cx="10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Oval 1184"/>
              <p:cNvSpPr>
                <a:spLocks noChangeArrowheads="1"/>
              </p:cNvSpPr>
              <p:nvPr userDrawn="1"/>
            </p:nvSpPr>
            <p:spPr bwMode="auto">
              <a:xfrm>
                <a:off x="2324" y="-207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Oval 1185"/>
              <p:cNvSpPr>
                <a:spLocks noChangeArrowheads="1"/>
              </p:cNvSpPr>
              <p:nvPr userDrawn="1"/>
            </p:nvSpPr>
            <p:spPr bwMode="auto">
              <a:xfrm>
                <a:off x="2552" y="-110"/>
                <a:ext cx="6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1186"/>
              <p:cNvSpPr>
                <a:spLocks noChangeArrowheads="1"/>
              </p:cNvSpPr>
              <p:nvPr userDrawn="1"/>
            </p:nvSpPr>
            <p:spPr bwMode="auto">
              <a:xfrm>
                <a:off x="2764" y="1377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1187"/>
              <p:cNvSpPr>
                <a:spLocks noChangeArrowheads="1"/>
              </p:cNvSpPr>
              <p:nvPr userDrawn="1"/>
            </p:nvSpPr>
            <p:spPr bwMode="auto">
              <a:xfrm>
                <a:off x="2787" y="1189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Oval 1188"/>
              <p:cNvSpPr>
                <a:spLocks noChangeArrowheads="1"/>
              </p:cNvSpPr>
              <p:nvPr userDrawn="1"/>
            </p:nvSpPr>
            <p:spPr bwMode="auto">
              <a:xfrm>
                <a:off x="2959" y="1060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Oval 1189"/>
              <p:cNvSpPr>
                <a:spLocks noChangeArrowheads="1"/>
              </p:cNvSpPr>
              <p:nvPr userDrawn="1"/>
            </p:nvSpPr>
            <p:spPr bwMode="auto">
              <a:xfrm>
                <a:off x="2900" y="1018"/>
                <a:ext cx="13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Oval 1190"/>
              <p:cNvSpPr>
                <a:spLocks noChangeArrowheads="1"/>
              </p:cNvSpPr>
              <p:nvPr userDrawn="1"/>
            </p:nvSpPr>
            <p:spPr bwMode="auto">
              <a:xfrm>
                <a:off x="2824" y="1320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Oval 1191"/>
              <p:cNvSpPr>
                <a:spLocks noChangeArrowheads="1"/>
              </p:cNvSpPr>
              <p:nvPr userDrawn="1"/>
            </p:nvSpPr>
            <p:spPr bwMode="auto">
              <a:xfrm>
                <a:off x="3030" y="559"/>
                <a:ext cx="11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Oval 1192"/>
              <p:cNvSpPr>
                <a:spLocks noChangeArrowheads="1"/>
              </p:cNvSpPr>
              <p:nvPr userDrawn="1"/>
            </p:nvSpPr>
            <p:spPr bwMode="auto">
              <a:xfrm>
                <a:off x="2762" y="1268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Oval 1193"/>
              <p:cNvSpPr>
                <a:spLocks noChangeArrowheads="1"/>
              </p:cNvSpPr>
              <p:nvPr userDrawn="1"/>
            </p:nvSpPr>
            <p:spPr bwMode="auto">
              <a:xfrm>
                <a:off x="2858" y="1364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Oval 1194"/>
              <p:cNvSpPr>
                <a:spLocks noChangeArrowheads="1"/>
              </p:cNvSpPr>
              <p:nvPr userDrawn="1"/>
            </p:nvSpPr>
            <p:spPr bwMode="auto">
              <a:xfrm>
                <a:off x="2830" y="1171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Oval 1195"/>
              <p:cNvSpPr>
                <a:spLocks noChangeArrowheads="1"/>
              </p:cNvSpPr>
              <p:nvPr userDrawn="1"/>
            </p:nvSpPr>
            <p:spPr bwMode="auto">
              <a:xfrm>
                <a:off x="3051" y="1058"/>
                <a:ext cx="15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Oval 1196"/>
              <p:cNvSpPr>
                <a:spLocks noChangeArrowheads="1"/>
              </p:cNvSpPr>
              <p:nvPr userDrawn="1"/>
            </p:nvSpPr>
            <p:spPr bwMode="auto">
              <a:xfrm>
                <a:off x="3020" y="984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Oval 1197"/>
              <p:cNvSpPr>
                <a:spLocks noChangeArrowheads="1"/>
              </p:cNvSpPr>
              <p:nvPr userDrawn="1"/>
            </p:nvSpPr>
            <p:spPr bwMode="auto">
              <a:xfrm>
                <a:off x="3182" y="90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Oval 1198"/>
              <p:cNvSpPr>
                <a:spLocks noChangeArrowheads="1"/>
              </p:cNvSpPr>
              <p:nvPr userDrawn="1"/>
            </p:nvSpPr>
            <p:spPr bwMode="auto">
              <a:xfrm>
                <a:off x="3063" y="101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Oval 1199"/>
              <p:cNvSpPr>
                <a:spLocks noChangeArrowheads="1"/>
              </p:cNvSpPr>
              <p:nvPr userDrawn="1"/>
            </p:nvSpPr>
            <p:spPr bwMode="auto">
              <a:xfrm>
                <a:off x="2931" y="986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1200"/>
              <p:cNvSpPr>
                <a:spLocks noChangeArrowheads="1"/>
              </p:cNvSpPr>
              <p:nvPr userDrawn="1"/>
            </p:nvSpPr>
            <p:spPr bwMode="auto">
              <a:xfrm>
                <a:off x="3083" y="110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1201"/>
              <p:cNvSpPr>
                <a:spLocks noChangeArrowheads="1"/>
              </p:cNvSpPr>
              <p:nvPr userDrawn="1"/>
            </p:nvSpPr>
            <p:spPr bwMode="auto">
              <a:xfrm>
                <a:off x="2535" y="109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Oval 1202"/>
              <p:cNvSpPr>
                <a:spLocks noChangeArrowheads="1"/>
              </p:cNvSpPr>
              <p:nvPr userDrawn="1"/>
            </p:nvSpPr>
            <p:spPr bwMode="auto">
              <a:xfrm>
                <a:off x="3053" y="896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Oval 1203"/>
              <p:cNvSpPr>
                <a:spLocks noChangeArrowheads="1"/>
              </p:cNvSpPr>
              <p:nvPr userDrawn="1"/>
            </p:nvSpPr>
            <p:spPr bwMode="auto">
              <a:xfrm>
                <a:off x="3173" y="749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7" name="Oval 1204"/>
              <p:cNvSpPr>
                <a:spLocks noChangeArrowheads="1"/>
              </p:cNvSpPr>
              <p:nvPr userDrawn="1"/>
            </p:nvSpPr>
            <p:spPr bwMode="auto">
              <a:xfrm>
                <a:off x="3214" y="881"/>
                <a:ext cx="6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Oval 1205"/>
              <p:cNvSpPr>
                <a:spLocks noChangeArrowheads="1"/>
              </p:cNvSpPr>
              <p:nvPr userDrawn="1"/>
            </p:nvSpPr>
            <p:spPr bwMode="auto">
              <a:xfrm>
                <a:off x="3101" y="1020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Oval 1206"/>
              <p:cNvSpPr>
                <a:spLocks noChangeArrowheads="1"/>
              </p:cNvSpPr>
              <p:nvPr userDrawn="1"/>
            </p:nvSpPr>
            <p:spPr bwMode="auto">
              <a:xfrm>
                <a:off x="2844" y="731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Oval 1207"/>
              <p:cNvSpPr>
                <a:spLocks noChangeArrowheads="1"/>
              </p:cNvSpPr>
              <p:nvPr userDrawn="1"/>
            </p:nvSpPr>
            <p:spPr bwMode="auto">
              <a:xfrm>
                <a:off x="2642" y="989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Oval 1208"/>
              <p:cNvSpPr>
                <a:spLocks noChangeArrowheads="1"/>
              </p:cNvSpPr>
              <p:nvPr userDrawn="1"/>
            </p:nvSpPr>
            <p:spPr bwMode="auto">
              <a:xfrm>
                <a:off x="1128" y="89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Oval 1209"/>
              <p:cNvSpPr>
                <a:spLocks noChangeArrowheads="1"/>
              </p:cNvSpPr>
              <p:nvPr userDrawn="1"/>
            </p:nvSpPr>
            <p:spPr bwMode="auto">
              <a:xfrm>
                <a:off x="2781" y="895"/>
                <a:ext cx="11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14" name="Oval 1211"/>
            <p:cNvSpPr>
              <a:spLocks noChangeArrowheads="1"/>
            </p:cNvSpPr>
            <p:nvPr userDrawn="1"/>
          </p:nvSpPr>
          <p:spPr bwMode="auto">
            <a:xfrm>
              <a:off x="4498976" y="1079500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Oval 1212"/>
            <p:cNvSpPr>
              <a:spLocks noChangeArrowheads="1"/>
            </p:cNvSpPr>
            <p:nvPr userDrawn="1"/>
          </p:nvSpPr>
          <p:spPr bwMode="auto">
            <a:xfrm>
              <a:off x="4249738" y="143033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Oval 1213"/>
            <p:cNvSpPr>
              <a:spLocks noChangeArrowheads="1"/>
            </p:cNvSpPr>
            <p:nvPr userDrawn="1"/>
          </p:nvSpPr>
          <p:spPr bwMode="auto">
            <a:xfrm>
              <a:off x="723901" y="1860550"/>
              <a:ext cx="9525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Oval 1214"/>
            <p:cNvSpPr>
              <a:spLocks noChangeArrowheads="1"/>
            </p:cNvSpPr>
            <p:nvPr userDrawn="1"/>
          </p:nvSpPr>
          <p:spPr bwMode="auto">
            <a:xfrm>
              <a:off x="4418013" y="155257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1215"/>
            <p:cNvSpPr>
              <a:spLocks/>
            </p:cNvSpPr>
            <p:nvPr userDrawn="1"/>
          </p:nvSpPr>
          <p:spPr bwMode="auto">
            <a:xfrm>
              <a:off x="4951413" y="1203325"/>
              <a:ext cx="11113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1216"/>
            <p:cNvSpPr>
              <a:spLocks/>
            </p:cNvSpPr>
            <p:nvPr userDrawn="1"/>
          </p:nvSpPr>
          <p:spPr bwMode="auto">
            <a:xfrm>
              <a:off x="5203826" y="1120775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7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8" y="10"/>
                    <a:pt x="5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1217"/>
            <p:cNvSpPr>
              <a:spLocks/>
            </p:cNvSpPr>
            <p:nvPr userDrawn="1"/>
          </p:nvSpPr>
          <p:spPr bwMode="auto">
            <a:xfrm>
              <a:off x="4989513" y="1274762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1218"/>
            <p:cNvSpPr>
              <a:spLocks/>
            </p:cNvSpPr>
            <p:nvPr userDrawn="1"/>
          </p:nvSpPr>
          <p:spPr bwMode="auto">
            <a:xfrm>
              <a:off x="5340351" y="1274762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1219"/>
            <p:cNvSpPr>
              <a:spLocks/>
            </p:cNvSpPr>
            <p:nvPr userDrawn="1"/>
          </p:nvSpPr>
          <p:spPr bwMode="auto">
            <a:xfrm>
              <a:off x="3711576" y="1806575"/>
              <a:ext cx="20638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4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1220"/>
            <p:cNvSpPr>
              <a:spLocks/>
            </p:cNvSpPr>
            <p:nvPr userDrawn="1"/>
          </p:nvSpPr>
          <p:spPr bwMode="auto">
            <a:xfrm>
              <a:off x="5154613" y="1285875"/>
              <a:ext cx="23813" cy="23813"/>
            </a:xfrm>
            <a:custGeom>
              <a:avLst/>
              <a:gdLst>
                <a:gd name="T0" fmla="*/ 11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1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1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1221"/>
            <p:cNvSpPr>
              <a:spLocks/>
            </p:cNvSpPr>
            <p:nvPr userDrawn="1"/>
          </p:nvSpPr>
          <p:spPr bwMode="auto">
            <a:xfrm>
              <a:off x="4159251" y="1247775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7 h 11"/>
                <a:gd name="T4" fmla="*/ 4 w 11"/>
                <a:gd name="T5" fmla="*/ 1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1" y="9"/>
                    <a:pt x="1" y="7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1" y="7"/>
                    <a:pt x="9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1222"/>
            <p:cNvSpPr>
              <a:spLocks/>
            </p:cNvSpPr>
            <p:nvPr userDrawn="1"/>
          </p:nvSpPr>
          <p:spPr bwMode="auto">
            <a:xfrm>
              <a:off x="4157663" y="1533525"/>
              <a:ext cx="25400" cy="28575"/>
            </a:xfrm>
            <a:custGeom>
              <a:avLst/>
              <a:gdLst>
                <a:gd name="T0" fmla="*/ 8 w 13"/>
                <a:gd name="T1" fmla="*/ 13 h 14"/>
                <a:gd name="T2" fmla="*/ 0 w 13"/>
                <a:gd name="T3" fmla="*/ 8 h 14"/>
                <a:gd name="T4" fmla="*/ 5 w 13"/>
                <a:gd name="T5" fmla="*/ 1 h 14"/>
                <a:gd name="T6" fmla="*/ 12 w 13"/>
                <a:gd name="T7" fmla="*/ 5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0" y="8"/>
                  </a:cubicBezTo>
                  <a:cubicBezTo>
                    <a:pt x="0" y="5"/>
                    <a:pt x="1" y="2"/>
                    <a:pt x="5" y="1"/>
                  </a:cubicBezTo>
                  <a:cubicBezTo>
                    <a:pt x="8" y="0"/>
                    <a:pt x="11" y="2"/>
                    <a:pt x="12" y="5"/>
                  </a:cubicBezTo>
                  <a:cubicBezTo>
                    <a:pt x="13" y="8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1223"/>
            <p:cNvSpPr>
              <a:spLocks/>
            </p:cNvSpPr>
            <p:nvPr userDrawn="1"/>
          </p:nvSpPr>
          <p:spPr bwMode="auto">
            <a:xfrm>
              <a:off x="4516438" y="1430337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6 h 11"/>
                <a:gd name="T4" fmla="*/ 4 w 11"/>
                <a:gd name="T5" fmla="*/ 0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2" y="9"/>
                    <a:pt x="1" y="6"/>
                  </a:cubicBezTo>
                  <a:cubicBezTo>
                    <a:pt x="0" y="4"/>
                    <a:pt x="2" y="1"/>
                    <a:pt x="4" y="0"/>
                  </a:cubicBezTo>
                  <a:cubicBezTo>
                    <a:pt x="7" y="0"/>
                    <a:pt x="10" y="1"/>
                    <a:pt x="10" y="4"/>
                  </a:cubicBezTo>
                  <a:cubicBezTo>
                    <a:pt x="11" y="6"/>
                    <a:pt x="10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1224"/>
            <p:cNvSpPr>
              <a:spLocks/>
            </p:cNvSpPr>
            <p:nvPr userDrawn="1"/>
          </p:nvSpPr>
          <p:spPr bwMode="auto">
            <a:xfrm>
              <a:off x="4083051" y="1281112"/>
              <a:ext cx="20638" cy="23813"/>
            </a:xfrm>
            <a:custGeom>
              <a:avLst/>
              <a:gdLst>
                <a:gd name="T0" fmla="*/ 7 w 11"/>
                <a:gd name="T1" fmla="*/ 11 h 12"/>
                <a:gd name="T2" fmla="*/ 0 w 11"/>
                <a:gd name="T3" fmla="*/ 7 h 12"/>
                <a:gd name="T4" fmla="*/ 4 w 11"/>
                <a:gd name="T5" fmla="*/ 1 h 12"/>
                <a:gd name="T6" fmla="*/ 10 w 11"/>
                <a:gd name="T7" fmla="*/ 5 h 12"/>
                <a:gd name="T8" fmla="*/ 7 w 1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7" y="11"/>
                  </a:moveTo>
                  <a:cubicBezTo>
                    <a:pt x="4" y="12"/>
                    <a:pt x="1" y="10"/>
                    <a:pt x="0" y="7"/>
                  </a:cubicBezTo>
                  <a:cubicBezTo>
                    <a:pt x="0" y="5"/>
                    <a:pt x="1" y="2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1" y="7"/>
                    <a:pt x="9" y="10"/>
                    <a:pt x="7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1225"/>
            <p:cNvSpPr>
              <a:spLocks/>
            </p:cNvSpPr>
            <p:nvPr userDrawn="1"/>
          </p:nvSpPr>
          <p:spPr bwMode="auto">
            <a:xfrm>
              <a:off x="4225926" y="1293812"/>
              <a:ext cx="17463" cy="15875"/>
            </a:xfrm>
            <a:custGeom>
              <a:avLst/>
              <a:gdLst>
                <a:gd name="T0" fmla="*/ 8 w 9"/>
                <a:gd name="T1" fmla="*/ 6 h 8"/>
                <a:gd name="T2" fmla="*/ 3 w 9"/>
                <a:gd name="T3" fmla="*/ 7 h 8"/>
                <a:gd name="T4" fmla="*/ 1 w 9"/>
                <a:gd name="T5" fmla="*/ 2 h 8"/>
                <a:gd name="T6" fmla="*/ 6 w 9"/>
                <a:gd name="T7" fmla="*/ 1 h 8"/>
                <a:gd name="T8" fmla="*/ 8 w 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8" y="6"/>
                  </a:moveTo>
                  <a:cubicBezTo>
                    <a:pt x="6" y="7"/>
                    <a:pt x="4" y="8"/>
                    <a:pt x="3" y="7"/>
                  </a:cubicBezTo>
                  <a:cubicBezTo>
                    <a:pt x="1" y="6"/>
                    <a:pt x="0" y="3"/>
                    <a:pt x="1" y="2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1226"/>
            <p:cNvSpPr>
              <a:spLocks/>
            </p:cNvSpPr>
            <p:nvPr userDrawn="1"/>
          </p:nvSpPr>
          <p:spPr bwMode="auto">
            <a:xfrm>
              <a:off x="3929063" y="1979612"/>
              <a:ext cx="15875" cy="15875"/>
            </a:xfrm>
            <a:custGeom>
              <a:avLst/>
              <a:gdLst>
                <a:gd name="T0" fmla="*/ 7 w 8"/>
                <a:gd name="T1" fmla="*/ 6 h 8"/>
                <a:gd name="T2" fmla="*/ 2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8"/>
                    <a:pt x="4" y="8"/>
                    <a:pt x="2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8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1227"/>
            <p:cNvSpPr>
              <a:spLocks/>
            </p:cNvSpPr>
            <p:nvPr userDrawn="1"/>
          </p:nvSpPr>
          <p:spPr bwMode="auto">
            <a:xfrm>
              <a:off x="3735388" y="1143000"/>
              <a:ext cx="11113" cy="11113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5 h 6"/>
                <a:gd name="T4" fmla="*/ 1 w 6"/>
                <a:gd name="T5" fmla="*/ 2 h 6"/>
                <a:gd name="T6" fmla="*/ 5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1228"/>
            <p:cNvSpPr>
              <a:spLocks/>
            </p:cNvSpPr>
            <p:nvPr userDrawn="1"/>
          </p:nvSpPr>
          <p:spPr bwMode="auto">
            <a:xfrm>
              <a:off x="3776663" y="820737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6" y="8"/>
                    <a:pt x="4" y="9"/>
                    <a:pt x="3" y="8"/>
                  </a:cubicBezTo>
                  <a:cubicBezTo>
                    <a:pt x="1" y="6"/>
                    <a:pt x="0" y="4"/>
                    <a:pt x="1" y="3"/>
                  </a:cubicBezTo>
                  <a:cubicBezTo>
                    <a:pt x="3" y="1"/>
                    <a:pt x="5" y="0"/>
                    <a:pt x="6" y="1"/>
                  </a:cubicBezTo>
                  <a:cubicBezTo>
                    <a:pt x="8" y="3"/>
                    <a:pt x="9" y="5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1229"/>
            <p:cNvSpPr>
              <a:spLocks/>
            </p:cNvSpPr>
            <p:nvPr userDrawn="1"/>
          </p:nvSpPr>
          <p:spPr bwMode="auto">
            <a:xfrm>
              <a:off x="811213" y="615950"/>
              <a:ext cx="9525" cy="12700"/>
            </a:xfrm>
            <a:custGeom>
              <a:avLst/>
              <a:gdLst>
                <a:gd name="T0" fmla="*/ 5 w 5"/>
                <a:gd name="T1" fmla="*/ 3 h 6"/>
                <a:gd name="T2" fmla="*/ 2 w 5"/>
                <a:gd name="T3" fmla="*/ 6 h 6"/>
                <a:gd name="T4" fmla="*/ 0 w 5"/>
                <a:gd name="T5" fmla="*/ 3 h 6"/>
                <a:gd name="T6" fmla="*/ 3 w 5"/>
                <a:gd name="T7" fmla="*/ 0 h 6"/>
                <a:gd name="T8" fmla="*/ 5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Oval 1230"/>
            <p:cNvSpPr>
              <a:spLocks noChangeArrowheads="1"/>
            </p:cNvSpPr>
            <p:nvPr userDrawn="1"/>
          </p:nvSpPr>
          <p:spPr bwMode="auto">
            <a:xfrm>
              <a:off x="4054476" y="512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1231"/>
            <p:cNvSpPr>
              <a:spLocks/>
            </p:cNvSpPr>
            <p:nvPr userDrawn="1"/>
          </p:nvSpPr>
          <p:spPr bwMode="auto">
            <a:xfrm>
              <a:off x="4305301" y="2241550"/>
              <a:ext cx="30163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1232"/>
            <p:cNvSpPr>
              <a:spLocks/>
            </p:cNvSpPr>
            <p:nvPr userDrawn="1"/>
          </p:nvSpPr>
          <p:spPr bwMode="auto">
            <a:xfrm>
              <a:off x="4275138" y="20097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7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1233"/>
            <p:cNvSpPr>
              <a:spLocks/>
            </p:cNvSpPr>
            <p:nvPr userDrawn="1"/>
          </p:nvSpPr>
          <p:spPr bwMode="auto">
            <a:xfrm>
              <a:off x="4243388" y="1916112"/>
              <a:ext cx="31750" cy="30163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1234"/>
            <p:cNvSpPr>
              <a:spLocks/>
            </p:cNvSpPr>
            <p:nvPr userDrawn="1"/>
          </p:nvSpPr>
          <p:spPr bwMode="auto">
            <a:xfrm>
              <a:off x="4786313" y="2036762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1235"/>
            <p:cNvSpPr>
              <a:spLocks/>
            </p:cNvSpPr>
            <p:nvPr userDrawn="1"/>
          </p:nvSpPr>
          <p:spPr bwMode="auto">
            <a:xfrm>
              <a:off x="4506913" y="2170113"/>
              <a:ext cx="11113" cy="12700"/>
            </a:xfrm>
            <a:custGeom>
              <a:avLst/>
              <a:gdLst>
                <a:gd name="T0" fmla="*/ 4 w 6"/>
                <a:gd name="T1" fmla="*/ 5 h 6"/>
                <a:gd name="T2" fmla="*/ 0 w 6"/>
                <a:gd name="T3" fmla="*/ 3 h 6"/>
                <a:gd name="T4" fmla="*/ 2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2" y="6"/>
                    <a:pt x="1" y="5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0"/>
                    <a:pt x="6" y="2"/>
                  </a:cubicBezTo>
                  <a:cubicBezTo>
                    <a:pt x="6" y="4"/>
                    <a:pt x="5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1236"/>
            <p:cNvSpPr>
              <a:spLocks/>
            </p:cNvSpPr>
            <p:nvPr userDrawn="1"/>
          </p:nvSpPr>
          <p:spPr bwMode="auto">
            <a:xfrm>
              <a:off x="4125913" y="1852612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0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Oval 1237"/>
            <p:cNvSpPr>
              <a:spLocks noChangeArrowheads="1"/>
            </p:cNvSpPr>
            <p:nvPr userDrawn="1"/>
          </p:nvSpPr>
          <p:spPr bwMode="auto">
            <a:xfrm>
              <a:off x="4451351" y="1498600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Oval 1238"/>
            <p:cNvSpPr>
              <a:spLocks noChangeArrowheads="1"/>
            </p:cNvSpPr>
            <p:nvPr userDrawn="1"/>
          </p:nvSpPr>
          <p:spPr bwMode="auto">
            <a:xfrm>
              <a:off x="4986338" y="1133475"/>
              <a:ext cx="17463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1239"/>
            <p:cNvSpPr>
              <a:spLocks/>
            </p:cNvSpPr>
            <p:nvPr userDrawn="1"/>
          </p:nvSpPr>
          <p:spPr bwMode="auto">
            <a:xfrm>
              <a:off x="3995738" y="1885950"/>
              <a:ext cx="25400" cy="26988"/>
            </a:xfrm>
            <a:custGeom>
              <a:avLst/>
              <a:gdLst>
                <a:gd name="T0" fmla="*/ 8 w 13"/>
                <a:gd name="T1" fmla="*/ 13 h 14"/>
                <a:gd name="T2" fmla="*/ 1 w 13"/>
                <a:gd name="T3" fmla="*/ 9 h 14"/>
                <a:gd name="T4" fmla="*/ 5 w 13"/>
                <a:gd name="T5" fmla="*/ 1 h 14"/>
                <a:gd name="T6" fmla="*/ 13 w 13"/>
                <a:gd name="T7" fmla="*/ 6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1" y="9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3" y="9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1240"/>
            <p:cNvSpPr>
              <a:spLocks/>
            </p:cNvSpPr>
            <p:nvPr userDrawn="1"/>
          </p:nvSpPr>
          <p:spPr bwMode="auto">
            <a:xfrm>
              <a:off x="3878263" y="687387"/>
              <a:ext cx="33338" cy="31750"/>
            </a:xfrm>
            <a:custGeom>
              <a:avLst/>
              <a:gdLst>
                <a:gd name="T0" fmla="*/ 15 w 17"/>
                <a:gd name="T1" fmla="*/ 11 h 16"/>
                <a:gd name="T2" fmla="*/ 5 w 17"/>
                <a:gd name="T3" fmla="*/ 14 h 16"/>
                <a:gd name="T4" fmla="*/ 2 w 17"/>
                <a:gd name="T5" fmla="*/ 5 h 16"/>
                <a:gd name="T6" fmla="*/ 12 w 17"/>
                <a:gd name="T7" fmla="*/ 1 h 16"/>
                <a:gd name="T8" fmla="*/ 15 w 17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1"/>
                  </a:moveTo>
                  <a:cubicBezTo>
                    <a:pt x="13" y="15"/>
                    <a:pt x="9" y="16"/>
                    <a:pt x="5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4" y="1"/>
                    <a:pt x="8" y="0"/>
                    <a:pt x="12" y="1"/>
                  </a:cubicBezTo>
                  <a:cubicBezTo>
                    <a:pt x="15" y="3"/>
                    <a:pt x="17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Freeform 1241"/>
            <p:cNvSpPr>
              <a:spLocks/>
            </p:cNvSpPr>
            <p:nvPr userDrawn="1"/>
          </p:nvSpPr>
          <p:spPr bwMode="auto">
            <a:xfrm>
              <a:off x="1065213" y="1384300"/>
              <a:ext cx="31750" cy="31750"/>
            </a:xfrm>
            <a:custGeom>
              <a:avLst/>
              <a:gdLst>
                <a:gd name="T0" fmla="*/ 14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1 w 16"/>
                <a:gd name="T7" fmla="*/ 2 h 16"/>
                <a:gd name="T8" fmla="*/ 14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3" y="1"/>
                    <a:pt x="8" y="0"/>
                    <a:pt x="11" y="2"/>
                  </a:cubicBezTo>
                  <a:cubicBezTo>
                    <a:pt x="15" y="3"/>
                    <a:pt x="16" y="8"/>
                    <a:pt x="14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1242"/>
            <p:cNvSpPr>
              <a:spLocks/>
            </p:cNvSpPr>
            <p:nvPr userDrawn="1"/>
          </p:nvSpPr>
          <p:spPr bwMode="auto">
            <a:xfrm>
              <a:off x="3910013" y="577850"/>
              <a:ext cx="28575" cy="28575"/>
            </a:xfrm>
            <a:custGeom>
              <a:avLst/>
              <a:gdLst>
                <a:gd name="T0" fmla="*/ 13 w 15"/>
                <a:gd name="T1" fmla="*/ 11 h 15"/>
                <a:gd name="T2" fmla="*/ 5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2" y="14"/>
                    <a:pt x="8" y="15"/>
                    <a:pt x="5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2"/>
                    <a:pt x="7" y="0"/>
                    <a:pt x="10" y="2"/>
                  </a:cubicBezTo>
                  <a:cubicBezTo>
                    <a:pt x="14" y="4"/>
                    <a:pt x="15" y="8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1243"/>
            <p:cNvSpPr>
              <a:spLocks/>
            </p:cNvSpPr>
            <p:nvPr userDrawn="1"/>
          </p:nvSpPr>
          <p:spPr bwMode="auto">
            <a:xfrm>
              <a:off x="2970213" y="284162"/>
              <a:ext cx="28575" cy="26988"/>
            </a:xfrm>
            <a:custGeom>
              <a:avLst/>
              <a:gdLst>
                <a:gd name="T0" fmla="*/ 13 w 14"/>
                <a:gd name="T1" fmla="*/ 10 h 14"/>
                <a:gd name="T2" fmla="*/ 4 w 14"/>
                <a:gd name="T3" fmla="*/ 12 h 14"/>
                <a:gd name="T4" fmla="*/ 1 w 14"/>
                <a:gd name="T5" fmla="*/ 4 h 14"/>
                <a:gd name="T6" fmla="*/ 10 w 14"/>
                <a:gd name="T7" fmla="*/ 1 h 14"/>
                <a:gd name="T8" fmla="*/ 13 w 14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10"/>
                  </a:moveTo>
                  <a:cubicBezTo>
                    <a:pt x="11" y="13"/>
                    <a:pt x="7" y="14"/>
                    <a:pt x="4" y="12"/>
                  </a:cubicBezTo>
                  <a:cubicBezTo>
                    <a:pt x="1" y="11"/>
                    <a:pt x="0" y="7"/>
                    <a:pt x="1" y="4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1244"/>
            <p:cNvSpPr>
              <a:spLocks/>
            </p:cNvSpPr>
            <p:nvPr userDrawn="1"/>
          </p:nvSpPr>
          <p:spPr bwMode="auto">
            <a:xfrm>
              <a:off x="3763963" y="903287"/>
              <a:ext cx="33338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2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1245"/>
            <p:cNvSpPr>
              <a:spLocks/>
            </p:cNvSpPr>
            <p:nvPr userDrawn="1"/>
          </p:nvSpPr>
          <p:spPr bwMode="auto">
            <a:xfrm>
              <a:off x="3833813" y="-222250"/>
              <a:ext cx="30163" cy="33338"/>
            </a:xfrm>
            <a:custGeom>
              <a:avLst/>
              <a:gdLst>
                <a:gd name="T0" fmla="*/ 14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1 w 16"/>
                <a:gd name="T7" fmla="*/ 2 h 17"/>
                <a:gd name="T8" fmla="*/ 14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4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3" y="2"/>
                    <a:pt x="8" y="0"/>
                    <a:pt x="11" y="2"/>
                  </a:cubicBezTo>
                  <a:cubicBezTo>
                    <a:pt x="15" y="4"/>
                    <a:pt x="16" y="8"/>
                    <a:pt x="1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1246"/>
            <p:cNvSpPr>
              <a:spLocks/>
            </p:cNvSpPr>
            <p:nvPr userDrawn="1"/>
          </p:nvSpPr>
          <p:spPr bwMode="auto">
            <a:xfrm>
              <a:off x="3724276" y="711200"/>
              <a:ext cx="31750" cy="33338"/>
            </a:xfrm>
            <a:custGeom>
              <a:avLst/>
              <a:gdLst>
                <a:gd name="T0" fmla="*/ 15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2 w 16"/>
                <a:gd name="T7" fmla="*/ 2 h 17"/>
                <a:gd name="T8" fmla="*/ 15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5" y="12"/>
                  </a:moveTo>
                  <a:cubicBezTo>
                    <a:pt x="13" y="15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1247"/>
            <p:cNvSpPr>
              <a:spLocks/>
            </p:cNvSpPr>
            <p:nvPr userDrawn="1"/>
          </p:nvSpPr>
          <p:spPr bwMode="auto">
            <a:xfrm>
              <a:off x="3567113" y="784225"/>
              <a:ext cx="34925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5"/>
                    <a:pt x="9" y="17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1248"/>
            <p:cNvSpPr>
              <a:spLocks/>
            </p:cNvSpPr>
            <p:nvPr userDrawn="1"/>
          </p:nvSpPr>
          <p:spPr bwMode="auto">
            <a:xfrm>
              <a:off x="3019426" y="598487"/>
              <a:ext cx="31750" cy="31750"/>
            </a:xfrm>
            <a:custGeom>
              <a:avLst/>
              <a:gdLst>
                <a:gd name="T0" fmla="*/ 15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2 w 16"/>
                <a:gd name="T7" fmla="*/ 2 h 16"/>
                <a:gd name="T8" fmla="*/ 15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5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3"/>
                    <a:pt x="16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1249"/>
            <p:cNvSpPr>
              <a:spLocks/>
            </p:cNvSpPr>
            <p:nvPr userDrawn="1"/>
          </p:nvSpPr>
          <p:spPr bwMode="auto">
            <a:xfrm>
              <a:off x="3186113" y="596900"/>
              <a:ext cx="33338" cy="31750"/>
            </a:xfrm>
            <a:custGeom>
              <a:avLst/>
              <a:gdLst>
                <a:gd name="T0" fmla="*/ 15 w 17"/>
                <a:gd name="T1" fmla="*/ 12 h 16"/>
                <a:gd name="T2" fmla="*/ 5 w 17"/>
                <a:gd name="T3" fmla="*/ 15 h 16"/>
                <a:gd name="T4" fmla="*/ 2 w 17"/>
                <a:gd name="T5" fmla="*/ 5 h 16"/>
                <a:gd name="T6" fmla="*/ 12 w 17"/>
                <a:gd name="T7" fmla="*/ 2 h 16"/>
                <a:gd name="T8" fmla="*/ 15 w 17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2"/>
                  </a:moveTo>
                  <a:cubicBezTo>
                    <a:pt x="13" y="15"/>
                    <a:pt x="9" y="16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6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1250"/>
            <p:cNvSpPr>
              <a:spLocks/>
            </p:cNvSpPr>
            <p:nvPr userDrawn="1"/>
          </p:nvSpPr>
          <p:spPr bwMode="auto">
            <a:xfrm>
              <a:off x="3860801" y="636587"/>
              <a:ext cx="28575" cy="26988"/>
            </a:xfrm>
            <a:custGeom>
              <a:avLst/>
              <a:gdLst>
                <a:gd name="T0" fmla="*/ 13 w 15"/>
                <a:gd name="T1" fmla="*/ 10 h 14"/>
                <a:gd name="T2" fmla="*/ 5 w 15"/>
                <a:gd name="T3" fmla="*/ 12 h 14"/>
                <a:gd name="T4" fmla="*/ 2 w 15"/>
                <a:gd name="T5" fmla="*/ 4 h 14"/>
                <a:gd name="T6" fmla="*/ 10 w 15"/>
                <a:gd name="T7" fmla="*/ 2 h 14"/>
                <a:gd name="T8" fmla="*/ 13 w 15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13" y="10"/>
                  </a:moveTo>
                  <a:cubicBezTo>
                    <a:pt x="11" y="13"/>
                    <a:pt x="8" y="14"/>
                    <a:pt x="5" y="12"/>
                  </a:cubicBezTo>
                  <a:cubicBezTo>
                    <a:pt x="2" y="11"/>
                    <a:pt x="0" y="7"/>
                    <a:pt x="2" y="4"/>
                  </a:cubicBezTo>
                  <a:cubicBezTo>
                    <a:pt x="4" y="1"/>
                    <a:pt x="7" y="0"/>
                    <a:pt x="10" y="2"/>
                  </a:cubicBezTo>
                  <a:cubicBezTo>
                    <a:pt x="13" y="3"/>
                    <a:pt x="15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1251"/>
            <p:cNvSpPr>
              <a:spLocks/>
            </p:cNvSpPr>
            <p:nvPr userDrawn="1"/>
          </p:nvSpPr>
          <p:spPr bwMode="auto">
            <a:xfrm>
              <a:off x="3730626" y="1058862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7" y="8"/>
                    <a:pt x="5" y="9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1252"/>
            <p:cNvSpPr>
              <a:spLocks/>
            </p:cNvSpPr>
            <p:nvPr userDrawn="1"/>
          </p:nvSpPr>
          <p:spPr bwMode="auto">
            <a:xfrm>
              <a:off x="4043363" y="592137"/>
              <a:ext cx="11113" cy="12700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6 h 6"/>
                <a:gd name="T4" fmla="*/ 1 w 6"/>
                <a:gd name="T5" fmla="*/ 2 h 6"/>
                <a:gd name="T6" fmla="*/ 4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1253"/>
            <p:cNvSpPr>
              <a:spLocks/>
            </p:cNvSpPr>
            <p:nvPr userDrawn="1"/>
          </p:nvSpPr>
          <p:spPr bwMode="auto">
            <a:xfrm>
              <a:off x="4305301" y="561975"/>
              <a:ext cx="20638" cy="23813"/>
            </a:xfrm>
            <a:custGeom>
              <a:avLst/>
              <a:gdLst>
                <a:gd name="T0" fmla="*/ 10 w 11"/>
                <a:gd name="T1" fmla="*/ 8 h 12"/>
                <a:gd name="T2" fmla="*/ 4 w 11"/>
                <a:gd name="T3" fmla="*/ 10 h 12"/>
                <a:gd name="T4" fmla="*/ 2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1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1254"/>
            <p:cNvSpPr>
              <a:spLocks/>
            </p:cNvSpPr>
            <p:nvPr userDrawn="1"/>
          </p:nvSpPr>
          <p:spPr bwMode="auto">
            <a:xfrm>
              <a:off x="4079876" y="663575"/>
              <a:ext cx="22225" cy="23813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1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5" y="12"/>
                    <a:pt x="3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1255"/>
            <p:cNvSpPr>
              <a:spLocks/>
            </p:cNvSpPr>
            <p:nvPr userDrawn="1"/>
          </p:nvSpPr>
          <p:spPr bwMode="auto">
            <a:xfrm>
              <a:off x="3835401" y="555625"/>
              <a:ext cx="26988" cy="30163"/>
            </a:xfrm>
            <a:custGeom>
              <a:avLst/>
              <a:gdLst>
                <a:gd name="T0" fmla="*/ 13 w 14"/>
                <a:gd name="T1" fmla="*/ 10 h 15"/>
                <a:gd name="T2" fmla="*/ 4 w 14"/>
                <a:gd name="T3" fmla="*/ 13 h 15"/>
                <a:gd name="T4" fmla="*/ 1 w 14"/>
                <a:gd name="T5" fmla="*/ 4 h 15"/>
                <a:gd name="T6" fmla="*/ 10 w 14"/>
                <a:gd name="T7" fmla="*/ 2 h 15"/>
                <a:gd name="T8" fmla="*/ 13 w 14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3" y="10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1"/>
                    <a:pt x="0" y="8"/>
                    <a:pt x="1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1256"/>
            <p:cNvSpPr>
              <a:spLocks/>
            </p:cNvSpPr>
            <p:nvPr userDrawn="1"/>
          </p:nvSpPr>
          <p:spPr bwMode="auto">
            <a:xfrm>
              <a:off x="3930651" y="663575"/>
              <a:ext cx="15875" cy="15875"/>
            </a:xfrm>
            <a:custGeom>
              <a:avLst/>
              <a:gdLst>
                <a:gd name="T0" fmla="*/ 7 w 8"/>
                <a:gd name="T1" fmla="*/ 5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0 h 8"/>
                <a:gd name="T8" fmla="*/ 7 w 8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5"/>
                  </a:moveTo>
                  <a:cubicBezTo>
                    <a:pt x="7" y="7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1"/>
                    <a:pt x="8" y="4"/>
                    <a:pt x="7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1257"/>
            <p:cNvSpPr>
              <a:spLocks/>
            </p:cNvSpPr>
            <p:nvPr userDrawn="1"/>
          </p:nvSpPr>
          <p:spPr bwMode="auto">
            <a:xfrm>
              <a:off x="2655888" y="49212"/>
              <a:ext cx="15875" cy="15875"/>
            </a:xfrm>
            <a:custGeom>
              <a:avLst/>
              <a:gdLst>
                <a:gd name="T0" fmla="*/ 8 w 8"/>
                <a:gd name="T1" fmla="*/ 6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8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7" y="8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8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1258"/>
            <p:cNvSpPr>
              <a:spLocks/>
            </p:cNvSpPr>
            <p:nvPr userDrawn="1"/>
          </p:nvSpPr>
          <p:spPr bwMode="auto">
            <a:xfrm>
              <a:off x="3962401" y="8366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" name="Freeform 1259"/>
            <p:cNvSpPr>
              <a:spLocks/>
            </p:cNvSpPr>
            <p:nvPr userDrawn="1"/>
          </p:nvSpPr>
          <p:spPr bwMode="auto">
            <a:xfrm>
              <a:off x="2746376" y="4302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2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6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" name="Freeform 1260"/>
            <p:cNvSpPr>
              <a:spLocks/>
            </p:cNvSpPr>
            <p:nvPr userDrawn="1"/>
          </p:nvSpPr>
          <p:spPr bwMode="auto">
            <a:xfrm>
              <a:off x="4016376" y="-55563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" name="Freeform 1261"/>
            <p:cNvSpPr>
              <a:spLocks/>
            </p:cNvSpPr>
            <p:nvPr userDrawn="1"/>
          </p:nvSpPr>
          <p:spPr bwMode="auto">
            <a:xfrm>
              <a:off x="3830638" y="86042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4 w 11"/>
                <a:gd name="T3" fmla="*/ 10 h 11"/>
                <a:gd name="T4" fmla="*/ 2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" name="Freeform 1262"/>
            <p:cNvSpPr>
              <a:spLocks/>
            </p:cNvSpPr>
            <p:nvPr userDrawn="1"/>
          </p:nvSpPr>
          <p:spPr bwMode="auto">
            <a:xfrm>
              <a:off x="3870326" y="928687"/>
              <a:ext cx="15875" cy="17463"/>
            </a:xfrm>
            <a:custGeom>
              <a:avLst/>
              <a:gdLst>
                <a:gd name="T0" fmla="*/ 7 w 8"/>
                <a:gd name="T1" fmla="*/ 6 h 9"/>
                <a:gd name="T2" fmla="*/ 2 w 8"/>
                <a:gd name="T3" fmla="*/ 8 h 9"/>
                <a:gd name="T4" fmla="*/ 0 w 8"/>
                <a:gd name="T5" fmla="*/ 3 h 9"/>
                <a:gd name="T6" fmla="*/ 5 w 8"/>
                <a:gd name="T7" fmla="*/ 1 h 9"/>
                <a:gd name="T8" fmla="*/ 7 w 8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6"/>
                  </a:moveTo>
                  <a:cubicBezTo>
                    <a:pt x="6" y="8"/>
                    <a:pt x="4" y="9"/>
                    <a:pt x="2" y="8"/>
                  </a:cubicBezTo>
                  <a:cubicBezTo>
                    <a:pt x="0" y="7"/>
                    <a:pt x="0" y="5"/>
                    <a:pt x="0" y="3"/>
                  </a:cubicBezTo>
                  <a:cubicBezTo>
                    <a:pt x="1" y="1"/>
                    <a:pt x="4" y="0"/>
                    <a:pt x="5" y="1"/>
                  </a:cubicBezTo>
                  <a:cubicBezTo>
                    <a:pt x="7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" name="Freeform 1263"/>
            <p:cNvSpPr>
              <a:spLocks/>
            </p:cNvSpPr>
            <p:nvPr userDrawn="1"/>
          </p:nvSpPr>
          <p:spPr bwMode="auto">
            <a:xfrm>
              <a:off x="4186238" y="108267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5" y="0"/>
                    <a:pt x="8" y="1"/>
                  </a:cubicBezTo>
                  <a:cubicBezTo>
                    <a:pt x="10" y="3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" name="Freeform 1264"/>
            <p:cNvSpPr>
              <a:spLocks/>
            </p:cNvSpPr>
            <p:nvPr userDrawn="1"/>
          </p:nvSpPr>
          <p:spPr bwMode="auto">
            <a:xfrm>
              <a:off x="3844926" y="496887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3 w 12"/>
                <a:gd name="T3" fmla="*/ 10 h 11"/>
                <a:gd name="T4" fmla="*/ 1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" name="Freeform 1265"/>
            <p:cNvSpPr>
              <a:spLocks/>
            </p:cNvSpPr>
            <p:nvPr userDrawn="1"/>
          </p:nvSpPr>
          <p:spPr bwMode="auto">
            <a:xfrm>
              <a:off x="3765551" y="1001712"/>
              <a:ext cx="30163" cy="30163"/>
            </a:xfrm>
            <a:custGeom>
              <a:avLst/>
              <a:gdLst>
                <a:gd name="T0" fmla="*/ 13 w 15"/>
                <a:gd name="T1" fmla="*/ 11 h 15"/>
                <a:gd name="T2" fmla="*/ 4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4"/>
                    <a:pt x="15" y="7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" name="Freeform 1266"/>
            <p:cNvSpPr>
              <a:spLocks/>
            </p:cNvSpPr>
            <p:nvPr userDrawn="1"/>
          </p:nvSpPr>
          <p:spPr bwMode="auto">
            <a:xfrm>
              <a:off x="3803651" y="685800"/>
              <a:ext cx="25400" cy="26988"/>
            </a:xfrm>
            <a:custGeom>
              <a:avLst/>
              <a:gdLst>
                <a:gd name="T0" fmla="*/ 5 w 13"/>
                <a:gd name="T1" fmla="*/ 13 h 14"/>
                <a:gd name="T2" fmla="*/ 1 w 13"/>
                <a:gd name="T3" fmla="*/ 5 h 14"/>
                <a:gd name="T4" fmla="*/ 8 w 13"/>
                <a:gd name="T5" fmla="*/ 1 h 14"/>
                <a:gd name="T6" fmla="*/ 13 w 13"/>
                <a:gd name="T7" fmla="*/ 8 h 14"/>
                <a:gd name="T8" fmla="*/ 5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5" y="13"/>
                  </a:moveTo>
                  <a:cubicBezTo>
                    <a:pt x="2" y="12"/>
                    <a:pt x="0" y="9"/>
                    <a:pt x="1" y="5"/>
                  </a:cubicBez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3" y="8"/>
                  </a:cubicBezTo>
                  <a:cubicBezTo>
                    <a:pt x="12" y="12"/>
                    <a:pt x="8" y="14"/>
                    <a:pt x="5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" name="Freeform 1267"/>
            <p:cNvSpPr>
              <a:spLocks/>
            </p:cNvSpPr>
            <p:nvPr userDrawn="1"/>
          </p:nvSpPr>
          <p:spPr bwMode="auto">
            <a:xfrm>
              <a:off x="4699001" y="942975"/>
              <a:ext cx="14288" cy="11113"/>
            </a:xfrm>
            <a:custGeom>
              <a:avLst/>
              <a:gdLst>
                <a:gd name="T0" fmla="*/ 4 w 7"/>
                <a:gd name="T1" fmla="*/ 5 h 6"/>
                <a:gd name="T2" fmla="*/ 1 w 7"/>
                <a:gd name="T3" fmla="*/ 3 h 6"/>
                <a:gd name="T4" fmla="*/ 3 w 7"/>
                <a:gd name="T5" fmla="*/ 0 h 6"/>
                <a:gd name="T6" fmla="*/ 6 w 7"/>
                <a:gd name="T7" fmla="*/ 2 h 6"/>
                <a:gd name="T8" fmla="*/ 4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" name="Oval 1268"/>
            <p:cNvSpPr>
              <a:spLocks noChangeArrowheads="1"/>
            </p:cNvSpPr>
            <p:nvPr userDrawn="1"/>
          </p:nvSpPr>
          <p:spPr bwMode="auto">
            <a:xfrm>
              <a:off x="2598738" y="1663700"/>
              <a:ext cx="28575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" name="Oval 1269"/>
            <p:cNvSpPr>
              <a:spLocks noChangeArrowheads="1"/>
            </p:cNvSpPr>
            <p:nvPr userDrawn="1"/>
          </p:nvSpPr>
          <p:spPr bwMode="auto">
            <a:xfrm>
              <a:off x="865188" y="1581150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" name="Oval 1270"/>
            <p:cNvSpPr>
              <a:spLocks noChangeArrowheads="1"/>
            </p:cNvSpPr>
            <p:nvPr userDrawn="1"/>
          </p:nvSpPr>
          <p:spPr bwMode="auto">
            <a:xfrm>
              <a:off x="2679701" y="16478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" name="Oval 1271"/>
            <p:cNvSpPr>
              <a:spLocks noChangeArrowheads="1"/>
            </p:cNvSpPr>
            <p:nvPr userDrawn="1"/>
          </p:nvSpPr>
          <p:spPr bwMode="auto">
            <a:xfrm>
              <a:off x="2298701" y="1360487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" name="Oval 1272"/>
            <p:cNvSpPr>
              <a:spLocks noChangeArrowheads="1"/>
            </p:cNvSpPr>
            <p:nvPr userDrawn="1"/>
          </p:nvSpPr>
          <p:spPr bwMode="auto">
            <a:xfrm>
              <a:off x="2239963" y="1487487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" name="Oval 1273"/>
            <p:cNvSpPr>
              <a:spLocks noChangeArrowheads="1"/>
            </p:cNvSpPr>
            <p:nvPr userDrawn="1"/>
          </p:nvSpPr>
          <p:spPr bwMode="auto">
            <a:xfrm>
              <a:off x="2570163" y="1619250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" name="Oval 1274"/>
            <p:cNvSpPr>
              <a:spLocks noChangeArrowheads="1"/>
            </p:cNvSpPr>
            <p:nvPr userDrawn="1"/>
          </p:nvSpPr>
          <p:spPr bwMode="auto">
            <a:xfrm>
              <a:off x="2309813" y="1495425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" name="Oval 1275"/>
            <p:cNvSpPr>
              <a:spLocks noChangeArrowheads="1"/>
            </p:cNvSpPr>
            <p:nvPr userDrawn="1"/>
          </p:nvSpPr>
          <p:spPr bwMode="auto">
            <a:xfrm>
              <a:off x="2481263" y="1644650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" name="Freeform 1276"/>
            <p:cNvSpPr>
              <a:spLocks/>
            </p:cNvSpPr>
            <p:nvPr userDrawn="1"/>
          </p:nvSpPr>
          <p:spPr bwMode="auto">
            <a:xfrm>
              <a:off x="2395538" y="1660525"/>
              <a:ext cx="11113" cy="11113"/>
            </a:xfrm>
            <a:custGeom>
              <a:avLst/>
              <a:gdLst>
                <a:gd name="T0" fmla="*/ 5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5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" name="Freeform 1277"/>
            <p:cNvSpPr>
              <a:spLocks/>
            </p:cNvSpPr>
            <p:nvPr userDrawn="1"/>
          </p:nvSpPr>
          <p:spPr bwMode="auto">
            <a:xfrm>
              <a:off x="2646363" y="1577975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5" name="Freeform 1278"/>
            <p:cNvSpPr>
              <a:spLocks/>
            </p:cNvSpPr>
            <p:nvPr userDrawn="1"/>
          </p:nvSpPr>
          <p:spPr bwMode="auto">
            <a:xfrm>
              <a:off x="2432051" y="1730375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10" y="10"/>
                    <a:pt x="7" y="11"/>
                    <a:pt x="4" y="10"/>
                  </a:cubicBezTo>
                  <a:cubicBezTo>
                    <a:pt x="2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6" name="Freeform 1279"/>
            <p:cNvSpPr>
              <a:spLocks/>
            </p:cNvSpPr>
            <p:nvPr userDrawn="1"/>
          </p:nvSpPr>
          <p:spPr bwMode="auto">
            <a:xfrm>
              <a:off x="2784476" y="1730375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7" name="Freeform 1280"/>
            <p:cNvSpPr>
              <a:spLocks/>
            </p:cNvSpPr>
            <p:nvPr userDrawn="1"/>
          </p:nvSpPr>
          <p:spPr bwMode="auto">
            <a:xfrm>
              <a:off x="2598738" y="1743075"/>
              <a:ext cx="23813" cy="22225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8" name="Oval 1281"/>
            <p:cNvSpPr>
              <a:spLocks noChangeArrowheads="1"/>
            </p:cNvSpPr>
            <p:nvPr userDrawn="1"/>
          </p:nvSpPr>
          <p:spPr bwMode="auto">
            <a:xfrm>
              <a:off x="2428876" y="1589087"/>
              <a:ext cx="19050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9" name="Freeform 1282"/>
            <p:cNvSpPr>
              <a:spLocks/>
            </p:cNvSpPr>
            <p:nvPr userDrawn="1"/>
          </p:nvSpPr>
          <p:spPr bwMode="auto">
            <a:xfrm>
              <a:off x="2143126" y="1398587"/>
              <a:ext cx="12700" cy="11113"/>
            </a:xfrm>
            <a:custGeom>
              <a:avLst/>
              <a:gdLst>
                <a:gd name="T0" fmla="*/ 4 w 6"/>
                <a:gd name="T1" fmla="*/ 5 h 6"/>
                <a:gd name="T2" fmla="*/ 1 w 6"/>
                <a:gd name="T3" fmla="*/ 3 h 6"/>
                <a:gd name="T4" fmla="*/ 3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6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0" name="Freeform 1283"/>
            <p:cNvSpPr>
              <a:spLocks/>
            </p:cNvSpPr>
            <p:nvPr userDrawn="1"/>
          </p:nvSpPr>
          <p:spPr bwMode="auto">
            <a:xfrm>
              <a:off x="3479801" y="773112"/>
              <a:ext cx="12700" cy="14288"/>
            </a:xfrm>
            <a:custGeom>
              <a:avLst/>
              <a:gdLst>
                <a:gd name="T0" fmla="*/ 4 w 7"/>
                <a:gd name="T1" fmla="*/ 6 h 7"/>
                <a:gd name="T2" fmla="*/ 1 w 7"/>
                <a:gd name="T3" fmla="*/ 4 h 7"/>
                <a:gd name="T4" fmla="*/ 3 w 7"/>
                <a:gd name="T5" fmla="*/ 1 h 7"/>
                <a:gd name="T6" fmla="*/ 6 w 7"/>
                <a:gd name="T7" fmla="*/ 3 h 7"/>
                <a:gd name="T8" fmla="*/ 4 w 7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3" y="7"/>
                    <a:pt x="1" y="6"/>
                    <a:pt x="1" y="4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7" y="4"/>
                    <a:pt x="6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1" name="Oval 1284"/>
            <p:cNvSpPr>
              <a:spLocks noChangeArrowheads="1"/>
            </p:cNvSpPr>
            <p:nvPr userDrawn="1"/>
          </p:nvSpPr>
          <p:spPr bwMode="auto">
            <a:xfrm>
              <a:off x="3098801" y="465137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2" name="Oval 1285"/>
            <p:cNvSpPr>
              <a:spLocks noChangeArrowheads="1"/>
            </p:cNvSpPr>
            <p:nvPr userDrawn="1"/>
          </p:nvSpPr>
          <p:spPr bwMode="auto">
            <a:xfrm>
              <a:off x="3178176" y="450850"/>
              <a:ext cx="26988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3" name="Oval 1286"/>
            <p:cNvSpPr>
              <a:spLocks noChangeArrowheads="1"/>
            </p:cNvSpPr>
            <p:nvPr userDrawn="1"/>
          </p:nvSpPr>
          <p:spPr bwMode="auto">
            <a:xfrm>
              <a:off x="2738438" y="288925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4" name="Oval 1287"/>
            <p:cNvSpPr>
              <a:spLocks noChangeArrowheads="1"/>
            </p:cNvSpPr>
            <p:nvPr userDrawn="1"/>
          </p:nvSpPr>
          <p:spPr bwMode="auto">
            <a:xfrm>
              <a:off x="3068638" y="422275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5" name="Oval 1288"/>
            <p:cNvSpPr>
              <a:spLocks noChangeArrowheads="1"/>
            </p:cNvSpPr>
            <p:nvPr userDrawn="1"/>
          </p:nvSpPr>
          <p:spPr bwMode="auto">
            <a:xfrm>
              <a:off x="2809876" y="298450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6" name="Oval 1289"/>
            <p:cNvSpPr>
              <a:spLocks noChangeArrowheads="1"/>
            </p:cNvSpPr>
            <p:nvPr userDrawn="1"/>
          </p:nvSpPr>
          <p:spPr bwMode="auto">
            <a:xfrm>
              <a:off x="2982913" y="4476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8" name="Freeform 1290"/>
            <p:cNvSpPr>
              <a:spLocks/>
            </p:cNvSpPr>
            <p:nvPr userDrawn="1"/>
          </p:nvSpPr>
          <p:spPr bwMode="auto">
            <a:xfrm>
              <a:off x="2894013" y="461962"/>
              <a:ext cx="14288" cy="12700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9" name="Freeform 1291"/>
            <p:cNvSpPr>
              <a:spLocks/>
            </p:cNvSpPr>
            <p:nvPr userDrawn="1"/>
          </p:nvSpPr>
          <p:spPr bwMode="auto">
            <a:xfrm>
              <a:off x="3148013" y="379412"/>
              <a:ext cx="20638" cy="22225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0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0" name="Freeform 1292"/>
            <p:cNvSpPr>
              <a:spLocks/>
            </p:cNvSpPr>
            <p:nvPr userDrawn="1"/>
          </p:nvSpPr>
          <p:spPr bwMode="auto">
            <a:xfrm>
              <a:off x="2933701" y="531812"/>
              <a:ext cx="23813" cy="23813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1" name="Freeform 1293"/>
            <p:cNvSpPr>
              <a:spLocks/>
            </p:cNvSpPr>
            <p:nvPr userDrawn="1"/>
          </p:nvSpPr>
          <p:spPr bwMode="auto">
            <a:xfrm>
              <a:off x="3284538" y="533400"/>
              <a:ext cx="12700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2" name="Freeform 1294"/>
            <p:cNvSpPr>
              <a:spLocks/>
            </p:cNvSpPr>
            <p:nvPr userDrawn="1"/>
          </p:nvSpPr>
          <p:spPr bwMode="auto">
            <a:xfrm>
              <a:off x="3100388" y="546100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3" name="Oval 1295"/>
            <p:cNvSpPr>
              <a:spLocks noChangeArrowheads="1"/>
            </p:cNvSpPr>
            <p:nvPr userDrawn="1"/>
          </p:nvSpPr>
          <p:spPr bwMode="auto">
            <a:xfrm>
              <a:off x="2928938" y="39052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4" name="Freeform 1296"/>
            <p:cNvSpPr>
              <a:spLocks/>
            </p:cNvSpPr>
            <p:nvPr userDrawn="1"/>
          </p:nvSpPr>
          <p:spPr bwMode="auto">
            <a:xfrm>
              <a:off x="2644776" y="200025"/>
              <a:ext cx="11113" cy="11113"/>
            </a:xfrm>
            <a:custGeom>
              <a:avLst/>
              <a:gdLst>
                <a:gd name="T0" fmla="*/ 4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6 w 6"/>
                <a:gd name="T7" fmla="*/ 3 h 6"/>
                <a:gd name="T8" fmla="*/ 4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2" y="6"/>
                    <a:pt x="1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6" y="3"/>
                  </a:cubicBezTo>
                  <a:cubicBezTo>
                    <a:pt x="6" y="4"/>
                    <a:pt x="5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5" name="Freeform 1297"/>
            <p:cNvSpPr>
              <a:spLocks/>
            </p:cNvSpPr>
            <p:nvPr userDrawn="1"/>
          </p:nvSpPr>
          <p:spPr bwMode="auto">
            <a:xfrm>
              <a:off x="1192213" y="842962"/>
              <a:ext cx="31750" cy="33338"/>
            </a:xfrm>
            <a:custGeom>
              <a:avLst/>
              <a:gdLst>
                <a:gd name="T0" fmla="*/ 2 w 16"/>
                <a:gd name="T1" fmla="*/ 4 h 17"/>
                <a:gd name="T2" fmla="*/ 13 w 16"/>
                <a:gd name="T3" fmla="*/ 3 h 17"/>
                <a:gd name="T4" fmla="*/ 14 w 16"/>
                <a:gd name="T5" fmla="*/ 13 h 17"/>
                <a:gd name="T6" fmla="*/ 3 w 16"/>
                <a:gd name="T7" fmla="*/ 14 h 17"/>
                <a:gd name="T8" fmla="*/ 2 w 16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2" y="4"/>
                  </a:moveTo>
                  <a:cubicBezTo>
                    <a:pt x="5" y="1"/>
                    <a:pt x="9" y="0"/>
                    <a:pt x="13" y="3"/>
                  </a:cubicBezTo>
                  <a:cubicBezTo>
                    <a:pt x="16" y="6"/>
                    <a:pt x="16" y="10"/>
                    <a:pt x="14" y="13"/>
                  </a:cubicBezTo>
                  <a:cubicBezTo>
                    <a:pt x="11" y="16"/>
                    <a:pt x="6" y="17"/>
                    <a:pt x="3" y="14"/>
                  </a:cubicBezTo>
                  <a:cubicBezTo>
                    <a:pt x="0" y="12"/>
                    <a:pt x="0" y="7"/>
                    <a:pt x="2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6" name="Freeform 1298"/>
            <p:cNvSpPr>
              <a:spLocks/>
            </p:cNvSpPr>
            <p:nvPr userDrawn="1"/>
          </p:nvSpPr>
          <p:spPr bwMode="auto">
            <a:xfrm>
              <a:off x="1123951" y="809625"/>
              <a:ext cx="25400" cy="26988"/>
            </a:xfrm>
            <a:custGeom>
              <a:avLst/>
              <a:gdLst>
                <a:gd name="T0" fmla="*/ 2 w 13"/>
                <a:gd name="T1" fmla="*/ 3 h 14"/>
                <a:gd name="T2" fmla="*/ 10 w 13"/>
                <a:gd name="T3" fmla="*/ 2 h 14"/>
                <a:gd name="T4" fmla="*/ 11 w 13"/>
                <a:gd name="T5" fmla="*/ 11 h 14"/>
                <a:gd name="T6" fmla="*/ 3 w 13"/>
                <a:gd name="T7" fmla="*/ 12 h 14"/>
                <a:gd name="T8" fmla="*/ 2 w 13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2" y="3"/>
                  </a:moveTo>
                  <a:cubicBezTo>
                    <a:pt x="4" y="0"/>
                    <a:pt x="8" y="0"/>
                    <a:pt x="10" y="2"/>
                  </a:cubicBezTo>
                  <a:cubicBezTo>
                    <a:pt x="13" y="4"/>
                    <a:pt x="13" y="8"/>
                    <a:pt x="11" y="11"/>
                  </a:cubicBezTo>
                  <a:cubicBezTo>
                    <a:pt x="9" y="14"/>
                    <a:pt x="5" y="14"/>
                    <a:pt x="3" y="12"/>
                  </a:cubicBezTo>
                  <a:cubicBezTo>
                    <a:pt x="0" y="10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7" name="Freeform 1299"/>
            <p:cNvSpPr>
              <a:spLocks/>
            </p:cNvSpPr>
            <p:nvPr userDrawn="1"/>
          </p:nvSpPr>
          <p:spPr bwMode="auto">
            <a:xfrm>
              <a:off x="1365251" y="1227137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6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2"/>
                    <a:pt x="8" y="5"/>
                    <a:pt x="7" y="6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8" name="Freeform 1300"/>
            <p:cNvSpPr>
              <a:spLocks/>
            </p:cNvSpPr>
            <p:nvPr userDrawn="1"/>
          </p:nvSpPr>
          <p:spPr bwMode="auto">
            <a:xfrm>
              <a:off x="1192213" y="909637"/>
              <a:ext cx="22225" cy="20638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1 h 11"/>
                <a:gd name="T4" fmla="*/ 9 w 11"/>
                <a:gd name="T5" fmla="*/ 8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1"/>
                  </a:cubicBezTo>
                  <a:cubicBezTo>
                    <a:pt x="11" y="3"/>
                    <a:pt x="11" y="6"/>
                    <a:pt x="9" y="8"/>
                  </a:cubicBezTo>
                  <a:cubicBezTo>
                    <a:pt x="8" y="10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9" name="Freeform 1301"/>
            <p:cNvSpPr>
              <a:spLocks/>
            </p:cNvSpPr>
            <p:nvPr userDrawn="1"/>
          </p:nvSpPr>
          <p:spPr bwMode="auto">
            <a:xfrm>
              <a:off x="1311276" y="1162050"/>
              <a:ext cx="26988" cy="28575"/>
            </a:xfrm>
            <a:custGeom>
              <a:avLst/>
              <a:gdLst>
                <a:gd name="T0" fmla="*/ 2 w 14"/>
                <a:gd name="T1" fmla="*/ 3 h 14"/>
                <a:gd name="T2" fmla="*/ 11 w 14"/>
                <a:gd name="T3" fmla="*/ 2 h 14"/>
                <a:gd name="T4" fmla="*/ 12 w 14"/>
                <a:gd name="T5" fmla="*/ 11 h 14"/>
                <a:gd name="T6" fmla="*/ 3 w 14"/>
                <a:gd name="T7" fmla="*/ 12 h 14"/>
                <a:gd name="T8" fmla="*/ 2 w 14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2" y="3"/>
                  </a:moveTo>
                  <a:cubicBezTo>
                    <a:pt x="5" y="0"/>
                    <a:pt x="8" y="0"/>
                    <a:pt x="11" y="2"/>
                  </a:cubicBezTo>
                  <a:cubicBezTo>
                    <a:pt x="14" y="4"/>
                    <a:pt x="14" y="8"/>
                    <a:pt x="12" y="11"/>
                  </a:cubicBezTo>
                  <a:cubicBezTo>
                    <a:pt x="10" y="13"/>
                    <a:pt x="6" y="14"/>
                    <a:pt x="3" y="12"/>
                  </a:cubicBezTo>
                  <a:cubicBezTo>
                    <a:pt x="1" y="9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" name="Freeform 1302"/>
            <p:cNvSpPr>
              <a:spLocks/>
            </p:cNvSpPr>
            <p:nvPr userDrawn="1"/>
          </p:nvSpPr>
          <p:spPr bwMode="auto">
            <a:xfrm>
              <a:off x="1279526" y="950912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7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1" y="6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" name="Freeform 1303"/>
            <p:cNvSpPr>
              <a:spLocks/>
            </p:cNvSpPr>
            <p:nvPr userDrawn="1"/>
          </p:nvSpPr>
          <p:spPr bwMode="auto">
            <a:xfrm>
              <a:off x="1357313" y="996950"/>
              <a:ext cx="14288" cy="12700"/>
            </a:xfrm>
            <a:custGeom>
              <a:avLst/>
              <a:gdLst>
                <a:gd name="T0" fmla="*/ 2 w 7"/>
                <a:gd name="T1" fmla="*/ 1 h 6"/>
                <a:gd name="T2" fmla="*/ 6 w 7"/>
                <a:gd name="T3" fmla="*/ 2 h 6"/>
                <a:gd name="T4" fmla="*/ 5 w 7"/>
                <a:gd name="T5" fmla="*/ 6 h 6"/>
                <a:gd name="T6" fmla="*/ 1 w 7"/>
                <a:gd name="T7" fmla="*/ 4 h 6"/>
                <a:gd name="T8" fmla="*/ 2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1"/>
                  </a:moveTo>
                  <a:cubicBezTo>
                    <a:pt x="4" y="0"/>
                    <a:pt x="5" y="1"/>
                    <a:pt x="6" y="2"/>
                  </a:cubicBezTo>
                  <a:cubicBezTo>
                    <a:pt x="7" y="3"/>
                    <a:pt x="6" y="5"/>
                    <a:pt x="5" y="6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2" name="Freeform 1304"/>
            <p:cNvSpPr>
              <a:spLocks/>
            </p:cNvSpPr>
            <p:nvPr userDrawn="1"/>
          </p:nvSpPr>
          <p:spPr bwMode="auto">
            <a:xfrm>
              <a:off x="1106488" y="889000"/>
              <a:ext cx="20638" cy="22225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7 w 11"/>
                <a:gd name="T5" fmla="*/ 10 h 11"/>
                <a:gd name="T6" fmla="*/ 1 w 11"/>
                <a:gd name="T7" fmla="*/ 7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8"/>
                    <a:pt x="7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3" name="Freeform 1305"/>
            <p:cNvSpPr>
              <a:spLocks/>
            </p:cNvSpPr>
            <p:nvPr userDrawn="1"/>
          </p:nvSpPr>
          <p:spPr bwMode="auto">
            <a:xfrm>
              <a:off x="1366838" y="908050"/>
              <a:ext cx="22225" cy="20638"/>
            </a:xfrm>
            <a:custGeom>
              <a:avLst/>
              <a:gdLst>
                <a:gd name="T0" fmla="*/ 4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7 h 11"/>
                <a:gd name="T8" fmla="*/ 4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4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4" name="Freeform 1306"/>
            <p:cNvSpPr>
              <a:spLocks/>
            </p:cNvSpPr>
            <p:nvPr userDrawn="1"/>
          </p:nvSpPr>
          <p:spPr bwMode="auto">
            <a:xfrm>
              <a:off x="1101726" y="693737"/>
              <a:ext cx="14288" cy="12700"/>
            </a:xfrm>
            <a:custGeom>
              <a:avLst/>
              <a:gdLst>
                <a:gd name="T0" fmla="*/ 3 w 7"/>
                <a:gd name="T1" fmla="*/ 1 h 7"/>
                <a:gd name="T2" fmla="*/ 6 w 7"/>
                <a:gd name="T3" fmla="*/ 2 h 7"/>
                <a:gd name="T4" fmla="*/ 5 w 7"/>
                <a:gd name="T5" fmla="*/ 6 h 7"/>
                <a:gd name="T6" fmla="*/ 1 w 7"/>
                <a:gd name="T7" fmla="*/ 5 h 7"/>
                <a:gd name="T8" fmla="*/ 3 w 7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1"/>
                  </a:move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6"/>
                    <a:pt x="5" y="6"/>
                  </a:cubicBezTo>
                  <a:cubicBezTo>
                    <a:pt x="3" y="7"/>
                    <a:pt x="2" y="6"/>
                    <a:pt x="1" y="5"/>
                  </a:cubicBezTo>
                  <a:cubicBezTo>
                    <a:pt x="0" y="3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5" name="Freeform 1307"/>
            <p:cNvSpPr>
              <a:spLocks/>
            </p:cNvSpPr>
            <p:nvPr userDrawn="1"/>
          </p:nvSpPr>
          <p:spPr bwMode="auto">
            <a:xfrm>
              <a:off x="1247776" y="792162"/>
              <a:ext cx="22225" cy="20638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8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8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7" name="Freeform 1308"/>
            <p:cNvSpPr>
              <a:spLocks/>
            </p:cNvSpPr>
            <p:nvPr userDrawn="1"/>
          </p:nvSpPr>
          <p:spPr bwMode="auto">
            <a:xfrm>
              <a:off x="1281113" y="1020762"/>
              <a:ext cx="22225" cy="22225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2 h 11"/>
                <a:gd name="T4" fmla="*/ 9 w 11"/>
                <a:gd name="T5" fmla="*/ 9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2"/>
                  </a:cubicBezTo>
                  <a:cubicBezTo>
                    <a:pt x="11" y="3"/>
                    <a:pt x="11" y="7"/>
                    <a:pt x="9" y="9"/>
                  </a:cubicBezTo>
                  <a:cubicBezTo>
                    <a:pt x="8" y="11"/>
                    <a:pt x="4" y="11"/>
                    <a:pt x="2" y="9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9" name="Freeform 1309"/>
            <p:cNvSpPr>
              <a:spLocks/>
            </p:cNvSpPr>
            <p:nvPr userDrawn="1"/>
          </p:nvSpPr>
          <p:spPr bwMode="auto">
            <a:xfrm>
              <a:off x="1385888" y="1358900"/>
              <a:ext cx="11113" cy="12700"/>
            </a:xfrm>
            <a:custGeom>
              <a:avLst/>
              <a:gdLst>
                <a:gd name="T0" fmla="*/ 4 w 6"/>
                <a:gd name="T1" fmla="*/ 1 h 6"/>
                <a:gd name="T2" fmla="*/ 5 w 6"/>
                <a:gd name="T3" fmla="*/ 4 h 6"/>
                <a:gd name="T4" fmla="*/ 2 w 6"/>
                <a:gd name="T5" fmla="*/ 6 h 6"/>
                <a:gd name="T6" fmla="*/ 0 w 6"/>
                <a:gd name="T7" fmla="*/ 2 h 6"/>
                <a:gd name="T8" fmla="*/ 4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0" name="Freeform 1310"/>
            <p:cNvSpPr>
              <a:spLocks/>
            </p:cNvSpPr>
            <p:nvPr userDrawn="1"/>
          </p:nvSpPr>
          <p:spPr bwMode="auto">
            <a:xfrm>
              <a:off x="4297363" y="1490662"/>
              <a:ext cx="15875" cy="15875"/>
            </a:xfrm>
            <a:custGeom>
              <a:avLst/>
              <a:gdLst>
                <a:gd name="T0" fmla="*/ 5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5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5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8" y="5"/>
                    <a:pt x="7" y="7"/>
                    <a:pt x="5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1" name="Oval 1311"/>
            <p:cNvSpPr>
              <a:spLocks noChangeArrowheads="1"/>
            </p:cNvSpPr>
            <p:nvPr userDrawn="1"/>
          </p:nvSpPr>
          <p:spPr bwMode="auto">
            <a:xfrm>
              <a:off x="1552576" y="1984375"/>
              <a:ext cx="26988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2" name="Oval 1312"/>
            <p:cNvSpPr>
              <a:spLocks noChangeArrowheads="1"/>
            </p:cNvSpPr>
            <p:nvPr userDrawn="1"/>
          </p:nvSpPr>
          <p:spPr bwMode="auto">
            <a:xfrm>
              <a:off x="1643063" y="178752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3" name="Oval 1313"/>
            <p:cNvSpPr>
              <a:spLocks noChangeArrowheads="1"/>
            </p:cNvSpPr>
            <p:nvPr userDrawn="1"/>
          </p:nvSpPr>
          <p:spPr bwMode="auto">
            <a:xfrm>
              <a:off x="1390651" y="1589087"/>
              <a:ext cx="30163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4" name="Oval 1314"/>
            <p:cNvSpPr>
              <a:spLocks noChangeArrowheads="1"/>
            </p:cNvSpPr>
            <p:nvPr userDrawn="1"/>
          </p:nvSpPr>
          <p:spPr bwMode="auto">
            <a:xfrm>
              <a:off x="1254126" y="1760537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5" name="Oval 1315"/>
            <p:cNvSpPr>
              <a:spLocks noChangeArrowheads="1"/>
            </p:cNvSpPr>
            <p:nvPr userDrawn="1"/>
          </p:nvSpPr>
          <p:spPr bwMode="auto">
            <a:xfrm>
              <a:off x="1870076" y="1500187"/>
              <a:ext cx="14288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6" name="Oval 1316"/>
            <p:cNvSpPr>
              <a:spLocks noChangeArrowheads="1"/>
            </p:cNvSpPr>
            <p:nvPr userDrawn="1"/>
          </p:nvSpPr>
          <p:spPr bwMode="auto">
            <a:xfrm>
              <a:off x="1825626" y="1979612"/>
              <a:ext cx="9525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7" name="Oval 1317"/>
            <p:cNvSpPr>
              <a:spLocks noChangeArrowheads="1"/>
            </p:cNvSpPr>
            <p:nvPr userDrawn="1"/>
          </p:nvSpPr>
          <p:spPr bwMode="auto">
            <a:xfrm>
              <a:off x="1027113" y="2252663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8" name="Oval 1318"/>
            <p:cNvSpPr>
              <a:spLocks noChangeArrowheads="1"/>
            </p:cNvSpPr>
            <p:nvPr userDrawn="1"/>
          </p:nvSpPr>
          <p:spPr bwMode="auto">
            <a:xfrm>
              <a:off x="1593851" y="1670050"/>
              <a:ext cx="11113" cy="111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9" name="Oval 1319"/>
            <p:cNvSpPr>
              <a:spLocks noChangeArrowheads="1"/>
            </p:cNvSpPr>
            <p:nvPr userDrawn="1"/>
          </p:nvSpPr>
          <p:spPr bwMode="auto">
            <a:xfrm>
              <a:off x="1808163" y="1889125"/>
              <a:ext cx="17463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0" name="Oval 1320"/>
            <p:cNvSpPr>
              <a:spLocks noChangeArrowheads="1"/>
            </p:cNvSpPr>
            <p:nvPr userDrawn="1"/>
          </p:nvSpPr>
          <p:spPr bwMode="auto">
            <a:xfrm>
              <a:off x="1662113" y="1712912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1" name="Oval 1321"/>
            <p:cNvSpPr>
              <a:spLocks noChangeArrowheads="1"/>
            </p:cNvSpPr>
            <p:nvPr userDrawn="1"/>
          </p:nvSpPr>
          <p:spPr bwMode="auto">
            <a:xfrm>
              <a:off x="1571626" y="2149475"/>
              <a:ext cx="30163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2" name="Oval 1322"/>
            <p:cNvSpPr>
              <a:spLocks noChangeArrowheads="1"/>
            </p:cNvSpPr>
            <p:nvPr userDrawn="1"/>
          </p:nvSpPr>
          <p:spPr bwMode="auto">
            <a:xfrm>
              <a:off x="1509713" y="179387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3" name="Oval 1323"/>
            <p:cNvSpPr>
              <a:spLocks noChangeArrowheads="1"/>
            </p:cNvSpPr>
            <p:nvPr userDrawn="1"/>
          </p:nvSpPr>
          <p:spPr bwMode="auto">
            <a:xfrm>
              <a:off x="1370013" y="1724025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4" name="Oval 1324"/>
            <p:cNvSpPr>
              <a:spLocks noChangeArrowheads="1"/>
            </p:cNvSpPr>
            <p:nvPr userDrawn="1"/>
          </p:nvSpPr>
          <p:spPr bwMode="auto">
            <a:xfrm>
              <a:off x="1709738" y="18065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5" name="Oval 1325"/>
            <p:cNvSpPr>
              <a:spLocks noChangeArrowheads="1"/>
            </p:cNvSpPr>
            <p:nvPr userDrawn="1"/>
          </p:nvSpPr>
          <p:spPr bwMode="auto">
            <a:xfrm>
              <a:off x="1598613" y="2219325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6" name="Oval 1326"/>
            <p:cNvSpPr>
              <a:spLocks noChangeArrowheads="1"/>
            </p:cNvSpPr>
            <p:nvPr userDrawn="1"/>
          </p:nvSpPr>
          <p:spPr bwMode="auto">
            <a:xfrm>
              <a:off x="1636713" y="1920875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7" name="Oval 1327"/>
            <p:cNvSpPr>
              <a:spLocks noChangeArrowheads="1"/>
            </p:cNvSpPr>
            <p:nvPr userDrawn="1"/>
          </p:nvSpPr>
          <p:spPr bwMode="auto">
            <a:xfrm>
              <a:off x="1909763" y="1716087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8" name="Oval 1328"/>
            <p:cNvSpPr>
              <a:spLocks noChangeArrowheads="1"/>
            </p:cNvSpPr>
            <p:nvPr userDrawn="1"/>
          </p:nvSpPr>
          <p:spPr bwMode="auto">
            <a:xfrm>
              <a:off x="1689101" y="1655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9" name="Oval 1329"/>
            <p:cNvSpPr>
              <a:spLocks noChangeArrowheads="1"/>
            </p:cNvSpPr>
            <p:nvPr userDrawn="1"/>
          </p:nvSpPr>
          <p:spPr bwMode="auto">
            <a:xfrm>
              <a:off x="1695451" y="2132012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0" name="Oval 1330"/>
            <p:cNvSpPr>
              <a:spLocks noChangeArrowheads="1"/>
            </p:cNvSpPr>
            <p:nvPr userDrawn="1"/>
          </p:nvSpPr>
          <p:spPr bwMode="auto">
            <a:xfrm>
              <a:off x="1597026" y="204628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1" name="Oval 1331"/>
            <p:cNvSpPr>
              <a:spLocks noChangeArrowheads="1"/>
            </p:cNvSpPr>
            <p:nvPr userDrawn="1"/>
          </p:nvSpPr>
          <p:spPr bwMode="auto">
            <a:xfrm>
              <a:off x="1751013" y="2198688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2" name="Oval 1332"/>
            <p:cNvSpPr>
              <a:spLocks noChangeArrowheads="1"/>
            </p:cNvSpPr>
            <p:nvPr userDrawn="1"/>
          </p:nvSpPr>
          <p:spPr bwMode="auto">
            <a:xfrm>
              <a:off x="1704976" y="1892300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3" name="Oval 1333"/>
            <p:cNvSpPr>
              <a:spLocks noChangeArrowheads="1"/>
            </p:cNvSpPr>
            <p:nvPr userDrawn="1"/>
          </p:nvSpPr>
          <p:spPr bwMode="auto">
            <a:xfrm>
              <a:off x="1865313" y="1600200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4" name="Oval 1334"/>
            <p:cNvSpPr>
              <a:spLocks noChangeArrowheads="1"/>
            </p:cNvSpPr>
            <p:nvPr userDrawn="1"/>
          </p:nvSpPr>
          <p:spPr bwMode="auto">
            <a:xfrm>
              <a:off x="1408113" y="1604962"/>
              <a:ext cx="11113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5" name="Oval 1335"/>
            <p:cNvSpPr>
              <a:spLocks noChangeArrowheads="1"/>
            </p:cNvSpPr>
            <p:nvPr userDrawn="1"/>
          </p:nvSpPr>
          <p:spPr bwMode="auto">
            <a:xfrm>
              <a:off x="1666876" y="1473200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6" name="Oval 1336"/>
            <p:cNvSpPr>
              <a:spLocks noChangeArrowheads="1"/>
            </p:cNvSpPr>
            <p:nvPr userDrawn="1"/>
          </p:nvSpPr>
          <p:spPr bwMode="auto">
            <a:xfrm>
              <a:off x="1630363" y="158591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7" name="Freeform 1337"/>
            <p:cNvSpPr>
              <a:spLocks/>
            </p:cNvSpPr>
            <p:nvPr userDrawn="1"/>
          </p:nvSpPr>
          <p:spPr bwMode="auto">
            <a:xfrm>
              <a:off x="1509713" y="1484312"/>
              <a:ext cx="26988" cy="28575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9 h 14"/>
                <a:gd name="T4" fmla="*/ 5 w 14"/>
                <a:gd name="T5" fmla="*/ 1 h 14"/>
                <a:gd name="T6" fmla="*/ 13 w 14"/>
                <a:gd name="T7" fmla="*/ 6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8" name="Freeform 1338"/>
            <p:cNvSpPr>
              <a:spLocks/>
            </p:cNvSpPr>
            <p:nvPr userDrawn="1"/>
          </p:nvSpPr>
          <p:spPr bwMode="auto">
            <a:xfrm>
              <a:off x="1730376" y="1463675"/>
              <a:ext cx="20638" cy="20638"/>
            </a:xfrm>
            <a:custGeom>
              <a:avLst/>
              <a:gdLst>
                <a:gd name="T0" fmla="*/ 6 w 10"/>
                <a:gd name="T1" fmla="*/ 10 h 11"/>
                <a:gd name="T2" fmla="*/ 0 w 10"/>
                <a:gd name="T3" fmla="*/ 7 h 11"/>
                <a:gd name="T4" fmla="*/ 4 w 10"/>
                <a:gd name="T5" fmla="*/ 1 h 11"/>
                <a:gd name="T6" fmla="*/ 10 w 10"/>
                <a:gd name="T7" fmla="*/ 4 h 11"/>
                <a:gd name="T8" fmla="*/ 6 w 10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6" y="10"/>
                  </a:moveTo>
                  <a:cubicBezTo>
                    <a:pt x="4" y="11"/>
                    <a:pt x="1" y="9"/>
                    <a:pt x="0" y="7"/>
                  </a:cubicBezTo>
                  <a:cubicBezTo>
                    <a:pt x="0" y="4"/>
                    <a:pt x="1" y="1"/>
                    <a:pt x="4" y="1"/>
                  </a:cubicBezTo>
                  <a:cubicBezTo>
                    <a:pt x="6" y="0"/>
                    <a:pt x="9" y="1"/>
                    <a:pt x="10" y="4"/>
                  </a:cubicBezTo>
                  <a:cubicBezTo>
                    <a:pt x="10" y="7"/>
                    <a:pt x="9" y="9"/>
                    <a:pt x="6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9" name="Freeform 1339"/>
            <p:cNvSpPr>
              <a:spLocks/>
            </p:cNvSpPr>
            <p:nvPr userDrawn="1"/>
          </p:nvSpPr>
          <p:spPr bwMode="auto">
            <a:xfrm>
              <a:off x="1462088" y="21621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9 h 16"/>
                <a:gd name="T4" fmla="*/ 7 w 16"/>
                <a:gd name="T5" fmla="*/ 0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4" y="2"/>
                    <a:pt x="15" y="6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0" name="Freeform 1340"/>
            <p:cNvSpPr>
              <a:spLocks/>
            </p:cNvSpPr>
            <p:nvPr userDrawn="1"/>
          </p:nvSpPr>
          <p:spPr bwMode="auto">
            <a:xfrm>
              <a:off x="1487488" y="2043112"/>
              <a:ext cx="31750" cy="31750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1" name="Freeform 1341"/>
            <p:cNvSpPr>
              <a:spLocks/>
            </p:cNvSpPr>
            <p:nvPr userDrawn="1"/>
          </p:nvSpPr>
          <p:spPr bwMode="auto">
            <a:xfrm>
              <a:off x="1457326" y="1951037"/>
              <a:ext cx="31750" cy="31750"/>
            </a:xfrm>
            <a:custGeom>
              <a:avLst/>
              <a:gdLst>
                <a:gd name="T0" fmla="*/ 9 w 16"/>
                <a:gd name="T1" fmla="*/ 15 h 16"/>
                <a:gd name="T2" fmla="*/ 1 w 16"/>
                <a:gd name="T3" fmla="*/ 9 h 16"/>
                <a:gd name="T4" fmla="*/ 6 w 16"/>
                <a:gd name="T5" fmla="*/ 1 h 16"/>
                <a:gd name="T6" fmla="*/ 15 w 16"/>
                <a:gd name="T7" fmla="*/ 6 h 16"/>
                <a:gd name="T8" fmla="*/ 9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9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9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2" name="Freeform 1342"/>
            <p:cNvSpPr>
              <a:spLocks/>
            </p:cNvSpPr>
            <p:nvPr userDrawn="1"/>
          </p:nvSpPr>
          <p:spPr bwMode="auto">
            <a:xfrm>
              <a:off x="1685926" y="2259013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3" name="Freeform 1343"/>
            <p:cNvSpPr>
              <a:spLocks/>
            </p:cNvSpPr>
            <p:nvPr userDrawn="1"/>
          </p:nvSpPr>
          <p:spPr bwMode="auto">
            <a:xfrm>
              <a:off x="1338263" y="1885950"/>
              <a:ext cx="28575" cy="26988"/>
            </a:xfrm>
            <a:custGeom>
              <a:avLst/>
              <a:gdLst>
                <a:gd name="T0" fmla="*/ 9 w 15"/>
                <a:gd name="T1" fmla="*/ 13 h 14"/>
                <a:gd name="T2" fmla="*/ 1 w 15"/>
                <a:gd name="T3" fmla="*/ 8 h 14"/>
                <a:gd name="T4" fmla="*/ 6 w 15"/>
                <a:gd name="T5" fmla="*/ 1 h 14"/>
                <a:gd name="T6" fmla="*/ 14 w 15"/>
                <a:gd name="T7" fmla="*/ 5 h 14"/>
                <a:gd name="T8" fmla="*/ 9 w 15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9" y="13"/>
                  </a:moveTo>
                  <a:cubicBezTo>
                    <a:pt x="6" y="14"/>
                    <a:pt x="2" y="12"/>
                    <a:pt x="1" y="8"/>
                  </a:cubicBez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4" y="5"/>
                  </a:cubicBezTo>
                  <a:cubicBezTo>
                    <a:pt x="15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4" name="Freeform 1344"/>
            <p:cNvSpPr>
              <a:spLocks/>
            </p:cNvSpPr>
            <p:nvPr userDrawn="1"/>
          </p:nvSpPr>
          <p:spPr bwMode="auto">
            <a:xfrm>
              <a:off x="949326" y="2149475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1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1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5" name="Oval 1345"/>
            <p:cNvSpPr>
              <a:spLocks noChangeArrowheads="1"/>
            </p:cNvSpPr>
            <p:nvPr userDrawn="1"/>
          </p:nvSpPr>
          <p:spPr bwMode="auto">
            <a:xfrm>
              <a:off x="1663701" y="15335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6" name="Freeform 1346"/>
            <p:cNvSpPr>
              <a:spLocks/>
            </p:cNvSpPr>
            <p:nvPr userDrawn="1"/>
          </p:nvSpPr>
          <p:spPr bwMode="auto">
            <a:xfrm>
              <a:off x="1579563" y="1249362"/>
              <a:ext cx="15875" cy="15875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4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8" y="5"/>
                    <a:pt x="6" y="7"/>
                    <a:pt x="4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7" name="Freeform 1347"/>
            <p:cNvSpPr>
              <a:spLocks/>
            </p:cNvSpPr>
            <p:nvPr userDrawn="1"/>
          </p:nvSpPr>
          <p:spPr bwMode="auto">
            <a:xfrm>
              <a:off x="2257426" y="836612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4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4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8" name="Freeform 1348"/>
            <p:cNvSpPr>
              <a:spLocks/>
            </p:cNvSpPr>
            <p:nvPr userDrawn="1"/>
          </p:nvSpPr>
          <p:spPr bwMode="auto">
            <a:xfrm>
              <a:off x="2146301" y="860425"/>
              <a:ext cx="26988" cy="26988"/>
            </a:xfrm>
            <a:custGeom>
              <a:avLst/>
              <a:gdLst>
                <a:gd name="T0" fmla="*/ 11 w 14"/>
                <a:gd name="T1" fmla="*/ 11 h 14"/>
                <a:gd name="T2" fmla="*/ 3 w 14"/>
                <a:gd name="T3" fmla="*/ 12 h 14"/>
                <a:gd name="T4" fmla="*/ 2 w 14"/>
                <a:gd name="T5" fmla="*/ 3 h 14"/>
                <a:gd name="T6" fmla="*/ 11 w 14"/>
                <a:gd name="T7" fmla="*/ 3 h 14"/>
                <a:gd name="T8" fmla="*/ 11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1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13" y="5"/>
                    <a:pt x="14" y="9"/>
                    <a:pt x="11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9" name="Freeform 1349"/>
            <p:cNvSpPr>
              <a:spLocks/>
            </p:cNvSpPr>
            <p:nvPr userDrawn="1"/>
          </p:nvSpPr>
          <p:spPr bwMode="auto">
            <a:xfrm>
              <a:off x="2206626" y="1066800"/>
              <a:ext cx="26988" cy="26988"/>
            </a:xfrm>
            <a:custGeom>
              <a:avLst/>
              <a:gdLst>
                <a:gd name="T0" fmla="*/ 12 w 14"/>
                <a:gd name="T1" fmla="*/ 11 h 14"/>
                <a:gd name="T2" fmla="*/ 3 w 14"/>
                <a:gd name="T3" fmla="*/ 12 h 14"/>
                <a:gd name="T4" fmla="*/ 2 w 14"/>
                <a:gd name="T5" fmla="*/ 2 h 14"/>
                <a:gd name="T6" fmla="*/ 11 w 14"/>
                <a:gd name="T7" fmla="*/ 2 h 14"/>
                <a:gd name="T8" fmla="*/ 12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2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4" y="9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0" name="Freeform 1350"/>
            <p:cNvSpPr>
              <a:spLocks/>
            </p:cNvSpPr>
            <p:nvPr userDrawn="1"/>
          </p:nvSpPr>
          <p:spPr bwMode="auto">
            <a:xfrm>
              <a:off x="2149476" y="920750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3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3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1" name="Freeform 1351"/>
            <p:cNvSpPr>
              <a:spLocks/>
            </p:cNvSpPr>
            <p:nvPr userDrawn="1"/>
          </p:nvSpPr>
          <p:spPr bwMode="auto">
            <a:xfrm>
              <a:off x="2266951" y="855662"/>
              <a:ext cx="14288" cy="12700"/>
            </a:xfrm>
            <a:custGeom>
              <a:avLst/>
              <a:gdLst>
                <a:gd name="T0" fmla="*/ 6 w 7"/>
                <a:gd name="T1" fmla="*/ 5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1 h 6"/>
                <a:gd name="T8" fmla="*/ 6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5"/>
                  </a:moveTo>
                  <a:cubicBezTo>
                    <a:pt x="4" y="6"/>
                    <a:pt x="3" y="6"/>
                    <a:pt x="2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7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2" name="Freeform 1352"/>
            <p:cNvSpPr>
              <a:spLocks/>
            </p:cNvSpPr>
            <p:nvPr userDrawn="1"/>
          </p:nvSpPr>
          <p:spPr bwMode="auto">
            <a:xfrm>
              <a:off x="1843088" y="360362"/>
              <a:ext cx="11113" cy="12700"/>
            </a:xfrm>
            <a:custGeom>
              <a:avLst/>
              <a:gdLst>
                <a:gd name="T0" fmla="*/ 5 w 6"/>
                <a:gd name="T1" fmla="*/ 5 h 6"/>
                <a:gd name="T2" fmla="*/ 1 w 6"/>
                <a:gd name="T3" fmla="*/ 5 h 6"/>
                <a:gd name="T4" fmla="*/ 1 w 6"/>
                <a:gd name="T5" fmla="*/ 1 h 6"/>
                <a:gd name="T6" fmla="*/ 5 w 6"/>
                <a:gd name="T7" fmla="*/ 1 h 6"/>
                <a:gd name="T8" fmla="*/ 5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3" name="Freeform 1353"/>
            <p:cNvSpPr>
              <a:spLocks/>
            </p:cNvSpPr>
            <p:nvPr userDrawn="1"/>
          </p:nvSpPr>
          <p:spPr bwMode="auto">
            <a:xfrm>
              <a:off x="2184401" y="785812"/>
              <a:ext cx="28575" cy="26988"/>
            </a:xfrm>
            <a:custGeom>
              <a:avLst/>
              <a:gdLst>
                <a:gd name="T0" fmla="*/ 4 w 14"/>
                <a:gd name="T1" fmla="*/ 13 h 14"/>
                <a:gd name="T2" fmla="*/ 2 w 14"/>
                <a:gd name="T3" fmla="*/ 4 h 14"/>
                <a:gd name="T4" fmla="*/ 10 w 14"/>
                <a:gd name="T5" fmla="*/ 2 h 14"/>
                <a:gd name="T6" fmla="*/ 13 w 14"/>
                <a:gd name="T7" fmla="*/ 10 h 14"/>
                <a:gd name="T8" fmla="*/ 4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4" y="13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ubicBezTo>
                    <a:pt x="11" y="13"/>
                    <a:pt x="7" y="14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4" name="Freeform 1354"/>
            <p:cNvSpPr>
              <a:spLocks/>
            </p:cNvSpPr>
            <p:nvPr userDrawn="1"/>
          </p:nvSpPr>
          <p:spPr bwMode="auto">
            <a:xfrm>
              <a:off x="1919288" y="1306512"/>
              <a:ext cx="31750" cy="31750"/>
            </a:xfrm>
            <a:custGeom>
              <a:avLst/>
              <a:gdLst>
                <a:gd name="T0" fmla="*/ 4 w 16"/>
                <a:gd name="T1" fmla="*/ 15 h 16"/>
                <a:gd name="T2" fmla="*/ 2 w 16"/>
                <a:gd name="T3" fmla="*/ 5 h 16"/>
                <a:gd name="T4" fmla="*/ 12 w 16"/>
                <a:gd name="T5" fmla="*/ 2 h 16"/>
                <a:gd name="T6" fmla="*/ 14 w 16"/>
                <a:gd name="T7" fmla="*/ 12 h 16"/>
                <a:gd name="T8" fmla="*/ 4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4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4" y="12"/>
                  </a:cubicBezTo>
                  <a:cubicBezTo>
                    <a:pt x="12" y="15"/>
                    <a:pt x="8" y="16"/>
                    <a:pt x="4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5" name="Freeform 1355"/>
            <p:cNvSpPr>
              <a:spLocks/>
            </p:cNvSpPr>
            <p:nvPr userDrawn="1"/>
          </p:nvSpPr>
          <p:spPr bwMode="auto">
            <a:xfrm>
              <a:off x="2017713" y="1236662"/>
              <a:ext cx="33338" cy="31750"/>
            </a:xfrm>
            <a:custGeom>
              <a:avLst/>
              <a:gdLst>
                <a:gd name="T0" fmla="*/ 5 w 17"/>
                <a:gd name="T1" fmla="*/ 14 h 16"/>
                <a:gd name="T2" fmla="*/ 2 w 17"/>
                <a:gd name="T3" fmla="*/ 4 h 16"/>
                <a:gd name="T4" fmla="*/ 12 w 17"/>
                <a:gd name="T5" fmla="*/ 2 h 16"/>
                <a:gd name="T6" fmla="*/ 15 w 17"/>
                <a:gd name="T7" fmla="*/ 12 h 16"/>
                <a:gd name="T8" fmla="*/ 5 w 1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6"/>
                    <a:pt x="5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6" name="Freeform 1356"/>
            <p:cNvSpPr>
              <a:spLocks/>
            </p:cNvSpPr>
            <p:nvPr userDrawn="1"/>
          </p:nvSpPr>
          <p:spPr bwMode="auto">
            <a:xfrm>
              <a:off x="2058988" y="1147762"/>
              <a:ext cx="33338" cy="33338"/>
            </a:xfrm>
            <a:custGeom>
              <a:avLst/>
              <a:gdLst>
                <a:gd name="T0" fmla="*/ 5 w 17"/>
                <a:gd name="T1" fmla="*/ 15 h 17"/>
                <a:gd name="T2" fmla="*/ 2 w 17"/>
                <a:gd name="T3" fmla="*/ 5 h 17"/>
                <a:gd name="T4" fmla="*/ 12 w 17"/>
                <a:gd name="T5" fmla="*/ 2 h 17"/>
                <a:gd name="T6" fmla="*/ 15 w 17"/>
                <a:gd name="T7" fmla="*/ 12 h 17"/>
                <a:gd name="T8" fmla="*/ 5 w 17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7"/>
                    <a:pt x="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7" name="Freeform 1357"/>
            <p:cNvSpPr>
              <a:spLocks/>
            </p:cNvSpPr>
            <p:nvPr userDrawn="1"/>
          </p:nvSpPr>
          <p:spPr bwMode="auto">
            <a:xfrm>
              <a:off x="2017713" y="1019175"/>
              <a:ext cx="30163" cy="26988"/>
            </a:xfrm>
            <a:custGeom>
              <a:avLst/>
              <a:gdLst>
                <a:gd name="T0" fmla="*/ 4 w 15"/>
                <a:gd name="T1" fmla="*/ 12 h 14"/>
                <a:gd name="T2" fmla="*/ 2 w 15"/>
                <a:gd name="T3" fmla="*/ 4 h 14"/>
                <a:gd name="T4" fmla="*/ 11 w 15"/>
                <a:gd name="T5" fmla="*/ 1 h 14"/>
                <a:gd name="T6" fmla="*/ 13 w 15"/>
                <a:gd name="T7" fmla="*/ 10 h 14"/>
                <a:gd name="T8" fmla="*/ 4 w 15"/>
                <a:gd name="T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4" y="12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4" y="1"/>
                    <a:pt x="8" y="0"/>
                    <a:pt x="11" y="1"/>
                  </a:cubicBezTo>
                  <a:cubicBezTo>
                    <a:pt x="14" y="3"/>
                    <a:pt x="15" y="7"/>
                    <a:pt x="13" y="10"/>
                  </a:cubicBezTo>
                  <a:cubicBezTo>
                    <a:pt x="11" y="13"/>
                    <a:pt x="7" y="14"/>
                    <a:pt x="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8" name="Freeform 1358"/>
            <p:cNvSpPr>
              <a:spLocks/>
            </p:cNvSpPr>
            <p:nvPr userDrawn="1"/>
          </p:nvSpPr>
          <p:spPr bwMode="auto">
            <a:xfrm>
              <a:off x="2392363" y="868362"/>
              <a:ext cx="19050" cy="15875"/>
            </a:xfrm>
            <a:custGeom>
              <a:avLst/>
              <a:gdLst>
                <a:gd name="T0" fmla="*/ 3 w 9"/>
                <a:gd name="T1" fmla="*/ 7 h 8"/>
                <a:gd name="T2" fmla="*/ 1 w 9"/>
                <a:gd name="T3" fmla="*/ 2 h 8"/>
                <a:gd name="T4" fmla="*/ 6 w 9"/>
                <a:gd name="T5" fmla="*/ 1 h 8"/>
                <a:gd name="T6" fmla="*/ 8 w 9"/>
                <a:gd name="T7" fmla="*/ 6 h 8"/>
                <a:gd name="T8" fmla="*/ 3 w 9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3" y="7"/>
                  </a:move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ubicBezTo>
                    <a:pt x="7" y="8"/>
                    <a:pt x="5" y="8"/>
                    <a:pt x="3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9" name="Freeform 1359"/>
            <p:cNvSpPr>
              <a:spLocks/>
            </p:cNvSpPr>
            <p:nvPr userDrawn="1"/>
          </p:nvSpPr>
          <p:spPr bwMode="auto">
            <a:xfrm>
              <a:off x="2330451" y="-149225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4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0" name="Freeform 1360"/>
            <p:cNvSpPr>
              <a:spLocks/>
            </p:cNvSpPr>
            <p:nvPr userDrawn="1"/>
          </p:nvSpPr>
          <p:spPr bwMode="auto">
            <a:xfrm>
              <a:off x="4114801" y="566737"/>
              <a:ext cx="11113" cy="12700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5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1" name="Freeform 1361"/>
            <p:cNvSpPr>
              <a:spLocks/>
            </p:cNvSpPr>
            <p:nvPr userDrawn="1"/>
          </p:nvSpPr>
          <p:spPr bwMode="auto">
            <a:xfrm>
              <a:off x="4116388" y="1346200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2" name="Freeform 1362"/>
            <p:cNvSpPr>
              <a:spLocks/>
            </p:cNvSpPr>
            <p:nvPr userDrawn="1"/>
          </p:nvSpPr>
          <p:spPr bwMode="auto">
            <a:xfrm>
              <a:off x="3748088" y="2036762"/>
              <a:ext cx="28575" cy="28575"/>
            </a:xfrm>
            <a:custGeom>
              <a:avLst/>
              <a:gdLst>
                <a:gd name="T0" fmla="*/ 6 w 14"/>
                <a:gd name="T1" fmla="*/ 14 h 14"/>
                <a:gd name="T2" fmla="*/ 1 w 14"/>
                <a:gd name="T3" fmla="*/ 6 h 14"/>
                <a:gd name="T4" fmla="*/ 9 w 14"/>
                <a:gd name="T5" fmla="*/ 1 h 14"/>
                <a:gd name="T6" fmla="*/ 13 w 14"/>
                <a:gd name="T7" fmla="*/ 9 h 14"/>
                <a:gd name="T8" fmla="*/ 6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6" y="14"/>
                  </a:moveTo>
                  <a:cubicBezTo>
                    <a:pt x="2" y="13"/>
                    <a:pt x="0" y="9"/>
                    <a:pt x="1" y="6"/>
                  </a:cubicBezTo>
                  <a:cubicBezTo>
                    <a:pt x="2" y="2"/>
                    <a:pt x="5" y="0"/>
                    <a:pt x="9" y="1"/>
                  </a:cubicBezTo>
                  <a:cubicBezTo>
                    <a:pt x="12" y="2"/>
                    <a:pt x="14" y="5"/>
                    <a:pt x="13" y="9"/>
                  </a:cubicBezTo>
                  <a:cubicBezTo>
                    <a:pt x="13" y="12"/>
                    <a:pt x="9" y="14"/>
                    <a:pt x="6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374" name="Rectángulo 1373"/>
          <p:cNvSpPr/>
          <p:nvPr userDrawn="1"/>
        </p:nvSpPr>
        <p:spPr>
          <a:xfrm>
            <a:off x="630812" y="2713159"/>
            <a:ext cx="6327064" cy="15942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1000">
                <a:srgbClr val="FFFFFF">
                  <a:alpha val="90000"/>
                </a:srgbClr>
              </a:gs>
              <a:gs pos="31000">
                <a:srgbClr val="FFFFFF">
                  <a:alpha val="54000"/>
                </a:srgbClr>
              </a:gs>
              <a:gs pos="89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-283719" y="1741504"/>
            <a:ext cx="22342151" cy="3465669"/>
          </a:xfrm>
          <a:custGeom>
            <a:avLst/>
            <a:gdLst>
              <a:gd name="T0" fmla="*/ 4054 w 4349"/>
              <a:gd name="T1" fmla="*/ 671 h 672"/>
              <a:gd name="T2" fmla="*/ 4054 w 4349"/>
              <a:gd name="T3" fmla="*/ 458 h 672"/>
              <a:gd name="T4" fmla="*/ 3721 w 4349"/>
              <a:gd name="T5" fmla="*/ 654 h 672"/>
              <a:gd name="T6" fmla="*/ 2886 w 4349"/>
              <a:gd name="T7" fmla="*/ 573 h 672"/>
              <a:gd name="T8" fmla="*/ 2903 w 4349"/>
              <a:gd name="T9" fmla="*/ 624 h 672"/>
              <a:gd name="T10" fmla="*/ 3374 w 4349"/>
              <a:gd name="T11" fmla="*/ 431 h 672"/>
              <a:gd name="T12" fmla="*/ 359 w 4349"/>
              <a:gd name="T13" fmla="*/ 461 h 672"/>
              <a:gd name="T14" fmla="*/ 2380 w 4349"/>
              <a:gd name="T15" fmla="*/ 423 h 672"/>
              <a:gd name="T16" fmla="*/ 231 w 4349"/>
              <a:gd name="T17" fmla="*/ 561 h 672"/>
              <a:gd name="T18" fmla="*/ 346 w 4349"/>
              <a:gd name="T19" fmla="*/ 390 h 672"/>
              <a:gd name="T20" fmla="*/ 528 w 4349"/>
              <a:gd name="T21" fmla="*/ 613 h 672"/>
              <a:gd name="T22" fmla="*/ 685 w 4349"/>
              <a:gd name="T23" fmla="*/ 445 h 672"/>
              <a:gd name="T24" fmla="*/ 734 w 4349"/>
              <a:gd name="T25" fmla="*/ 617 h 672"/>
              <a:gd name="T26" fmla="*/ 808 w 4349"/>
              <a:gd name="T27" fmla="*/ 629 h 672"/>
              <a:gd name="T28" fmla="*/ 833 w 4349"/>
              <a:gd name="T29" fmla="*/ 415 h 672"/>
              <a:gd name="T30" fmla="*/ 894 w 4349"/>
              <a:gd name="T31" fmla="*/ 257 h 672"/>
              <a:gd name="T32" fmla="*/ 841 w 4349"/>
              <a:gd name="T33" fmla="*/ 600 h 672"/>
              <a:gd name="T34" fmla="*/ 1121 w 4349"/>
              <a:gd name="T35" fmla="*/ 442 h 672"/>
              <a:gd name="T36" fmla="*/ 1157 w 4349"/>
              <a:gd name="T37" fmla="*/ 568 h 672"/>
              <a:gd name="T38" fmla="*/ 1339 w 4349"/>
              <a:gd name="T39" fmla="*/ 442 h 672"/>
              <a:gd name="T40" fmla="*/ 1524 w 4349"/>
              <a:gd name="T41" fmla="*/ 630 h 672"/>
              <a:gd name="T42" fmla="*/ 1706 w 4349"/>
              <a:gd name="T43" fmla="*/ 499 h 672"/>
              <a:gd name="T44" fmla="*/ 1909 w 4349"/>
              <a:gd name="T45" fmla="*/ 591 h 672"/>
              <a:gd name="T46" fmla="*/ 2072 w 4349"/>
              <a:gd name="T47" fmla="*/ 454 h 672"/>
              <a:gd name="T48" fmla="*/ 2316 w 4349"/>
              <a:gd name="T49" fmla="*/ 401 h 672"/>
              <a:gd name="T50" fmla="*/ 2488 w 4349"/>
              <a:gd name="T51" fmla="*/ 493 h 672"/>
              <a:gd name="T52" fmla="*/ 2494 w 4349"/>
              <a:gd name="T53" fmla="*/ 415 h 672"/>
              <a:gd name="T54" fmla="*/ 2620 w 4349"/>
              <a:gd name="T55" fmla="*/ 564 h 672"/>
              <a:gd name="T56" fmla="*/ 2901 w 4349"/>
              <a:gd name="T57" fmla="*/ 539 h 672"/>
              <a:gd name="T58" fmla="*/ 2960 w 4349"/>
              <a:gd name="T59" fmla="*/ 440 h 672"/>
              <a:gd name="T60" fmla="*/ 3098 w 4349"/>
              <a:gd name="T61" fmla="*/ 561 h 672"/>
              <a:gd name="T62" fmla="*/ 3227 w 4349"/>
              <a:gd name="T63" fmla="*/ 431 h 672"/>
              <a:gd name="T64" fmla="*/ 3037 w 4349"/>
              <a:gd name="T65" fmla="*/ 407 h 672"/>
              <a:gd name="T66" fmla="*/ 3311 w 4349"/>
              <a:gd name="T67" fmla="*/ 513 h 672"/>
              <a:gd name="T68" fmla="*/ 3687 w 4349"/>
              <a:gd name="T69" fmla="*/ 671 h 672"/>
              <a:gd name="T70" fmla="*/ 3577 w 4349"/>
              <a:gd name="T71" fmla="*/ 28 h 672"/>
              <a:gd name="T72" fmla="*/ 3717 w 4349"/>
              <a:gd name="T73" fmla="*/ 368 h 672"/>
              <a:gd name="T74" fmla="*/ 3830 w 4349"/>
              <a:gd name="T75" fmla="*/ 298 h 672"/>
              <a:gd name="T76" fmla="*/ 4105 w 4349"/>
              <a:gd name="T77" fmla="*/ 491 h 672"/>
              <a:gd name="T78" fmla="*/ 527 w 4349"/>
              <a:gd name="T79" fmla="*/ 454 h 672"/>
              <a:gd name="T80" fmla="*/ 700 w 4349"/>
              <a:gd name="T81" fmla="*/ 672 h 672"/>
              <a:gd name="T82" fmla="*/ 1347 w 4349"/>
              <a:gd name="T83" fmla="*/ 408 h 672"/>
              <a:gd name="T84" fmla="*/ 3859 w 4349"/>
              <a:gd name="T85" fmla="*/ 648 h 672"/>
              <a:gd name="T86" fmla="*/ 1594 w 4349"/>
              <a:gd name="T87" fmla="*/ 412 h 672"/>
              <a:gd name="T88" fmla="*/ 2033 w 4349"/>
              <a:gd name="T89" fmla="*/ 433 h 672"/>
              <a:gd name="T90" fmla="*/ 2724 w 4349"/>
              <a:gd name="T91" fmla="*/ 345 h 672"/>
              <a:gd name="T92" fmla="*/ 3392 w 4349"/>
              <a:gd name="T93" fmla="*/ 331 h 672"/>
              <a:gd name="T94" fmla="*/ 2269 w 4349"/>
              <a:gd name="T95" fmla="*/ 345 h 672"/>
              <a:gd name="T96" fmla="*/ 2322 w 4349"/>
              <a:gd name="T97" fmla="*/ 376 h 672"/>
              <a:gd name="T98" fmla="*/ 4000 w 4349"/>
              <a:gd name="T99" fmla="*/ 574 h 672"/>
              <a:gd name="T100" fmla="*/ 4079 w 4349"/>
              <a:gd name="T101" fmla="*/ 665 h 672"/>
              <a:gd name="T102" fmla="*/ 3686 w 4349"/>
              <a:gd name="T103" fmla="*/ 665 h 672"/>
              <a:gd name="T104" fmla="*/ 3718 w 4349"/>
              <a:gd name="T105" fmla="*/ 488 h 672"/>
              <a:gd name="T106" fmla="*/ 3862 w 4349"/>
              <a:gd name="T107" fmla="*/ 439 h 672"/>
              <a:gd name="T108" fmla="*/ 3545 w 4349"/>
              <a:gd name="T109" fmla="*/ 100 h 672"/>
              <a:gd name="T110" fmla="*/ 3394 w 4349"/>
              <a:gd name="T111" fmla="*/ 418 h 672"/>
              <a:gd name="T112" fmla="*/ 3573 w 4349"/>
              <a:gd name="T113" fmla="*/ 506 h 672"/>
              <a:gd name="T114" fmla="*/ 3612 w 4349"/>
              <a:gd name="T115" fmla="*/ 596 h 672"/>
              <a:gd name="T116" fmla="*/ 3087 w 4349"/>
              <a:gd name="T117" fmla="*/ 378 h 672"/>
              <a:gd name="T118" fmla="*/ 2902 w 4349"/>
              <a:gd name="T119" fmla="*/ 459 h 672"/>
              <a:gd name="T120" fmla="*/ 2436 w 4349"/>
              <a:gd name="T121" fmla="*/ 578 h 672"/>
              <a:gd name="T122" fmla="*/ 2539 w 4349"/>
              <a:gd name="T123" fmla="*/ 575 h 672"/>
              <a:gd name="T124" fmla="*/ 990 w 4349"/>
              <a:gd name="T125" fmla="*/ 603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349" h="672">
                <a:moveTo>
                  <a:pt x="4144" y="559"/>
                </a:moveTo>
                <a:cubicBezTo>
                  <a:pt x="4157" y="559"/>
                  <a:pt x="4157" y="559"/>
                  <a:pt x="4157" y="559"/>
                </a:cubicBezTo>
                <a:cubicBezTo>
                  <a:pt x="4157" y="561"/>
                  <a:pt x="4157" y="561"/>
                  <a:pt x="4157" y="561"/>
                </a:cubicBezTo>
                <a:cubicBezTo>
                  <a:pt x="4144" y="561"/>
                  <a:pt x="4144" y="561"/>
                  <a:pt x="4144" y="561"/>
                </a:cubicBezTo>
                <a:lnTo>
                  <a:pt x="4144" y="559"/>
                </a:lnTo>
                <a:close/>
                <a:moveTo>
                  <a:pt x="4144" y="565"/>
                </a:moveTo>
                <a:cubicBezTo>
                  <a:pt x="4157" y="565"/>
                  <a:pt x="4157" y="565"/>
                  <a:pt x="4157" y="565"/>
                </a:cubicBezTo>
                <a:cubicBezTo>
                  <a:pt x="4157" y="563"/>
                  <a:pt x="4157" y="563"/>
                  <a:pt x="4157" y="563"/>
                </a:cubicBezTo>
                <a:cubicBezTo>
                  <a:pt x="4144" y="563"/>
                  <a:pt x="4144" y="563"/>
                  <a:pt x="4144" y="563"/>
                </a:cubicBezTo>
                <a:lnTo>
                  <a:pt x="4144" y="565"/>
                </a:lnTo>
                <a:close/>
                <a:moveTo>
                  <a:pt x="4144" y="570"/>
                </a:moveTo>
                <a:cubicBezTo>
                  <a:pt x="4157" y="570"/>
                  <a:pt x="4157" y="570"/>
                  <a:pt x="4157" y="570"/>
                </a:cubicBezTo>
                <a:cubicBezTo>
                  <a:pt x="4157" y="568"/>
                  <a:pt x="4157" y="568"/>
                  <a:pt x="4157" y="568"/>
                </a:cubicBezTo>
                <a:cubicBezTo>
                  <a:pt x="4144" y="568"/>
                  <a:pt x="4144" y="568"/>
                  <a:pt x="4144" y="568"/>
                </a:cubicBezTo>
                <a:lnTo>
                  <a:pt x="4144" y="570"/>
                </a:lnTo>
                <a:close/>
                <a:moveTo>
                  <a:pt x="4144" y="575"/>
                </a:moveTo>
                <a:cubicBezTo>
                  <a:pt x="4157" y="575"/>
                  <a:pt x="4157" y="575"/>
                  <a:pt x="4157" y="575"/>
                </a:cubicBezTo>
                <a:cubicBezTo>
                  <a:pt x="4157" y="573"/>
                  <a:pt x="4157" y="573"/>
                  <a:pt x="4157" y="573"/>
                </a:cubicBezTo>
                <a:cubicBezTo>
                  <a:pt x="4144" y="573"/>
                  <a:pt x="4144" y="573"/>
                  <a:pt x="4144" y="573"/>
                </a:cubicBezTo>
                <a:lnTo>
                  <a:pt x="4144" y="575"/>
                </a:lnTo>
                <a:close/>
                <a:moveTo>
                  <a:pt x="4144" y="579"/>
                </a:moveTo>
                <a:cubicBezTo>
                  <a:pt x="4157" y="579"/>
                  <a:pt x="4157" y="579"/>
                  <a:pt x="4157" y="579"/>
                </a:cubicBezTo>
                <a:cubicBezTo>
                  <a:pt x="4157" y="577"/>
                  <a:pt x="4157" y="577"/>
                  <a:pt x="4157" y="577"/>
                </a:cubicBezTo>
                <a:cubicBezTo>
                  <a:pt x="4144" y="577"/>
                  <a:pt x="4144" y="577"/>
                  <a:pt x="4144" y="577"/>
                </a:cubicBezTo>
                <a:lnTo>
                  <a:pt x="4144" y="579"/>
                </a:lnTo>
                <a:close/>
                <a:moveTo>
                  <a:pt x="4144" y="584"/>
                </a:moveTo>
                <a:cubicBezTo>
                  <a:pt x="4157" y="584"/>
                  <a:pt x="4157" y="584"/>
                  <a:pt x="4157" y="584"/>
                </a:cubicBezTo>
                <a:cubicBezTo>
                  <a:pt x="4157" y="582"/>
                  <a:pt x="4157" y="582"/>
                  <a:pt x="4157" y="582"/>
                </a:cubicBezTo>
                <a:cubicBezTo>
                  <a:pt x="4144" y="582"/>
                  <a:pt x="4144" y="582"/>
                  <a:pt x="4144" y="582"/>
                </a:cubicBezTo>
                <a:lnTo>
                  <a:pt x="4144" y="584"/>
                </a:lnTo>
                <a:close/>
                <a:moveTo>
                  <a:pt x="4144" y="589"/>
                </a:moveTo>
                <a:cubicBezTo>
                  <a:pt x="4157" y="589"/>
                  <a:pt x="4157" y="589"/>
                  <a:pt x="4157" y="589"/>
                </a:cubicBezTo>
                <a:cubicBezTo>
                  <a:pt x="4157" y="586"/>
                  <a:pt x="4157" y="586"/>
                  <a:pt x="4157" y="586"/>
                </a:cubicBezTo>
                <a:cubicBezTo>
                  <a:pt x="4144" y="586"/>
                  <a:pt x="4144" y="586"/>
                  <a:pt x="4144" y="586"/>
                </a:cubicBezTo>
                <a:lnTo>
                  <a:pt x="4144" y="589"/>
                </a:lnTo>
                <a:close/>
                <a:moveTo>
                  <a:pt x="4144" y="593"/>
                </a:moveTo>
                <a:cubicBezTo>
                  <a:pt x="4157" y="593"/>
                  <a:pt x="4157" y="593"/>
                  <a:pt x="4157" y="593"/>
                </a:cubicBezTo>
                <a:cubicBezTo>
                  <a:pt x="4157" y="591"/>
                  <a:pt x="4157" y="591"/>
                  <a:pt x="4157" y="591"/>
                </a:cubicBezTo>
                <a:cubicBezTo>
                  <a:pt x="4144" y="591"/>
                  <a:pt x="4144" y="591"/>
                  <a:pt x="4144" y="591"/>
                </a:cubicBezTo>
                <a:lnTo>
                  <a:pt x="4144" y="593"/>
                </a:lnTo>
                <a:close/>
                <a:moveTo>
                  <a:pt x="4144" y="598"/>
                </a:moveTo>
                <a:cubicBezTo>
                  <a:pt x="4157" y="598"/>
                  <a:pt x="4157" y="598"/>
                  <a:pt x="4157" y="598"/>
                </a:cubicBezTo>
                <a:cubicBezTo>
                  <a:pt x="4157" y="596"/>
                  <a:pt x="4157" y="596"/>
                  <a:pt x="4157" y="596"/>
                </a:cubicBezTo>
                <a:cubicBezTo>
                  <a:pt x="4144" y="596"/>
                  <a:pt x="4144" y="596"/>
                  <a:pt x="4144" y="596"/>
                </a:cubicBezTo>
                <a:lnTo>
                  <a:pt x="4144" y="598"/>
                </a:lnTo>
                <a:close/>
                <a:moveTo>
                  <a:pt x="4144" y="603"/>
                </a:moveTo>
                <a:cubicBezTo>
                  <a:pt x="4157" y="603"/>
                  <a:pt x="4157" y="603"/>
                  <a:pt x="4157" y="603"/>
                </a:cubicBezTo>
                <a:cubicBezTo>
                  <a:pt x="4157" y="600"/>
                  <a:pt x="4157" y="600"/>
                  <a:pt x="4157" y="600"/>
                </a:cubicBezTo>
                <a:cubicBezTo>
                  <a:pt x="4144" y="600"/>
                  <a:pt x="4144" y="600"/>
                  <a:pt x="4144" y="600"/>
                </a:cubicBezTo>
                <a:lnTo>
                  <a:pt x="4144" y="603"/>
                </a:lnTo>
                <a:close/>
                <a:moveTo>
                  <a:pt x="4144" y="608"/>
                </a:moveTo>
                <a:cubicBezTo>
                  <a:pt x="4157" y="608"/>
                  <a:pt x="4157" y="608"/>
                  <a:pt x="4157" y="608"/>
                </a:cubicBezTo>
                <a:cubicBezTo>
                  <a:pt x="4157" y="606"/>
                  <a:pt x="4157" y="606"/>
                  <a:pt x="4157" y="606"/>
                </a:cubicBezTo>
                <a:cubicBezTo>
                  <a:pt x="4144" y="606"/>
                  <a:pt x="4144" y="606"/>
                  <a:pt x="4144" y="606"/>
                </a:cubicBezTo>
                <a:lnTo>
                  <a:pt x="4144" y="608"/>
                </a:lnTo>
                <a:close/>
                <a:moveTo>
                  <a:pt x="4144" y="613"/>
                </a:moveTo>
                <a:cubicBezTo>
                  <a:pt x="4157" y="613"/>
                  <a:pt x="4157" y="613"/>
                  <a:pt x="4157" y="613"/>
                </a:cubicBezTo>
                <a:cubicBezTo>
                  <a:pt x="4157" y="610"/>
                  <a:pt x="4157" y="610"/>
                  <a:pt x="4157" y="610"/>
                </a:cubicBezTo>
                <a:cubicBezTo>
                  <a:pt x="4144" y="610"/>
                  <a:pt x="4144" y="610"/>
                  <a:pt x="4144" y="610"/>
                </a:cubicBezTo>
                <a:lnTo>
                  <a:pt x="4144" y="613"/>
                </a:lnTo>
                <a:close/>
                <a:moveTo>
                  <a:pt x="4144" y="617"/>
                </a:moveTo>
                <a:cubicBezTo>
                  <a:pt x="4157" y="617"/>
                  <a:pt x="4157" y="617"/>
                  <a:pt x="4157" y="617"/>
                </a:cubicBezTo>
                <a:cubicBezTo>
                  <a:pt x="4157" y="615"/>
                  <a:pt x="4157" y="615"/>
                  <a:pt x="4157" y="615"/>
                </a:cubicBezTo>
                <a:cubicBezTo>
                  <a:pt x="4144" y="615"/>
                  <a:pt x="4144" y="615"/>
                  <a:pt x="4144" y="615"/>
                </a:cubicBezTo>
                <a:lnTo>
                  <a:pt x="4144" y="617"/>
                </a:lnTo>
                <a:close/>
                <a:moveTo>
                  <a:pt x="4144" y="622"/>
                </a:moveTo>
                <a:cubicBezTo>
                  <a:pt x="4157" y="622"/>
                  <a:pt x="4157" y="622"/>
                  <a:pt x="4157" y="622"/>
                </a:cubicBezTo>
                <a:cubicBezTo>
                  <a:pt x="4157" y="620"/>
                  <a:pt x="4157" y="620"/>
                  <a:pt x="4157" y="620"/>
                </a:cubicBezTo>
                <a:cubicBezTo>
                  <a:pt x="4144" y="620"/>
                  <a:pt x="4144" y="620"/>
                  <a:pt x="4144" y="620"/>
                </a:cubicBezTo>
                <a:lnTo>
                  <a:pt x="4144" y="622"/>
                </a:lnTo>
                <a:close/>
                <a:moveTo>
                  <a:pt x="4144" y="627"/>
                </a:moveTo>
                <a:cubicBezTo>
                  <a:pt x="4157" y="627"/>
                  <a:pt x="4157" y="627"/>
                  <a:pt x="4157" y="627"/>
                </a:cubicBezTo>
                <a:cubicBezTo>
                  <a:pt x="4157" y="624"/>
                  <a:pt x="4157" y="624"/>
                  <a:pt x="4157" y="624"/>
                </a:cubicBezTo>
                <a:cubicBezTo>
                  <a:pt x="4144" y="624"/>
                  <a:pt x="4144" y="624"/>
                  <a:pt x="4144" y="624"/>
                </a:cubicBezTo>
                <a:lnTo>
                  <a:pt x="4144" y="627"/>
                </a:lnTo>
                <a:close/>
                <a:moveTo>
                  <a:pt x="4144" y="631"/>
                </a:moveTo>
                <a:cubicBezTo>
                  <a:pt x="4157" y="631"/>
                  <a:pt x="4157" y="631"/>
                  <a:pt x="4157" y="631"/>
                </a:cubicBezTo>
                <a:cubicBezTo>
                  <a:pt x="4157" y="629"/>
                  <a:pt x="4157" y="629"/>
                  <a:pt x="4157" y="629"/>
                </a:cubicBezTo>
                <a:cubicBezTo>
                  <a:pt x="4144" y="629"/>
                  <a:pt x="4144" y="629"/>
                  <a:pt x="4144" y="629"/>
                </a:cubicBezTo>
                <a:lnTo>
                  <a:pt x="4144" y="631"/>
                </a:lnTo>
                <a:close/>
                <a:moveTo>
                  <a:pt x="4144" y="636"/>
                </a:moveTo>
                <a:cubicBezTo>
                  <a:pt x="4157" y="636"/>
                  <a:pt x="4157" y="636"/>
                  <a:pt x="4157" y="636"/>
                </a:cubicBezTo>
                <a:cubicBezTo>
                  <a:pt x="4157" y="634"/>
                  <a:pt x="4157" y="634"/>
                  <a:pt x="4157" y="634"/>
                </a:cubicBezTo>
                <a:cubicBezTo>
                  <a:pt x="4144" y="634"/>
                  <a:pt x="4144" y="634"/>
                  <a:pt x="4144" y="634"/>
                </a:cubicBezTo>
                <a:lnTo>
                  <a:pt x="4144" y="636"/>
                </a:lnTo>
                <a:close/>
                <a:moveTo>
                  <a:pt x="4144" y="640"/>
                </a:moveTo>
                <a:cubicBezTo>
                  <a:pt x="4157" y="640"/>
                  <a:pt x="4157" y="640"/>
                  <a:pt x="4157" y="640"/>
                </a:cubicBezTo>
                <a:cubicBezTo>
                  <a:pt x="4157" y="638"/>
                  <a:pt x="4157" y="638"/>
                  <a:pt x="4157" y="638"/>
                </a:cubicBezTo>
                <a:cubicBezTo>
                  <a:pt x="4144" y="638"/>
                  <a:pt x="4144" y="638"/>
                  <a:pt x="4144" y="638"/>
                </a:cubicBezTo>
                <a:lnTo>
                  <a:pt x="4144" y="640"/>
                </a:lnTo>
                <a:close/>
                <a:moveTo>
                  <a:pt x="4144" y="645"/>
                </a:moveTo>
                <a:cubicBezTo>
                  <a:pt x="4157" y="645"/>
                  <a:pt x="4157" y="645"/>
                  <a:pt x="4157" y="645"/>
                </a:cubicBezTo>
                <a:cubicBezTo>
                  <a:pt x="4157" y="643"/>
                  <a:pt x="4157" y="643"/>
                  <a:pt x="4157" y="643"/>
                </a:cubicBezTo>
                <a:cubicBezTo>
                  <a:pt x="4144" y="643"/>
                  <a:pt x="4144" y="643"/>
                  <a:pt x="4144" y="643"/>
                </a:cubicBezTo>
                <a:lnTo>
                  <a:pt x="4144" y="645"/>
                </a:lnTo>
                <a:close/>
                <a:moveTo>
                  <a:pt x="4144" y="650"/>
                </a:moveTo>
                <a:cubicBezTo>
                  <a:pt x="4157" y="650"/>
                  <a:pt x="4157" y="650"/>
                  <a:pt x="4157" y="650"/>
                </a:cubicBezTo>
                <a:cubicBezTo>
                  <a:pt x="4157" y="648"/>
                  <a:pt x="4157" y="648"/>
                  <a:pt x="4157" y="648"/>
                </a:cubicBezTo>
                <a:cubicBezTo>
                  <a:pt x="4144" y="648"/>
                  <a:pt x="4144" y="648"/>
                  <a:pt x="4144" y="648"/>
                </a:cubicBezTo>
                <a:lnTo>
                  <a:pt x="4144" y="650"/>
                </a:lnTo>
                <a:close/>
                <a:moveTo>
                  <a:pt x="4022" y="671"/>
                </a:moveTo>
                <a:cubicBezTo>
                  <a:pt x="4024" y="671"/>
                  <a:pt x="4024" y="671"/>
                  <a:pt x="4024" y="671"/>
                </a:cubicBezTo>
                <a:cubicBezTo>
                  <a:pt x="4024" y="666"/>
                  <a:pt x="4024" y="666"/>
                  <a:pt x="4024" y="666"/>
                </a:cubicBezTo>
                <a:cubicBezTo>
                  <a:pt x="4022" y="666"/>
                  <a:pt x="4022" y="666"/>
                  <a:pt x="4022" y="666"/>
                </a:cubicBezTo>
                <a:lnTo>
                  <a:pt x="4022" y="671"/>
                </a:lnTo>
                <a:close/>
                <a:moveTo>
                  <a:pt x="4028" y="671"/>
                </a:moveTo>
                <a:cubicBezTo>
                  <a:pt x="4031" y="671"/>
                  <a:pt x="4031" y="671"/>
                  <a:pt x="4031" y="671"/>
                </a:cubicBezTo>
                <a:cubicBezTo>
                  <a:pt x="4031" y="666"/>
                  <a:pt x="4031" y="666"/>
                  <a:pt x="4031" y="666"/>
                </a:cubicBezTo>
                <a:cubicBezTo>
                  <a:pt x="4028" y="666"/>
                  <a:pt x="4028" y="666"/>
                  <a:pt x="4028" y="666"/>
                </a:cubicBezTo>
                <a:lnTo>
                  <a:pt x="4028" y="671"/>
                </a:lnTo>
                <a:close/>
                <a:moveTo>
                  <a:pt x="4035" y="671"/>
                </a:moveTo>
                <a:cubicBezTo>
                  <a:pt x="4037" y="671"/>
                  <a:pt x="4037" y="671"/>
                  <a:pt x="4037" y="671"/>
                </a:cubicBezTo>
                <a:cubicBezTo>
                  <a:pt x="4037" y="666"/>
                  <a:pt x="4037" y="666"/>
                  <a:pt x="4037" y="666"/>
                </a:cubicBezTo>
                <a:cubicBezTo>
                  <a:pt x="4035" y="666"/>
                  <a:pt x="4035" y="666"/>
                  <a:pt x="4035" y="666"/>
                </a:cubicBezTo>
                <a:lnTo>
                  <a:pt x="4035" y="671"/>
                </a:lnTo>
                <a:close/>
                <a:moveTo>
                  <a:pt x="4041" y="671"/>
                </a:moveTo>
                <a:cubicBezTo>
                  <a:pt x="4043" y="671"/>
                  <a:pt x="4043" y="671"/>
                  <a:pt x="4043" y="671"/>
                </a:cubicBezTo>
                <a:cubicBezTo>
                  <a:pt x="4043" y="666"/>
                  <a:pt x="4043" y="666"/>
                  <a:pt x="4043" y="666"/>
                </a:cubicBezTo>
                <a:cubicBezTo>
                  <a:pt x="4041" y="666"/>
                  <a:pt x="4041" y="666"/>
                  <a:pt x="4041" y="666"/>
                </a:cubicBezTo>
                <a:lnTo>
                  <a:pt x="4041" y="671"/>
                </a:lnTo>
                <a:close/>
                <a:moveTo>
                  <a:pt x="4047" y="671"/>
                </a:moveTo>
                <a:cubicBezTo>
                  <a:pt x="4050" y="671"/>
                  <a:pt x="4050" y="671"/>
                  <a:pt x="4050" y="671"/>
                </a:cubicBezTo>
                <a:cubicBezTo>
                  <a:pt x="4050" y="666"/>
                  <a:pt x="4050" y="666"/>
                  <a:pt x="4050" y="666"/>
                </a:cubicBezTo>
                <a:cubicBezTo>
                  <a:pt x="4047" y="666"/>
                  <a:pt x="4047" y="666"/>
                  <a:pt x="4047" y="666"/>
                </a:cubicBezTo>
                <a:lnTo>
                  <a:pt x="4047" y="671"/>
                </a:lnTo>
                <a:close/>
                <a:moveTo>
                  <a:pt x="4054" y="671"/>
                </a:moveTo>
                <a:cubicBezTo>
                  <a:pt x="4056" y="671"/>
                  <a:pt x="4056" y="671"/>
                  <a:pt x="4056" y="671"/>
                </a:cubicBezTo>
                <a:cubicBezTo>
                  <a:pt x="4056" y="666"/>
                  <a:pt x="4056" y="666"/>
                  <a:pt x="4056" y="666"/>
                </a:cubicBezTo>
                <a:cubicBezTo>
                  <a:pt x="4054" y="666"/>
                  <a:pt x="4054" y="666"/>
                  <a:pt x="4054" y="666"/>
                </a:cubicBezTo>
                <a:lnTo>
                  <a:pt x="4054" y="671"/>
                </a:lnTo>
                <a:close/>
                <a:moveTo>
                  <a:pt x="4060" y="671"/>
                </a:moveTo>
                <a:cubicBezTo>
                  <a:pt x="4062" y="671"/>
                  <a:pt x="4062" y="671"/>
                  <a:pt x="4062" y="671"/>
                </a:cubicBezTo>
                <a:cubicBezTo>
                  <a:pt x="4062" y="666"/>
                  <a:pt x="4062" y="666"/>
                  <a:pt x="4062" y="666"/>
                </a:cubicBezTo>
                <a:cubicBezTo>
                  <a:pt x="4060" y="666"/>
                  <a:pt x="4060" y="666"/>
                  <a:pt x="4060" y="666"/>
                </a:cubicBezTo>
                <a:lnTo>
                  <a:pt x="4060" y="671"/>
                </a:lnTo>
                <a:close/>
                <a:moveTo>
                  <a:pt x="4066" y="671"/>
                </a:moveTo>
                <a:cubicBezTo>
                  <a:pt x="4069" y="671"/>
                  <a:pt x="4069" y="671"/>
                  <a:pt x="4069" y="671"/>
                </a:cubicBezTo>
                <a:cubicBezTo>
                  <a:pt x="4069" y="666"/>
                  <a:pt x="4069" y="666"/>
                  <a:pt x="4069" y="666"/>
                </a:cubicBezTo>
                <a:cubicBezTo>
                  <a:pt x="4066" y="666"/>
                  <a:pt x="4066" y="666"/>
                  <a:pt x="4066" y="666"/>
                </a:cubicBezTo>
                <a:lnTo>
                  <a:pt x="4066" y="671"/>
                </a:lnTo>
                <a:close/>
                <a:moveTo>
                  <a:pt x="3967" y="671"/>
                </a:moveTo>
                <a:cubicBezTo>
                  <a:pt x="3969" y="671"/>
                  <a:pt x="3969" y="671"/>
                  <a:pt x="3969" y="671"/>
                </a:cubicBezTo>
                <a:cubicBezTo>
                  <a:pt x="3969" y="666"/>
                  <a:pt x="3969" y="666"/>
                  <a:pt x="3969" y="666"/>
                </a:cubicBezTo>
                <a:cubicBezTo>
                  <a:pt x="3967" y="666"/>
                  <a:pt x="3967" y="666"/>
                  <a:pt x="3967" y="666"/>
                </a:cubicBezTo>
                <a:lnTo>
                  <a:pt x="3967" y="671"/>
                </a:lnTo>
                <a:close/>
                <a:moveTo>
                  <a:pt x="3973" y="671"/>
                </a:moveTo>
                <a:cubicBezTo>
                  <a:pt x="3975" y="671"/>
                  <a:pt x="3975" y="671"/>
                  <a:pt x="3975" y="671"/>
                </a:cubicBezTo>
                <a:cubicBezTo>
                  <a:pt x="3975" y="666"/>
                  <a:pt x="3975" y="666"/>
                  <a:pt x="3975" y="666"/>
                </a:cubicBezTo>
                <a:cubicBezTo>
                  <a:pt x="3973" y="666"/>
                  <a:pt x="3973" y="666"/>
                  <a:pt x="3973" y="666"/>
                </a:cubicBezTo>
                <a:lnTo>
                  <a:pt x="3973" y="671"/>
                </a:lnTo>
                <a:close/>
                <a:moveTo>
                  <a:pt x="3979" y="671"/>
                </a:moveTo>
                <a:cubicBezTo>
                  <a:pt x="3981" y="671"/>
                  <a:pt x="3981" y="671"/>
                  <a:pt x="3981" y="671"/>
                </a:cubicBezTo>
                <a:cubicBezTo>
                  <a:pt x="3981" y="666"/>
                  <a:pt x="3981" y="666"/>
                  <a:pt x="3981" y="666"/>
                </a:cubicBezTo>
                <a:cubicBezTo>
                  <a:pt x="3979" y="666"/>
                  <a:pt x="3979" y="666"/>
                  <a:pt x="3979" y="666"/>
                </a:cubicBezTo>
                <a:lnTo>
                  <a:pt x="3979" y="671"/>
                </a:lnTo>
                <a:close/>
                <a:moveTo>
                  <a:pt x="3986" y="671"/>
                </a:moveTo>
                <a:cubicBezTo>
                  <a:pt x="3988" y="671"/>
                  <a:pt x="3988" y="671"/>
                  <a:pt x="3988" y="671"/>
                </a:cubicBezTo>
                <a:cubicBezTo>
                  <a:pt x="3988" y="666"/>
                  <a:pt x="3988" y="666"/>
                  <a:pt x="3988" y="666"/>
                </a:cubicBezTo>
                <a:cubicBezTo>
                  <a:pt x="3986" y="666"/>
                  <a:pt x="3986" y="666"/>
                  <a:pt x="3986" y="666"/>
                </a:cubicBezTo>
                <a:lnTo>
                  <a:pt x="3986" y="671"/>
                </a:lnTo>
                <a:close/>
                <a:moveTo>
                  <a:pt x="3992" y="671"/>
                </a:moveTo>
                <a:cubicBezTo>
                  <a:pt x="3994" y="671"/>
                  <a:pt x="3994" y="671"/>
                  <a:pt x="3994" y="671"/>
                </a:cubicBezTo>
                <a:cubicBezTo>
                  <a:pt x="3994" y="666"/>
                  <a:pt x="3994" y="666"/>
                  <a:pt x="3994" y="666"/>
                </a:cubicBezTo>
                <a:cubicBezTo>
                  <a:pt x="3992" y="666"/>
                  <a:pt x="3992" y="666"/>
                  <a:pt x="3992" y="666"/>
                </a:cubicBezTo>
                <a:lnTo>
                  <a:pt x="3992" y="671"/>
                </a:lnTo>
                <a:close/>
                <a:moveTo>
                  <a:pt x="3998" y="671"/>
                </a:moveTo>
                <a:cubicBezTo>
                  <a:pt x="4000" y="671"/>
                  <a:pt x="4000" y="671"/>
                  <a:pt x="4000" y="671"/>
                </a:cubicBezTo>
                <a:cubicBezTo>
                  <a:pt x="4000" y="666"/>
                  <a:pt x="4000" y="666"/>
                  <a:pt x="4000" y="666"/>
                </a:cubicBezTo>
                <a:cubicBezTo>
                  <a:pt x="3998" y="666"/>
                  <a:pt x="3998" y="666"/>
                  <a:pt x="3998" y="666"/>
                </a:cubicBezTo>
                <a:lnTo>
                  <a:pt x="3998" y="671"/>
                </a:lnTo>
                <a:close/>
                <a:moveTo>
                  <a:pt x="4005" y="671"/>
                </a:moveTo>
                <a:cubicBezTo>
                  <a:pt x="4007" y="671"/>
                  <a:pt x="4007" y="671"/>
                  <a:pt x="4007" y="671"/>
                </a:cubicBezTo>
                <a:cubicBezTo>
                  <a:pt x="4007" y="666"/>
                  <a:pt x="4007" y="666"/>
                  <a:pt x="4007" y="666"/>
                </a:cubicBezTo>
                <a:cubicBezTo>
                  <a:pt x="4005" y="666"/>
                  <a:pt x="4005" y="666"/>
                  <a:pt x="4005" y="666"/>
                </a:cubicBezTo>
                <a:lnTo>
                  <a:pt x="4005" y="671"/>
                </a:lnTo>
                <a:close/>
                <a:moveTo>
                  <a:pt x="4011" y="671"/>
                </a:moveTo>
                <a:cubicBezTo>
                  <a:pt x="4013" y="671"/>
                  <a:pt x="4013" y="671"/>
                  <a:pt x="4013" y="671"/>
                </a:cubicBezTo>
                <a:cubicBezTo>
                  <a:pt x="4013" y="666"/>
                  <a:pt x="4013" y="666"/>
                  <a:pt x="4013" y="666"/>
                </a:cubicBezTo>
                <a:cubicBezTo>
                  <a:pt x="4011" y="666"/>
                  <a:pt x="4011" y="666"/>
                  <a:pt x="4011" y="666"/>
                </a:cubicBezTo>
                <a:lnTo>
                  <a:pt x="4011" y="671"/>
                </a:lnTo>
                <a:close/>
                <a:moveTo>
                  <a:pt x="4029" y="491"/>
                </a:moveTo>
                <a:cubicBezTo>
                  <a:pt x="4036" y="491"/>
                  <a:pt x="4036" y="491"/>
                  <a:pt x="4036" y="491"/>
                </a:cubicBezTo>
                <a:cubicBezTo>
                  <a:pt x="4036" y="489"/>
                  <a:pt x="4036" y="489"/>
                  <a:pt x="4036" y="489"/>
                </a:cubicBezTo>
                <a:cubicBezTo>
                  <a:pt x="4029" y="489"/>
                  <a:pt x="4029" y="489"/>
                  <a:pt x="4029" y="489"/>
                </a:cubicBezTo>
                <a:lnTo>
                  <a:pt x="4029" y="491"/>
                </a:lnTo>
                <a:close/>
                <a:moveTo>
                  <a:pt x="4029" y="496"/>
                </a:moveTo>
                <a:cubicBezTo>
                  <a:pt x="4036" y="496"/>
                  <a:pt x="4036" y="496"/>
                  <a:pt x="4036" y="496"/>
                </a:cubicBezTo>
                <a:cubicBezTo>
                  <a:pt x="4036" y="493"/>
                  <a:pt x="4036" y="493"/>
                  <a:pt x="4036" y="493"/>
                </a:cubicBezTo>
                <a:cubicBezTo>
                  <a:pt x="4029" y="493"/>
                  <a:pt x="4029" y="493"/>
                  <a:pt x="4029" y="493"/>
                </a:cubicBezTo>
                <a:lnTo>
                  <a:pt x="4029" y="496"/>
                </a:lnTo>
                <a:close/>
                <a:moveTo>
                  <a:pt x="4029" y="500"/>
                </a:moveTo>
                <a:cubicBezTo>
                  <a:pt x="4036" y="500"/>
                  <a:pt x="4036" y="500"/>
                  <a:pt x="4036" y="500"/>
                </a:cubicBezTo>
                <a:cubicBezTo>
                  <a:pt x="4036" y="498"/>
                  <a:pt x="4036" y="498"/>
                  <a:pt x="4036" y="498"/>
                </a:cubicBezTo>
                <a:cubicBezTo>
                  <a:pt x="4029" y="498"/>
                  <a:pt x="4029" y="498"/>
                  <a:pt x="4029" y="498"/>
                </a:cubicBezTo>
                <a:lnTo>
                  <a:pt x="4029" y="500"/>
                </a:lnTo>
                <a:close/>
                <a:moveTo>
                  <a:pt x="4029" y="505"/>
                </a:moveTo>
                <a:cubicBezTo>
                  <a:pt x="4036" y="505"/>
                  <a:pt x="4036" y="505"/>
                  <a:pt x="4036" y="505"/>
                </a:cubicBezTo>
                <a:cubicBezTo>
                  <a:pt x="4036" y="503"/>
                  <a:pt x="4036" y="503"/>
                  <a:pt x="4036" y="503"/>
                </a:cubicBezTo>
                <a:cubicBezTo>
                  <a:pt x="4029" y="503"/>
                  <a:pt x="4029" y="503"/>
                  <a:pt x="4029" y="503"/>
                </a:cubicBezTo>
                <a:lnTo>
                  <a:pt x="4029" y="505"/>
                </a:lnTo>
                <a:close/>
                <a:moveTo>
                  <a:pt x="4029" y="509"/>
                </a:moveTo>
                <a:cubicBezTo>
                  <a:pt x="4036" y="509"/>
                  <a:pt x="4036" y="509"/>
                  <a:pt x="4036" y="509"/>
                </a:cubicBezTo>
                <a:cubicBezTo>
                  <a:pt x="4036" y="507"/>
                  <a:pt x="4036" y="507"/>
                  <a:pt x="4036" y="507"/>
                </a:cubicBezTo>
                <a:cubicBezTo>
                  <a:pt x="4029" y="507"/>
                  <a:pt x="4029" y="507"/>
                  <a:pt x="4029" y="507"/>
                </a:cubicBezTo>
                <a:lnTo>
                  <a:pt x="4029" y="509"/>
                </a:lnTo>
                <a:close/>
                <a:moveTo>
                  <a:pt x="4029" y="514"/>
                </a:moveTo>
                <a:cubicBezTo>
                  <a:pt x="4036" y="514"/>
                  <a:pt x="4036" y="514"/>
                  <a:pt x="4036" y="514"/>
                </a:cubicBezTo>
                <a:cubicBezTo>
                  <a:pt x="4036" y="512"/>
                  <a:pt x="4036" y="512"/>
                  <a:pt x="4036" y="512"/>
                </a:cubicBezTo>
                <a:cubicBezTo>
                  <a:pt x="4029" y="512"/>
                  <a:pt x="4029" y="512"/>
                  <a:pt x="4029" y="512"/>
                </a:cubicBezTo>
                <a:lnTo>
                  <a:pt x="4029" y="514"/>
                </a:lnTo>
                <a:close/>
                <a:moveTo>
                  <a:pt x="4029" y="519"/>
                </a:moveTo>
                <a:cubicBezTo>
                  <a:pt x="4036" y="519"/>
                  <a:pt x="4036" y="519"/>
                  <a:pt x="4036" y="519"/>
                </a:cubicBezTo>
                <a:cubicBezTo>
                  <a:pt x="4036" y="517"/>
                  <a:pt x="4036" y="517"/>
                  <a:pt x="4036" y="517"/>
                </a:cubicBezTo>
                <a:cubicBezTo>
                  <a:pt x="4029" y="517"/>
                  <a:pt x="4029" y="517"/>
                  <a:pt x="4029" y="517"/>
                </a:cubicBezTo>
                <a:lnTo>
                  <a:pt x="4029" y="519"/>
                </a:lnTo>
                <a:close/>
                <a:moveTo>
                  <a:pt x="4029" y="523"/>
                </a:moveTo>
                <a:cubicBezTo>
                  <a:pt x="4036" y="523"/>
                  <a:pt x="4036" y="523"/>
                  <a:pt x="4036" y="523"/>
                </a:cubicBezTo>
                <a:cubicBezTo>
                  <a:pt x="4036" y="521"/>
                  <a:pt x="4036" y="521"/>
                  <a:pt x="4036" y="521"/>
                </a:cubicBezTo>
                <a:cubicBezTo>
                  <a:pt x="4029" y="521"/>
                  <a:pt x="4029" y="521"/>
                  <a:pt x="4029" y="521"/>
                </a:cubicBezTo>
                <a:lnTo>
                  <a:pt x="4029" y="523"/>
                </a:lnTo>
                <a:close/>
                <a:moveTo>
                  <a:pt x="4029" y="528"/>
                </a:moveTo>
                <a:cubicBezTo>
                  <a:pt x="4036" y="528"/>
                  <a:pt x="4036" y="528"/>
                  <a:pt x="4036" y="528"/>
                </a:cubicBezTo>
                <a:cubicBezTo>
                  <a:pt x="4036" y="526"/>
                  <a:pt x="4036" y="526"/>
                  <a:pt x="4036" y="526"/>
                </a:cubicBezTo>
                <a:cubicBezTo>
                  <a:pt x="4029" y="526"/>
                  <a:pt x="4029" y="526"/>
                  <a:pt x="4029" y="526"/>
                </a:cubicBezTo>
                <a:lnTo>
                  <a:pt x="4029" y="528"/>
                </a:lnTo>
                <a:close/>
                <a:moveTo>
                  <a:pt x="4029" y="533"/>
                </a:moveTo>
                <a:cubicBezTo>
                  <a:pt x="4036" y="533"/>
                  <a:pt x="4036" y="533"/>
                  <a:pt x="4036" y="533"/>
                </a:cubicBezTo>
                <a:cubicBezTo>
                  <a:pt x="4036" y="531"/>
                  <a:pt x="4036" y="531"/>
                  <a:pt x="4036" y="531"/>
                </a:cubicBezTo>
                <a:cubicBezTo>
                  <a:pt x="4029" y="531"/>
                  <a:pt x="4029" y="531"/>
                  <a:pt x="4029" y="531"/>
                </a:cubicBezTo>
                <a:lnTo>
                  <a:pt x="4029" y="533"/>
                </a:lnTo>
                <a:close/>
                <a:moveTo>
                  <a:pt x="4029" y="476"/>
                </a:moveTo>
                <a:cubicBezTo>
                  <a:pt x="4036" y="476"/>
                  <a:pt x="4036" y="476"/>
                  <a:pt x="4036" y="476"/>
                </a:cubicBezTo>
                <a:cubicBezTo>
                  <a:pt x="4036" y="474"/>
                  <a:pt x="4036" y="474"/>
                  <a:pt x="4036" y="474"/>
                </a:cubicBezTo>
                <a:cubicBezTo>
                  <a:pt x="4029" y="474"/>
                  <a:pt x="4029" y="474"/>
                  <a:pt x="4029" y="474"/>
                </a:cubicBezTo>
                <a:lnTo>
                  <a:pt x="4029" y="476"/>
                </a:lnTo>
                <a:close/>
                <a:moveTo>
                  <a:pt x="4029" y="481"/>
                </a:moveTo>
                <a:cubicBezTo>
                  <a:pt x="4036" y="481"/>
                  <a:pt x="4036" y="481"/>
                  <a:pt x="4036" y="481"/>
                </a:cubicBezTo>
                <a:cubicBezTo>
                  <a:pt x="4036" y="479"/>
                  <a:pt x="4036" y="479"/>
                  <a:pt x="4036" y="479"/>
                </a:cubicBezTo>
                <a:cubicBezTo>
                  <a:pt x="4029" y="479"/>
                  <a:pt x="4029" y="479"/>
                  <a:pt x="4029" y="479"/>
                </a:cubicBezTo>
                <a:lnTo>
                  <a:pt x="4029" y="481"/>
                </a:lnTo>
                <a:close/>
                <a:moveTo>
                  <a:pt x="4029" y="486"/>
                </a:moveTo>
                <a:cubicBezTo>
                  <a:pt x="4036" y="486"/>
                  <a:pt x="4036" y="486"/>
                  <a:pt x="4036" y="486"/>
                </a:cubicBezTo>
                <a:cubicBezTo>
                  <a:pt x="4036" y="483"/>
                  <a:pt x="4036" y="483"/>
                  <a:pt x="4036" y="483"/>
                </a:cubicBezTo>
                <a:cubicBezTo>
                  <a:pt x="4029" y="483"/>
                  <a:pt x="4029" y="483"/>
                  <a:pt x="4029" y="483"/>
                </a:cubicBezTo>
                <a:lnTo>
                  <a:pt x="4029" y="486"/>
                </a:lnTo>
                <a:close/>
                <a:moveTo>
                  <a:pt x="4054" y="449"/>
                </a:moveTo>
                <a:cubicBezTo>
                  <a:pt x="4061" y="449"/>
                  <a:pt x="4061" y="449"/>
                  <a:pt x="4061" y="449"/>
                </a:cubicBezTo>
                <a:cubicBezTo>
                  <a:pt x="4061" y="447"/>
                  <a:pt x="4061" y="447"/>
                  <a:pt x="4061" y="447"/>
                </a:cubicBezTo>
                <a:cubicBezTo>
                  <a:pt x="4054" y="447"/>
                  <a:pt x="4054" y="447"/>
                  <a:pt x="4054" y="447"/>
                </a:cubicBezTo>
                <a:lnTo>
                  <a:pt x="4054" y="449"/>
                </a:lnTo>
                <a:close/>
                <a:moveTo>
                  <a:pt x="4054" y="454"/>
                </a:moveTo>
                <a:cubicBezTo>
                  <a:pt x="4061" y="454"/>
                  <a:pt x="4061" y="454"/>
                  <a:pt x="4061" y="454"/>
                </a:cubicBezTo>
                <a:cubicBezTo>
                  <a:pt x="4061" y="452"/>
                  <a:pt x="4061" y="452"/>
                  <a:pt x="4061" y="452"/>
                </a:cubicBezTo>
                <a:cubicBezTo>
                  <a:pt x="4054" y="452"/>
                  <a:pt x="4054" y="452"/>
                  <a:pt x="4054" y="452"/>
                </a:cubicBezTo>
                <a:lnTo>
                  <a:pt x="4054" y="454"/>
                </a:lnTo>
                <a:close/>
                <a:moveTo>
                  <a:pt x="4054" y="458"/>
                </a:moveTo>
                <a:cubicBezTo>
                  <a:pt x="4061" y="458"/>
                  <a:pt x="4061" y="458"/>
                  <a:pt x="4061" y="458"/>
                </a:cubicBezTo>
                <a:cubicBezTo>
                  <a:pt x="4061" y="456"/>
                  <a:pt x="4061" y="456"/>
                  <a:pt x="4061" y="456"/>
                </a:cubicBezTo>
                <a:cubicBezTo>
                  <a:pt x="4054" y="456"/>
                  <a:pt x="4054" y="456"/>
                  <a:pt x="4054" y="456"/>
                </a:cubicBezTo>
                <a:lnTo>
                  <a:pt x="4054" y="458"/>
                </a:lnTo>
                <a:close/>
                <a:moveTo>
                  <a:pt x="4054" y="463"/>
                </a:moveTo>
                <a:cubicBezTo>
                  <a:pt x="4061" y="463"/>
                  <a:pt x="4061" y="463"/>
                  <a:pt x="4061" y="463"/>
                </a:cubicBezTo>
                <a:cubicBezTo>
                  <a:pt x="4061" y="461"/>
                  <a:pt x="4061" y="461"/>
                  <a:pt x="4061" y="461"/>
                </a:cubicBezTo>
                <a:cubicBezTo>
                  <a:pt x="4054" y="461"/>
                  <a:pt x="4054" y="461"/>
                  <a:pt x="4054" y="461"/>
                </a:cubicBezTo>
                <a:lnTo>
                  <a:pt x="4054" y="463"/>
                </a:lnTo>
                <a:close/>
                <a:moveTo>
                  <a:pt x="4054" y="468"/>
                </a:moveTo>
                <a:cubicBezTo>
                  <a:pt x="4061" y="468"/>
                  <a:pt x="4061" y="468"/>
                  <a:pt x="4061" y="468"/>
                </a:cubicBezTo>
                <a:cubicBezTo>
                  <a:pt x="4061" y="465"/>
                  <a:pt x="4061" y="465"/>
                  <a:pt x="4061" y="465"/>
                </a:cubicBezTo>
                <a:cubicBezTo>
                  <a:pt x="4054" y="465"/>
                  <a:pt x="4054" y="465"/>
                  <a:pt x="4054" y="465"/>
                </a:cubicBezTo>
                <a:lnTo>
                  <a:pt x="4054" y="468"/>
                </a:lnTo>
                <a:close/>
                <a:moveTo>
                  <a:pt x="4054" y="472"/>
                </a:moveTo>
                <a:cubicBezTo>
                  <a:pt x="4061" y="472"/>
                  <a:pt x="4061" y="472"/>
                  <a:pt x="4061" y="472"/>
                </a:cubicBezTo>
                <a:cubicBezTo>
                  <a:pt x="4061" y="470"/>
                  <a:pt x="4061" y="470"/>
                  <a:pt x="4061" y="470"/>
                </a:cubicBezTo>
                <a:cubicBezTo>
                  <a:pt x="4054" y="470"/>
                  <a:pt x="4054" y="470"/>
                  <a:pt x="4054" y="470"/>
                </a:cubicBezTo>
                <a:lnTo>
                  <a:pt x="4054" y="472"/>
                </a:lnTo>
                <a:close/>
                <a:moveTo>
                  <a:pt x="4054" y="477"/>
                </a:moveTo>
                <a:cubicBezTo>
                  <a:pt x="4061" y="477"/>
                  <a:pt x="4061" y="477"/>
                  <a:pt x="4061" y="477"/>
                </a:cubicBezTo>
                <a:cubicBezTo>
                  <a:pt x="4061" y="475"/>
                  <a:pt x="4061" y="475"/>
                  <a:pt x="4061" y="475"/>
                </a:cubicBezTo>
                <a:cubicBezTo>
                  <a:pt x="4054" y="475"/>
                  <a:pt x="4054" y="475"/>
                  <a:pt x="4054" y="475"/>
                </a:cubicBezTo>
                <a:lnTo>
                  <a:pt x="4054" y="477"/>
                </a:lnTo>
                <a:close/>
                <a:moveTo>
                  <a:pt x="4054" y="482"/>
                </a:moveTo>
                <a:cubicBezTo>
                  <a:pt x="4061" y="482"/>
                  <a:pt x="4061" y="482"/>
                  <a:pt x="4061" y="482"/>
                </a:cubicBezTo>
                <a:cubicBezTo>
                  <a:pt x="4061" y="479"/>
                  <a:pt x="4061" y="479"/>
                  <a:pt x="4061" y="479"/>
                </a:cubicBezTo>
                <a:cubicBezTo>
                  <a:pt x="4054" y="479"/>
                  <a:pt x="4054" y="479"/>
                  <a:pt x="4054" y="479"/>
                </a:cubicBezTo>
                <a:lnTo>
                  <a:pt x="4054" y="482"/>
                </a:lnTo>
                <a:close/>
                <a:moveTo>
                  <a:pt x="4054" y="486"/>
                </a:moveTo>
                <a:cubicBezTo>
                  <a:pt x="4061" y="486"/>
                  <a:pt x="4061" y="486"/>
                  <a:pt x="4061" y="486"/>
                </a:cubicBezTo>
                <a:cubicBezTo>
                  <a:pt x="4061" y="484"/>
                  <a:pt x="4061" y="484"/>
                  <a:pt x="4061" y="484"/>
                </a:cubicBezTo>
                <a:cubicBezTo>
                  <a:pt x="4054" y="484"/>
                  <a:pt x="4054" y="484"/>
                  <a:pt x="4054" y="484"/>
                </a:cubicBezTo>
                <a:lnTo>
                  <a:pt x="4054" y="486"/>
                </a:lnTo>
                <a:close/>
                <a:moveTo>
                  <a:pt x="4054" y="491"/>
                </a:moveTo>
                <a:cubicBezTo>
                  <a:pt x="4061" y="491"/>
                  <a:pt x="4061" y="491"/>
                  <a:pt x="4061" y="491"/>
                </a:cubicBezTo>
                <a:cubicBezTo>
                  <a:pt x="4061" y="489"/>
                  <a:pt x="4061" y="489"/>
                  <a:pt x="4061" y="489"/>
                </a:cubicBezTo>
                <a:cubicBezTo>
                  <a:pt x="4054" y="489"/>
                  <a:pt x="4054" y="489"/>
                  <a:pt x="4054" y="489"/>
                </a:cubicBezTo>
                <a:lnTo>
                  <a:pt x="4054" y="491"/>
                </a:lnTo>
                <a:close/>
                <a:moveTo>
                  <a:pt x="4054" y="434"/>
                </a:moveTo>
                <a:cubicBezTo>
                  <a:pt x="4061" y="434"/>
                  <a:pt x="4061" y="434"/>
                  <a:pt x="4061" y="434"/>
                </a:cubicBezTo>
                <a:cubicBezTo>
                  <a:pt x="4061" y="432"/>
                  <a:pt x="4061" y="432"/>
                  <a:pt x="4061" y="432"/>
                </a:cubicBezTo>
                <a:cubicBezTo>
                  <a:pt x="4054" y="432"/>
                  <a:pt x="4054" y="432"/>
                  <a:pt x="4054" y="432"/>
                </a:cubicBezTo>
                <a:lnTo>
                  <a:pt x="4054" y="434"/>
                </a:lnTo>
                <a:close/>
                <a:moveTo>
                  <a:pt x="4054" y="439"/>
                </a:moveTo>
                <a:cubicBezTo>
                  <a:pt x="4061" y="439"/>
                  <a:pt x="4061" y="439"/>
                  <a:pt x="4061" y="439"/>
                </a:cubicBezTo>
                <a:cubicBezTo>
                  <a:pt x="4061" y="437"/>
                  <a:pt x="4061" y="437"/>
                  <a:pt x="4061" y="437"/>
                </a:cubicBezTo>
                <a:cubicBezTo>
                  <a:pt x="4054" y="437"/>
                  <a:pt x="4054" y="437"/>
                  <a:pt x="4054" y="437"/>
                </a:cubicBezTo>
                <a:lnTo>
                  <a:pt x="4054" y="439"/>
                </a:lnTo>
                <a:close/>
                <a:moveTo>
                  <a:pt x="4054" y="444"/>
                </a:moveTo>
                <a:cubicBezTo>
                  <a:pt x="4061" y="444"/>
                  <a:pt x="4061" y="444"/>
                  <a:pt x="4061" y="444"/>
                </a:cubicBezTo>
                <a:cubicBezTo>
                  <a:pt x="4061" y="442"/>
                  <a:pt x="4061" y="442"/>
                  <a:pt x="4061" y="442"/>
                </a:cubicBezTo>
                <a:cubicBezTo>
                  <a:pt x="4054" y="442"/>
                  <a:pt x="4054" y="442"/>
                  <a:pt x="4054" y="442"/>
                </a:cubicBezTo>
                <a:lnTo>
                  <a:pt x="4054" y="444"/>
                </a:lnTo>
                <a:close/>
                <a:moveTo>
                  <a:pt x="3862" y="671"/>
                </a:moveTo>
                <a:cubicBezTo>
                  <a:pt x="3864" y="671"/>
                  <a:pt x="3864" y="671"/>
                  <a:pt x="3864" y="671"/>
                </a:cubicBezTo>
                <a:cubicBezTo>
                  <a:pt x="3864" y="666"/>
                  <a:pt x="3864" y="666"/>
                  <a:pt x="3864" y="666"/>
                </a:cubicBezTo>
                <a:cubicBezTo>
                  <a:pt x="3862" y="666"/>
                  <a:pt x="3862" y="666"/>
                  <a:pt x="3862" y="666"/>
                </a:cubicBezTo>
                <a:lnTo>
                  <a:pt x="3862" y="671"/>
                </a:lnTo>
                <a:close/>
                <a:moveTo>
                  <a:pt x="3868" y="671"/>
                </a:moveTo>
                <a:cubicBezTo>
                  <a:pt x="3870" y="671"/>
                  <a:pt x="3870" y="671"/>
                  <a:pt x="3870" y="671"/>
                </a:cubicBezTo>
                <a:cubicBezTo>
                  <a:pt x="3870" y="666"/>
                  <a:pt x="3870" y="666"/>
                  <a:pt x="3870" y="666"/>
                </a:cubicBezTo>
                <a:cubicBezTo>
                  <a:pt x="3868" y="666"/>
                  <a:pt x="3868" y="666"/>
                  <a:pt x="3868" y="666"/>
                </a:cubicBezTo>
                <a:lnTo>
                  <a:pt x="3868" y="671"/>
                </a:lnTo>
                <a:close/>
                <a:moveTo>
                  <a:pt x="3875" y="671"/>
                </a:moveTo>
                <a:cubicBezTo>
                  <a:pt x="3877" y="671"/>
                  <a:pt x="3877" y="671"/>
                  <a:pt x="3877" y="671"/>
                </a:cubicBezTo>
                <a:cubicBezTo>
                  <a:pt x="3877" y="666"/>
                  <a:pt x="3877" y="666"/>
                  <a:pt x="3877" y="666"/>
                </a:cubicBezTo>
                <a:cubicBezTo>
                  <a:pt x="3875" y="666"/>
                  <a:pt x="3875" y="666"/>
                  <a:pt x="3875" y="666"/>
                </a:cubicBezTo>
                <a:lnTo>
                  <a:pt x="3875" y="671"/>
                </a:lnTo>
                <a:close/>
                <a:moveTo>
                  <a:pt x="3881" y="671"/>
                </a:moveTo>
                <a:cubicBezTo>
                  <a:pt x="3883" y="671"/>
                  <a:pt x="3883" y="671"/>
                  <a:pt x="3883" y="671"/>
                </a:cubicBezTo>
                <a:cubicBezTo>
                  <a:pt x="3883" y="666"/>
                  <a:pt x="3883" y="666"/>
                  <a:pt x="3883" y="666"/>
                </a:cubicBezTo>
                <a:cubicBezTo>
                  <a:pt x="3881" y="666"/>
                  <a:pt x="3881" y="666"/>
                  <a:pt x="3881" y="666"/>
                </a:cubicBezTo>
                <a:lnTo>
                  <a:pt x="3881" y="671"/>
                </a:lnTo>
                <a:close/>
                <a:moveTo>
                  <a:pt x="3887" y="671"/>
                </a:moveTo>
                <a:cubicBezTo>
                  <a:pt x="3889" y="671"/>
                  <a:pt x="3889" y="671"/>
                  <a:pt x="3889" y="671"/>
                </a:cubicBezTo>
                <a:cubicBezTo>
                  <a:pt x="3889" y="666"/>
                  <a:pt x="3889" y="666"/>
                  <a:pt x="3889" y="666"/>
                </a:cubicBezTo>
                <a:cubicBezTo>
                  <a:pt x="3887" y="666"/>
                  <a:pt x="3887" y="666"/>
                  <a:pt x="3887" y="666"/>
                </a:cubicBezTo>
                <a:lnTo>
                  <a:pt x="3887" y="671"/>
                </a:lnTo>
                <a:close/>
                <a:moveTo>
                  <a:pt x="3894" y="671"/>
                </a:moveTo>
                <a:cubicBezTo>
                  <a:pt x="3896" y="671"/>
                  <a:pt x="3896" y="671"/>
                  <a:pt x="3896" y="671"/>
                </a:cubicBezTo>
                <a:cubicBezTo>
                  <a:pt x="3896" y="666"/>
                  <a:pt x="3896" y="666"/>
                  <a:pt x="3896" y="666"/>
                </a:cubicBezTo>
                <a:cubicBezTo>
                  <a:pt x="3894" y="666"/>
                  <a:pt x="3894" y="666"/>
                  <a:pt x="3894" y="666"/>
                </a:cubicBezTo>
                <a:lnTo>
                  <a:pt x="3894" y="671"/>
                </a:lnTo>
                <a:close/>
                <a:moveTo>
                  <a:pt x="3900" y="671"/>
                </a:moveTo>
                <a:cubicBezTo>
                  <a:pt x="3902" y="671"/>
                  <a:pt x="3902" y="671"/>
                  <a:pt x="3902" y="671"/>
                </a:cubicBezTo>
                <a:cubicBezTo>
                  <a:pt x="3902" y="666"/>
                  <a:pt x="3902" y="666"/>
                  <a:pt x="3902" y="666"/>
                </a:cubicBezTo>
                <a:cubicBezTo>
                  <a:pt x="3900" y="666"/>
                  <a:pt x="3900" y="666"/>
                  <a:pt x="3900" y="666"/>
                </a:cubicBezTo>
                <a:lnTo>
                  <a:pt x="3900" y="671"/>
                </a:lnTo>
                <a:close/>
                <a:moveTo>
                  <a:pt x="3906" y="671"/>
                </a:moveTo>
                <a:cubicBezTo>
                  <a:pt x="3908" y="671"/>
                  <a:pt x="3908" y="671"/>
                  <a:pt x="3908" y="671"/>
                </a:cubicBezTo>
                <a:cubicBezTo>
                  <a:pt x="3908" y="666"/>
                  <a:pt x="3908" y="666"/>
                  <a:pt x="3908" y="666"/>
                </a:cubicBezTo>
                <a:cubicBezTo>
                  <a:pt x="3906" y="666"/>
                  <a:pt x="3906" y="666"/>
                  <a:pt x="3906" y="666"/>
                </a:cubicBezTo>
                <a:lnTo>
                  <a:pt x="3906" y="671"/>
                </a:lnTo>
                <a:close/>
                <a:moveTo>
                  <a:pt x="3677" y="654"/>
                </a:moveTo>
                <a:cubicBezTo>
                  <a:pt x="3679" y="654"/>
                  <a:pt x="3679" y="654"/>
                  <a:pt x="3679" y="654"/>
                </a:cubicBezTo>
                <a:cubicBezTo>
                  <a:pt x="3679" y="643"/>
                  <a:pt x="3679" y="643"/>
                  <a:pt x="3679" y="643"/>
                </a:cubicBezTo>
                <a:cubicBezTo>
                  <a:pt x="3677" y="643"/>
                  <a:pt x="3677" y="643"/>
                  <a:pt x="3677" y="643"/>
                </a:cubicBezTo>
                <a:lnTo>
                  <a:pt x="3677" y="654"/>
                </a:lnTo>
                <a:close/>
                <a:moveTo>
                  <a:pt x="3683" y="654"/>
                </a:moveTo>
                <a:cubicBezTo>
                  <a:pt x="3685" y="654"/>
                  <a:pt x="3685" y="654"/>
                  <a:pt x="3685" y="654"/>
                </a:cubicBezTo>
                <a:cubicBezTo>
                  <a:pt x="3685" y="643"/>
                  <a:pt x="3685" y="643"/>
                  <a:pt x="3685" y="643"/>
                </a:cubicBezTo>
                <a:cubicBezTo>
                  <a:pt x="3683" y="643"/>
                  <a:pt x="3683" y="643"/>
                  <a:pt x="3683" y="643"/>
                </a:cubicBezTo>
                <a:lnTo>
                  <a:pt x="3683" y="654"/>
                </a:lnTo>
                <a:close/>
                <a:moveTo>
                  <a:pt x="3690" y="654"/>
                </a:moveTo>
                <a:cubicBezTo>
                  <a:pt x="3692" y="654"/>
                  <a:pt x="3692" y="654"/>
                  <a:pt x="3692" y="654"/>
                </a:cubicBezTo>
                <a:cubicBezTo>
                  <a:pt x="3692" y="643"/>
                  <a:pt x="3692" y="643"/>
                  <a:pt x="3692" y="643"/>
                </a:cubicBezTo>
                <a:cubicBezTo>
                  <a:pt x="3690" y="643"/>
                  <a:pt x="3690" y="643"/>
                  <a:pt x="3690" y="643"/>
                </a:cubicBezTo>
                <a:lnTo>
                  <a:pt x="3690" y="654"/>
                </a:lnTo>
                <a:close/>
                <a:moveTo>
                  <a:pt x="3696" y="654"/>
                </a:moveTo>
                <a:cubicBezTo>
                  <a:pt x="3698" y="654"/>
                  <a:pt x="3698" y="654"/>
                  <a:pt x="3698" y="654"/>
                </a:cubicBezTo>
                <a:cubicBezTo>
                  <a:pt x="3698" y="643"/>
                  <a:pt x="3698" y="643"/>
                  <a:pt x="3698" y="643"/>
                </a:cubicBezTo>
                <a:cubicBezTo>
                  <a:pt x="3696" y="643"/>
                  <a:pt x="3696" y="643"/>
                  <a:pt x="3696" y="643"/>
                </a:cubicBezTo>
                <a:lnTo>
                  <a:pt x="3696" y="654"/>
                </a:lnTo>
                <a:close/>
                <a:moveTo>
                  <a:pt x="3702" y="654"/>
                </a:moveTo>
                <a:cubicBezTo>
                  <a:pt x="3704" y="654"/>
                  <a:pt x="3704" y="654"/>
                  <a:pt x="3704" y="654"/>
                </a:cubicBezTo>
                <a:cubicBezTo>
                  <a:pt x="3704" y="643"/>
                  <a:pt x="3704" y="643"/>
                  <a:pt x="3704" y="643"/>
                </a:cubicBezTo>
                <a:cubicBezTo>
                  <a:pt x="3702" y="643"/>
                  <a:pt x="3702" y="643"/>
                  <a:pt x="3702" y="643"/>
                </a:cubicBezTo>
                <a:lnTo>
                  <a:pt x="3702" y="654"/>
                </a:lnTo>
                <a:close/>
                <a:moveTo>
                  <a:pt x="3708" y="654"/>
                </a:moveTo>
                <a:cubicBezTo>
                  <a:pt x="3711" y="654"/>
                  <a:pt x="3711" y="654"/>
                  <a:pt x="3711" y="654"/>
                </a:cubicBezTo>
                <a:cubicBezTo>
                  <a:pt x="3711" y="643"/>
                  <a:pt x="3711" y="643"/>
                  <a:pt x="3711" y="643"/>
                </a:cubicBezTo>
                <a:cubicBezTo>
                  <a:pt x="3708" y="643"/>
                  <a:pt x="3708" y="643"/>
                  <a:pt x="3708" y="643"/>
                </a:cubicBezTo>
                <a:lnTo>
                  <a:pt x="3708" y="654"/>
                </a:lnTo>
                <a:close/>
                <a:moveTo>
                  <a:pt x="3715" y="654"/>
                </a:moveTo>
                <a:cubicBezTo>
                  <a:pt x="3717" y="654"/>
                  <a:pt x="3717" y="654"/>
                  <a:pt x="3717" y="654"/>
                </a:cubicBezTo>
                <a:cubicBezTo>
                  <a:pt x="3717" y="643"/>
                  <a:pt x="3717" y="643"/>
                  <a:pt x="3717" y="643"/>
                </a:cubicBezTo>
                <a:cubicBezTo>
                  <a:pt x="3715" y="643"/>
                  <a:pt x="3715" y="643"/>
                  <a:pt x="3715" y="643"/>
                </a:cubicBezTo>
                <a:lnTo>
                  <a:pt x="3715" y="654"/>
                </a:lnTo>
                <a:close/>
                <a:moveTo>
                  <a:pt x="3721" y="654"/>
                </a:moveTo>
                <a:cubicBezTo>
                  <a:pt x="3723" y="654"/>
                  <a:pt x="3723" y="654"/>
                  <a:pt x="3723" y="654"/>
                </a:cubicBezTo>
                <a:cubicBezTo>
                  <a:pt x="3723" y="643"/>
                  <a:pt x="3723" y="643"/>
                  <a:pt x="3723" y="643"/>
                </a:cubicBezTo>
                <a:cubicBezTo>
                  <a:pt x="3721" y="643"/>
                  <a:pt x="3721" y="643"/>
                  <a:pt x="3721" y="643"/>
                </a:cubicBezTo>
                <a:lnTo>
                  <a:pt x="3721" y="654"/>
                </a:lnTo>
                <a:close/>
                <a:moveTo>
                  <a:pt x="3605" y="655"/>
                </a:moveTo>
                <a:cubicBezTo>
                  <a:pt x="3607" y="655"/>
                  <a:pt x="3607" y="655"/>
                  <a:pt x="3607" y="655"/>
                </a:cubicBezTo>
                <a:cubicBezTo>
                  <a:pt x="3607" y="644"/>
                  <a:pt x="3607" y="644"/>
                  <a:pt x="3607" y="644"/>
                </a:cubicBezTo>
                <a:cubicBezTo>
                  <a:pt x="3605" y="644"/>
                  <a:pt x="3605" y="644"/>
                  <a:pt x="3605" y="644"/>
                </a:cubicBezTo>
                <a:lnTo>
                  <a:pt x="3605" y="655"/>
                </a:lnTo>
                <a:close/>
                <a:moveTo>
                  <a:pt x="3611" y="655"/>
                </a:moveTo>
                <a:cubicBezTo>
                  <a:pt x="3614" y="655"/>
                  <a:pt x="3614" y="655"/>
                  <a:pt x="3614" y="655"/>
                </a:cubicBezTo>
                <a:cubicBezTo>
                  <a:pt x="3614" y="644"/>
                  <a:pt x="3614" y="644"/>
                  <a:pt x="3614" y="644"/>
                </a:cubicBezTo>
                <a:cubicBezTo>
                  <a:pt x="3611" y="644"/>
                  <a:pt x="3611" y="644"/>
                  <a:pt x="3611" y="644"/>
                </a:cubicBezTo>
                <a:lnTo>
                  <a:pt x="3611" y="655"/>
                </a:lnTo>
                <a:close/>
                <a:moveTo>
                  <a:pt x="3618" y="655"/>
                </a:moveTo>
                <a:cubicBezTo>
                  <a:pt x="3620" y="655"/>
                  <a:pt x="3620" y="655"/>
                  <a:pt x="3620" y="655"/>
                </a:cubicBezTo>
                <a:cubicBezTo>
                  <a:pt x="3620" y="644"/>
                  <a:pt x="3620" y="644"/>
                  <a:pt x="3620" y="644"/>
                </a:cubicBezTo>
                <a:cubicBezTo>
                  <a:pt x="3618" y="644"/>
                  <a:pt x="3618" y="644"/>
                  <a:pt x="3618" y="644"/>
                </a:cubicBezTo>
                <a:lnTo>
                  <a:pt x="3618" y="655"/>
                </a:lnTo>
                <a:close/>
                <a:moveTo>
                  <a:pt x="3624" y="655"/>
                </a:moveTo>
                <a:cubicBezTo>
                  <a:pt x="3626" y="655"/>
                  <a:pt x="3626" y="655"/>
                  <a:pt x="3626" y="655"/>
                </a:cubicBezTo>
                <a:cubicBezTo>
                  <a:pt x="3626" y="644"/>
                  <a:pt x="3626" y="644"/>
                  <a:pt x="3626" y="644"/>
                </a:cubicBezTo>
                <a:cubicBezTo>
                  <a:pt x="3624" y="644"/>
                  <a:pt x="3624" y="644"/>
                  <a:pt x="3624" y="644"/>
                </a:cubicBezTo>
                <a:lnTo>
                  <a:pt x="3624" y="655"/>
                </a:lnTo>
                <a:close/>
                <a:moveTo>
                  <a:pt x="3630" y="655"/>
                </a:moveTo>
                <a:cubicBezTo>
                  <a:pt x="3632" y="655"/>
                  <a:pt x="3632" y="655"/>
                  <a:pt x="3632" y="655"/>
                </a:cubicBezTo>
                <a:cubicBezTo>
                  <a:pt x="3632" y="644"/>
                  <a:pt x="3632" y="644"/>
                  <a:pt x="3632" y="644"/>
                </a:cubicBezTo>
                <a:cubicBezTo>
                  <a:pt x="3630" y="644"/>
                  <a:pt x="3630" y="644"/>
                  <a:pt x="3630" y="644"/>
                </a:cubicBezTo>
                <a:lnTo>
                  <a:pt x="3630" y="655"/>
                </a:lnTo>
                <a:close/>
                <a:moveTo>
                  <a:pt x="3637" y="655"/>
                </a:moveTo>
                <a:cubicBezTo>
                  <a:pt x="3639" y="655"/>
                  <a:pt x="3639" y="655"/>
                  <a:pt x="3639" y="655"/>
                </a:cubicBezTo>
                <a:cubicBezTo>
                  <a:pt x="3639" y="644"/>
                  <a:pt x="3639" y="644"/>
                  <a:pt x="3639" y="644"/>
                </a:cubicBezTo>
                <a:cubicBezTo>
                  <a:pt x="3637" y="644"/>
                  <a:pt x="3637" y="644"/>
                  <a:pt x="3637" y="644"/>
                </a:cubicBezTo>
                <a:lnTo>
                  <a:pt x="3637" y="655"/>
                </a:lnTo>
                <a:close/>
                <a:moveTo>
                  <a:pt x="3643" y="655"/>
                </a:moveTo>
                <a:cubicBezTo>
                  <a:pt x="3645" y="655"/>
                  <a:pt x="3645" y="655"/>
                  <a:pt x="3645" y="655"/>
                </a:cubicBezTo>
                <a:cubicBezTo>
                  <a:pt x="3645" y="644"/>
                  <a:pt x="3645" y="644"/>
                  <a:pt x="3645" y="644"/>
                </a:cubicBezTo>
                <a:cubicBezTo>
                  <a:pt x="3643" y="644"/>
                  <a:pt x="3643" y="644"/>
                  <a:pt x="3643" y="644"/>
                </a:cubicBezTo>
                <a:lnTo>
                  <a:pt x="3643" y="655"/>
                </a:lnTo>
                <a:close/>
                <a:moveTo>
                  <a:pt x="3649" y="655"/>
                </a:moveTo>
                <a:cubicBezTo>
                  <a:pt x="3651" y="655"/>
                  <a:pt x="3651" y="655"/>
                  <a:pt x="3651" y="655"/>
                </a:cubicBezTo>
                <a:cubicBezTo>
                  <a:pt x="3651" y="644"/>
                  <a:pt x="3651" y="644"/>
                  <a:pt x="3651" y="644"/>
                </a:cubicBezTo>
                <a:cubicBezTo>
                  <a:pt x="3649" y="644"/>
                  <a:pt x="3649" y="644"/>
                  <a:pt x="3649" y="644"/>
                </a:cubicBezTo>
                <a:lnTo>
                  <a:pt x="3649" y="655"/>
                </a:lnTo>
                <a:close/>
                <a:moveTo>
                  <a:pt x="4006" y="611"/>
                </a:moveTo>
                <a:cubicBezTo>
                  <a:pt x="4015" y="611"/>
                  <a:pt x="4015" y="611"/>
                  <a:pt x="4015" y="611"/>
                </a:cubicBezTo>
                <a:cubicBezTo>
                  <a:pt x="4015" y="609"/>
                  <a:pt x="4015" y="609"/>
                  <a:pt x="4015" y="609"/>
                </a:cubicBezTo>
                <a:cubicBezTo>
                  <a:pt x="4006" y="609"/>
                  <a:pt x="4006" y="609"/>
                  <a:pt x="4006" y="609"/>
                </a:cubicBezTo>
                <a:lnTo>
                  <a:pt x="4006" y="611"/>
                </a:lnTo>
                <a:close/>
                <a:moveTo>
                  <a:pt x="4006" y="616"/>
                </a:moveTo>
                <a:cubicBezTo>
                  <a:pt x="4015" y="616"/>
                  <a:pt x="4015" y="616"/>
                  <a:pt x="4015" y="616"/>
                </a:cubicBezTo>
                <a:cubicBezTo>
                  <a:pt x="4015" y="613"/>
                  <a:pt x="4015" y="613"/>
                  <a:pt x="4015" y="613"/>
                </a:cubicBezTo>
                <a:cubicBezTo>
                  <a:pt x="4006" y="613"/>
                  <a:pt x="4006" y="613"/>
                  <a:pt x="4006" y="613"/>
                </a:cubicBezTo>
                <a:lnTo>
                  <a:pt x="4006" y="616"/>
                </a:lnTo>
                <a:close/>
                <a:moveTo>
                  <a:pt x="4006" y="620"/>
                </a:moveTo>
                <a:cubicBezTo>
                  <a:pt x="4015" y="620"/>
                  <a:pt x="4015" y="620"/>
                  <a:pt x="4015" y="620"/>
                </a:cubicBezTo>
                <a:cubicBezTo>
                  <a:pt x="4015" y="618"/>
                  <a:pt x="4015" y="618"/>
                  <a:pt x="4015" y="618"/>
                </a:cubicBezTo>
                <a:cubicBezTo>
                  <a:pt x="4006" y="618"/>
                  <a:pt x="4006" y="618"/>
                  <a:pt x="4006" y="618"/>
                </a:cubicBezTo>
                <a:lnTo>
                  <a:pt x="4006" y="620"/>
                </a:lnTo>
                <a:close/>
                <a:moveTo>
                  <a:pt x="4006" y="625"/>
                </a:moveTo>
                <a:cubicBezTo>
                  <a:pt x="4015" y="625"/>
                  <a:pt x="4015" y="625"/>
                  <a:pt x="4015" y="625"/>
                </a:cubicBezTo>
                <a:cubicBezTo>
                  <a:pt x="4015" y="623"/>
                  <a:pt x="4015" y="623"/>
                  <a:pt x="4015" y="623"/>
                </a:cubicBezTo>
                <a:cubicBezTo>
                  <a:pt x="4006" y="623"/>
                  <a:pt x="4006" y="623"/>
                  <a:pt x="4006" y="623"/>
                </a:cubicBezTo>
                <a:lnTo>
                  <a:pt x="4006" y="625"/>
                </a:lnTo>
                <a:close/>
                <a:moveTo>
                  <a:pt x="4006" y="630"/>
                </a:moveTo>
                <a:cubicBezTo>
                  <a:pt x="4015" y="630"/>
                  <a:pt x="4015" y="630"/>
                  <a:pt x="4015" y="630"/>
                </a:cubicBezTo>
                <a:cubicBezTo>
                  <a:pt x="4015" y="627"/>
                  <a:pt x="4015" y="627"/>
                  <a:pt x="4015" y="627"/>
                </a:cubicBezTo>
                <a:cubicBezTo>
                  <a:pt x="4006" y="627"/>
                  <a:pt x="4006" y="627"/>
                  <a:pt x="4006" y="627"/>
                </a:cubicBezTo>
                <a:lnTo>
                  <a:pt x="4006" y="630"/>
                </a:lnTo>
                <a:close/>
                <a:moveTo>
                  <a:pt x="4006" y="634"/>
                </a:moveTo>
                <a:cubicBezTo>
                  <a:pt x="4015" y="634"/>
                  <a:pt x="4015" y="634"/>
                  <a:pt x="4015" y="634"/>
                </a:cubicBezTo>
                <a:cubicBezTo>
                  <a:pt x="4015" y="632"/>
                  <a:pt x="4015" y="632"/>
                  <a:pt x="4015" y="632"/>
                </a:cubicBezTo>
                <a:cubicBezTo>
                  <a:pt x="4006" y="632"/>
                  <a:pt x="4006" y="632"/>
                  <a:pt x="4006" y="632"/>
                </a:cubicBezTo>
                <a:lnTo>
                  <a:pt x="4006" y="634"/>
                </a:lnTo>
                <a:close/>
                <a:moveTo>
                  <a:pt x="4006" y="639"/>
                </a:moveTo>
                <a:cubicBezTo>
                  <a:pt x="4015" y="639"/>
                  <a:pt x="4015" y="639"/>
                  <a:pt x="4015" y="639"/>
                </a:cubicBezTo>
                <a:cubicBezTo>
                  <a:pt x="4015" y="637"/>
                  <a:pt x="4015" y="637"/>
                  <a:pt x="4015" y="637"/>
                </a:cubicBezTo>
                <a:cubicBezTo>
                  <a:pt x="4006" y="637"/>
                  <a:pt x="4006" y="637"/>
                  <a:pt x="4006" y="637"/>
                </a:cubicBezTo>
                <a:lnTo>
                  <a:pt x="4006" y="639"/>
                </a:lnTo>
                <a:close/>
                <a:moveTo>
                  <a:pt x="4006" y="644"/>
                </a:moveTo>
                <a:cubicBezTo>
                  <a:pt x="4015" y="644"/>
                  <a:pt x="4015" y="644"/>
                  <a:pt x="4015" y="644"/>
                </a:cubicBezTo>
                <a:cubicBezTo>
                  <a:pt x="4015" y="641"/>
                  <a:pt x="4015" y="641"/>
                  <a:pt x="4015" y="641"/>
                </a:cubicBezTo>
                <a:cubicBezTo>
                  <a:pt x="4006" y="641"/>
                  <a:pt x="4006" y="641"/>
                  <a:pt x="4006" y="641"/>
                </a:cubicBezTo>
                <a:lnTo>
                  <a:pt x="4006" y="644"/>
                </a:lnTo>
                <a:close/>
                <a:moveTo>
                  <a:pt x="4006" y="648"/>
                </a:moveTo>
                <a:cubicBezTo>
                  <a:pt x="4015" y="648"/>
                  <a:pt x="4015" y="648"/>
                  <a:pt x="4015" y="648"/>
                </a:cubicBezTo>
                <a:cubicBezTo>
                  <a:pt x="4015" y="646"/>
                  <a:pt x="4015" y="646"/>
                  <a:pt x="4015" y="646"/>
                </a:cubicBezTo>
                <a:cubicBezTo>
                  <a:pt x="4006" y="646"/>
                  <a:pt x="4006" y="646"/>
                  <a:pt x="4006" y="646"/>
                </a:cubicBezTo>
                <a:lnTo>
                  <a:pt x="4006" y="648"/>
                </a:lnTo>
                <a:close/>
                <a:moveTo>
                  <a:pt x="4006" y="653"/>
                </a:moveTo>
                <a:cubicBezTo>
                  <a:pt x="4015" y="653"/>
                  <a:pt x="4015" y="653"/>
                  <a:pt x="4015" y="653"/>
                </a:cubicBezTo>
                <a:cubicBezTo>
                  <a:pt x="4015" y="651"/>
                  <a:pt x="4015" y="651"/>
                  <a:pt x="4015" y="651"/>
                </a:cubicBezTo>
                <a:cubicBezTo>
                  <a:pt x="4006" y="651"/>
                  <a:pt x="4006" y="651"/>
                  <a:pt x="4006" y="651"/>
                </a:cubicBezTo>
                <a:lnTo>
                  <a:pt x="4006" y="653"/>
                </a:lnTo>
                <a:close/>
                <a:moveTo>
                  <a:pt x="4006" y="596"/>
                </a:moveTo>
                <a:cubicBezTo>
                  <a:pt x="4015" y="596"/>
                  <a:pt x="4015" y="596"/>
                  <a:pt x="4015" y="596"/>
                </a:cubicBezTo>
                <a:cubicBezTo>
                  <a:pt x="4015" y="594"/>
                  <a:pt x="4015" y="594"/>
                  <a:pt x="4015" y="594"/>
                </a:cubicBezTo>
                <a:cubicBezTo>
                  <a:pt x="4006" y="594"/>
                  <a:pt x="4006" y="594"/>
                  <a:pt x="4006" y="594"/>
                </a:cubicBezTo>
                <a:lnTo>
                  <a:pt x="4006" y="596"/>
                </a:lnTo>
                <a:close/>
                <a:moveTo>
                  <a:pt x="4006" y="601"/>
                </a:moveTo>
                <a:cubicBezTo>
                  <a:pt x="4015" y="601"/>
                  <a:pt x="4015" y="601"/>
                  <a:pt x="4015" y="601"/>
                </a:cubicBezTo>
                <a:cubicBezTo>
                  <a:pt x="4015" y="599"/>
                  <a:pt x="4015" y="599"/>
                  <a:pt x="4015" y="599"/>
                </a:cubicBezTo>
                <a:cubicBezTo>
                  <a:pt x="4006" y="599"/>
                  <a:pt x="4006" y="599"/>
                  <a:pt x="4006" y="599"/>
                </a:cubicBezTo>
                <a:lnTo>
                  <a:pt x="4006" y="601"/>
                </a:lnTo>
                <a:close/>
                <a:moveTo>
                  <a:pt x="4006" y="606"/>
                </a:moveTo>
                <a:cubicBezTo>
                  <a:pt x="4015" y="606"/>
                  <a:pt x="4015" y="606"/>
                  <a:pt x="4015" y="606"/>
                </a:cubicBezTo>
                <a:cubicBezTo>
                  <a:pt x="4015" y="603"/>
                  <a:pt x="4015" y="603"/>
                  <a:pt x="4015" y="603"/>
                </a:cubicBezTo>
                <a:cubicBezTo>
                  <a:pt x="4006" y="603"/>
                  <a:pt x="4006" y="603"/>
                  <a:pt x="4006" y="603"/>
                </a:cubicBezTo>
                <a:lnTo>
                  <a:pt x="4006" y="606"/>
                </a:lnTo>
                <a:close/>
                <a:moveTo>
                  <a:pt x="2886" y="552"/>
                </a:moveTo>
                <a:cubicBezTo>
                  <a:pt x="2891" y="552"/>
                  <a:pt x="2891" y="552"/>
                  <a:pt x="2891" y="552"/>
                </a:cubicBezTo>
                <a:cubicBezTo>
                  <a:pt x="2891" y="550"/>
                  <a:pt x="2891" y="550"/>
                  <a:pt x="2891" y="550"/>
                </a:cubicBezTo>
                <a:cubicBezTo>
                  <a:pt x="2886" y="550"/>
                  <a:pt x="2886" y="550"/>
                  <a:pt x="2886" y="550"/>
                </a:cubicBezTo>
                <a:lnTo>
                  <a:pt x="2886" y="552"/>
                </a:lnTo>
                <a:close/>
                <a:moveTo>
                  <a:pt x="2886" y="557"/>
                </a:moveTo>
                <a:cubicBezTo>
                  <a:pt x="2891" y="557"/>
                  <a:pt x="2891" y="557"/>
                  <a:pt x="2891" y="557"/>
                </a:cubicBezTo>
                <a:cubicBezTo>
                  <a:pt x="2891" y="555"/>
                  <a:pt x="2891" y="555"/>
                  <a:pt x="2891" y="555"/>
                </a:cubicBezTo>
                <a:cubicBezTo>
                  <a:pt x="2886" y="555"/>
                  <a:pt x="2886" y="555"/>
                  <a:pt x="2886" y="555"/>
                </a:cubicBezTo>
                <a:lnTo>
                  <a:pt x="2886" y="557"/>
                </a:lnTo>
                <a:close/>
                <a:moveTo>
                  <a:pt x="2886" y="563"/>
                </a:moveTo>
                <a:cubicBezTo>
                  <a:pt x="2891" y="563"/>
                  <a:pt x="2891" y="563"/>
                  <a:pt x="2891" y="563"/>
                </a:cubicBezTo>
                <a:cubicBezTo>
                  <a:pt x="2891" y="560"/>
                  <a:pt x="2891" y="560"/>
                  <a:pt x="2891" y="560"/>
                </a:cubicBezTo>
                <a:cubicBezTo>
                  <a:pt x="2886" y="560"/>
                  <a:pt x="2886" y="560"/>
                  <a:pt x="2886" y="560"/>
                </a:cubicBezTo>
                <a:lnTo>
                  <a:pt x="2886" y="563"/>
                </a:lnTo>
                <a:close/>
                <a:moveTo>
                  <a:pt x="2886" y="568"/>
                </a:moveTo>
                <a:cubicBezTo>
                  <a:pt x="2891" y="568"/>
                  <a:pt x="2891" y="568"/>
                  <a:pt x="2891" y="568"/>
                </a:cubicBezTo>
                <a:cubicBezTo>
                  <a:pt x="2891" y="566"/>
                  <a:pt x="2891" y="566"/>
                  <a:pt x="2891" y="566"/>
                </a:cubicBezTo>
                <a:cubicBezTo>
                  <a:pt x="2886" y="566"/>
                  <a:pt x="2886" y="566"/>
                  <a:pt x="2886" y="566"/>
                </a:cubicBezTo>
                <a:lnTo>
                  <a:pt x="2886" y="568"/>
                </a:lnTo>
                <a:close/>
                <a:moveTo>
                  <a:pt x="2886" y="573"/>
                </a:moveTo>
                <a:cubicBezTo>
                  <a:pt x="2891" y="573"/>
                  <a:pt x="2891" y="573"/>
                  <a:pt x="2891" y="573"/>
                </a:cubicBezTo>
                <a:cubicBezTo>
                  <a:pt x="2891" y="571"/>
                  <a:pt x="2891" y="571"/>
                  <a:pt x="2891" y="571"/>
                </a:cubicBezTo>
                <a:cubicBezTo>
                  <a:pt x="2886" y="571"/>
                  <a:pt x="2886" y="571"/>
                  <a:pt x="2886" y="571"/>
                </a:cubicBezTo>
                <a:lnTo>
                  <a:pt x="2886" y="573"/>
                </a:lnTo>
                <a:close/>
                <a:moveTo>
                  <a:pt x="2886" y="579"/>
                </a:moveTo>
                <a:cubicBezTo>
                  <a:pt x="2891" y="579"/>
                  <a:pt x="2891" y="579"/>
                  <a:pt x="2891" y="579"/>
                </a:cubicBezTo>
                <a:cubicBezTo>
                  <a:pt x="2891" y="577"/>
                  <a:pt x="2891" y="577"/>
                  <a:pt x="2891" y="577"/>
                </a:cubicBezTo>
                <a:cubicBezTo>
                  <a:pt x="2886" y="577"/>
                  <a:pt x="2886" y="577"/>
                  <a:pt x="2886" y="577"/>
                </a:cubicBezTo>
                <a:lnTo>
                  <a:pt x="2886" y="579"/>
                </a:lnTo>
                <a:close/>
                <a:moveTo>
                  <a:pt x="2886" y="584"/>
                </a:moveTo>
                <a:cubicBezTo>
                  <a:pt x="2891" y="584"/>
                  <a:pt x="2891" y="584"/>
                  <a:pt x="2891" y="584"/>
                </a:cubicBezTo>
                <a:cubicBezTo>
                  <a:pt x="2891" y="582"/>
                  <a:pt x="2891" y="582"/>
                  <a:pt x="2891" y="582"/>
                </a:cubicBezTo>
                <a:cubicBezTo>
                  <a:pt x="2886" y="582"/>
                  <a:pt x="2886" y="582"/>
                  <a:pt x="2886" y="582"/>
                </a:cubicBezTo>
                <a:lnTo>
                  <a:pt x="2886" y="584"/>
                </a:lnTo>
                <a:close/>
                <a:moveTo>
                  <a:pt x="2886" y="590"/>
                </a:moveTo>
                <a:cubicBezTo>
                  <a:pt x="2891" y="590"/>
                  <a:pt x="2891" y="590"/>
                  <a:pt x="2891" y="590"/>
                </a:cubicBezTo>
                <a:cubicBezTo>
                  <a:pt x="2891" y="587"/>
                  <a:pt x="2891" y="587"/>
                  <a:pt x="2891" y="587"/>
                </a:cubicBezTo>
                <a:cubicBezTo>
                  <a:pt x="2886" y="587"/>
                  <a:pt x="2886" y="587"/>
                  <a:pt x="2886" y="587"/>
                </a:cubicBezTo>
                <a:lnTo>
                  <a:pt x="2886" y="590"/>
                </a:lnTo>
                <a:close/>
                <a:moveTo>
                  <a:pt x="2886" y="595"/>
                </a:moveTo>
                <a:cubicBezTo>
                  <a:pt x="2891" y="595"/>
                  <a:pt x="2891" y="595"/>
                  <a:pt x="2891" y="595"/>
                </a:cubicBezTo>
                <a:cubicBezTo>
                  <a:pt x="2891" y="593"/>
                  <a:pt x="2891" y="593"/>
                  <a:pt x="2891" y="593"/>
                </a:cubicBezTo>
                <a:cubicBezTo>
                  <a:pt x="2886" y="593"/>
                  <a:pt x="2886" y="593"/>
                  <a:pt x="2886" y="593"/>
                </a:cubicBezTo>
                <a:lnTo>
                  <a:pt x="2886" y="595"/>
                </a:lnTo>
                <a:close/>
                <a:moveTo>
                  <a:pt x="2886" y="600"/>
                </a:moveTo>
                <a:cubicBezTo>
                  <a:pt x="2891" y="600"/>
                  <a:pt x="2891" y="600"/>
                  <a:pt x="2891" y="600"/>
                </a:cubicBezTo>
                <a:cubicBezTo>
                  <a:pt x="2891" y="598"/>
                  <a:pt x="2891" y="598"/>
                  <a:pt x="2891" y="598"/>
                </a:cubicBezTo>
                <a:cubicBezTo>
                  <a:pt x="2886" y="598"/>
                  <a:pt x="2886" y="598"/>
                  <a:pt x="2886" y="598"/>
                </a:cubicBezTo>
                <a:lnTo>
                  <a:pt x="2886" y="600"/>
                </a:lnTo>
                <a:close/>
                <a:moveTo>
                  <a:pt x="2886" y="606"/>
                </a:moveTo>
                <a:cubicBezTo>
                  <a:pt x="2891" y="606"/>
                  <a:pt x="2891" y="606"/>
                  <a:pt x="2891" y="606"/>
                </a:cubicBezTo>
                <a:cubicBezTo>
                  <a:pt x="2891" y="604"/>
                  <a:pt x="2891" y="604"/>
                  <a:pt x="2891" y="604"/>
                </a:cubicBezTo>
                <a:cubicBezTo>
                  <a:pt x="2886" y="604"/>
                  <a:pt x="2886" y="604"/>
                  <a:pt x="2886" y="604"/>
                </a:cubicBezTo>
                <a:lnTo>
                  <a:pt x="2886" y="606"/>
                </a:lnTo>
                <a:close/>
                <a:moveTo>
                  <a:pt x="2886" y="611"/>
                </a:moveTo>
                <a:cubicBezTo>
                  <a:pt x="2891" y="611"/>
                  <a:pt x="2891" y="611"/>
                  <a:pt x="2891" y="611"/>
                </a:cubicBezTo>
                <a:cubicBezTo>
                  <a:pt x="2891" y="609"/>
                  <a:pt x="2891" y="609"/>
                  <a:pt x="2891" y="609"/>
                </a:cubicBezTo>
                <a:cubicBezTo>
                  <a:pt x="2886" y="609"/>
                  <a:pt x="2886" y="609"/>
                  <a:pt x="2886" y="609"/>
                </a:cubicBezTo>
                <a:lnTo>
                  <a:pt x="2886" y="611"/>
                </a:lnTo>
                <a:close/>
                <a:moveTo>
                  <a:pt x="2886" y="617"/>
                </a:moveTo>
                <a:cubicBezTo>
                  <a:pt x="2891" y="617"/>
                  <a:pt x="2891" y="617"/>
                  <a:pt x="2891" y="617"/>
                </a:cubicBezTo>
                <a:cubicBezTo>
                  <a:pt x="2891" y="614"/>
                  <a:pt x="2891" y="614"/>
                  <a:pt x="2891" y="614"/>
                </a:cubicBezTo>
                <a:cubicBezTo>
                  <a:pt x="2886" y="614"/>
                  <a:pt x="2886" y="614"/>
                  <a:pt x="2886" y="614"/>
                </a:cubicBezTo>
                <a:lnTo>
                  <a:pt x="2886" y="617"/>
                </a:lnTo>
                <a:close/>
                <a:moveTo>
                  <a:pt x="2886" y="622"/>
                </a:moveTo>
                <a:cubicBezTo>
                  <a:pt x="2891" y="622"/>
                  <a:pt x="2891" y="622"/>
                  <a:pt x="2891" y="622"/>
                </a:cubicBezTo>
                <a:cubicBezTo>
                  <a:pt x="2891" y="620"/>
                  <a:pt x="2891" y="620"/>
                  <a:pt x="2891" y="620"/>
                </a:cubicBezTo>
                <a:cubicBezTo>
                  <a:pt x="2886" y="620"/>
                  <a:pt x="2886" y="620"/>
                  <a:pt x="2886" y="620"/>
                </a:cubicBezTo>
                <a:lnTo>
                  <a:pt x="2886" y="622"/>
                </a:lnTo>
                <a:close/>
                <a:moveTo>
                  <a:pt x="2886" y="628"/>
                </a:moveTo>
                <a:cubicBezTo>
                  <a:pt x="2891" y="628"/>
                  <a:pt x="2891" y="628"/>
                  <a:pt x="2891" y="628"/>
                </a:cubicBezTo>
                <a:cubicBezTo>
                  <a:pt x="2891" y="625"/>
                  <a:pt x="2891" y="625"/>
                  <a:pt x="2891" y="625"/>
                </a:cubicBezTo>
                <a:cubicBezTo>
                  <a:pt x="2886" y="625"/>
                  <a:pt x="2886" y="625"/>
                  <a:pt x="2886" y="625"/>
                </a:cubicBezTo>
                <a:lnTo>
                  <a:pt x="2886" y="628"/>
                </a:lnTo>
                <a:close/>
                <a:moveTo>
                  <a:pt x="2886" y="633"/>
                </a:moveTo>
                <a:cubicBezTo>
                  <a:pt x="2891" y="633"/>
                  <a:pt x="2891" y="633"/>
                  <a:pt x="2891" y="633"/>
                </a:cubicBezTo>
                <a:cubicBezTo>
                  <a:pt x="2891" y="631"/>
                  <a:pt x="2891" y="631"/>
                  <a:pt x="2891" y="631"/>
                </a:cubicBezTo>
                <a:cubicBezTo>
                  <a:pt x="2886" y="631"/>
                  <a:pt x="2886" y="631"/>
                  <a:pt x="2886" y="631"/>
                </a:cubicBezTo>
                <a:lnTo>
                  <a:pt x="2886" y="633"/>
                </a:lnTo>
                <a:close/>
                <a:moveTo>
                  <a:pt x="2886" y="638"/>
                </a:moveTo>
                <a:cubicBezTo>
                  <a:pt x="2891" y="638"/>
                  <a:pt x="2891" y="638"/>
                  <a:pt x="2891" y="638"/>
                </a:cubicBezTo>
                <a:cubicBezTo>
                  <a:pt x="2891" y="636"/>
                  <a:pt x="2891" y="636"/>
                  <a:pt x="2891" y="636"/>
                </a:cubicBezTo>
                <a:cubicBezTo>
                  <a:pt x="2886" y="636"/>
                  <a:pt x="2886" y="636"/>
                  <a:pt x="2886" y="636"/>
                </a:cubicBezTo>
                <a:lnTo>
                  <a:pt x="2886" y="638"/>
                </a:lnTo>
                <a:close/>
                <a:moveTo>
                  <a:pt x="2903" y="554"/>
                </a:moveTo>
                <a:cubicBezTo>
                  <a:pt x="2928" y="554"/>
                  <a:pt x="2928" y="554"/>
                  <a:pt x="2928" y="554"/>
                </a:cubicBezTo>
                <a:cubicBezTo>
                  <a:pt x="2928" y="552"/>
                  <a:pt x="2928" y="552"/>
                  <a:pt x="2928" y="552"/>
                </a:cubicBezTo>
                <a:cubicBezTo>
                  <a:pt x="2903" y="552"/>
                  <a:pt x="2903" y="552"/>
                  <a:pt x="2903" y="552"/>
                </a:cubicBezTo>
                <a:lnTo>
                  <a:pt x="2903" y="554"/>
                </a:lnTo>
                <a:close/>
                <a:moveTo>
                  <a:pt x="2903" y="559"/>
                </a:moveTo>
                <a:cubicBezTo>
                  <a:pt x="2928" y="559"/>
                  <a:pt x="2928" y="559"/>
                  <a:pt x="2928" y="559"/>
                </a:cubicBezTo>
                <a:cubicBezTo>
                  <a:pt x="2928" y="557"/>
                  <a:pt x="2928" y="557"/>
                  <a:pt x="2928" y="557"/>
                </a:cubicBezTo>
                <a:cubicBezTo>
                  <a:pt x="2903" y="557"/>
                  <a:pt x="2903" y="557"/>
                  <a:pt x="2903" y="557"/>
                </a:cubicBezTo>
                <a:lnTo>
                  <a:pt x="2903" y="559"/>
                </a:lnTo>
                <a:close/>
                <a:moveTo>
                  <a:pt x="2903" y="565"/>
                </a:moveTo>
                <a:cubicBezTo>
                  <a:pt x="2928" y="565"/>
                  <a:pt x="2928" y="565"/>
                  <a:pt x="2928" y="565"/>
                </a:cubicBezTo>
                <a:cubicBezTo>
                  <a:pt x="2928" y="563"/>
                  <a:pt x="2928" y="563"/>
                  <a:pt x="2928" y="563"/>
                </a:cubicBezTo>
                <a:cubicBezTo>
                  <a:pt x="2903" y="563"/>
                  <a:pt x="2903" y="563"/>
                  <a:pt x="2903" y="563"/>
                </a:cubicBezTo>
                <a:lnTo>
                  <a:pt x="2903" y="565"/>
                </a:lnTo>
                <a:close/>
                <a:moveTo>
                  <a:pt x="2903" y="570"/>
                </a:moveTo>
                <a:cubicBezTo>
                  <a:pt x="2928" y="570"/>
                  <a:pt x="2928" y="570"/>
                  <a:pt x="2928" y="570"/>
                </a:cubicBezTo>
                <a:cubicBezTo>
                  <a:pt x="2928" y="568"/>
                  <a:pt x="2928" y="568"/>
                  <a:pt x="2928" y="568"/>
                </a:cubicBezTo>
                <a:cubicBezTo>
                  <a:pt x="2903" y="568"/>
                  <a:pt x="2903" y="568"/>
                  <a:pt x="2903" y="568"/>
                </a:cubicBezTo>
                <a:lnTo>
                  <a:pt x="2903" y="570"/>
                </a:lnTo>
                <a:close/>
                <a:moveTo>
                  <a:pt x="2903" y="576"/>
                </a:moveTo>
                <a:cubicBezTo>
                  <a:pt x="2928" y="576"/>
                  <a:pt x="2928" y="576"/>
                  <a:pt x="2928" y="576"/>
                </a:cubicBezTo>
                <a:cubicBezTo>
                  <a:pt x="2928" y="573"/>
                  <a:pt x="2928" y="573"/>
                  <a:pt x="2928" y="573"/>
                </a:cubicBezTo>
                <a:cubicBezTo>
                  <a:pt x="2903" y="573"/>
                  <a:pt x="2903" y="573"/>
                  <a:pt x="2903" y="573"/>
                </a:cubicBezTo>
                <a:lnTo>
                  <a:pt x="2903" y="576"/>
                </a:lnTo>
                <a:close/>
                <a:moveTo>
                  <a:pt x="2903" y="581"/>
                </a:moveTo>
                <a:cubicBezTo>
                  <a:pt x="2928" y="581"/>
                  <a:pt x="2928" y="581"/>
                  <a:pt x="2928" y="581"/>
                </a:cubicBezTo>
                <a:cubicBezTo>
                  <a:pt x="2928" y="579"/>
                  <a:pt x="2928" y="579"/>
                  <a:pt x="2928" y="579"/>
                </a:cubicBezTo>
                <a:cubicBezTo>
                  <a:pt x="2903" y="579"/>
                  <a:pt x="2903" y="579"/>
                  <a:pt x="2903" y="579"/>
                </a:cubicBezTo>
                <a:lnTo>
                  <a:pt x="2903" y="581"/>
                </a:lnTo>
                <a:close/>
                <a:moveTo>
                  <a:pt x="2903" y="586"/>
                </a:moveTo>
                <a:cubicBezTo>
                  <a:pt x="2928" y="586"/>
                  <a:pt x="2928" y="586"/>
                  <a:pt x="2928" y="586"/>
                </a:cubicBezTo>
                <a:cubicBezTo>
                  <a:pt x="2928" y="584"/>
                  <a:pt x="2928" y="584"/>
                  <a:pt x="2928" y="584"/>
                </a:cubicBezTo>
                <a:cubicBezTo>
                  <a:pt x="2903" y="584"/>
                  <a:pt x="2903" y="584"/>
                  <a:pt x="2903" y="584"/>
                </a:cubicBezTo>
                <a:lnTo>
                  <a:pt x="2903" y="586"/>
                </a:lnTo>
                <a:close/>
                <a:moveTo>
                  <a:pt x="2903" y="592"/>
                </a:moveTo>
                <a:cubicBezTo>
                  <a:pt x="2928" y="592"/>
                  <a:pt x="2928" y="592"/>
                  <a:pt x="2928" y="592"/>
                </a:cubicBezTo>
                <a:cubicBezTo>
                  <a:pt x="2928" y="590"/>
                  <a:pt x="2928" y="590"/>
                  <a:pt x="2928" y="590"/>
                </a:cubicBezTo>
                <a:cubicBezTo>
                  <a:pt x="2903" y="590"/>
                  <a:pt x="2903" y="590"/>
                  <a:pt x="2903" y="590"/>
                </a:cubicBezTo>
                <a:lnTo>
                  <a:pt x="2903" y="592"/>
                </a:lnTo>
                <a:close/>
                <a:moveTo>
                  <a:pt x="2903" y="597"/>
                </a:moveTo>
                <a:cubicBezTo>
                  <a:pt x="2928" y="597"/>
                  <a:pt x="2928" y="597"/>
                  <a:pt x="2928" y="597"/>
                </a:cubicBezTo>
                <a:cubicBezTo>
                  <a:pt x="2928" y="595"/>
                  <a:pt x="2928" y="595"/>
                  <a:pt x="2928" y="595"/>
                </a:cubicBezTo>
                <a:cubicBezTo>
                  <a:pt x="2903" y="595"/>
                  <a:pt x="2903" y="595"/>
                  <a:pt x="2903" y="595"/>
                </a:cubicBezTo>
                <a:lnTo>
                  <a:pt x="2903" y="597"/>
                </a:lnTo>
                <a:close/>
                <a:moveTo>
                  <a:pt x="2903" y="603"/>
                </a:moveTo>
                <a:cubicBezTo>
                  <a:pt x="2928" y="603"/>
                  <a:pt x="2928" y="603"/>
                  <a:pt x="2928" y="603"/>
                </a:cubicBezTo>
                <a:cubicBezTo>
                  <a:pt x="2928" y="600"/>
                  <a:pt x="2928" y="600"/>
                  <a:pt x="2928" y="600"/>
                </a:cubicBezTo>
                <a:cubicBezTo>
                  <a:pt x="2903" y="600"/>
                  <a:pt x="2903" y="600"/>
                  <a:pt x="2903" y="600"/>
                </a:cubicBezTo>
                <a:lnTo>
                  <a:pt x="2903" y="603"/>
                </a:lnTo>
                <a:close/>
                <a:moveTo>
                  <a:pt x="2903" y="608"/>
                </a:moveTo>
                <a:cubicBezTo>
                  <a:pt x="2928" y="608"/>
                  <a:pt x="2928" y="608"/>
                  <a:pt x="2928" y="608"/>
                </a:cubicBezTo>
                <a:cubicBezTo>
                  <a:pt x="2928" y="606"/>
                  <a:pt x="2928" y="606"/>
                  <a:pt x="2928" y="606"/>
                </a:cubicBezTo>
                <a:cubicBezTo>
                  <a:pt x="2903" y="606"/>
                  <a:pt x="2903" y="606"/>
                  <a:pt x="2903" y="606"/>
                </a:cubicBezTo>
                <a:lnTo>
                  <a:pt x="2903" y="608"/>
                </a:lnTo>
                <a:close/>
                <a:moveTo>
                  <a:pt x="2903" y="613"/>
                </a:moveTo>
                <a:cubicBezTo>
                  <a:pt x="2928" y="613"/>
                  <a:pt x="2928" y="613"/>
                  <a:pt x="2928" y="613"/>
                </a:cubicBezTo>
                <a:cubicBezTo>
                  <a:pt x="2928" y="611"/>
                  <a:pt x="2928" y="611"/>
                  <a:pt x="2928" y="611"/>
                </a:cubicBezTo>
                <a:cubicBezTo>
                  <a:pt x="2903" y="611"/>
                  <a:pt x="2903" y="611"/>
                  <a:pt x="2903" y="611"/>
                </a:cubicBezTo>
                <a:lnTo>
                  <a:pt x="2903" y="613"/>
                </a:lnTo>
                <a:close/>
                <a:moveTo>
                  <a:pt x="2903" y="619"/>
                </a:moveTo>
                <a:cubicBezTo>
                  <a:pt x="2928" y="619"/>
                  <a:pt x="2928" y="619"/>
                  <a:pt x="2928" y="619"/>
                </a:cubicBezTo>
                <a:cubicBezTo>
                  <a:pt x="2928" y="617"/>
                  <a:pt x="2928" y="617"/>
                  <a:pt x="2928" y="617"/>
                </a:cubicBezTo>
                <a:cubicBezTo>
                  <a:pt x="2903" y="617"/>
                  <a:pt x="2903" y="617"/>
                  <a:pt x="2903" y="617"/>
                </a:cubicBezTo>
                <a:lnTo>
                  <a:pt x="2903" y="619"/>
                </a:lnTo>
                <a:close/>
                <a:moveTo>
                  <a:pt x="2903" y="624"/>
                </a:moveTo>
                <a:cubicBezTo>
                  <a:pt x="2928" y="624"/>
                  <a:pt x="2928" y="624"/>
                  <a:pt x="2928" y="624"/>
                </a:cubicBezTo>
                <a:cubicBezTo>
                  <a:pt x="2928" y="622"/>
                  <a:pt x="2928" y="622"/>
                  <a:pt x="2928" y="622"/>
                </a:cubicBezTo>
                <a:cubicBezTo>
                  <a:pt x="2903" y="622"/>
                  <a:pt x="2903" y="622"/>
                  <a:pt x="2903" y="622"/>
                </a:cubicBezTo>
                <a:lnTo>
                  <a:pt x="2903" y="624"/>
                </a:lnTo>
                <a:close/>
                <a:moveTo>
                  <a:pt x="2903" y="630"/>
                </a:moveTo>
                <a:cubicBezTo>
                  <a:pt x="2928" y="630"/>
                  <a:pt x="2928" y="630"/>
                  <a:pt x="2928" y="630"/>
                </a:cubicBezTo>
                <a:cubicBezTo>
                  <a:pt x="2928" y="628"/>
                  <a:pt x="2928" y="628"/>
                  <a:pt x="2928" y="628"/>
                </a:cubicBezTo>
                <a:cubicBezTo>
                  <a:pt x="2903" y="628"/>
                  <a:pt x="2903" y="628"/>
                  <a:pt x="2903" y="628"/>
                </a:cubicBezTo>
                <a:lnTo>
                  <a:pt x="2903" y="630"/>
                </a:lnTo>
                <a:close/>
                <a:moveTo>
                  <a:pt x="2903" y="635"/>
                </a:moveTo>
                <a:cubicBezTo>
                  <a:pt x="2928" y="635"/>
                  <a:pt x="2928" y="635"/>
                  <a:pt x="2928" y="635"/>
                </a:cubicBezTo>
                <a:cubicBezTo>
                  <a:pt x="2928" y="633"/>
                  <a:pt x="2928" y="633"/>
                  <a:pt x="2928" y="633"/>
                </a:cubicBezTo>
                <a:cubicBezTo>
                  <a:pt x="2903" y="633"/>
                  <a:pt x="2903" y="633"/>
                  <a:pt x="2903" y="633"/>
                </a:cubicBezTo>
                <a:lnTo>
                  <a:pt x="2903" y="635"/>
                </a:lnTo>
                <a:close/>
                <a:moveTo>
                  <a:pt x="2903" y="641"/>
                </a:moveTo>
                <a:cubicBezTo>
                  <a:pt x="2928" y="641"/>
                  <a:pt x="2928" y="641"/>
                  <a:pt x="2928" y="641"/>
                </a:cubicBezTo>
                <a:cubicBezTo>
                  <a:pt x="2928" y="638"/>
                  <a:pt x="2928" y="638"/>
                  <a:pt x="2928" y="638"/>
                </a:cubicBezTo>
                <a:cubicBezTo>
                  <a:pt x="2903" y="638"/>
                  <a:pt x="2903" y="638"/>
                  <a:pt x="2903" y="638"/>
                </a:cubicBezTo>
                <a:lnTo>
                  <a:pt x="2903" y="641"/>
                </a:lnTo>
                <a:close/>
                <a:moveTo>
                  <a:pt x="2765" y="447"/>
                </a:moveTo>
                <a:cubicBezTo>
                  <a:pt x="2767" y="447"/>
                  <a:pt x="2767" y="447"/>
                  <a:pt x="2767" y="447"/>
                </a:cubicBezTo>
                <a:cubicBezTo>
                  <a:pt x="2767" y="420"/>
                  <a:pt x="2767" y="420"/>
                  <a:pt x="2767" y="420"/>
                </a:cubicBezTo>
                <a:cubicBezTo>
                  <a:pt x="2765" y="420"/>
                  <a:pt x="2765" y="420"/>
                  <a:pt x="2765" y="420"/>
                </a:cubicBezTo>
                <a:lnTo>
                  <a:pt x="2765" y="447"/>
                </a:lnTo>
                <a:close/>
                <a:moveTo>
                  <a:pt x="2773" y="433"/>
                </a:moveTo>
                <a:cubicBezTo>
                  <a:pt x="2775" y="433"/>
                  <a:pt x="2775" y="433"/>
                  <a:pt x="2775" y="433"/>
                </a:cubicBezTo>
                <a:cubicBezTo>
                  <a:pt x="2775" y="419"/>
                  <a:pt x="2775" y="419"/>
                  <a:pt x="2775" y="419"/>
                </a:cubicBezTo>
                <a:cubicBezTo>
                  <a:pt x="2773" y="419"/>
                  <a:pt x="2773" y="419"/>
                  <a:pt x="2773" y="419"/>
                </a:cubicBezTo>
                <a:lnTo>
                  <a:pt x="2773" y="433"/>
                </a:lnTo>
                <a:close/>
                <a:moveTo>
                  <a:pt x="2781" y="443"/>
                </a:moveTo>
                <a:cubicBezTo>
                  <a:pt x="2783" y="443"/>
                  <a:pt x="2783" y="443"/>
                  <a:pt x="2783" y="443"/>
                </a:cubicBezTo>
                <a:cubicBezTo>
                  <a:pt x="2783" y="418"/>
                  <a:pt x="2783" y="418"/>
                  <a:pt x="2783" y="418"/>
                </a:cubicBezTo>
                <a:cubicBezTo>
                  <a:pt x="2781" y="418"/>
                  <a:pt x="2781" y="418"/>
                  <a:pt x="2781" y="418"/>
                </a:cubicBezTo>
                <a:lnTo>
                  <a:pt x="2781" y="443"/>
                </a:lnTo>
                <a:close/>
                <a:moveTo>
                  <a:pt x="2790" y="451"/>
                </a:moveTo>
                <a:cubicBezTo>
                  <a:pt x="2793" y="451"/>
                  <a:pt x="2793" y="451"/>
                  <a:pt x="2793" y="451"/>
                </a:cubicBezTo>
                <a:cubicBezTo>
                  <a:pt x="2793" y="418"/>
                  <a:pt x="2793" y="418"/>
                  <a:pt x="2793" y="418"/>
                </a:cubicBezTo>
                <a:cubicBezTo>
                  <a:pt x="2790" y="418"/>
                  <a:pt x="2790" y="418"/>
                  <a:pt x="2790" y="418"/>
                </a:cubicBezTo>
                <a:lnTo>
                  <a:pt x="2790" y="451"/>
                </a:lnTo>
                <a:close/>
                <a:moveTo>
                  <a:pt x="2800" y="460"/>
                </a:moveTo>
                <a:cubicBezTo>
                  <a:pt x="2802" y="460"/>
                  <a:pt x="2802" y="460"/>
                  <a:pt x="2802" y="460"/>
                </a:cubicBezTo>
                <a:cubicBezTo>
                  <a:pt x="2802" y="418"/>
                  <a:pt x="2802" y="418"/>
                  <a:pt x="2802" y="418"/>
                </a:cubicBezTo>
                <a:cubicBezTo>
                  <a:pt x="2800" y="418"/>
                  <a:pt x="2800" y="418"/>
                  <a:pt x="2800" y="418"/>
                </a:cubicBezTo>
                <a:lnTo>
                  <a:pt x="2800" y="460"/>
                </a:lnTo>
                <a:close/>
                <a:moveTo>
                  <a:pt x="2809" y="489"/>
                </a:moveTo>
                <a:cubicBezTo>
                  <a:pt x="2811" y="489"/>
                  <a:pt x="2811" y="489"/>
                  <a:pt x="2811" y="489"/>
                </a:cubicBezTo>
                <a:cubicBezTo>
                  <a:pt x="2811" y="418"/>
                  <a:pt x="2811" y="418"/>
                  <a:pt x="2811" y="418"/>
                </a:cubicBezTo>
                <a:cubicBezTo>
                  <a:pt x="2809" y="418"/>
                  <a:pt x="2809" y="418"/>
                  <a:pt x="2809" y="418"/>
                </a:cubicBezTo>
                <a:lnTo>
                  <a:pt x="2809" y="489"/>
                </a:lnTo>
                <a:close/>
                <a:moveTo>
                  <a:pt x="2773" y="344"/>
                </a:moveTo>
                <a:cubicBezTo>
                  <a:pt x="2775" y="344"/>
                  <a:pt x="2775" y="344"/>
                  <a:pt x="2775" y="344"/>
                </a:cubicBezTo>
                <a:cubicBezTo>
                  <a:pt x="2775" y="317"/>
                  <a:pt x="2775" y="317"/>
                  <a:pt x="2775" y="317"/>
                </a:cubicBezTo>
                <a:cubicBezTo>
                  <a:pt x="2773" y="317"/>
                  <a:pt x="2773" y="317"/>
                  <a:pt x="2773" y="317"/>
                </a:cubicBezTo>
                <a:lnTo>
                  <a:pt x="2773" y="344"/>
                </a:lnTo>
                <a:close/>
                <a:moveTo>
                  <a:pt x="2781" y="330"/>
                </a:moveTo>
                <a:cubicBezTo>
                  <a:pt x="2783" y="330"/>
                  <a:pt x="2783" y="330"/>
                  <a:pt x="2783" y="330"/>
                </a:cubicBezTo>
                <a:cubicBezTo>
                  <a:pt x="2783" y="316"/>
                  <a:pt x="2783" y="316"/>
                  <a:pt x="2783" y="316"/>
                </a:cubicBezTo>
                <a:cubicBezTo>
                  <a:pt x="2781" y="316"/>
                  <a:pt x="2781" y="316"/>
                  <a:pt x="2781" y="316"/>
                </a:cubicBezTo>
                <a:lnTo>
                  <a:pt x="2781" y="330"/>
                </a:lnTo>
                <a:close/>
                <a:moveTo>
                  <a:pt x="2789" y="340"/>
                </a:moveTo>
                <a:cubicBezTo>
                  <a:pt x="2791" y="340"/>
                  <a:pt x="2791" y="340"/>
                  <a:pt x="2791" y="340"/>
                </a:cubicBezTo>
                <a:cubicBezTo>
                  <a:pt x="2791" y="315"/>
                  <a:pt x="2791" y="315"/>
                  <a:pt x="2791" y="315"/>
                </a:cubicBezTo>
                <a:cubicBezTo>
                  <a:pt x="2789" y="315"/>
                  <a:pt x="2789" y="315"/>
                  <a:pt x="2789" y="315"/>
                </a:cubicBezTo>
                <a:lnTo>
                  <a:pt x="2789" y="340"/>
                </a:lnTo>
                <a:close/>
                <a:moveTo>
                  <a:pt x="2798" y="348"/>
                </a:moveTo>
                <a:cubicBezTo>
                  <a:pt x="2800" y="348"/>
                  <a:pt x="2800" y="348"/>
                  <a:pt x="2800" y="348"/>
                </a:cubicBezTo>
                <a:cubicBezTo>
                  <a:pt x="2800" y="315"/>
                  <a:pt x="2800" y="315"/>
                  <a:pt x="2800" y="315"/>
                </a:cubicBezTo>
                <a:cubicBezTo>
                  <a:pt x="2798" y="315"/>
                  <a:pt x="2798" y="315"/>
                  <a:pt x="2798" y="315"/>
                </a:cubicBezTo>
                <a:lnTo>
                  <a:pt x="2798" y="348"/>
                </a:lnTo>
                <a:close/>
                <a:moveTo>
                  <a:pt x="2808" y="357"/>
                </a:moveTo>
                <a:cubicBezTo>
                  <a:pt x="2810" y="357"/>
                  <a:pt x="2810" y="357"/>
                  <a:pt x="2810" y="357"/>
                </a:cubicBezTo>
                <a:cubicBezTo>
                  <a:pt x="2810" y="315"/>
                  <a:pt x="2810" y="315"/>
                  <a:pt x="2810" y="315"/>
                </a:cubicBezTo>
                <a:cubicBezTo>
                  <a:pt x="2808" y="315"/>
                  <a:pt x="2808" y="315"/>
                  <a:pt x="2808" y="315"/>
                </a:cubicBezTo>
                <a:lnTo>
                  <a:pt x="2808" y="357"/>
                </a:lnTo>
                <a:close/>
                <a:moveTo>
                  <a:pt x="3795" y="575"/>
                </a:moveTo>
                <a:cubicBezTo>
                  <a:pt x="3812" y="575"/>
                  <a:pt x="3812" y="575"/>
                  <a:pt x="3812" y="575"/>
                </a:cubicBezTo>
                <a:cubicBezTo>
                  <a:pt x="3812" y="573"/>
                  <a:pt x="3812" y="573"/>
                  <a:pt x="3812" y="573"/>
                </a:cubicBezTo>
                <a:cubicBezTo>
                  <a:pt x="3795" y="573"/>
                  <a:pt x="3795" y="573"/>
                  <a:pt x="3795" y="573"/>
                </a:cubicBezTo>
                <a:lnTo>
                  <a:pt x="3795" y="575"/>
                </a:lnTo>
                <a:close/>
                <a:moveTo>
                  <a:pt x="3795" y="580"/>
                </a:moveTo>
                <a:cubicBezTo>
                  <a:pt x="3812" y="580"/>
                  <a:pt x="3812" y="580"/>
                  <a:pt x="3812" y="580"/>
                </a:cubicBezTo>
                <a:cubicBezTo>
                  <a:pt x="3812" y="578"/>
                  <a:pt x="3812" y="578"/>
                  <a:pt x="3812" y="578"/>
                </a:cubicBezTo>
                <a:cubicBezTo>
                  <a:pt x="3795" y="578"/>
                  <a:pt x="3795" y="578"/>
                  <a:pt x="3795" y="578"/>
                </a:cubicBezTo>
                <a:lnTo>
                  <a:pt x="3795" y="580"/>
                </a:lnTo>
                <a:close/>
                <a:moveTo>
                  <a:pt x="3795" y="585"/>
                </a:moveTo>
                <a:cubicBezTo>
                  <a:pt x="3812" y="585"/>
                  <a:pt x="3812" y="585"/>
                  <a:pt x="3812" y="585"/>
                </a:cubicBezTo>
                <a:cubicBezTo>
                  <a:pt x="3812" y="582"/>
                  <a:pt x="3812" y="582"/>
                  <a:pt x="3812" y="582"/>
                </a:cubicBezTo>
                <a:cubicBezTo>
                  <a:pt x="3795" y="582"/>
                  <a:pt x="3795" y="582"/>
                  <a:pt x="3795" y="582"/>
                </a:cubicBezTo>
                <a:lnTo>
                  <a:pt x="3795" y="585"/>
                </a:lnTo>
                <a:close/>
                <a:moveTo>
                  <a:pt x="3795" y="590"/>
                </a:moveTo>
                <a:cubicBezTo>
                  <a:pt x="3812" y="590"/>
                  <a:pt x="3812" y="590"/>
                  <a:pt x="3812" y="590"/>
                </a:cubicBezTo>
                <a:cubicBezTo>
                  <a:pt x="3812" y="587"/>
                  <a:pt x="3812" y="587"/>
                  <a:pt x="3812" y="587"/>
                </a:cubicBezTo>
                <a:cubicBezTo>
                  <a:pt x="3795" y="587"/>
                  <a:pt x="3795" y="587"/>
                  <a:pt x="3795" y="587"/>
                </a:cubicBezTo>
                <a:lnTo>
                  <a:pt x="3795" y="590"/>
                </a:lnTo>
                <a:close/>
                <a:moveTo>
                  <a:pt x="3795" y="595"/>
                </a:moveTo>
                <a:cubicBezTo>
                  <a:pt x="3812" y="595"/>
                  <a:pt x="3812" y="595"/>
                  <a:pt x="3812" y="595"/>
                </a:cubicBezTo>
                <a:cubicBezTo>
                  <a:pt x="3812" y="592"/>
                  <a:pt x="3812" y="592"/>
                  <a:pt x="3812" y="592"/>
                </a:cubicBezTo>
                <a:cubicBezTo>
                  <a:pt x="3795" y="592"/>
                  <a:pt x="3795" y="592"/>
                  <a:pt x="3795" y="592"/>
                </a:cubicBezTo>
                <a:lnTo>
                  <a:pt x="3795" y="595"/>
                </a:lnTo>
                <a:close/>
                <a:moveTo>
                  <a:pt x="3795" y="599"/>
                </a:moveTo>
                <a:cubicBezTo>
                  <a:pt x="3812" y="599"/>
                  <a:pt x="3812" y="599"/>
                  <a:pt x="3812" y="599"/>
                </a:cubicBezTo>
                <a:cubicBezTo>
                  <a:pt x="3812" y="597"/>
                  <a:pt x="3812" y="597"/>
                  <a:pt x="3812" y="597"/>
                </a:cubicBezTo>
                <a:cubicBezTo>
                  <a:pt x="3795" y="597"/>
                  <a:pt x="3795" y="597"/>
                  <a:pt x="3795" y="597"/>
                </a:cubicBezTo>
                <a:lnTo>
                  <a:pt x="3795" y="599"/>
                </a:lnTo>
                <a:close/>
                <a:moveTo>
                  <a:pt x="3795" y="604"/>
                </a:moveTo>
                <a:cubicBezTo>
                  <a:pt x="3812" y="604"/>
                  <a:pt x="3812" y="604"/>
                  <a:pt x="3812" y="604"/>
                </a:cubicBezTo>
                <a:cubicBezTo>
                  <a:pt x="3812" y="602"/>
                  <a:pt x="3812" y="602"/>
                  <a:pt x="3812" y="602"/>
                </a:cubicBezTo>
                <a:cubicBezTo>
                  <a:pt x="3795" y="602"/>
                  <a:pt x="3795" y="602"/>
                  <a:pt x="3795" y="602"/>
                </a:cubicBezTo>
                <a:lnTo>
                  <a:pt x="3795" y="604"/>
                </a:lnTo>
                <a:close/>
                <a:moveTo>
                  <a:pt x="3795" y="609"/>
                </a:moveTo>
                <a:cubicBezTo>
                  <a:pt x="3812" y="609"/>
                  <a:pt x="3812" y="609"/>
                  <a:pt x="3812" y="609"/>
                </a:cubicBezTo>
                <a:cubicBezTo>
                  <a:pt x="3812" y="607"/>
                  <a:pt x="3812" y="607"/>
                  <a:pt x="3812" y="607"/>
                </a:cubicBezTo>
                <a:cubicBezTo>
                  <a:pt x="3795" y="607"/>
                  <a:pt x="3795" y="607"/>
                  <a:pt x="3795" y="607"/>
                </a:cubicBezTo>
                <a:lnTo>
                  <a:pt x="3795" y="609"/>
                </a:lnTo>
                <a:close/>
                <a:moveTo>
                  <a:pt x="3795" y="614"/>
                </a:moveTo>
                <a:cubicBezTo>
                  <a:pt x="3812" y="614"/>
                  <a:pt x="3812" y="614"/>
                  <a:pt x="3812" y="614"/>
                </a:cubicBezTo>
                <a:cubicBezTo>
                  <a:pt x="3812" y="612"/>
                  <a:pt x="3812" y="612"/>
                  <a:pt x="3812" y="612"/>
                </a:cubicBezTo>
                <a:cubicBezTo>
                  <a:pt x="3795" y="612"/>
                  <a:pt x="3795" y="612"/>
                  <a:pt x="3795" y="612"/>
                </a:cubicBezTo>
                <a:lnTo>
                  <a:pt x="3795" y="614"/>
                </a:lnTo>
                <a:close/>
                <a:moveTo>
                  <a:pt x="3795" y="619"/>
                </a:moveTo>
                <a:cubicBezTo>
                  <a:pt x="3812" y="619"/>
                  <a:pt x="3812" y="619"/>
                  <a:pt x="3812" y="619"/>
                </a:cubicBezTo>
                <a:cubicBezTo>
                  <a:pt x="3812" y="617"/>
                  <a:pt x="3812" y="617"/>
                  <a:pt x="3812" y="617"/>
                </a:cubicBezTo>
                <a:cubicBezTo>
                  <a:pt x="3795" y="617"/>
                  <a:pt x="3795" y="617"/>
                  <a:pt x="3795" y="617"/>
                </a:cubicBezTo>
                <a:lnTo>
                  <a:pt x="3795" y="619"/>
                </a:lnTo>
                <a:close/>
                <a:moveTo>
                  <a:pt x="3374" y="426"/>
                </a:moveTo>
                <a:cubicBezTo>
                  <a:pt x="3390" y="426"/>
                  <a:pt x="3390" y="426"/>
                  <a:pt x="3390" y="426"/>
                </a:cubicBezTo>
                <a:cubicBezTo>
                  <a:pt x="3390" y="423"/>
                  <a:pt x="3390" y="423"/>
                  <a:pt x="3390" y="423"/>
                </a:cubicBezTo>
                <a:cubicBezTo>
                  <a:pt x="3374" y="423"/>
                  <a:pt x="3374" y="423"/>
                  <a:pt x="3374" y="423"/>
                </a:cubicBezTo>
                <a:lnTo>
                  <a:pt x="3374" y="426"/>
                </a:lnTo>
                <a:close/>
                <a:moveTo>
                  <a:pt x="3374" y="431"/>
                </a:moveTo>
                <a:cubicBezTo>
                  <a:pt x="3390" y="431"/>
                  <a:pt x="3390" y="431"/>
                  <a:pt x="3390" y="431"/>
                </a:cubicBezTo>
                <a:cubicBezTo>
                  <a:pt x="3390" y="428"/>
                  <a:pt x="3390" y="428"/>
                  <a:pt x="3390" y="428"/>
                </a:cubicBezTo>
                <a:cubicBezTo>
                  <a:pt x="3374" y="428"/>
                  <a:pt x="3374" y="428"/>
                  <a:pt x="3374" y="428"/>
                </a:cubicBezTo>
                <a:lnTo>
                  <a:pt x="3374" y="431"/>
                </a:lnTo>
                <a:close/>
                <a:moveTo>
                  <a:pt x="3374" y="435"/>
                </a:moveTo>
                <a:cubicBezTo>
                  <a:pt x="3390" y="435"/>
                  <a:pt x="3390" y="435"/>
                  <a:pt x="3390" y="435"/>
                </a:cubicBezTo>
                <a:cubicBezTo>
                  <a:pt x="3390" y="433"/>
                  <a:pt x="3390" y="433"/>
                  <a:pt x="3390" y="433"/>
                </a:cubicBezTo>
                <a:cubicBezTo>
                  <a:pt x="3374" y="433"/>
                  <a:pt x="3374" y="433"/>
                  <a:pt x="3374" y="433"/>
                </a:cubicBezTo>
                <a:lnTo>
                  <a:pt x="3374" y="435"/>
                </a:lnTo>
                <a:close/>
                <a:moveTo>
                  <a:pt x="3374" y="440"/>
                </a:moveTo>
                <a:cubicBezTo>
                  <a:pt x="3390" y="440"/>
                  <a:pt x="3390" y="440"/>
                  <a:pt x="3390" y="440"/>
                </a:cubicBezTo>
                <a:cubicBezTo>
                  <a:pt x="3390" y="438"/>
                  <a:pt x="3390" y="438"/>
                  <a:pt x="3390" y="438"/>
                </a:cubicBezTo>
                <a:cubicBezTo>
                  <a:pt x="3374" y="438"/>
                  <a:pt x="3374" y="438"/>
                  <a:pt x="3374" y="438"/>
                </a:cubicBezTo>
                <a:lnTo>
                  <a:pt x="3374" y="440"/>
                </a:lnTo>
                <a:close/>
                <a:moveTo>
                  <a:pt x="3374" y="445"/>
                </a:moveTo>
                <a:cubicBezTo>
                  <a:pt x="3390" y="445"/>
                  <a:pt x="3390" y="445"/>
                  <a:pt x="3390" y="445"/>
                </a:cubicBezTo>
                <a:cubicBezTo>
                  <a:pt x="3390" y="443"/>
                  <a:pt x="3390" y="443"/>
                  <a:pt x="3390" y="443"/>
                </a:cubicBezTo>
                <a:cubicBezTo>
                  <a:pt x="3374" y="443"/>
                  <a:pt x="3374" y="443"/>
                  <a:pt x="3374" y="443"/>
                </a:cubicBezTo>
                <a:lnTo>
                  <a:pt x="3374" y="445"/>
                </a:lnTo>
                <a:close/>
                <a:moveTo>
                  <a:pt x="3374" y="450"/>
                </a:moveTo>
                <a:cubicBezTo>
                  <a:pt x="3390" y="450"/>
                  <a:pt x="3390" y="450"/>
                  <a:pt x="3390" y="450"/>
                </a:cubicBezTo>
                <a:cubicBezTo>
                  <a:pt x="3390" y="448"/>
                  <a:pt x="3390" y="448"/>
                  <a:pt x="3390" y="448"/>
                </a:cubicBezTo>
                <a:cubicBezTo>
                  <a:pt x="3374" y="448"/>
                  <a:pt x="3374" y="448"/>
                  <a:pt x="3374" y="448"/>
                </a:cubicBezTo>
                <a:lnTo>
                  <a:pt x="3374" y="450"/>
                </a:lnTo>
                <a:close/>
                <a:moveTo>
                  <a:pt x="3374" y="455"/>
                </a:moveTo>
                <a:cubicBezTo>
                  <a:pt x="3390" y="455"/>
                  <a:pt x="3390" y="455"/>
                  <a:pt x="3390" y="455"/>
                </a:cubicBezTo>
                <a:cubicBezTo>
                  <a:pt x="3390" y="453"/>
                  <a:pt x="3390" y="453"/>
                  <a:pt x="3390" y="453"/>
                </a:cubicBezTo>
                <a:cubicBezTo>
                  <a:pt x="3374" y="453"/>
                  <a:pt x="3374" y="453"/>
                  <a:pt x="3374" y="453"/>
                </a:cubicBezTo>
                <a:lnTo>
                  <a:pt x="3374" y="455"/>
                </a:lnTo>
                <a:close/>
                <a:moveTo>
                  <a:pt x="3374" y="460"/>
                </a:moveTo>
                <a:cubicBezTo>
                  <a:pt x="3390" y="460"/>
                  <a:pt x="3390" y="460"/>
                  <a:pt x="3390" y="460"/>
                </a:cubicBezTo>
                <a:cubicBezTo>
                  <a:pt x="3390" y="458"/>
                  <a:pt x="3390" y="458"/>
                  <a:pt x="3390" y="458"/>
                </a:cubicBezTo>
                <a:cubicBezTo>
                  <a:pt x="3374" y="458"/>
                  <a:pt x="3374" y="458"/>
                  <a:pt x="3374" y="458"/>
                </a:cubicBezTo>
                <a:lnTo>
                  <a:pt x="3374" y="460"/>
                </a:lnTo>
                <a:close/>
                <a:moveTo>
                  <a:pt x="3374" y="465"/>
                </a:moveTo>
                <a:cubicBezTo>
                  <a:pt x="3390" y="465"/>
                  <a:pt x="3390" y="465"/>
                  <a:pt x="3390" y="465"/>
                </a:cubicBezTo>
                <a:cubicBezTo>
                  <a:pt x="3390" y="463"/>
                  <a:pt x="3390" y="463"/>
                  <a:pt x="3390" y="463"/>
                </a:cubicBezTo>
                <a:cubicBezTo>
                  <a:pt x="3374" y="463"/>
                  <a:pt x="3374" y="463"/>
                  <a:pt x="3374" y="463"/>
                </a:cubicBezTo>
                <a:lnTo>
                  <a:pt x="3374" y="465"/>
                </a:lnTo>
                <a:close/>
                <a:moveTo>
                  <a:pt x="3374" y="470"/>
                </a:moveTo>
                <a:cubicBezTo>
                  <a:pt x="3390" y="470"/>
                  <a:pt x="3390" y="470"/>
                  <a:pt x="3390" y="470"/>
                </a:cubicBezTo>
                <a:cubicBezTo>
                  <a:pt x="3390" y="468"/>
                  <a:pt x="3390" y="468"/>
                  <a:pt x="3390" y="468"/>
                </a:cubicBezTo>
                <a:cubicBezTo>
                  <a:pt x="3374" y="468"/>
                  <a:pt x="3374" y="468"/>
                  <a:pt x="3374" y="468"/>
                </a:cubicBezTo>
                <a:lnTo>
                  <a:pt x="3374" y="470"/>
                </a:lnTo>
                <a:close/>
                <a:moveTo>
                  <a:pt x="663" y="415"/>
                </a:moveTo>
                <a:cubicBezTo>
                  <a:pt x="665" y="415"/>
                  <a:pt x="665" y="415"/>
                  <a:pt x="665" y="415"/>
                </a:cubicBezTo>
                <a:cubicBezTo>
                  <a:pt x="665" y="408"/>
                  <a:pt x="665" y="408"/>
                  <a:pt x="665" y="408"/>
                </a:cubicBezTo>
                <a:cubicBezTo>
                  <a:pt x="663" y="408"/>
                  <a:pt x="663" y="408"/>
                  <a:pt x="663" y="408"/>
                </a:cubicBezTo>
                <a:lnTo>
                  <a:pt x="663" y="415"/>
                </a:lnTo>
                <a:close/>
                <a:moveTo>
                  <a:pt x="658" y="415"/>
                </a:moveTo>
                <a:cubicBezTo>
                  <a:pt x="661" y="415"/>
                  <a:pt x="661" y="415"/>
                  <a:pt x="661" y="415"/>
                </a:cubicBezTo>
                <a:cubicBezTo>
                  <a:pt x="661" y="408"/>
                  <a:pt x="661" y="408"/>
                  <a:pt x="661" y="408"/>
                </a:cubicBezTo>
                <a:cubicBezTo>
                  <a:pt x="658" y="408"/>
                  <a:pt x="658" y="408"/>
                  <a:pt x="658" y="408"/>
                </a:cubicBezTo>
                <a:lnTo>
                  <a:pt x="658" y="415"/>
                </a:lnTo>
                <a:close/>
                <a:moveTo>
                  <a:pt x="654" y="415"/>
                </a:moveTo>
                <a:cubicBezTo>
                  <a:pt x="656" y="415"/>
                  <a:pt x="656" y="415"/>
                  <a:pt x="656" y="415"/>
                </a:cubicBezTo>
                <a:cubicBezTo>
                  <a:pt x="656" y="408"/>
                  <a:pt x="656" y="408"/>
                  <a:pt x="656" y="408"/>
                </a:cubicBezTo>
                <a:cubicBezTo>
                  <a:pt x="654" y="408"/>
                  <a:pt x="654" y="408"/>
                  <a:pt x="654" y="408"/>
                </a:cubicBezTo>
                <a:lnTo>
                  <a:pt x="654" y="415"/>
                </a:lnTo>
                <a:close/>
                <a:moveTo>
                  <a:pt x="649" y="415"/>
                </a:moveTo>
                <a:cubicBezTo>
                  <a:pt x="651" y="415"/>
                  <a:pt x="651" y="415"/>
                  <a:pt x="651" y="415"/>
                </a:cubicBezTo>
                <a:cubicBezTo>
                  <a:pt x="651" y="408"/>
                  <a:pt x="651" y="408"/>
                  <a:pt x="651" y="408"/>
                </a:cubicBezTo>
                <a:cubicBezTo>
                  <a:pt x="649" y="408"/>
                  <a:pt x="649" y="408"/>
                  <a:pt x="649" y="408"/>
                </a:cubicBezTo>
                <a:lnTo>
                  <a:pt x="649" y="415"/>
                </a:lnTo>
                <a:close/>
                <a:moveTo>
                  <a:pt x="645" y="415"/>
                </a:moveTo>
                <a:cubicBezTo>
                  <a:pt x="647" y="415"/>
                  <a:pt x="647" y="415"/>
                  <a:pt x="647" y="415"/>
                </a:cubicBezTo>
                <a:cubicBezTo>
                  <a:pt x="647" y="408"/>
                  <a:pt x="647" y="408"/>
                  <a:pt x="647" y="408"/>
                </a:cubicBezTo>
                <a:cubicBezTo>
                  <a:pt x="645" y="408"/>
                  <a:pt x="645" y="408"/>
                  <a:pt x="645" y="408"/>
                </a:cubicBezTo>
                <a:lnTo>
                  <a:pt x="645" y="415"/>
                </a:lnTo>
                <a:close/>
                <a:moveTo>
                  <a:pt x="640" y="415"/>
                </a:moveTo>
                <a:cubicBezTo>
                  <a:pt x="642" y="415"/>
                  <a:pt x="642" y="415"/>
                  <a:pt x="642" y="415"/>
                </a:cubicBezTo>
                <a:cubicBezTo>
                  <a:pt x="642" y="408"/>
                  <a:pt x="642" y="408"/>
                  <a:pt x="642" y="408"/>
                </a:cubicBezTo>
                <a:cubicBezTo>
                  <a:pt x="640" y="408"/>
                  <a:pt x="640" y="408"/>
                  <a:pt x="640" y="408"/>
                </a:cubicBezTo>
                <a:lnTo>
                  <a:pt x="640" y="415"/>
                </a:lnTo>
                <a:close/>
                <a:moveTo>
                  <a:pt x="635" y="415"/>
                </a:moveTo>
                <a:cubicBezTo>
                  <a:pt x="637" y="415"/>
                  <a:pt x="637" y="415"/>
                  <a:pt x="637" y="415"/>
                </a:cubicBezTo>
                <a:cubicBezTo>
                  <a:pt x="637" y="408"/>
                  <a:pt x="637" y="408"/>
                  <a:pt x="637" y="408"/>
                </a:cubicBezTo>
                <a:cubicBezTo>
                  <a:pt x="635" y="408"/>
                  <a:pt x="635" y="408"/>
                  <a:pt x="635" y="408"/>
                </a:cubicBezTo>
                <a:lnTo>
                  <a:pt x="635" y="415"/>
                </a:lnTo>
                <a:close/>
                <a:moveTo>
                  <a:pt x="631" y="415"/>
                </a:moveTo>
                <a:cubicBezTo>
                  <a:pt x="633" y="415"/>
                  <a:pt x="633" y="415"/>
                  <a:pt x="633" y="415"/>
                </a:cubicBezTo>
                <a:cubicBezTo>
                  <a:pt x="633" y="408"/>
                  <a:pt x="633" y="408"/>
                  <a:pt x="633" y="408"/>
                </a:cubicBezTo>
                <a:cubicBezTo>
                  <a:pt x="631" y="408"/>
                  <a:pt x="631" y="408"/>
                  <a:pt x="631" y="408"/>
                </a:cubicBezTo>
                <a:lnTo>
                  <a:pt x="631" y="415"/>
                </a:lnTo>
                <a:close/>
                <a:moveTo>
                  <a:pt x="626" y="415"/>
                </a:moveTo>
                <a:cubicBezTo>
                  <a:pt x="628" y="415"/>
                  <a:pt x="628" y="415"/>
                  <a:pt x="628" y="415"/>
                </a:cubicBezTo>
                <a:cubicBezTo>
                  <a:pt x="628" y="408"/>
                  <a:pt x="628" y="408"/>
                  <a:pt x="628" y="408"/>
                </a:cubicBezTo>
                <a:cubicBezTo>
                  <a:pt x="626" y="408"/>
                  <a:pt x="626" y="408"/>
                  <a:pt x="626" y="408"/>
                </a:cubicBezTo>
                <a:lnTo>
                  <a:pt x="626" y="415"/>
                </a:lnTo>
                <a:close/>
                <a:moveTo>
                  <a:pt x="621" y="415"/>
                </a:moveTo>
                <a:cubicBezTo>
                  <a:pt x="623" y="415"/>
                  <a:pt x="623" y="415"/>
                  <a:pt x="623" y="415"/>
                </a:cubicBezTo>
                <a:cubicBezTo>
                  <a:pt x="623" y="408"/>
                  <a:pt x="623" y="408"/>
                  <a:pt x="623" y="408"/>
                </a:cubicBezTo>
                <a:cubicBezTo>
                  <a:pt x="621" y="408"/>
                  <a:pt x="621" y="408"/>
                  <a:pt x="621" y="408"/>
                </a:cubicBezTo>
                <a:lnTo>
                  <a:pt x="621" y="415"/>
                </a:lnTo>
                <a:close/>
                <a:moveTo>
                  <a:pt x="678" y="415"/>
                </a:moveTo>
                <a:cubicBezTo>
                  <a:pt x="680" y="415"/>
                  <a:pt x="680" y="415"/>
                  <a:pt x="680" y="415"/>
                </a:cubicBezTo>
                <a:cubicBezTo>
                  <a:pt x="680" y="408"/>
                  <a:pt x="680" y="408"/>
                  <a:pt x="680" y="408"/>
                </a:cubicBezTo>
                <a:cubicBezTo>
                  <a:pt x="678" y="408"/>
                  <a:pt x="678" y="408"/>
                  <a:pt x="678" y="408"/>
                </a:cubicBezTo>
                <a:lnTo>
                  <a:pt x="678" y="415"/>
                </a:lnTo>
                <a:close/>
                <a:moveTo>
                  <a:pt x="673" y="415"/>
                </a:moveTo>
                <a:cubicBezTo>
                  <a:pt x="675" y="415"/>
                  <a:pt x="675" y="415"/>
                  <a:pt x="675" y="415"/>
                </a:cubicBezTo>
                <a:cubicBezTo>
                  <a:pt x="675" y="408"/>
                  <a:pt x="675" y="408"/>
                  <a:pt x="675" y="408"/>
                </a:cubicBezTo>
                <a:cubicBezTo>
                  <a:pt x="673" y="408"/>
                  <a:pt x="673" y="408"/>
                  <a:pt x="673" y="408"/>
                </a:cubicBezTo>
                <a:lnTo>
                  <a:pt x="673" y="415"/>
                </a:lnTo>
                <a:close/>
                <a:moveTo>
                  <a:pt x="668" y="415"/>
                </a:moveTo>
                <a:cubicBezTo>
                  <a:pt x="671" y="415"/>
                  <a:pt x="671" y="415"/>
                  <a:pt x="671" y="415"/>
                </a:cubicBezTo>
                <a:cubicBezTo>
                  <a:pt x="671" y="408"/>
                  <a:pt x="671" y="408"/>
                  <a:pt x="671" y="408"/>
                </a:cubicBezTo>
                <a:cubicBezTo>
                  <a:pt x="668" y="408"/>
                  <a:pt x="668" y="408"/>
                  <a:pt x="668" y="408"/>
                </a:cubicBezTo>
                <a:lnTo>
                  <a:pt x="668" y="415"/>
                </a:lnTo>
                <a:close/>
                <a:moveTo>
                  <a:pt x="359" y="443"/>
                </a:moveTo>
                <a:cubicBezTo>
                  <a:pt x="363" y="443"/>
                  <a:pt x="363" y="443"/>
                  <a:pt x="363" y="443"/>
                </a:cubicBezTo>
                <a:cubicBezTo>
                  <a:pt x="363" y="440"/>
                  <a:pt x="363" y="440"/>
                  <a:pt x="363" y="440"/>
                </a:cubicBezTo>
                <a:cubicBezTo>
                  <a:pt x="359" y="440"/>
                  <a:pt x="359" y="440"/>
                  <a:pt x="359" y="440"/>
                </a:cubicBezTo>
                <a:lnTo>
                  <a:pt x="359" y="443"/>
                </a:lnTo>
                <a:close/>
                <a:moveTo>
                  <a:pt x="359" y="447"/>
                </a:moveTo>
                <a:cubicBezTo>
                  <a:pt x="363" y="447"/>
                  <a:pt x="363" y="447"/>
                  <a:pt x="363" y="447"/>
                </a:cubicBezTo>
                <a:cubicBezTo>
                  <a:pt x="363" y="445"/>
                  <a:pt x="363" y="445"/>
                  <a:pt x="363" y="445"/>
                </a:cubicBezTo>
                <a:cubicBezTo>
                  <a:pt x="359" y="445"/>
                  <a:pt x="359" y="445"/>
                  <a:pt x="359" y="445"/>
                </a:cubicBezTo>
                <a:lnTo>
                  <a:pt x="359" y="447"/>
                </a:lnTo>
                <a:close/>
                <a:moveTo>
                  <a:pt x="359" y="452"/>
                </a:moveTo>
                <a:cubicBezTo>
                  <a:pt x="363" y="452"/>
                  <a:pt x="363" y="452"/>
                  <a:pt x="363" y="452"/>
                </a:cubicBezTo>
                <a:cubicBezTo>
                  <a:pt x="363" y="450"/>
                  <a:pt x="363" y="450"/>
                  <a:pt x="363" y="450"/>
                </a:cubicBezTo>
                <a:cubicBezTo>
                  <a:pt x="359" y="450"/>
                  <a:pt x="359" y="450"/>
                  <a:pt x="359" y="450"/>
                </a:cubicBezTo>
                <a:lnTo>
                  <a:pt x="359" y="452"/>
                </a:lnTo>
                <a:close/>
                <a:moveTo>
                  <a:pt x="359" y="456"/>
                </a:moveTo>
                <a:cubicBezTo>
                  <a:pt x="363" y="456"/>
                  <a:pt x="363" y="456"/>
                  <a:pt x="363" y="456"/>
                </a:cubicBezTo>
                <a:cubicBezTo>
                  <a:pt x="363" y="454"/>
                  <a:pt x="363" y="454"/>
                  <a:pt x="363" y="454"/>
                </a:cubicBezTo>
                <a:cubicBezTo>
                  <a:pt x="359" y="454"/>
                  <a:pt x="359" y="454"/>
                  <a:pt x="359" y="454"/>
                </a:cubicBezTo>
                <a:lnTo>
                  <a:pt x="359" y="456"/>
                </a:lnTo>
                <a:close/>
                <a:moveTo>
                  <a:pt x="359" y="461"/>
                </a:moveTo>
                <a:cubicBezTo>
                  <a:pt x="363" y="461"/>
                  <a:pt x="363" y="461"/>
                  <a:pt x="363" y="461"/>
                </a:cubicBezTo>
                <a:cubicBezTo>
                  <a:pt x="363" y="459"/>
                  <a:pt x="363" y="459"/>
                  <a:pt x="363" y="459"/>
                </a:cubicBezTo>
                <a:cubicBezTo>
                  <a:pt x="359" y="459"/>
                  <a:pt x="359" y="459"/>
                  <a:pt x="359" y="459"/>
                </a:cubicBezTo>
                <a:lnTo>
                  <a:pt x="359" y="461"/>
                </a:lnTo>
                <a:close/>
                <a:moveTo>
                  <a:pt x="359" y="466"/>
                </a:moveTo>
                <a:cubicBezTo>
                  <a:pt x="363" y="466"/>
                  <a:pt x="363" y="466"/>
                  <a:pt x="363" y="466"/>
                </a:cubicBezTo>
                <a:cubicBezTo>
                  <a:pt x="363" y="464"/>
                  <a:pt x="363" y="464"/>
                  <a:pt x="363" y="464"/>
                </a:cubicBezTo>
                <a:cubicBezTo>
                  <a:pt x="359" y="464"/>
                  <a:pt x="359" y="464"/>
                  <a:pt x="359" y="464"/>
                </a:cubicBezTo>
                <a:lnTo>
                  <a:pt x="359" y="466"/>
                </a:lnTo>
                <a:close/>
                <a:moveTo>
                  <a:pt x="359" y="470"/>
                </a:moveTo>
                <a:cubicBezTo>
                  <a:pt x="363" y="470"/>
                  <a:pt x="363" y="470"/>
                  <a:pt x="363" y="470"/>
                </a:cubicBezTo>
                <a:cubicBezTo>
                  <a:pt x="363" y="468"/>
                  <a:pt x="363" y="468"/>
                  <a:pt x="363" y="468"/>
                </a:cubicBezTo>
                <a:cubicBezTo>
                  <a:pt x="359" y="468"/>
                  <a:pt x="359" y="468"/>
                  <a:pt x="359" y="468"/>
                </a:cubicBezTo>
                <a:lnTo>
                  <a:pt x="359" y="470"/>
                </a:lnTo>
                <a:close/>
                <a:moveTo>
                  <a:pt x="359" y="475"/>
                </a:moveTo>
                <a:cubicBezTo>
                  <a:pt x="363" y="475"/>
                  <a:pt x="363" y="475"/>
                  <a:pt x="363" y="475"/>
                </a:cubicBezTo>
                <a:cubicBezTo>
                  <a:pt x="363" y="473"/>
                  <a:pt x="363" y="473"/>
                  <a:pt x="363" y="473"/>
                </a:cubicBezTo>
                <a:cubicBezTo>
                  <a:pt x="359" y="473"/>
                  <a:pt x="359" y="473"/>
                  <a:pt x="359" y="473"/>
                </a:cubicBezTo>
                <a:lnTo>
                  <a:pt x="359" y="475"/>
                </a:lnTo>
                <a:close/>
                <a:moveTo>
                  <a:pt x="359" y="480"/>
                </a:moveTo>
                <a:cubicBezTo>
                  <a:pt x="363" y="480"/>
                  <a:pt x="363" y="480"/>
                  <a:pt x="363" y="480"/>
                </a:cubicBezTo>
                <a:cubicBezTo>
                  <a:pt x="363" y="477"/>
                  <a:pt x="363" y="477"/>
                  <a:pt x="363" y="477"/>
                </a:cubicBezTo>
                <a:cubicBezTo>
                  <a:pt x="359" y="477"/>
                  <a:pt x="359" y="477"/>
                  <a:pt x="359" y="477"/>
                </a:cubicBezTo>
                <a:lnTo>
                  <a:pt x="359" y="480"/>
                </a:lnTo>
                <a:close/>
                <a:moveTo>
                  <a:pt x="359" y="484"/>
                </a:moveTo>
                <a:cubicBezTo>
                  <a:pt x="363" y="484"/>
                  <a:pt x="363" y="484"/>
                  <a:pt x="363" y="484"/>
                </a:cubicBezTo>
                <a:cubicBezTo>
                  <a:pt x="363" y="482"/>
                  <a:pt x="363" y="482"/>
                  <a:pt x="363" y="482"/>
                </a:cubicBezTo>
                <a:cubicBezTo>
                  <a:pt x="359" y="482"/>
                  <a:pt x="359" y="482"/>
                  <a:pt x="359" y="482"/>
                </a:cubicBezTo>
                <a:lnTo>
                  <a:pt x="359" y="484"/>
                </a:lnTo>
                <a:close/>
                <a:moveTo>
                  <a:pt x="359" y="428"/>
                </a:moveTo>
                <a:cubicBezTo>
                  <a:pt x="363" y="428"/>
                  <a:pt x="363" y="428"/>
                  <a:pt x="363" y="428"/>
                </a:cubicBezTo>
                <a:cubicBezTo>
                  <a:pt x="363" y="426"/>
                  <a:pt x="363" y="426"/>
                  <a:pt x="363" y="426"/>
                </a:cubicBezTo>
                <a:cubicBezTo>
                  <a:pt x="359" y="426"/>
                  <a:pt x="359" y="426"/>
                  <a:pt x="359" y="426"/>
                </a:cubicBezTo>
                <a:lnTo>
                  <a:pt x="359" y="428"/>
                </a:lnTo>
                <a:close/>
                <a:moveTo>
                  <a:pt x="359" y="433"/>
                </a:moveTo>
                <a:cubicBezTo>
                  <a:pt x="363" y="433"/>
                  <a:pt x="363" y="433"/>
                  <a:pt x="363" y="433"/>
                </a:cubicBezTo>
                <a:cubicBezTo>
                  <a:pt x="363" y="430"/>
                  <a:pt x="363" y="430"/>
                  <a:pt x="363" y="430"/>
                </a:cubicBezTo>
                <a:cubicBezTo>
                  <a:pt x="359" y="430"/>
                  <a:pt x="359" y="430"/>
                  <a:pt x="359" y="430"/>
                </a:cubicBezTo>
                <a:lnTo>
                  <a:pt x="359" y="433"/>
                </a:lnTo>
                <a:close/>
                <a:moveTo>
                  <a:pt x="359" y="437"/>
                </a:moveTo>
                <a:cubicBezTo>
                  <a:pt x="363" y="437"/>
                  <a:pt x="363" y="437"/>
                  <a:pt x="363" y="437"/>
                </a:cubicBezTo>
                <a:cubicBezTo>
                  <a:pt x="363" y="435"/>
                  <a:pt x="363" y="435"/>
                  <a:pt x="363" y="435"/>
                </a:cubicBezTo>
                <a:cubicBezTo>
                  <a:pt x="359" y="435"/>
                  <a:pt x="359" y="435"/>
                  <a:pt x="359" y="435"/>
                </a:cubicBezTo>
                <a:lnTo>
                  <a:pt x="359" y="437"/>
                </a:lnTo>
                <a:close/>
                <a:moveTo>
                  <a:pt x="687" y="445"/>
                </a:moveTo>
                <a:cubicBezTo>
                  <a:pt x="690" y="445"/>
                  <a:pt x="690" y="445"/>
                  <a:pt x="690" y="445"/>
                </a:cubicBezTo>
                <a:cubicBezTo>
                  <a:pt x="690" y="440"/>
                  <a:pt x="690" y="440"/>
                  <a:pt x="690" y="440"/>
                </a:cubicBezTo>
                <a:cubicBezTo>
                  <a:pt x="687" y="440"/>
                  <a:pt x="687" y="440"/>
                  <a:pt x="687" y="440"/>
                </a:cubicBezTo>
                <a:lnTo>
                  <a:pt x="687" y="445"/>
                </a:lnTo>
                <a:close/>
                <a:moveTo>
                  <a:pt x="645" y="446"/>
                </a:moveTo>
                <a:cubicBezTo>
                  <a:pt x="647" y="446"/>
                  <a:pt x="647" y="446"/>
                  <a:pt x="647" y="446"/>
                </a:cubicBezTo>
                <a:cubicBezTo>
                  <a:pt x="647" y="441"/>
                  <a:pt x="647" y="441"/>
                  <a:pt x="647" y="441"/>
                </a:cubicBezTo>
                <a:cubicBezTo>
                  <a:pt x="645" y="441"/>
                  <a:pt x="645" y="441"/>
                  <a:pt x="645" y="441"/>
                </a:cubicBezTo>
                <a:lnTo>
                  <a:pt x="645" y="446"/>
                </a:lnTo>
                <a:close/>
                <a:moveTo>
                  <a:pt x="583" y="446"/>
                </a:moveTo>
                <a:cubicBezTo>
                  <a:pt x="585" y="446"/>
                  <a:pt x="585" y="446"/>
                  <a:pt x="585" y="446"/>
                </a:cubicBezTo>
                <a:cubicBezTo>
                  <a:pt x="585" y="440"/>
                  <a:pt x="585" y="440"/>
                  <a:pt x="585" y="440"/>
                </a:cubicBezTo>
                <a:cubicBezTo>
                  <a:pt x="583" y="440"/>
                  <a:pt x="583" y="440"/>
                  <a:pt x="583" y="440"/>
                </a:cubicBezTo>
                <a:lnTo>
                  <a:pt x="583" y="446"/>
                </a:lnTo>
                <a:close/>
                <a:moveTo>
                  <a:pt x="538" y="445"/>
                </a:moveTo>
                <a:cubicBezTo>
                  <a:pt x="541" y="445"/>
                  <a:pt x="541" y="445"/>
                  <a:pt x="541" y="445"/>
                </a:cubicBezTo>
                <a:cubicBezTo>
                  <a:pt x="541" y="440"/>
                  <a:pt x="541" y="440"/>
                  <a:pt x="541" y="440"/>
                </a:cubicBezTo>
                <a:cubicBezTo>
                  <a:pt x="538" y="440"/>
                  <a:pt x="538" y="440"/>
                  <a:pt x="538" y="440"/>
                </a:cubicBezTo>
                <a:lnTo>
                  <a:pt x="538" y="445"/>
                </a:lnTo>
                <a:close/>
                <a:moveTo>
                  <a:pt x="362" y="412"/>
                </a:moveTo>
                <a:cubicBezTo>
                  <a:pt x="364" y="412"/>
                  <a:pt x="364" y="412"/>
                  <a:pt x="364" y="412"/>
                </a:cubicBezTo>
                <a:cubicBezTo>
                  <a:pt x="364" y="409"/>
                  <a:pt x="364" y="409"/>
                  <a:pt x="364" y="409"/>
                </a:cubicBezTo>
                <a:cubicBezTo>
                  <a:pt x="362" y="409"/>
                  <a:pt x="362" y="409"/>
                  <a:pt x="362" y="409"/>
                </a:cubicBezTo>
                <a:lnTo>
                  <a:pt x="362" y="412"/>
                </a:lnTo>
                <a:close/>
                <a:moveTo>
                  <a:pt x="348" y="412"/>
                </a:moveTo>
                <a:cubicBezTo>
                  <a:pt x="350" y="412"/>
                  <a:pt x="350" y="412"/>
                  <a:pt x="350" y="412"/>
                </a:cubicBezTo>
                <a:cubicBezTo>
                  <a:pt x="350" y="409"/>
                  <a:pt x="350" y="409"/>
                  <a:pt x="350" y="409"/>
                </a:cubicBezTo>
                <a:cubicBezTo>
                  <a:pt x="348" y="409"/>
                  <a:pt x="348" y="409"/>
                  <a:pt x="348" y="409"/>
                </a:cubicBezTo>
                <a:lnTo>
                  <a:pt x="348" y="412"/>
                </a:lnTo>
                <a:close/>
                <a:moveTo>
                  <a:pt x="251" y="581"/>
                </a:moveTo>
                <a:cubicBezTo>
                  <a:pt x="253" y="581"/>
                  <a:pt x="253" y="581"/>
                  <a:pt x="253" y="581"/>
                </a:cubicBezTo>
                <a:cubicBezTo>
                  <a:pt x="253" y="577"/>
                  <a:pt x="253" y="577"/>
                  <a:pt x="253" y="577"/>
                </a:cubicBezTo>
                <a:cubicBezTo>
                  <a:pt x="251" y="577"/>
                  <a:pt x="251" y="577"/>
                  <a:pt x="251" y="577"/>
                </a:cubicBezTo>
                <a:lnTo>
                  <a:pt x="251" y="581"/>
                </a:lnTo>
                <a:close/>
                <a:moveTo>
                  <a:pt x="236" y="581"/>
                </a:moveTo>
                <a:cubicBezTo>
                  <a:pt x="238" y="581"/>
                  <a:pt x="238" y="581"/>
                  <a:pt x="238" y="581"/>
                </a:cubicBezTo>
                <a:cubicBezTo>
                  <a:pt x="238" y="577"/>
                  <a:pt x="238" y="577"/>
                  <a:pt x="238" y="577"/>
                </a:cubicBezTo>
                <a:cubicBezTo>
                  <a:pt x="236" y="577"/>
                  <a:pt x="236" y="577"/>
                  <a:pt x="236" y="577"/>
                </a:cubicBezTo>
                <a:lnTo>
                  <a:pt x="236" y="581"/>
                </a:lnTo>
                <a:close/>
                <a:moveTo>
                  <a:pt x="135" y="590"/>
                </a:moveTo>
                <a:cubicBezTo>
                  <a:pt x="137" y="590"/>
                  <a:pt x="137" y="590"/>
                  <a:pt x="137" y="590"/>
                </a:cubicBezTo>
                <a:cubicBezTo>
                  <a:pt x="137" y="585"/>
                  <a:pt x="137" y="585"/>
                  <a:pt x="137" y="585"/>
                </a:cubicBezTo>
                <a:cubicBezTo>
                  <a:pt x="135" y="585"/>
                  <a:pt x="135" y="585"/>
                  <a:pt x="135" y="585"/>
                </a:cubicBezTo>
                <a:lnTo>
                  <a:pt x="135" y="590"/>
                </a:lnTo>
                <a:close/>
                <a:moveTo>
                  <a:pt x="158" y="590"/>
                </a:moveTo>
                <a:cubicBezTo>
                  <a:pt x="160" y="590"/>
                  <a:pt x="160" y="590"/>
                  <a:pt x="160" y="590"/>
                </a:cubicBezTo>
                <a:cubicBezTo>
                  <a:pt x="160" y="586"/>
                  <a:pt x="160" y="586"/>
                  <a:pt x="160" y="586"/>
                </a:cubicBezTo>
                <a:cubicBezTo>
                  <a:pt x="158" y="586"/>
                  <a:pt x="158" y="586"/>
                  <a:pt x="158" y="586"/>
                </a:cubicBezTo>
                <a:lnTo>
                  <a:pt x="158" y="590"/>
                </a:lnTo>
                <a:close/>
                <a:moveTo>
                  <a:pt x="990" y="394"/>
                </a:moveTo>
                <a:cubicBezTo>
                  <a:pt x="992" y="394"/>
                  <a:pt x="992" y="394"/>
                  <a:pt x="992" y="394"/>
                </a:cubicBezTo>
                <a:cubicBezTo>
                  <a:pt x="992" y="390"/>
                  <a:pt x="992" y="390"/>
                  <a:pt x="992" y="390"/>
                </a:cubicBezTo>
                <a:cubicBezTo>
                  <a:pt x="990" y="390"/>
                  <a:pt x="990" y="390"/>
                  <a:pt x="990" y="390"/>
                </a:cubicBezTo>
                <a:lnTo>
                  <a:pt x="990" y="394"/>
                </a:lnTo>
                <a:close/>
                <a:moveTo>
                  <a:pt x="1047" y="394"/>
                </a:moveTo>
                <a:cubicBezTo>
                  <a:pt x="1049" y="394"/>
                  <a:pt x="1049" y="394"/>
                  <a:pt x="1049" y="394"/>
                </a:cubicBezTo>
                <a:cubicBezTo>
                  <a:pt x="1049" y="389"/>
                  <a:pt x="1049" y="389"/>
                  <a:pt x="1049" y="389"/>
                </a:cubicBezTo>
                <a:cubicBezTo>
                  <a:pt x="1047" y="389"/>
                  <a:pt x="1047" y="389"/>
                  <a:pt x="1047" y="389"/>
                </a:cubicBezTo>
                <a:lnTo>
                  <a:pt x="1047" y="394"/>
                </a:lnTo>
                <a:close/>
                <a:moveTo>
                  <a:pt x="1168" y="390"/>
                </a:moveTo>
                <a:cubicBezTo>
                  <a:pt x="1170" y="390"/>
                  <a:pt x="1170" y="390"/>
                  <a:pt x="1170" y="390"/>
                </a:cubicBezTo>
                <a:cubicBezTo>
                  <a:pt x="1170" y="385"/>
                  <a:pt x="1170" y="385"/>
                  <a:pt x="1170" y="385"/>
                </a:cubicBezTo>
                <a:cubicBezTo>
                  <a:pt x="1168" y="385"/>
                  <a:pt x="1168" y="385"/>
                  <a:pt x="1168" y="385"/>
                </a:cubicBezTo>
                <a:lnTo>
                  <a:pt x="1168" y="390"/>
                </a:lnTo>
                <a:close/>
                <a:moveTo>
                  <a:pt x="1228" y="389"/>
                </a:moveTo>
                <a:cubicBezTo>
                  <a:pt x="1230" y="389"/>
                  <a:pt x="1230" y="389"/>
                  <a:pt x="1230" y="389"/>
                </a:cubicBezTo>
                <a:cubicBezTo>
                  <a:pt x="1230" y="385"/>
                  <a:pt x="1230" y="385"/>
                  <a:pt x="1230" y="385"/>
                </a:cubicBezTo>
                <a:cubicBezTo>
                  <a:pt x="1228" y="385"/>
                  <a:pt x="1228" y="385"/>
                  <a:pt x="1228" y="385"/>
                </a:cubicBezTo>
                <a:lnTo>
                  <a:pt x="1228" y="389"/>
                </a:lnTo>
                <a:close/>
                <a:moveTo>
                  <a:pt x="1543" y="529"/>
                </a:moveTo>
                <a:cubicBezTo>
                  <a:pt x="1545" y="529"/>
                  <a:pt x="1545" y="529"/>
                  <a:pt x="1545" y="529"/>
                </a:cubicBezTo>
                <a:cubicBezTo>
                  <a:pt x="1545" y="521"/>
                  <a:pt x="1545" y="521"/>
                  <a:pt x="1545" y="521"/>
                </a:cubicBezTo>
                <a:cubicBezTo>
                  <a:pt x="1543" y="521"/>
                  <a:pt x="1543" y="521"/>
                  <a:pt x="1543" y="521"/>
                </a:cubicBezTo>
                <a:lnTo>
                  <a:pt x="1543" y="529"/>
                </a:lnTo>
                <a:close/>
                <a:moveTo>
                  <a:pt x="1600" y="528"/>
                </a:moveTo>
                <a:cubicBezTo>
                  <a:pt x="1602" y="528"/>
                  <a:pt x="1602" y="528"/>
                  <a:pt x="1602" y="528"/>
                </a:cubicBezTo>
                <a:cubicBezTo>
                  <a:pt x="1602" y="522"/>
                  <a:pt x="1602" y="522"/>
                  <a:pt x="1602" y="522"/>
                </a:cubicBezTo>
                <a:cubicBezTo>
                  <a:pt x="1600" y="522"/>
                  <a:pt x="1600" y="522"/>
                  <a:pt x="1600" y="522"/>
                </a:cubicBezTo>
                <a:lnTo>
                  <a:pt x="1600" y="528"/>
                </a:lnTo>
                <a:close/>
                <a:moveTo>
                  <a:pt x="1446" y="530"/>
                </a:moveTo>
                <a:cubicBezTo>
                  <a:pt x="1448" y="530"/>
                  <a:pt x="1448" y="530"/>
                  <a:pt x="1448" y="530"/>
                </a:cubicBezTo>
                <a:cubicBezTo>
                  <a:pt x="1448" y="525"/>
                  <a:pt x="1448" y="525"/>
                  <a:pt x="1448" y="525"/>
                </a:cubicBezTo>
                <a:cubicBezTo>
                  <a:pt x="1446" y="525"/>
                  <a:pt x="1446" y="525"/>
                  <a:pt x="1446" y="525"/>
                </a:cubicBezTo>
                <a:lnTo>
                  <a:pt x="1446" y="530"/>
                </a:lnTo>
                <a:close/>
                <a:moveTo>
                  <a:pt x="2380" y="423"/>
                </a:moveTo>
                <a:cubicBezTo>
                  <a:pt x="2382" y="423"/>
                  <a:pt x="2382" y="423"/>
                  <a:pt x="2382" y="423"/>
                </a:cubicBezTo>
                <a:cubicBezTo>
                  <a:pt x="2382" y="419"/>
                  <a:pt x="2382" y="419"/>
                  <a:pt x="2382" y="419"/>
                </a:cubicBezTo>
                <a:cubicBezTo>
                  <a:pt x="2380" y="419"/>
                  <a:pt x="2380" y="419"/>
                  <a:pt x="2380" y="419"/>
                </a:cubicBezTo>
                <a:lnTo>
                  <a:pt x="2380" y="423"/>
                </a:lnTo>
                <a:close/>
                <a:moveTo>
                  <a:pt x="2417" y="422"/>
                </a:moveTo>
                <a:cubicBezTo>
                  <a:pt x="2420" y="422"/>
                  <a:pt x="2420" y="422"/>
                  <a:pt x="2420" y="422"/>
                </a:cubicBezTo>
                <a:cubicBezTo>
                  <a:pt x="2420" y="419"/>
                  <a:pt x="2420" y="419"/>
                  <a:pt x="2420" y="419"/>
                </a:cubicBezTo>
                <a:cubicBezTo>
                  <a:pt x="2417" y="419"/>
                  <a:pt x="2417" y="419"/>
                  <a:pt x="2417" y="419"/>
                </a:cubicBezTo>
                <a:lnTo>
                  <a:pt x="2417" y="422"/>
                </a:lnTo>
                <a:close/>
                <a:moveTo>
                  <a:pt x="3305" y="425"/>
                </a:moveTo>
                <a:cubicBezTo>
                  <a:pt x="3307" y="425"/>
                  <a:pt x="3307" y="425"/>
                  <a:pt x="3307" y="425"/>
                </a:cubicBezTo>
                <a:cubicBezTo>
                  <a:pt x="3307" y="421"/>
                  <a:pt x="3307" y="421"/>
                  <a:pt x="3307" y="421"/>
                </a:cubicBezTo>
                <a:cubicBezTo>
                  <a:pt x="3305" y="421"/>
                  <a:pt x="3305" y="421"/>
                  <a:pt x="3305" y="421"/>
                </a:cubicBezTo>
                <a:lnTo>
                  <a:pt x="3305" y="425"/>
                </a:lnTo>
                <a:close/>
                <a:moveTo>
                  <a:pt x="132" y="576"/>
                </a:moveTo>
                <a:cubicBezTo>
                  <a:pt x="131" y="576"/>
                  <a:pt x="131" y="576"/>
                  <a:pt x="131" y="576"/>
                </a:cubicBezTo>
                <a:cubicBezTo>
                  <a:pt x="131" y="587"/>
                  <a:pt x="131" y="587"/>
                  <a:pt x="131" y="587"/>
                </a:cubicBezTo>
                <a:cubicBezTo>
                  <a:pt x="175" y="587"/>
                  <a:pt x="175" y="587"/>
                  <a:pt x="175" y="587"/>
                </a:cubicBezTo>
                <a:cubicBezTo>
                  <a:pt x="175" y="575"/>
                  <a:pt x="175" y="575"/>
                  <a:pt x="175" y="575"/>
                </a:cubicBezTo>
                <a:cubicBezTo>
                  <a:pt x="131" y="575"/>
                  <a:pt x="131" y="575"/>
                  <a:pt x="131" y="575"/>
                </a:cubicBezTo>
                <a:cubicBezTo>
                  <a:pt x="131" y="576"/>
                  <a:pt x="131" y="576"/>
                  <a:pt x="131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73" y="577"/>
                  <a:pt x="173" y="577"/>
                  <a:pt x="173" y="577"/>
                </a:cubicBezTo>
                <a:cubicBezTo>
                  <a:pt x="173" y="585"/>
                  <a:pt x="173" y="585"/>
                  <a:pt x="173" y="585"/>
                </a:cubicBezTo>
                <a:cubicBezTo>
                  <a:pt x="133" y="585"/>
                  <a:pt x="133" y="585"/>
                  <a:pt x="133" y="585"/>
                </a:cubicBezTo>
                <a:cubicBezTo>
                  <a:pt x="133" y="576"/>
                  <a:pt x="133" y="576"/>
                  <a:pt x="133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32" y="576"/>
                  <a:pt x="132" y="576"/>
                  <a:pt x="132" y="576"/>
                </a:cubicBezTo>
                <a:moveTo>
                  <a:pt x="146" y="575"/>
                </a:moveTo>
                <a:cubicBezTo>
                  <a:pt x="146" y="480"/>
                  <a:pt x="146" y="480"/>
                  <a:pt x="146" y="480"/>
                </a:cubicBezTo>
                <a:cubicBezTo>
                  <a:pt x="132" y="486"/>
                  <a:pt x="132" y="486"/>
                  <a:pt x="132" y="486"/>
                </a:cubicBezTo>
                <a:cubicBezTo>
                  <a:pt x="132" y="565"/>
                  <a:pt x="132" y="565"/>
                  <a:pt x="132" y="565"/>
                </a:cubicBezTo>
                <a:cubicBezTo>
                  <a:pt x="135" y="565"/>
                  <a:pt x="135" y="565"/>
                  <a:pt x="135" y="565"/>
                </a:cubicBezTo>
                <a:cubicBezTo>
                  <a:pt x="135" y="488"/>
                  <a:pt x="135" y="488"/>
                  <a:pt x="135" y="488"/>
                </a:cubicBezTo>
                <a:cubicBezTo>
                  <a:pt x="144" y="484"/>
                  <a:pt x="144" y="484"/>
                  <a:pt x="144" y="484"/>
                </a:cubicBezTo>
                <a:cubicBezTo>
                  <a:pt x="144" y="575"/>
                  <a:pt x="144" y="575"/>
                  <a:pt x="144" y="575"/>
                </a:cubicBezTo>
                <a:cubicBezTo>
                  <a:pt x="146" y="575"/>
                  <a:pt x="146" y="575"/>
                  <a:pt x="146" y="575"/>
                </a:cubicBezTo>
                <a:moveTo>
                  <a:pt x="118" y="670"/>
                </a:moveTo>
                <a:cubicBezTo>
                  <a:pt x="118" y="573"/>
                  <a:pt x="118" y="573"/>
                  <a:pt x="118" y="573"/>
                </a:cubicBezTo>
                <a:cubicBezTo>
                  <a:pt x="125" y="573"/>
                  <a:pt x="125" y="573"/>
                  <a:pt x="125" y="573"/>
                </a:cubicBezTo>
                <a:cubicBezTo>
                  <a:pt x="125" y="566"/>
                  <a:pt x="125" y="566"/>
                  <a:pt x="125" y="566"/>
                </a:cubicBezTo>
                <a:cubicBezTo>
                  <a:pt x="132" y="566"/>
                  <a:pt x="132" y="566"/>
                  <a:pt x="132" y="566"/>
                </a:cubicBezTo>
                <a:cubicBezTo>
                  <a:pt x="134" y="569"/>
                  <a:pt x="134" y="569"/>
                  <a:pt x="134" y="569"/>
                </a:cubicBezTo>
                <a:cubicBezTo>
                  <a:pt x="134" y="575"/>
                  <a:pt x="134" y="575"/>
                  <a:pt x="134" y="575"/>
                </a:cubicBezTo>
                <a:cubicBezTo>
                  <a:pt x="137" y="575"/>
                  <a:pt x="137" y="575"/>
                  <a:pt x="137" y="575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3" y="564"/>
                  <a:pt x="133" y="564"/>
                  <a:pt x="133" y="564"/>
                </a:cubicBezTo>
                <a:cubicBezTo>
                  <a:pt x="133" y="563"/>
                  <a:pt x="133" y="563"/>
                  <a:pt x="133" y="563"/>
                </a:cubicBezTo>
                <a:cubicBezTo>
                  <a:pt x="123" y="563"/>
                  <a:pt x="123" y="563"/>
                  <a:pt x="123" y="563"/>
                </a:cubicBezTo>
                <a:cubicBezTo>
                  <a:pt x="123" y="570"/>
                  <a:pt x="123" y="570"/>
                  <a:pt x="123" y="570"/>
                </a:cubicBezTo>
                <a:cubicBezTo>
                  <a:pt x="116" y="570"/>
                  <a:pt x="116" y="570"/>
                  <a:pt x="116" y="570"/>
                </a:cubicBezTo>
                <a:cubicBezTo>
                  <a:pt x="116" y="670"/>
                  <a:pt x="116" y="670"/>
                  <a:pt x="116" y="670"/>
                </a:cubicBezTo>
                <a:cubicBezTo>
                  <a:pt x="118" y="670"/>
                  <a:pt x="118" y="670"/>
                  <a:pt x="118" y="670"/>
                </a:cubicBezTo>
                <a:moveTo>
                  <a:pt x="0" y="672"/>
                </a:moveTo>
                <a:cubicBezTo>
                  <a:pt x="4349" y="672"/>
                  <a:pt x="4349" y="672"/>
                  <a:pt x="4349" y="672"/>
                </a:cubicBezTo>
                <a:cubicBezTo>
                  <a:pt x="4349" y="670"/>
                  <a:pt x="4349" y="670"/>
                  <a:pt x="4349" y="670"/>
                </a:cubicBezTo>
                <a:cubicBezTo>
                  <a:pt x="0" y="670"/>
                  <a:pt x="0" y="670"/>
                  <a:pt x="0" y="670"/>
                </a:cubicBezTo>
                <a:lnTo>
                  <a:pt x="0" y="672"/>
                </a:lnTo>
                <a:close/>
                <a:moveTo>
                  <a:pt x="126" y="670"/>
                </a:moveTo>
                <a:cubicBezTo>
                  <a:pt x="126" y="591"/>
                  <a:pt x="126" y="591"/>
                  <a:pt x="126" y="591"/>
                </a:cubicBezTo>
                <a:cubicBezTo>
                  <a:pt x="161" y="591"/>
                  <a:pt x="161" y="591"/>
                  <a:pt x="161" y="591"/>
                </a:cubicBezTo>
                <a:cubicBezTo>
                  <a:pt x="161" y="669"/>
                  <a:pt x="161" y="669"/>
                  <a:pt x="161" y="669"/>
                </a:cubicBezTo>
                <a:cubicBezTo>
                  <a:pt x="163" y="669"/>
                  <a:pt x="163" y="669"/>
                  <a:pt x="163" y="669"/>
                </a:cubicBezTo>
                <a:cubicBezTo>
                  <a:pt x="163" y="589"/>
                  <a:pt x="163" y="589"/>
                  <a:pt x="163" y="589"/>
                </a:cubicBezTo>
                <a:cubicBezTo>
                  <a:pt x="124" y="589"/>
                  <a:pt x="124" y="589"/>
                  <a:pt x="124" y="589"/>
                </a:cubicBezTo>
                <a:cubicBezTo>
                  <a:pt x="124" y="670"/>
                  <a:pt x="124" y="670"/>
                  <a:pt x="124" y="670"/>
                </a:cubicBezTo>
                <a:cubicBezTo>
                  <a:pt x="126" y="670"/>
                  <a:pt x="126" y="670"/>
                  <a:pt x="126" y="670"/>
                </a:cubicBezTo>
                <a:moveTo>
                  <a:pt x="142" y="484"/>
                </a:moveTo>
                <a:cubicBezTo>
                  <a:pt x="142" y="480"/>
                  <a:pt x="142" y="480"/>
                  <a:pt x="142" y="480"/>
                </a:cubicBezTo>
                <a:cubicBezTo>
                  <a:pt x="154" y="480"/>
                  <a:pt x="154" y="480"/>
                  <a:pt x="154" y="480"/>
                </a:cubicBezTo>
                <a:cubicBezTo>
                  <a:pt x="154" y="562"/>
                  <a:pt x="154" y="562"/>
                  <a:pt x="154" y="562"/>
                </a:cubicBezTo>
                <a:cubicBezTo>
                  <a:pt x="168" y="562"/>
                  <a:pt x="168" y="562"/>
                  <a:pt x="168" y="562"/>
                </a:cubicBezTo>
                <a:cubicBezTo>
                  <a:pt x="168" y="575"/>
                  <a:pt x="168" y="575"/>
                  <a:pt x="168" y="575"/>
                </a:cubicBezTo>
                <a:cubicBezTo>
                  <a:pt x="171" y="575"/>
                  <a:pt x="171" y="575"/>
                  <a:pt x="171" y="575"/>
                </a:cubicBezTo>
                <a:cubicBezTo>
                  <a:pt x="171" y="560"/>
                  <a:pt x="171" y="560"/>
                  <a:pt x="171" y="560"/>
                </a:cubicBezTo>
                <a:cubicBezTo>
                  <a:pt x="157" y="560"/>
                  <a:pt x="157" y="560"/>
                  <a:pt x="157" y="560"/>
                </a:cubicBezTo>
                <a:cubicBezTo>
                  <a:pt x="157" y="478"/>
                  <a:pt x="157" y="478"/>
                  <a:pt x="157" y="478"/>
                </a:cubicBezTo>
                <a:cubicBezTo>
                  <a:pt x="140" y="478"/>
                  <a:pt x="140" y="478"/>
                  <a:pt x="140" y="478"/>
                </a:cubicBezTo>
                <a:cubicBezTo>
                  <a:pt x="140" y="484"/>
                  <a:pt x="140" y="484"/>
                  <a:pt x="140" y="484"/>
                </a:cubicBezTo>
                <a:cubicBezTo>
                  <a:pt x="142" y="484"/>
                  <a:pt x="142" y="484"/>
                  <a:pt x="142" y="484"/>
                </a:cubicBezTo>
                <a:moveTo>
                  <a:pt x="201" y="638"/>
                </a:moveTo>
                <a:cubicBezTo>
                  <a:pt x="201" y="560"/>
                  <a:pt x="201" y="560"/>
                  <a:pt x="201" y="560"/>
                </a:cubicBezTo>
                <a:cubicBezTo>
                  <a:pt x="178" y="560"/>
                  <a:pt x="178" y="560"/>
                  <a:pt x="178" y="560"/>
                </a:cubicBezTo>
                <a:cubicBezTo>
                  <a:pt x="178" y="591"/>
                  <a:pt x="178" y="591"/>
                  <a:pt x="178" y="591"/>
                </a:cubicBezTo>
                <a:cubicBezTo>
                  <a:pt x="180" y="591"/>
                  <a:pt x="180" y="591"/>
                  <a:pt x="180" y="591"/>
                </a:cubicBezTo>
                <a:cubicBezTo>
                  <a:pt x="180" y="562"/>
                  <a:pt x="180" y="562"/>
                  <a:pt x="180" y="562"/>
                </a:cubicBezTo>
                <a:cubicBezTo>
                  <a:pt x="198" y="562"/>
                  <a:pt x="198" y="562"/>
                  <a:pt x="198" y="562"/>
                </a:cubicBezTo>
                <a:cubicBezTo>
                  <a:pt x="198" y="638"/>
                  <a:pt x="198" y="638"/>
                  <a:pt x="198" y="638"/>
                </a:cubicBezTo>
                <a:cubicBezTo>
                  <a:pt x="201" y="638"/>
                  <a:pt x="201" y="638"/>
                  <a:pt x="201" y="638"/>
                </a:cubicBezTo>
                <a:moveTo>
                  <a:pt x="181" y="562"/>
                </a:moveTo>
                <a:cubicBezTo>
                  <a:pt x="189" y="553"/>
                  <a:pt x="189" y="553"/>
                  <a:pt x="189" y="553"/>
                </a:cubicBezTo>
                <a:cubicBezTo>
                  <a:pt x="197" y="561"/>
                  <a:pt x="197" y="561"/>
                  <a:pt x="197" y="561"/>
                </a:cubicBezTo>
                <a:cubicBezTo>
                  <a:pt x="199" y="560"/>
                  <a:pt x="199" y="560"/>
                  <a:pt x="199" y="560"/>
                </a:cubicBezTo>
                <a:cubicBezTo>
                  <a:pt x="189" y="550"/>
                  <a:pt x="189" y="550"/>
                  <a:pt x="189" y="550"/>
                </a:cubicBezTo>
                <a:cubicBezTo>
                  <a:pt x="179" y="560"/>
                  <a:pt x="179" y="560"/>
                  <a:pt x="179" y="560"/>
                </a:cubicBezTo>
                <a:cubicBezTo>
                  <a:pt x="181" y="562"/>
                  <a:pt x="181" y="562"/>
                  <a:pt x="181" y="562"/>
                </a:cubicBezTo>
                <a:moveTo>
                  <a:pt x="188" y="552"/>
                </a:moveTo>
                <a:cubicBezTo>
                  <a:pt x="190" y="552"/>
                  <a:pt x="190" y="552"/>
                  <a:pt x="190" y="552"/>
                </a:cubicBezTo>
                <a:cubicBezTo>
                  <a:pt x="190" y="539"/>
                  <a:pt x="190" y="539"/>
                  <a:pt x="190" y="539"/>
                </a:cubicBezTo>
                <a:cubicBezTo>
                  <a:pt x="188" y="539"/>
                  <a:pt x="188" y="539"/>
                  <a:pt x="188" y="539"/>
                </a:cubicBezTo>
                <a:lnTo>
                  <a:pt x="188" y="552"/>
                </a:lnTo>
                <a:close/>
                <a:moveTo>
                  <a:pt x="187" y="607"/>
                </a:moveTo>
                <a:cubicBezTo>
                  <a:pt x="190" y="607"/>
                  <a:pt x="190" y="607"/>
                  <a:pt x="190" y="607"/>
                </a:cubicBezTo>
                <a:cubicBezTo>
                  <a:pt x="190" y="561"/>
                  <a:pt x="190" y="561"/>
                  <a:pt x="190" y="561"/>
                </a:cubicBezTo>
                <a:cubicBezTo>
                  <a:pt x="187" y="561"/>
                  <a:pt x="187" y="561"/>
                  <a:pt x="187" y="561"/>
                </a:cubicBezTo>
                <a:lnTo>
                  <a:pt x="187" y="607"/>
                </a:lnTo>
                <a:close/>
                <a:moveTo>
                  <a:pt x="201" y="560"/>
                </a:moveTo>
                <a:cubicBezTo>
                  <a:pt x="201" y="517"/>
                  <a:pt x="201" y="517"/>
                  <a:pt x="201" y="517"/>
                </a:cubicBezTo>
                <a:cubicBezTo>
                  <a:pt x="226" y="517"/>
                  <a:pt x="226" y="517"/>
                  <a:pt x="226" y="517"/>
                </a:cubicBezTo>
                <a:cubicBezTo>
                  <a:pt x="226" y="646"/>
                  <a:pt x="226" y="646"/>
                  <a:pt x="226" y="646"/>
                </a:cubicBezTo>
                <a:cubicBezTo>
                  <a:pt x="228" y="646"/>
                  <a:pt x="228" y="646"/>
                  <a:pt x="228" y="646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198" y="515"/>
                  <a:pt x="198" y="515"/>
                  <a:pt x="198" y="515"/>
                </a:cubicBezTo>
                <a:cubicBezTo>
                  <a:pt x="198" y="560"/>
                  <a:pt x="198" y="560"/>
                  <a:pt x="198" y="560"/>
                </a:cubicBezTo>
                <a:cubicBezTo>
                  <a:pt x="201" y="560"/>
                  <a:pt x="201" y="560"/>
                  <a:pt x="201" y="560"/>
                </a:cubicBezTo>
                <a:moveTo>
                  <a:pt x="227" y="517"/>
                </a:moveTo>
                <a:cubicBezTo>
                  <a:pt x="235" y="519"/>
                  <a:pt x="235" y="519"/>
                  <a:pt x="235" y="519"/>
                </a:cubicBezTo>
                <a:cubicBezTo>
                  <a:pt x="235" y="560"/>
                  <a:pt x="235" y="560"/>
                  <a:pt x="235" y="560"/>
                </a:cubicBezTo>
                <a:cubicBezTo>
                  <a:pt x="237" y="560"/>
                  <a:pt x="237" y="560"/>
                  <a:pt x="237" y="560"/>
                </a:cubicBezTo>
                <a:cubicBezTo>
                  <a:pt x="237" y="518"/>
                  <a:pt x="237" y="518"/>
                  <a:pt x="237" y="518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227" y="517"/>
                  <a:pt x="227" y="517"/>
                  <a:pt x="227" y="517"/>
                </a:cubicBezTo>
                <a:moveTo>
                  <a:pt x="231" y="560"/>
                </a:moveTo>
                <a:cubicBezTo>
                  <a:pt x="230" y="560"/>
                  <a:pt x="230" y="560"/>
                  <a:pt x="230" y="560"/>
                </a:cubicBezTo>
                <a:cubicBezTo>
                  <a:pt x="230" y="578"/>
                  <a:pt x="230" y="578"/>
                  <a:pt x="230" y="578"/>
                </a:cubicBezTo>
                <a:cubicBezTo>
                  <a:pt x="260" y="578"/>
                  <a:pt x="260" y="578"/>
                  <a:pt x="260" y="578"/>
                </a:cubicBezTo>
                <a:cubicBezTo>
                  <a:pt x="260" y="559"/>
                  <a:pt x="260" y="559"/>
                  <a:pt x="260" y="559"/>
                </a:cubicBezTo>
                <a:cubicBezTo>
                  <a:pt x="230" y="559"/>
                  <a:pt x="230" y="559"/>
                  <a:pt x="230" y="559"/>
                </a:cubicBezTo>
                <a:cubicBezTo>
                  <a:pt x="230" y="560"/>
                  <a:pt x="230" y="560"/>
                  <a:pt x="230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58" y="561"/>
                  <a:pt x="258" y="561"/>
                  <a:pt x="258" y="561"/>
                </a:cubicBezTo>
                <a:cubicBezTo>
                  <a:pt x="258" y="576"/>
                  <a:pt x="258" y="576"/>
                  <a:pt x="258" y="576"/>
                </a:cubicBezTo>
                <a:cubicBezTo>
                  <a:pt x="232" y="576"/>
                  <a:pt x="232" y="576"/>
                  <a:pt x="232" y="576"/>
                </a:cubicBezTo>
                <a:cubicBezTo>
                  <a:pt x="232" y="560"/>
                  <a:pt x="232" y="560"/>
                  <a:pt x="232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31" y="560"/>
                  <a:pt x="231" y="560"/>
                  <a:pt x="231" y="560"/>
                </a:cubicBezTo>
                <a:moveTo>
                  <a:pt x="245" y="545"/>
                </a:moveTo>
                <a:cubicBezTo>
                  <a:pt x="245" y="474"/>
                  <a:pt x="245" y="474"/>
                  <a:pt x="245" y="474"/>
                </a:cubicBezTo>
                <a:cubicBezTo>
                  <a:pt x="251" y="474"/>
                  <a:pt x="251" y="474"/>
                  <a:pt x="251" y="474"/>
                </a:cubicBezTo>
                <a:cubicBezTo>
                  <a:pt x="251" y="451"/>
                  <a:pt x="251" y="451"/>
                  <a:pt x="251" y="451"/>
                </a:cubicBezTo>
                <a:cubicBezTo>
                  <a:pt x="284" y="451"/>
                  <a:pt x="284" y="451"/>
                  <a:pt x="284" y="451"/>
                </a:cubicBezTo>
                <a:cubicBezTo>
                  <a:pt x="284" y="462"/>
                  <a:pt x="284" y="462"/>
                  <a:pt x="284" y="462"/>
                </a:cubicBezTo>
                <a:cubicBezTo>
                  <a:pt x="250" y="461"/>
                  <a:pt x="250" y="461"/>
                  <a:pt x="250" y="461"/>
                </a:cubicBezTo>
                <a:cubicBezTo>
                  <a:pt x="250" y="464"/>
                  <a:pt x="250" y="464"/>
                  <a:pt x="250" y="464"/>
                </a:cubicBezTo>
                <a:cubicBezTo>
                  <a:pt x="286" y="464"/>
                  <a:pt x="286" y="464"/>
                  <a:pt x="286" y="464"/>
                </a:cubicBezTo>
                <a:cubicBezTo>
                  <a:pt x="286" y="448"/>
                  <a:pt x="286" y="448"/>
                  <a:pt x="286" y="448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49" y="472"/>
                  <a:pt x="249" y="472"/>
                  <a:pt x="249" y="472"/>
                </a:cubicBezTo>
                <a:cubicBezTo>
                  <a:pt x="242" y="472"/>
                  <a:pt x="242" y="472"/>
                  <a:pt x="242" y="472"/>
                </a:cubicBezTo>
                <a:cubicBezTo>
                  <a:pt x="242" y="545"/>
                  <a:pt x="242" y="545"/>
                  <a:pt x="242" y="545"/>
                </a:cubicBezTo>
                <a:cubicBezTo>
                  <a:pt x="245" y="545"/>
                  <a:pt x="245" y="545"/>
                  <a:pt x="245" y="545"/>
                </a:cubicBezTo>
                <a:moveTo>
                  <a:pt x="264" y="449"/>
                </a:moveTo>
                <a:cubicBezTo>
                  <a:pt x="266" y="449"/>
                  <a:pt x="266" y="449"/>
                  <a:pt x="266" y="449"/>
                </a:cubicBezTo>
                <a:cubicBezTo>
                  <a:pt x="266" y="433"/>
                  <a:pt x="266" y="433"/>
                  <a:pt x="266" y="433"/>
                </a:cubicBezTo>
                <a:cubicBezTo>
                  <a:pt x="264" y="433"/>
                  <a:pt x="264" y="433"/>
                  <a:pt x="264" y="433"/>
                </a:cubicBezTo>
                <a:lnTo>
                  <a:pt x="264" y="449"/>
                </a:lnTo>
                <a:close/>
                <a:moveTo>
                  <a:pt x="270" y="449"/>
                </a:moveTo>
                <a:cubicBezTo>
                  <a:pt x="272" y="449"/>
                  <a:pt x="272" y="449"/>
                  <a:pt x="272" y="449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0" y="427"/>
                  <a:pt x="270" y="427"/>
                  <a:pt x="270" y="427"/>
                </a:cubicBezTo>
                <a:lnTo>
                  <a:pt x="270" y="449"/>
                </a:lnTo>
                <a:close/>
                <a:moveTo>
                  <a:pt x="284" y="510"/>
                </a:moveTo>
                <a:cubicBezTo>
                  <a:pt x="286" y="510"/>
                  <a:pt x="286" y="510"/>
                  <a:pt x="286" y="510"/>
                </a:cubicBezTo>
                <a:cubicBezTo>
                  <a:pt x="286" y="463"/>
                  <a:pt x="286" y="463"/>
                  <a:pt x="286" y="463"/>
                </a:cubicBezTo>
                <a:cubicBezTo>
                  <a:pt x="284" y="463"/>
                  <a:pt x="284" y="463"/>
                  <a:pt x="284" y="463"/>
                </a:cubicBezTo>
                <a:lnTo>
                  <a:pt x="284" y="510"/>
                </a:lnTo>
                <a:close/>
                <a:moveTo>
                  <a:pt x="260" y="555"/>
                </a:moveTo>
                <a:cubicBezTo>
                  <a:pt x="260" y="512"/>
                  <a:pt x="260" y="512"/>
                  <a:pt x="260" y="512"/>
                </a:cubicBezTo>
                <a:cubicBezTo>
                  <a:pt x="298" y="512"/>
                  <a:pt x="298" y="512"/>
                  <a:pt x="298" y="512"/>
                </a:cubicBezTo>
                <a:cubicBezTo>
                  <a:pt x="298" y="646"/>
                  <a:pt x="298" y="646"/>
                  <a:pt x="298" y="646"/>
                </a:cubicBezTo>
                <a:cubicBezTo>
                  <a:pt x="300" y="646"/>
                  <a:pt x="300" y="646"/>
                  <a:pt x="300" y="646"/>
                </a:cubicBezTo>
                <a:cubicBezTo>
                  <a:pt x="300" y="510"/>
                  <a:pt x="300" y="510"/>
                  <a:pt x="300" y="510"/>
                </a:cubicBezTo>
                <a:cubicBezTo>
                  <a:pt x="258" y="510"/>
                  <a:pt x="258" y="510"/>
                  <a:pt x="258" y="510"/>
                </a:cubicBezTo>
                <a:cubicBezTo>
                  <a:pt x="258" y="555"/>
                  <a:pt x="258" y="555"/>
                  <a:pt x="258" y="555"/>
                </a:cubicBezTo>
                <a:cubicBezTo>
                  <a:pt x="260" y="555"/>
                  <a:pt x="260" y="555"/>
                  <a:pt x="260" y="555"/>
                </a:cubicBezTo>
                <a:moveTo>
                  <a:pt x="260" y="525"/>
                </a:moveTo>
                <a:cubicBezTo>
                  <a:pt x="291" y="525"/>
                  <a:pt x="291" y="525"/>
                  <a:pt x="291" y="525"/>
                </a:cubicBezTo>
                <a:cubicBezTo>
                  <a:pt x="291" y="523"/>
                  <a:pt x="291" y="523"/>
                  <a:pt x="291" y="523"/>
                </a:cubicBezTo>
                <a:cubicBezTo>
                  <a:pt x="260" y="523"/>
                  <a:pt x="260" y="523"/>
                  <a:pt x="260" y="523"/>
                </a:cubicBezTo>
                <a:lnTo>
                  <a:pt x="260" y="525"/>
                </a:lnTo>
                <a:close/>
                <a:moveTo>
                  <a:pt x="285" y="473"/>
                </a:moveTo>
                <a:cubicBezTo>
                  <a:pt x="293" y="473"/>
                  <a:pt x="293" y="473"/>
                  <a:pt x="293" y="473"/>
                </a:cubicBezTo>
                <a:cubicBezTo>
                  <a:pt x="293" y="504"/>
                  <a:pt x="293" y="504"/>
                  <a:pt x="293" y="504"/>
                </a:cubicBezTo>
                <a:cubicBezTo>
                  <a:pt x="295" y="504"/>
                  <a:pt x="295" y="504"/>
                  <a:pt x="295" y="504"/>
                </a:cubicBezTo>
                <a:cubicBezTo>
                  <a:pt x="295" y="471"/>
                  <a:pt x="295" y="471"/>
                  <a:pt x="295" y="471"/>
                </a:cubicBezTo>
                <a:cubicBezTo>
                  <a:pt x="285" y="471"/>
                  <a:pt x="285" y="471"/>
                  <a:pt x="285" y="471"/>
                </a:cubicBezTo>
                <a:cubicBezTo>
                  <a:pt x="285" y="473"/>
                  <a:pt x="285" y="473"/>
                  <a:pt x="285" y="473"/>
                </a:cubicBezTo>
                <a:moveTo>
                  <a:pt x="234" y="646"/>
                </a:moveTo>
                <a:cubicBezTo>
                  <a:pt x="234" y="582"/>
                  <a:pt x="234" y="582"/>
                  <a:pt x="234" y="582"/>
                </a:cubicBezTo>
                <a:cubicBezTo>
                  <a:pt x="256" y="582"/>
                  <a:pt x="256" y="582"/>
                  <a:pt x="256" y="582"/>
                </a:cubicBezTo>
                <a:cubicBezTo>
                  <a:pt x="256" y="646"/>
                  <a:pt x="256" y="646"/>
                  <a:pt x="256" y="646"/>
                </a:cubicBezTo>
                <a:cubicBezTo>
                  <a:pt x="258" y="646"/>
                  <a:pt x="258" y="646"/>
                  <a:pt x="258" y="646"/>
                </a:cubicBezTo>
                <a:cubicBezTo>
                  <a:pt x="258" y="580"/>
                  <a:pt x="258" y="580"/>
                  <a:pt x="258" y="580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31" y="646"/>
                  <a:pt x="231" y="646"/>
                  <a:pt x="231" y="646"/>
                </a:cubicBezTo>
                <a:cubicBezTo>
                  <a:pt x="234" y="646"/>
                  <a:pt x="234" y="646"/>
                  <a:pt x="234" y="646"/>
                </a:cubicBezTo>
                <a:moveTo>
                  <a:pt x="165" y="591"/>
                </a:moveTo>
                <a:cubicBezTo>
                  <a:pt x="179" y="591"/>
                  <a:pt x="179" y="591"/>
                  <a:pt x="179" y="591"/>
                </a:cubicBezTo>
                <a:cubicBezTo>
                  <a:pt x="179" y="654"/>
                  <a:pt x="179" y="654"/>
                  <a:pt x="179" y="654"/>
                </a:cubicBezTo>
                <a:cubicBezTo>
                  <a:pt x="181" y="654"/>
                  <a:pt x="181" y="654"/>
                  <a:pt x="181" y="654"/>
                </a:cubicBezTo>
                <a:cubicBezTo>
                  <a:pt x="181" y="589"/>
                  <a:pt x="181" y="589"/>
                  <a:pt x="181" y="589"/>
                </a:cubicBezTo>
                <a:cubicBezTo>
                  <a:pt x="165" y="589"/>
                  <a:pt x="165" y="589"/>
                  <a:pt x="165" y="589"/>
                </a:cubicBezTo>
                <a:cubicBezTo>
                  <a:pt x="165" y="591"/>
                  <a:pt x="165" y="591"/>
                  <a:pt x="165" y="591"/>
                </a:cubicBezTo>
                <a:moveTo>
                  <a:pt x="201" y="516"/>
                </a:moveTo>
                <a:cubicBezTo>
                  <a:pt x="201" y="510"/>
                  <a:pt x="201" y="510"/>
                  <a:pt x="201" y="510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2" y="516"/>
                  <a:pt x="212" y="516"/>
                  <a:pt x="212" y="516"/>
                </a:cubicBezTo>
                <a:cubicBezTo>
                  <a:pt x="214" y="516"/>
                  <a:pt x="214" y="516"/>
                  <a:pt x="214" y="516"/>
                </a:cubicBezTo>
                <a:cubicBezTo>
                  <a:pt x="214" y="509"/>
                  <a:pt x="214" y="509"/>
                  <a:pt x="214" y="509"/>
                </a:cubicBezTo>
                <a:cubicBezTo>
                  <a:pt x="214" y="507"/>
                  <a:pt x="214" y="507"/>
                  <a:pt x="214" y="507"/>
                </a:cubicBezTo>
                <a:cubicBezTo>
                  <a:pt x="199" y="507"/>
                  <a:pt x="199" y="507"/>
                  <a:pt x="199" y="507"/>
                </a:cubicBezTo>
                <a:cubicBezTo>
                  <a:pt x="199" y="516"/>
                  <a:pt x="199" y="516"/>
                  <a:pt x="199" y="516"/>
                </a:cubicBezTo>
                <a:cubicBezTo>
                  <a:pt x="201" y="516"/>
                  <a:pt x="201" y="516"/>
                  <a:pt x="201" y="516"/>
                </a:cubicBezTo>
                <a:moveTo>
                  <a:pt x="299" y="571"/>
                </a:moveTo>
                <a:cubicBezTo>
                  <a:pt x="311" y="571"/>
                  <a:pt x="311" y="571"/>
                  <a:pt x="311" y="571"/>
                </a:cubicBezTo>
                <a:cubicBezTo>
                  <a:pt x="311" y="646"/>
                  <a:pt x="311" y="646"/>
                  <a:pt x="311" y="646"/>
                </a:cubicBezTo>
                <a:cubicBezTo>
                  <a:pt x="313" y="646"/>
                  <a:pt x="313" y="646"/>
                  <a:pt x="313" y="646"/>
                </a:cubicBezTo>
                <a:cubicBezTo>
                  <a:pt x="313" y="569"/>
                  <a:pt x="313" y="569"/>
                  <a:pt x="313" y="569"/>
                </a:cubicBezTo>
                <a:cubicBezTo>
                  <a:pt x="299" y="569"/>
                  <a:pt x="299" y="569"/>
                  <a:pt x="299" y="569"/>
                </a:cubicBezTo>
                <a:cubicBezTo>
                  <a:pt x="299" y="571"/>
                  <a:pt x="299" y="571"/>
                  <a:pt x="299" y="571"/>
                </a:cubicBezTo>
                <a:moveTo>
                  <a:pt x="322" y="671"/>
                </a:moveTo>
                <a:cubicBezTo>
                  <a:pt x="322" y="613"/>
                  <a:pt x="322" y="613"/>
                  <a:pt x="322" y="613"/>
                </a:cubicBezTo>
                <a:cubicBezTo>
                  <a:pt x="337" y="613"/>
                  <a:pt x="337" y="613"/>
                  <a:pt x="337" y="613"/>
                </a:cubicBezTo>
                <a:cubicBezTo>
                  <a:pt x="337" y="557"/>
                  <a:pt x="337" y="557"/>
                  <a:pt x="337" y="557"/>
                </a:cubicBezTo>
                <a:cubicBezTo>
                  <a:pt x="354" y="557"/>
                  <a:pt x="354" y="557"/>
                  <a:pt x="354" y="557"/>
                </a:cubicBezTo>
                <a:cubicBezTo>
                  <a:pt x="354" y="644"/>
                  <a:pt x="354" y="644"/>
                  <a:pt x="354" y="644"/>
                </a:cubicBezTo>
                <a:cubicBezTo>
                  <a:pt x="356" y="644"/>
                  <a:pt x="356" y="644"/>
                  <a:pt x="356" y="644"/>
                </a:cubicBezTo>
                <a:cubicBezTo>
                  <a:pt x="356" y="555"/>
                  <a:pt x="356" y="555"/>
                  <a:pt x="356" y="555"/>
                </a:cubicBezTo>
                <a:cubicBezTo>
                  <a:pt x="335" y="555"/>
                  <a:pt x="335" y="555"/>
                  <a:pt x="335" y="555"/>
                </a:cubicBezTo>
                <a:cubicBezTo>
                  <a:pt x="335" y="611"/>
                  <a:pt x="335" y="611"/>
                  <a:pt x="335" y="611"/>
                </a:cubicBezTo>
                <a:cubicBezTo>
                  <a:pt x="320" y="611"/>
                  <a:pt x="320" y="611"/>
                  <a:pt x="320" y="611"/>
                </a:cubicBezTo>
                <a:cubicBezTo>
                  <a:pt x="320" y="671"/>
                  <a:pt x="320" y="671"/>
                  <a:pt x="320" y="671"/>
                </a:cubicBezTo>
                <a:cubicBezTo>
                  <a:pt x="322" y="671"/>
                  <a:pt x="322" y="671"/>
                  <a:pt x="322" y="671"/>
                </a:cubicBezTo>
                <a:moveTo>
                  <a:pt x="306" y="569"/>
                </a:moveTo>
                <a:cubicBezTo>
                  <a:pt x="306" y="563"/>
                  <a:pt x="306" y="563"/>
                  <a:pt x="306" y="563"/>
                </a:cubicBezTo>
                <a:cubicBezTo>
                  <a:pt x="326" y="563"/>
                  <a:pt x="326" y="563"/>
                  <a:pt x="326" y="563"/>
                </a:cubicBezTo>
                <a:cubicBezTo>
                  <a:pt x="326" y="612"/>
                  <a:pt x="326" y="612"/>
                  <a:pt x="326" y="612"/>
                </a:cubicBezTo>
                <a:cubicBezTo>
                  <a:pt x="328" y="612"/>
                  <a:pt x="328" y="612"/>
                  <a:pt x="328" y="612"/>
                </a:cubicBezTo>
                <a:cubicBezTo>
                  <a:pt x="328" y="561"/>
                  <a:pt x="328" y="561"/>
                  <a:pt x="328" y="561"/>
                </a:cubicBezTo>
                <a:cubicBezTo>
                  <a:pt x="304" y="561"/>
                  <a:pt x="304" y="561"/>
                  <a:pt x="304" y="561"/>
                </a:cubicBezTo>
                <a:cubicBezTo>
                  <a:pt x="304" y="569"/>
                  <a:pt x="304" y="569"/>
                  <a:pt x="304" y="569"/>
                </a:cubicBezTo>
                <a:cubicBezTo>
                  <a:pt x="306" y="569"/>
                  <a:pt x="306" y="569"/>
                  <a:pt x="306" y="569"/>
                </a:cubicBezTo>
                <a:moveTo>
                  <a:pt x="324" y="562"/>
                </a:moveTo>
                <a:cubicBezTo>
                  <a:pt x="324" y="412"/>
                  <a:pt x="324" y="412"/>
                  <a:pt x="324" y="412"/>
                </a:cubicBezTo>
                <a:cubicBezTo>
                  <a:pt x="332" y="413"/>
                  <a:pt x="332" y="413"/>
                  <a:pt x="332" y="413"/>
                </a:cubicBezTo>
                <a:cubicBezTo>
                  <a:pt x="332" y="545"/>
                  <a:pt x="332" y="545"/>
                  <a:pt x="332" y="545"/>
                </a:cubicBezTo>
                <a:cubicBezTo>
                  <a:pt x="334" y="545"/>
                  <a:pt x="334" y="545"/>
                  <a:pt x="334" y="545"/>
                </a:cubicBezTo>
                <a:cubicBezTo>
                  <a:pt x="334" y="411"/>
                  <a:pt x="334" y="411"/>
                  <a:pt x="334" y="411"/>
                </a:cubicBezTo>
                <a:cubicBezTo>
                  <a:pt x="322" y="409"/>
                  <a:pt x="322" y="409"/>
                  <a:pt x="322" y="409"/>
                </a:cubicBezTo>
                <a:cubicBezTo>
                  <a:pt x="322" y="562"/>
                  <a:pt x="322" y="562"/>
                  <a:pt x="322" y="562"/>
                </a:cubicBezTo>
                <a:cubicBezTo>
                  <a:pt x="324" y="562"/>
                  <a:pt x="324" y="562"/>
                  <a:pt x="324" y="562"/>
                </a:cubicBezTo>
                <a:moveTo>
                  <a:pt x="333" y="414"/>
                </a:moveTo>
                <a:cubicBezTo>
                  <a:pt x="368" y="414"/>
                  <a:pt x="368" y="414"/>
                  <a:pt x="368" y="414"/>
                </a:cubicBezTo>
                <a:cubicBezTo>
                  <a:pt x="368" y="514"/>
                  <a:pt x="368" y="514"/>
                  <a:pt x="368" y="514"/>
                </a:cubicBezTo>
                <a:cubicBezTo>
                  <a:pt x="370" y="514"/>
                  <a:pt x="370" y="514"/>
                  <a:pt x="370" y="514"/>
                </a:cubicBezTo>
                <a:cubicBezTo>
                  <a:pt x="370" y="411"/>
                  <a:pt x="370" y="411"/>
                  <a:pt x="370" y="411"/>
                </a:cubicBezTo>
                <a:cubicBezTo>
                  <a:pt x="333" y="411"/>
                  <a:pt x="333" y="411"/>
                  <a:pt x="333" y="411"/>
                </a:cubicBezTo>
                <a:cubicBezTo>
                  <a:pt x="333" y="414"/>
                  <a:pt x="333" y="414"/>
                  <a:pt x="333" y="414"/>
                </a:cubicBezTo>
                <a:moveTo>
                  <a:pt x="346" y="390"/>
                </a:moveTo>
                <a:cubicBezTo>
                  <a:pt x="345" y="390"/>
                  <a:pt x="345" y="390"/>
                  <a:pt x="345" y="390"/>
                </a:cubicBezTo>
                <a:cubicBezTo>
                  <a:pt x="345" y="410"/>
                  <a:pt x="345" y="410"/>
                  <a:pt x="345" y="410"/>
                </a:cubicBezTo>
                <a:cubicBezTo>
                  <a:pt x="369" y="410"/>
                  <a:pt x="369" y="410"/>
                  <a:pt x="369" y="410"/>
                </a:cubicBezTo>
                <a:cubicBezTo>
                  <a:pt x="369" y="389"/>
                  <a:pt x="369" y="389"/>
                  <a:pt x="369" y="389"/>
                </a:cubicBezTo>
                <a:cubicBezTo>
                  <a:pt x="345" y="389"/>
                  <a:pt x="345" y="389"/>
                  <a:pt x="345" y="389"/>
                </a:cubicBezTo>
                <a:cubicBezTo>
                  <a:pt x="345" y="390"/>
                  <a:pt x="345" y="390"/>
                  <a:pt x="345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67" y="391"/>
                  <a:pt x="367" y="391"/>
                  <a:pt x="367" y="391"/>
                </a:cubicBezTo>
                <a:cubicBezTo>
                  <a:pt x="367" y="407"/>
                  <a:pt x="367" y="407"/>
                  <a:pt x="367" y="407"/>
                </a:cubicBezTo>
                <a:cubicBezTo>
                  <a:pt x="347" y="407"/>
                  <a:pt x="347" y="407"/>
                  <a:pt x="347" y="407"/>
                </a:cubicBezTo>
                <a:cubicBezTo>
                  <a:pt x="347" y="390"/>
                  <a:pt x="347" y="390"/>
                  <a:pt x="347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46" y="390"/>
                  <a:pt x="346" y="390"/>
                  <a:pt x="346" y="390"/>
                </a:cubicBezTo>
                <a:moveTo>
                  <a:pt x="341" y="426"/>
                </a:moveTo>
                <a:cubicBezTo>
                  <a:pt x="357" y="426"/>
                  <a:pt x="357" y="426"/>
                  <a:pt x="357" y="426"/>
                </a:cubicBezTo>
                <a:cubicBezTo>
                  <a:pt x="357" y="508"/>
                  <a:pt x="357" y="508"/>
                  <a:pt x="357" y="508"/>
                </a:cubicBezTo>
                <a:cubicBezTo>
                  <a:pt x="359" y="508"/>
                  <a:pt x="359" y="508"/>
                  <a:pt x="359" y="508"/>
                </a:cubicBezTo>
                <a:cubicBezTo>
                  <a:pt x="359" y="424"/>
                  <a:pt x="359" y="424"/>
                  <a:pt x="359" y="424"/>
                </a:cubicBezTo>
                <a:cubicBezTo>
                  <a:pt x="341" y="424"/>
                  <a:pt x="341" y="424"/>
                  <a:pt x="341" y="424"/>
                </a:cubicBezTo>
                <a:cubicBezTo>
                  <a:pt x="341" y="426"/>
                  <a:pt x="341" y="426"/>
                  <a:pt x="341" y="426"/>
                </a:cubicBezTo>
                <a:moveTo>
                  <a:pt x="333" y="421"/>
                </a:moveTo>
                <a:cubicBezTo>
                  <a:pt x="340" y="421"/>
                  <a:pt x="340" y="421"/>
                  <a:pt x="340" y="421"/>
                </a:cubicBezTo>
                <a:cubicBezTo>
                  <a:pt x="340" y="448"/>
                  <a:pt x="340" y="448"/>
                  <a:pt x="340" y="448"/>
                </a:cubicBezTo>
                <a:cubicBezTo>
                  <a:pt x="358" y="448"/>
                  <a:pt x="358" y="448"/>
                  <a:pt x="358" y="448"/>
                </a:cubicBezTo>
                <a:cubicBezTo>
                  <a:pt x="358" y="446"/>
                  <a:pt x="358" y="446"/>
                  <a:pt x="358" y="446"/>
                </a:cubicBezTo>
                <a:cubicBezTo>
                  <a:pt x="342" y="446"/>
                  <a:pt x="342" y="446"/>
                  <a:pt x="342" y="446"/>
                </a:cubicBezTo>
                <a:cubicBezTo>
                  <a:pt x="342" y="418"/>
                  <a:pt x="342" y="418"/>
                  <a:pt x="342" y="418"/>
                </a:cubicBezTo>
                <a:cubicBezTo>
                  <a:pt x="333" y="418"/>
                  <a:pt x="333" y="418"/>
                  <a:pt x="333" y="418"/>
                </a:cubicBezTo>
                <a:cubicBezTo>
                  <a:pt x="333" y="421"/>
                  <a:pt x="333" y="421"/>
                  <a:pt x="333" y="421"/>
                </a:cubicBezTo>
                <a:moveTo>
                  <a:pt x="162" y="655"/>
                </a:moveTo>
                <a:cubicBezTo>
                  <a:pt x="219" y="655"/>
                  <a:pt x="219" y="655"/>
                  <a:pt x="219" y="655"/>
                </a:cubicBezTo>
                <a:cubicBezTo>
                  <a:pt x="219" y="647"/>
                  <a:pt x="219" y="647"/>
                  <a:pt x="219" y="647"/>
                </a:cubicBezTo>
                <a:cubicBezTo>
                  <a:pt x="314" y="647"/>
                  <a:pt x="314" y="647"/>
                  <a:pt x="314" y="647"/>
                </a:cubicBezTo>
                <a:cubicBezTo>
                  <a:pt x="314" y="671"/>
                  <a:pt x="314" y="671"/>
                  <a:pt x="314" y="671"/>
                </a:cubicBezTo>
                <a:cubicBezTo>
                  <a:pt x="316" y="671"/>
                  <a:pt x="316" y="671"/>
                  <a:pt x="316" y="671"/>
                </a:cubicBezTo>
                <a:cubicBezTo>
                  <a:pt x="316" y="645"/>
                  <a:pt x="316" y="645"/>
                  <a:pt x="316" y="645"/>
                </a:cubicBezTo>
                <a:cubicBezTo>
                  <a:pt x="217" y="645"/>
                  <a:pt x="217" y="645"/>
                  <a:pt x="217" y="645"/>
                </a:cubicBezTo>
                <a:cubicBezTo>
                  <a:pt x="217" y="652"/>
                  <a:pt x="217" y="652"/>
                  <a:pt x="217" y="652"/>
                </a:cubicBezTo>
                <a:cubicBezTo>
                  <a:pt x="162" y="652"/>
                  <a:pt x="162" y="652"/>
                  <a:pt x="162" y="652"/>
                </a:cubicBezTo>
                <a:cubicBezTo>
                  <a:pt x="162" y="655"/>
                  <a:pt x="162" y="655"/>
                  <a:pt x="162" y="655"/>
                </a:cubicBezTo>
                <a:moveTo>
                  <a:pt x="365" y="641"/>
                </a:moveTo>
                <a:cubicBezTo>
                  <a:pt x="365" y="526"/>
                  <a:pt x="365" y="526"/>
                  <a:pt x="365" y="526"/>
                </a:cubicBezTo>
                <a:cubicBezTo>
                  <a:pt x="369" y="522"/>
                  <a:pt x="369" y="522"/>
                  <a:pt x="369" y="522"/>
                </a:cubicBezTo>
                <a:cubicBezTo>
                  <a:pt x="387" y="522"/>
                  <a:pt x="387" y="522"/>
                  <a:pt x="387" y="522"/>
                </a:cubicBezTo>
                <a:cubicBezTo>
                  <a:pt x="386" y="535"/>
                  <a:pt x="386" y="535"/>
                  <a:pt x="386" y="535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639"/>
                  <a:pt x="382" y="639"/>
                  <a:pt x="382" y="639"/>
                </a:cubicBezTo>
                <a:cubicBezTo>
                  <a:pt x="384" y="639"/>
                  <a:pt x="384" y="639"/>
                  <a:pt x="384" y="639"/>
                </a:cubicBezTo>
                <a:cubicBezTo>
                  <a:pt x="384" y="540"/>
                  <a:pt x="384" y="540"/>
                  <a:pt x="384" y="540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89" y="536"/>
                  <a:pt x="389" y="536"/>
                  <a:pt x="389" y="536"/>
                </a:cubicBezTo>
                <a:cubicBezTo>
                  <a:pt x="389" y="520"/>
                  <a:pt x="389" y="520"/>
                  <a:pt x="389" y="520"/>
                </a:cubicBezTo>
                <a:cubicBezTo>
                  <a:pt x="368" y="520"/>
                  <a:pt x="368" y="520"/>
                  <a:pt x="368" y="520"/>
                </a:cubicBezTo>
                <a:cubicBezTo>
                  <a:pt x="362" y="525"/>
                  <a:pt x="362" y="525"/>
                  <a:pt x="362" y="525"/>
                </a:cubicBezTo>
                <a:cubicBezTo>
                  <a:pt x="362" y="641"/>
                  <a:pt x="362" y="641"/>
                  <a:pt x="362" y="641"/>
                </a:cubicBezTo>
                <a:cubicBezTo>
                  <a:pt x="365" y="641"/>
                  <a:pt x="365" y="641"/>
                  <a:pt x="365" y="641"/>
                </a:cubicBezTo>
                <a:moveTo>
                  <a:pt x="444" y="671"/>
                </a:moveTo>
                <a:cubicBezTo>
                  <a:pt x="444" y="646"/>
                  <a:pt x="444" y="646"/>
                  <a:pt x="444" y="646"/>
                </a:cubicBezTo>
                <a:cubicBezTo>
                  <a:pt x="380" y="646"/>
                  <a:pt x="380" y="646"/>
                  <a:pt x="380" y="646"/>
                </a:cubicBezTo>
                <a:cubicBezTo>
                  <a:pt x="382" y="640"/>
                  <a:pt x="382" y="640"/>
                  <a:pt x="382" y="640"/>
                </a:cubicBezTo>
                <a:cubicBezTo>
                  <a:pt x="402" y="640"/>
                  <a:pt x="402" y="640"/>
                  <a:pt x="402" y="640"/>
                </a:cubicBezTo>
                <a:cubicBezTo>
                  <a:pt x="402" y="382"/>
                  <a:pt x="402" y="382"/>
                  <a:pt x="402" y="382"/>
                </a:cubicBezTo>
                <a:cubicBezTo>
                  <a:pt x="459" y="382"/>
                  <a:pt x="459" y="382"/>
                  <a:pt x="459" y="382"/>
                </a:cubicBezTo>
                <a:cubicBezTo>
                  <a:pt x="459" y="622"/>
                  <a:pt x="459" y="622"/>
                  <a:pt x="459" y="622"/>
                </a:cubicBezTo>
                <a:cubicBezTo>
                  <a:pt x="462" y="622"/>
                  <a:pt x="462" y="622"/>
                  <a:pt x="462" y="622"/>
                </a:cubicBezTo>
                <a:cubicBezTo>
                  <a:pt x="462" y="380"/>
                  <a:pt x="462" y="380"/>
                  <a:pt x="462" y="380"/>
                </a:cubicBezTo>
                <a:cubicBezTo>
                  <a:pt x="400" y="380"/>
                  <a:pt x="400" y="380"/>
                  <a:pt x="400" y="380"/>
                </a:cubicBezTo>
                <a:cubicBezTo>
                  <a:pt x="400" y="638"/>
                  <a:pt x="400" y="638"/>
                  <a:pt x="400" y="638"/>
                </a:cubicBezTo>
                <a:cubicBezTo>
                  <a:pt x="381" y="638"/>
                  <a:pt x="381" y="638"/>
                  <a:pt x="381" y="638"/>
                </a:cubicBezTo>
                <a:cubicBezTo>
                  <a:pt x="376" y="648"/>
                  <a:pt x="376" y="648"/>
                  <a:pt x="376" y="648"/>
                </a:cubicBezTo>
                <a:cubicBezTo>
                  <a:pt x="441" y="648"/>
                  <a:pt x="441" y="648"/>
                  <a:pt x="441" y="648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4" y="671"/>
                  <a:pt x="444" y="671"/>
                  <a:pt x="444" y="671"/>
                </a:cubicBezTo>
                <a:moveTo>
                  <a:pt x="460" y="382"/>
                </a:moveTo>
                <a:cubicBezTo>
                  <a:pt x="480" y="390"/>
                  <a:pt x="480" y="390"/>
                  <a:pt x="480" y="390"/>
                </a:cubicBezTo>
                <a:cubicBezTo>
                  <a:pt x="480" y="635"/>
                  <a:pt x="480" y="635"/>
                  <a:pt x="480" y="635"/>
                </a:cubicBezTo>
                <a:cubicBezTo>
                  <a:pt x="482" y="635"/>
                  <a:pt x="482" y="635"/>
                  <a:pt x="482" y="635"/>
                </a:cubicBezTo>
                <a:cubicBezTo>
                  <a:pt x="482" y="388"/>
                  <a:pt x="482" y="388"/>
                  <a:pt x="482" y="388"/>
                </a:cubicBezTo>
                <a:cubicBezTo>
                  <a:pt x="461" y="380"/>
                  <a:pt x="461" y="380"/>
                  <a:pt x="461" y="380"/>
                </a:cubicBezTo>
                <a:cubicBezTo>
                  <a:pt x="460" y="382"/>
                  <a:pt x="460" y="382"/>
                  <a:pt x="460" y="382"/>
                </a:cubicBezTo>
                <a:moveTo>
                  <a:pt x="402" y="621"/>
                </a:moveTo>
                <a:cubicBezTo>
                  <a:pt x="439" y="621"/>
                  <a:pt x="439" y="621"/>
                  <a:pt x="439" y="621"/>
                </a:cubicBezTo>
                <a:cubicBezTo>
                  <a:pt x="446" y="636"/>
                  <a:pt x="446" y="636"/>
                  <a:pt x="446" y="636"/>
                </a:cubicBezTo>
                <a:cubicBezTo>
                  <a:pt x="490" y="636"/>
                  <a:pt x="490" y="636"/>
                  <a:pt x="490" y="636"/>
                </a:cubicBezTo>
                <a:cubicBezTo>
                  <a:pt x="490" y="671"/>
                  <a:pt x="490" y="671"/>
                  <a:pt x="490" y="671"/>
                </a:cubicBezTo>
                <a:cubicBezTo>
                  <a:pt x="492" y="671"/>
                  <a:pt x="492" y="671"/>
                  <a:pt x="492" y="671"/>
                </a:cubicBezTo>
                <a:cubicBezTo>
                  <a:pt x="492" y="634"/>
                  <a:pt x="492" y="634"/>
                  <a:pt x="492" y="634"/>
                </a:cubicBezTo>
                <a:cubicBezTo>
                  <a:pt x="447" y="634"/>
                  <a:pt x="447" y="634"/>
                  <a:pt x="447" y="634"/>
                </a:cubicBezTo>
                <a:cubicBezTo>
                  <a:pt x="440" y="619"/>
                  <a:pt x="440" y="619"/>
                  <a:pt x="440" y="619"/>
                </a:cubicBezTo>
                <a:cubicBezTo>
                  <a:pt x="402" y="619"/>
                  <a:pt x="402" y="619"/>
                  <a:pt x="402" y="619"/>
                </a:cubicBezTo>
                <a:cubicBezTo>
                  <a:pt x="402" y="621"/>
                  <a:pt x="402" y="621"/>
                  <a:pt x="402" y="621"/>
                </a:cubicBezTo>
                <a:moveTo>
                  <a:pt x="299" y="522"/>
                </a:moveTo>
                <a:cubicBezTo>
                  <a:pt x="314" y="522"/>
                  <a:pt x="314" y="522"/>
                  <a:pt x="314" y="522"/>
                </a:cubicBezTo>
                <a:cubicBezTo>
                  <a:pt x="314" y="562"/>
                  <a:pt x="314" y="562"/>
                  <a:pt x="314" y="562"/>
                </a:cubicBezTo>
                <a:cubicBezTo>
                  <a:pt x="316" y="562"/>
                  <a:pt x="316" y="562"/>
                  <a:pt x="316" y="562"/>
                </a:cubicBezTo>
                <a:cubicBezTo>
                  <a:pt x="316" y="520"/>
                  <a:pt x="316" y="520"/>
                  <a:pt x="316" y="520"/>
                </a:cubicBezTo>
                <a:cubicBezTo>
                  <a:pt x="299" y="520"/>
                  <a:pt x="299" y="520"/>
                  <a:pt x="299" y="520"/>
                </a:cubicBezTo>
                <a:cubicBezTo>
                  <a:pt x="299" y="522"/>
                  <a:pt x="299" y="522"/>
                  <a:pt x="299" y="522"/>
                </a:cubicBezTo>
                <a:moveTo>
                  <a:pt x="334" y="670"/>
                </a:moveTo>
                <a:cubicBezTo>
                  <a:pt x="334" y="654"/>
                  <a:pt x="334" y="654"/>
                  <a:pt x="334" y="654"/>
                </a:cubicBezTo>
                <a:cubicBezTo>
                  <a:pt x="392" y="654"/>
                  <a:pt x="392" y="654"/>
                  <a:pt x="392" y="654"/>
                </a:cubicBezTo>
                <a:cubicBezTo>
                  <a:pt x="392" y="671"/>
                  <a:pt x="392" y="671"/>
                  <a:pt x="392" y="671"/>
                </a:cubicBezTo>
                <a:cubicBezTo>
                  <a:pt x="394" y="671"/>
                  <a:pt x="394" y="671"/>
                  <a:pt x="394" y="671"/>
                </a:cubicBezTo>
                <a:cubicBezTo>
                  <a:pt x="394" y="652"/>
                  <a:pt x="394" y="652"/>
                  <a:pt x="394" y="652"/>
                </a:cubicBezTo>
                <a:cubicBezTo>
                  <a:pt x="332" y="652"/>
                  <a:pt x="332" y="652"/>
                  <a:pt x="332" y="652"/>
                </a:cubicBezTo>
                <a:cubicBezTo>
                  <a:pt x="332" y="670"/>
                  <a:pt x="332" y="670"/>
                  <a:pt x="332" y="670"/>
                </a:cubicBezTo>
                <a:cubicBezTo>
                  <a:pt x="334" y="670"/>
                  <a:pt x="334" y="670"/>
                  <a:pt x="334" y="670"/>
                </a:cubicBezTo>
                <a:moveTo>
                  <a:pt x="494" y="627"/>
                </a:moveTo>
                <a:cubicBezTo>
                  <a:pt x="494" y="473"/>
                  <a:pt x="494" y="473"/>
                  <a:pt x="494" y="473"/>
                </a:cubicBezTo>
                <a:cubicBezTo>
                  <a:pt x="520" y="473"/>
                  <a:pt x="520" y="473"/>
                  <a:pt x="520" y="473"/>
                </a:cubicBezTo>
                <a:cubicBezTo>
                  <a:pt x="520" y="637"/>
                  <a:pt x="520" y="637"/>
                  <a:pt x="520" y="637"/>
                </a:cubicBezTo>
                <a:cubicBezTo>
                  <a:pt x="523" y="637"/>
                  <a:pt x="523" y="637"/>
                  <a:pt x="523" y="637"/>
                </a:cubicBezTo>
                <a:cubicBezTo>
                  <a:pt x="523" y="471"/>
                  <a:pt x="523" y="471"/>
                  <a:pt x="523" y="471"/>
                </a:cubicBezTo>
                <a:cubicBezTo>
                  <a:pt x="491" y="471"/>
                  <a:pt x="491" y="471"/>
                  <a:pt x="491" y="471"/>
                </a:cubicBezTo>
                <a:cubicBezTo>
                  <a:pt x="491" y="627"/>
                  <a:pt x="491" y="627"/>
                  <a:pt x="491" y="627"/>
                </a:cubicBezTo>
                <a:cubicBezTo>
                  <a:pt x="494" y="627"/>
                  <a:pt x="494" y="627"/>
                  <a:pt x="494" y="627"/>
                </a:cubicBezTo>
                <a:moveTo>
                  <a:pt x="499" y="472"/>
                </a:moveTo>
                <a:cubicBezTo>
                  <a:pt x="499" y="462"/>
                  <a:pt x="499" y="462"/>
                  <a:pt x="499" y="462"/>
                </a:cubicBezTo>
                <a:cubicBezTo>
                  <a:pt x="519" y="462"/>
                  <a:pt x="519" y="462"/>
                  <a:pt x="519" y="462"/>
                </a:cubicBezTo>
                <a:cubicBezTo>
                  <a:pt x="519" y="472"/>
                  <a:pt x="519" y="472"/>
                  <a:pt x="519" y="472"/>
                </a:cubicBezTo>
                <a:cubicBezTo>
                  <a:pt x="521" y="472"/>
                  <a:pt x="521" y="472"/>
                  <a:pt x="521" y="472"/>
                </a:cubicBezTo>
                <a:cubicBezTo>
                  <a:pt x="521" y="460"/>
                  <a:pt x="521" y="460"/>
                  <a:pt x="521" y="460"/>
                </a:cubicBezTo>
                <a:cubicBezTo>
                  <a:pt x="497" y="460"/>
                  <a:pt x="497" y="460"/>
                  <a:pt x="497" y="460"/>
                </a:cubicBezTo>
                <a:cubicBezTo>
                  <a:pt x="497" y="472"/>
                  <a:pt x="497" y="472"/>
                  <a:pt x="497" y="472"/>
                </a:cubicBezTo>
                <a:cubicBezTo>
                  <a:pt x="499" y="472"/>
                  <a:pt x="499" y="472"/>
                  <a:pt x="499" y="472"/>
                </a:cubicBezTo>
                <a:moveTo>
                  <a:pt x="527" y="613"/>
                </a:moveTo>
                <a:cubicBezTo>
                  <a:pt x="528" y="613"/>
                  <a:pt x="528" y="613"/>
                  <a:pt x="528" y="613"/>
                </a:cubicBezTo>
                <a:cubicBezTo>
                  <a:pt x="528" y="446"/>
                  <a:pt x="528" y="446"/>
                  <a:pt x="528" y="446"/>
                </a:cubicBezTo>
                <a:cubicBezTo>
                  <a:pt x="589" y="446"/>
                  <a:pt x="589" y="446"/>
                  <a:pt x="589" y="446"/>
                </a:cubicBezTo>
                <a:cubicBezTo>
                  <a:pt x="589" y="612"/>
                  <a:pt x="589" y="612"/>
                  <a:pt x="589" y="612"/>
                </a:cubicBezTo>
                <a:cubicBezTo>
                  <a:pt x="527" y="612"/>
                  <a:pt x="527" y="612"/>
                  <a:pt x="527" y="612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8" y="613"/>
                  <a:pt x="528" y="613"/>
                  <a:pt x="528" y="613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91" y="614"/>
                  <a:pt x="591" y="614"/>
                  <a:pt x="591" y="614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26" y="444"/>
                  <a:pt x="526" y="444"/>
                  <a:pt x="526" y="444"/>
                </a:cubicBezTo>
                <a:cubicBezTo>
                  <a:pt x="526" y="614"/>
                  <a:pt x="526" y="614"/>
                  <a:pt x="526" y="614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27" y="613"/>
                  <a:pt x="527" y="613"/>
                  <a:pt x="527" y="613"/>
                </a:cubicBezTo>
                <a:moveTo>
                  <a:pt x="522" y="620"/>
                </a:moveTo>
                <a:cubicBezTo>
                  <a:pt x="604" y="620"/>
                  <a:pt x="604" y="620"/>
                  <a:pt x="604" y="620"/>
                </a:cubicBezTo>
                <a:cubicBezTo>
                  <a:pt x="604" y="636"/>
                  <a:pt x="604" y="636"/>
                  <a:pt x="604" y="636"/>
                </a:cubicBezTo>
                <a:cubicBezTo>
                  <a:pt x="522" y="636"/>
                  <a:pt x="522" y="636"/>
                  <a:pt x="522" y="636"/>
                </a:cubicBezTo>
                <a:cubicBezTo>
                  <a:pt x="522" y="638"/>
                  <a:pt x="522" y="638"/>
                  <a:pt x="522" y="638"/>
                </a:cubicBezTo>
                <a:cubicBezTo>
                  <a:pt x="606" y="638"/>
                  <a:pt x="606" y="638"/>
                  <a:pt x="606" y="638"/>
                </a:cubicBezTo>
                <a:cubicBezTo>
                  <a:pt x="606" y="618"/>
                  <a:pt x="606" y="618"/>
                  <a:pt x="606" y="618"/>
                </a:cubicBezTo>
                <a:cubicBezTo>
                  <a:pt x="522" y="618"/>
                  <a:pt x="522" y="618"/>
                  <a:pt x="522" y="618"/>
                </a:cubicBezTo>
                <a:cubicBezTo>
                  <a:pt x="522" y="620"/>
                  <a:pt x="522" y="620"/>
                  <a:pt x="522" y="620"/>
                </a:cubicBezTo>
                <a:moveTo>
                  <a:pt x="536" y="429"/>
                </a:moveTo>
                <a:cubicBezTo>
                  <a:pt x="535" y="429"/>
                  <a:pt x="535" y="429"/>
                  <a:pt x="535" y="429"/>
                </a:cubicBezTo>
                <a:cubicBezTo>
                  <a:pt x="535" y="441"/>
                  <a:pt x="535" y="441"/>
                  <a:pt x="535" y="441"/>
                </a:cubicBezTo>
                <a:cubicBezTo>
                  <a:pt x="590" y="441"/>
                  <a:pt x="590" y="441"/>
                  <a:pt x="590" y="441"/>
                </a:cubicBezTo>
                <a:cubicBezTo>
                  <a:pt x="590" y="428"/>
                  <a:pt x="590" y="428"/>
                  <a:pt x="590" y="428"/>
                </a:cubicBezTo>
                <a:cubicBezTo>
                  <a:pt x="535" y="428"/>
                  <a:pt x="535" y="428"/>
                  <a:pt x="535" y="428"/>
                </a:cubicBezTo>
                <a:cubicBezTo>
                  <a:pt x="535" y="429"/>
                  <a:pt x="535" y="429"/>
                  <a:pt x="535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88" y="430"/>
                  <a:pt x="588" y="430"/>
                  <a:pt x="588" y="430"/>
                </a:cubicBezTo>
                <a:cubicBezTo>
                  <a:pt x="588" y="439"/>
                  <a:pt x="588" y="439"/>
                  <a:pt x="588" y="439"/>
                </a:cubicBezTo>
                <a:cubicBezTo>
                  <a:pt x="537" y="439"/>
                  <a:pt x="537" y="439"/>
                  <a:pt x="537" y="439"/>
                </a:cubicBezTo>
                <a:cubicBezTo>
                  <a:pt x="537" y="429"/>
                  <a:pt x="537" y="429"/>
                  <a:pt x="537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36" y="429"/>
                  <a:pt x="536" y="429"/>
                  <a:pt x="536" y="429"/>
                </a:cubicBezTo>
                <a:moveTo>
                  <a:pt x="590" y="446"/>
                </a:moveTo>
                <a:cubicBezTo>
                  <a:pt x="608" y="452"/>
                  <a:pt x="608" y="452"/>
                  <a:pt x="608" y="452"/>
                </a:cubicBezTo>
                <a:cubicBezTo>
                  <a:pt x="608" y="613"/>
                  <a:pt x="608" y="613"/>
                  <a:pt x="608" y="613"/>
                </a:cubicBezTo>
                <a:cubicBezTo>
                  <a:pt x="610" y="613"/>
                  <a:pt x="610" y="613"/>
                  <a:pt x="610" y="613"/>
                </a:cubicBezTo>
                <a:cubicBezTo>
                  <a:pt x="610" y="451"/>
                  <a:pt x="610" y="451"/>
                  <a:pt x="610" y="451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90" y="446"/>
                  <a:pt x="590" y="446"/>
                  <a:pt x="590" y="446"/>
                </a:cubicBezTo>
                <a:moveTo>
                  <a:pt x="507" y="581"/>
                </a:moveTo>
                <a:cubicBezTo>
                  <a:pt x="509" y="581"/>
                  <a:pt x="509" y="581"/>
                  <a:pt x="509" y="581"/>
                </a:cubicBezTo>
                <a:cubicBezTo>
                  <a:pt x="509" y="473"/>
                  <a:pt x="509" y="473"/>
                  <a:pt x="509" y="473"/>
                </a:cubicBezTo>
                <a:cubicBezTo>
                  <a:pt x="507" y="473"/>
                  <a:pt x="507" y="473"/>
                  <a:pt x="507" y="473"/>
                </a:cubicBezTo>
                <a:lnTo>
                  <a:pt x="507" y="581"/>
                </a:lnTo>
                <a:close/>
                <a:moveTo>
                  <a:pt x="527" y="498"/>
                </a:moveTo>
                <a:cubicBezTo>
                  <a:pt x="590" y="498"/>
                  <a:pt x="590" y="498"/>
                  <a:pt x="590" y="498"/>
                </a:cubicBezTo>
                <a:cubicBezTo>
                  <a:pt x="590" y="496"/>
                  <a:pt x="590" y="496"/>
                  <a:pt x="590" y="496"/>
                </a:cubicBezTo>
                <a:cubicBezTo>
                  <a:pt x="527" y="496"/>
                  <a:pt x="527" y="496"/>
                  <a:pt x="527" y="496"/>
                </a:cubicBezTo>
                <a:moveTo>
                  <a:pt x="527" y="552"/>
                </a:moveTo>
                <a:cubicBezTo>
                  <a:pt x="590" y="552"/>
                  <a:pt x="590" y="552"/>
                  <a:pt x="590" y="552"/>
                </a:cubicBezTo>
                <a:cubicBezTo>
                  <a:pt x="590" y="550"/>
                  <a:pt x="590" y="550"/>
                  <a:pt x="590" y="550"/>
                </a:cubicBezTo>
                <a:cubicBezTo>
                  <a:pt x="527" y="550"/>
                  <a:pt x="527" y="550"/>
                  <a:pt x="527" y="550"/>
                </a:cubicBezTo>
                <a:lnTo>
                  <a:pt x="527" y="552"/>
                </a:lnTo>
                <a:close/>
                <a:moveTo>
                  <a:pt x="527" y="460"/>
                </a:moveTo>
                <a:cubicBezTo>
                  <a:pt x="590" y="460"/>
                  <a:pt x="590" y="460"/>
                  <a:pt x="590" y="460"/>
                </a:cubicBezTo>
                <a:cubicBezTo>
                  <a:pt x="609" y="465"/>
                  <a:pt x="609" y="465"/>
                  <a:pt x="609" y="465"/>
                </a:cubicBezTo>
                <a:cubicBezTo>
                  <a:pt x="609" y="463"/>
                  <a:pt x="609" y="463"/>
                  <a:pt x="609" y="463"/>
                </a:cubicBezTo>
                <a:cubicBezTo>
                  <a:pt x="590" y="458"/>
                  <a:pt x="590" y="458"/>
                  <a:pt x="590" y="458"/>
                </a:cubicBezTo>
                <a:cubicBezTo>
                  <a:pt x="527" y="458"/>
                  <a:pt x="527" y="458"/>
                  <a:pt x="527" y="458"/>
                </a:cubicBezTo>
                <a:cubicBezTo>
                  <a:pt x="527" y="460"/>
                  <a:pt x="527" y="460"/>
                  <a:pt x="527" y="460"/>
                </a:cubicBezTo>
                <a:moveTo>
                  <a:pt x="541" y="613"/>
                </a:moveTo>
                <a:cubicBezTo>
                  <a:pt x="544" y="613"/>
                  <a:pt x="544" y="613"/>
                  <a:pt x="544" y="613"/>
                </a:cubicBezTo>
                <a:cubicBezTo>
                  <a:pt x="544" y="446"/>
                  <a:pt x="544" y="446"/>
                  <a:pt x="544" y="446"/>
                </a:cubicBezTo>
                <a:cubicBezTo>
                  <a:pt x="541" y="446"/>
                  <a:pt x="541" y="446"/>
                  <a:pt x="541" y="446"/>
                </a:cubicBezTo>
                <a:lnTo>
                  <a:pt x="541" y="613"/>
                </a:lnTo>
                <a:close/>
                <a:moveTo>
                  <a:pt x="558" y="613"/>
                </a:moveTo>
                <a:cubicBezTo>
                  <a:pt x="560" y="613"/>
                  <a:pt x="560" y="613"/>
                  <a:pt x="560" y="613"/>
                </a:cubicBezTo>
                <a:cubicBezTo>
                  <a:pt x="560" y="446"/>
                  <a:pt x="560" y="446"/>
                  <a:pt x="560" y="446"/>
                </a:cubicBezTo>
                <a:cubicBezTo>
                  <a:pt x="558" y="446"/>
                  <a:pt x="558" y="446"/>
                  <a:pt x="558" y="446"/>
                </a:cubicBezTo>
                <a:lnTo>
                  <a:pt x="558" y="613"/>
                </a:lnTo>
                <a:close/>
                <a:moveTo>
                  <a:pt x="573" y="613"/>
                </a:moveTo>
                <a:cubicBezTo>
                  <a:pt x="576" y="613"/>
                  <a:pt x="576" y="613"/>
                  <a:pt x="576" y="613"/>
                </a:cubicBezTo>
                <a:cubicBezTo>
                  <a:pt x="576" y="445"/>
                  <a:pt x="576" y="445"/>
                  <a:pt x="576" y="445"/>
                </a:cubicBezTo>
                <a:cubicBezTo>
                  <a:pt x="573" y="445"/>
                  <a:pt x="573" y="445"/>
                  <a:pt x="573" y="445"/>
                </a:cubicBezTo>
                <a:lnTo>
                  <a:pt x="573" y="613"/>
                </a:lnTo>
                <a:close/>
                <a:moveTo>
                  <a:pt x="606" y="451"/>
                </a:moveTo>
                <a:cubicBezTo>
                  <a:pt x="606" y="407"/>
                  <a:pt x="606" y="407"/>
                  <a:pt x="606" y="407"/>
                </a:cubicBezTo>
                <a:cubicBezTo>
                  <a:pt x="683" y="407"/>
                  <a:pt x="683" y="407"/>
                  <a:pt x="683" y="407"/>
                </a:cubicBezTo>
                <a:cubicBezTo>
                  <a:pt x="683" y="422"/>
                  <a:pt x="683" y="422"/>
                  <a:pt x="683" y="422"/>
                </a:cubicBezTo>
                <a:cubicBezTo>
                  <a:pt x="686" y="422"/>
                  <a:pt x="686" y="422"/>
                  <a:pt x="686" y="422"/>
                </a:cubicBezTo>
                <a:cubicBezTo>
                  <a:pt x="686" y="405"/>
                  <a:pt x="686" y="405"/>
                  <a:pt x="686" y="405"/>
                </a:cubicBezTo>
                <a:cubicBezTo>
                  <a:pt x="604" y="405"/>
                  <a:pt x="604" y="405"/>
                  <a:pt x="604" y="405"/>
                </a:cubicBezTo>
                <a:cubicBezTo>
                  <a:pt x="604" y="451"/>
                  <a:pt x="604" y="451"/>
                  <a:pt x="604" y="451"/>
                </a:cubicBezTo>
                <a:cubicBezTo>
                  <a:pt x="606" y="451"/>
                  <a:pt x="606" y="451"/>
                  <a:pt x="606" y="451"/>
                </a:cubicBezTo>
                <a:moveTo>
                  <a:pt x="631" y="592"/>
                </a:moveTo>
                <a:cubicBezTo>
                  <a:pt x="631" y="446"/>
                  <a:pt x="631" y="446"/>
                  <a:pt x="631" y="446"/>
                </a:cubicBezTo>
                <a:cubicBezTo>
                  <a:pt x="698" y="446"/>
                  <a:pt x="698" y="446"/>
                  <a:pt x="698" y="446"/>
                </a:cubicBezTo>
                <a:cubicBezTo>
                  <a:pt x="698" y="561"/>
                  <a:pt x="698" y="561"/>
                  <a:pt x="698" y="561"/>
                </a:cubicBezTo>
                <a:cubicBezTo>
                  <a:pt x="700" y="561"/>
                  <a:pt x="700" y="561"/>
                  <a:pt x="700" y="561"/>
                </a:cubicBezTo>
                <a:cubicBezTo>
                  <a:pt x="700" y="444"/>
                  <a:pt x="700" y="444"/>
                  <a:pt x="700" y="444"/>
                </a:cubicBezTo>
                <a:cubicBezTo>
                  <a:pt x="629" y="444"/>
                  <a:pt x="629" y="444"/>
                  <a:pt x="629" y="444"/>
                </a:cubicBezTo>
                <a:cubicBezTo>
                  <a:pt x="629" y="592"/>
                  <a:pt x="629" y="592"/>
                  <a:pt x="629" y="592"/>
                </a:cubicBezTo>
                <a:cubicBezTo>
                  <a:pt x="631" y="592"/>
                  <a:pt x="631" y="592"/>
                  <a:pt x="631" y="592"/>
                </a:cubicBezTo>
                <a:moveTo>
                  <a:pt x="630" y="459"/>
                </a:moveTo>
                <a:cubicBezTo>
                  <a:pt x="698" y="459"/>
                  <a:pt x="698" y="459"/>
                  <a:pt x="698" y="459"/>
                </a:cubicBezTo>
                <a:cubicBezTo>
                  <a:pt x="717" y="464"/>
                  <a:pt x="717" y="464"/>
                  <a:pt x="717" y="464"/>
                </a:cubicBezTo>
                <a:cubicBezTo>
                  <a:pt x="717" y="462"/>
                  <a:pt x="717" y="462"/>
                  <a:pt x="717" y="462"/>
                </a:cubicBezTo>
                <a:cubicBezTo>
                  <a:pt x="698" y="457"/>
                  <a:pt x="698" y="457"/>
                  <a:pt x="698" y="457"/>
                </a:cubicBezTo>
                <a:cubicBezTo>
                  <a:pt x="630" y="457"/>
                  <a:pt x="630" y="457"/>
                  <a:pt x="630" y="457"/>
                </a:cubicBezTo>
                <a:cubicBezTo>
                  <a:pt x="630" y="459"/>
                  <a:pt x="630" y="459"/>
                  <a:pt x="630" y="459"/>
                </a:cubicBezTo>
                <a:moveTo>
                  <a:pt x="630" y="498"/>
                </a:moveTo>
                <a:cubicBezTo>
                  <a:pt x="698" y="498"/>
                  <a:pt x="698" y="498"/>
                  <a:pt x="698" y="498"/>
                </a:cubicBezTo>
                <a:cubicBezTo>
                  <a:pt x="698" y="495"/>
                  <a:pt x="698" y="495"/>
                  <a:pt x="698" y="495"/>
                </a:cubicBezTo>
                <a:cubicBezTo>
                  <a:pt x="630" y="495"/>
                  <a:pt x="630" y="495"/>
                  <a:pt x="630" y="495"/>
                </a:cubicBezTo>
                <a:lnTo>
                  <a:pt x="630" y="498"/>
                </a:lnTo>
                <a:close/>
                <a:moveTo>
                  <a:pt x="630" y="551"/>
                </a:moveTo>
                <a:cubicBezTo>
                  <a:pt x="698" y="551"/>
                  <a:pt x="698" y="551"/>
                  <a:pt x="698" y="551"/>
                </a:cubicBezTo>
                <a:cubicBezTo>
                  <a:pt x="698" y="549"/>
                  <a:pt x="698" y="549"/>
                  <a:pt x="698" y="549"/>
                </a:cubicBezTo>
                <a:cubicBezTo>
                  <a:pt x="630" y="549"/>
                  <a:pt x="630" y="549"/>
                  <a:pt x="630" y="549"/>
                </a:cubicBezTo>
                <a:lnTo>
                  <a:pt x="630" y="551"/>
                </a:lnTo>
                <a:close/>
                <a:moveTo>
                  <a:pt x="649" y="579"/>
                </a:moveTo>
                <a:cubicBezTo>
                  <a:pt x="651" y="579"/>
                  <a:pt x="651" y="579"/>
                  <a:pt x="651" y="579"/>
                </a:cubicBezTo>
                <a:cubicBezTo>
                  <a:pt x="651" y="445"/>
                  <a:pt x="651" y="445"/>
                  <a:pt x="651" y="445"/>
                </a:cubicBezTo>
                <a:cubicBezTo>
                  <a:pt x="649" y="445"/>
                  <a:pt x="649" y="445"/>
                  <a:pt x="649" y="445"/>
                </a:cubicBezTo>
                <a:lnTo>
                  <a:pt x="649" y="579"/>
                </a:lnTo>
                <a:close/>
                <a:moveTo>
                  <a:pt x="666" y="561"/>
                </a:moveTo>
                <a:cubicBezTo>
                  <a:pt x="668" y="561"/>
                  <a:pt x="668" y="561"/>
                  <a:pt x="668" y="561"/>
                </a:cubicBezTo>
                <a:cubicBezTo>
                  <a:pt x="668" y="445"/>
                  <a:pt x="668" y="445"/>
                  <a:pt x="668" y="445"/>
                </a:cubicBezTo>
                <a:cubicBezTo>
                  <a:pt x="666" y="445"/>
                  <a:pt x="666" y="445"/>
                  <a:pt x="666" y="445"/>
                </a:cubicBezTo>
                <a:lnTo>
                  <a:pt x="666" y="561"/>
                </a:lnTo>
                <a:close/>
                <a:moveTo>
                  <a:pt x="682" y="554"/>
                </a:moveTo>
                <a:cubicBezTo>
                  <a:pt x="685" y="554"/>
                  <a:pt x="685" y="554"/>
                  <a:pt x="685" y="554"/>
                </a:cubicBezTo>
                <a:cubicBezTo>
                  <a:pt x="685" y="445"/>
                  <a:pt x="685" y="445"/>
                  <a:pt x="685" y="445"/>
                </a:cubicBezTo>
                <a:cubicBezTo>
                  <a:pt x="682" y="445"/>
                  <a:pt x="682" y="445"/>
                  <a:pt x="682" y="445"/>
                </a:cubicBezTo>
                <a:lnTo>
                  <a:pt x="682" y="554"/>
                </a:lnTo>
                <a:close/>
                <a:moveTo>
                  <a:pt x="641" y="427"/>
                </a:moveTo>
                <a:cubicBezTo>
                  <a:pt x="640" y="426"/>
                  <a:pt x="640" y="426"/>
                  <a:pt x="640" y="426"/>
                </a:cubicBezTo>
                <a:cubicBezTo>
                  <a:pt x="640" y="441"/>
                  <a:pt x="640" y="441"/>
                  <a:pt x="640" y="441"/>
                </a:cubicBezTo>
                <a:cubicBezTo>
                  <a:pt x="695" y="441"/>
                  <a:pt x="695" y="441"/>
                  <a:pt x="695" y="441"/>
                </a:cubicBezTo>
                <a:cubicBezTo>
                  <a:pt x="695" y="425"/>
                  <a:pt x="695" y="425"/>
                  <a:pt x="695" y="425"/>
                </a:cubicBezTo>
                <a:cubicBezTo>
                  <a:pt x="640" y="425"/>
                  <a:pt x="640" y="425"/>
                  <a:pt x="640" y="425"/>
                </a:cubicBezTo>
                <a:cubicBezTo>
                  <a:pt x="640" y="426"/>
                  <a:pt x="640" y="426"/>
                  <a:pt x="640" y="426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93" y="428"/>
                  <a:pt x="693" y="428"/>
                  <a:pt x="693" y="428"/>
                </a:cubicBezTo>
                <a:cubicBezTo>
                  <a:pt x="693" y="439"/>
                  <a:pt x="693" y="439"/>
                  <a:pt x="693" y="439"/>
                </a:cubicBezTo>
                <a:cubicBezTo>
                  <a:pt x="642" y="439"/>
                  <a:pt x="642" y="439"/>
                  <a:pt x="642" y="439"/>
                </a:cubicBezTo>
                <a:cubicBezTo>
                  <a:pt x="642" y="427"/>
                  <a:pt x="642" y="427"/>
                  <a:pt x="642" y="427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41" y="427"/>
                  <a:pt x="641" y="427"/>
                  <a:pt x="641" y="427"/>
                </a:cubicBezTo>
                <a:moveTo>
                  <a:pt x="684" y="407"/>
                </a:moveTo>
                <a:cubicBezTo>
                  <a:pt x="699" y="413"/>
                  <a:pt x="699" y="413"/>
                  <a:pt x="699" y="413"/>
                </a:cubicBezTo>
                <a:cubicBezTo>
                  <a:pt x="699" y="445"/>
                  <a:pt x="699" y="445"/>
                  <a:pt x="699" y="445"/>
                </a:cubicBezTo>
                <a:cubicBezTo>
                  <a:pt x="702" y="445"/>
                  <a:pt x="702" y="445"/>
                  <a:pt x="702" y="445"/>
                </a:cubicBezTo>
                <a:cubicBezTo>
                  <a:pt x="702" y="411"/>
                  <a:pt x="702" y="411"/>
                  <a:pt x="702" y="411"/>
                </a:cubicBezTo>
                <a:cubicBezTo>
                  <a:pt x="685" y="405"/>
                  <a:pt x="685" y="405"/>
                  <a:pt x="685" y="405"/>
                </a:cubicBezTo>
                <a:cubicBezTo>
                  <a:pt x="684" y="407"/>
                  <a:pt x="684" y="407"/>
                  <a:pt x="684" y="407"/>
                </a:cubicBezTo>
                <a:moveTo>
                  <a:pt x="633" y="636"/>
                </a:moveTo>
                <a:cubicBezTo>
                  <a:pt x="616" y="636"/>
                  <a:pt x="616" y="636"/>
                  <a:pt x="616" y="636"/>
                </a:cubicBezTo>
                <a:cubicBezTo>
                  <a:pt x="616" y="620"/>
                  <a:pt x="616" y="620"/>
                  <a:pt x="616" y="620"/>
                </a:cubicBezTo>
                <a:cubicBezTo>
                  <a:pt x="634" y="620"/>
                  <a:pt x="634" y="620"/>
                  <a:pt x="634" y="620"/>
                </a:cubicBezTo>
                <a:cubicBezTo>
                  <a:pt x="634" y="618"/>
                  <a:pt x="634" y="618"/>
                  <a:pt x="634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33" y="638"/>
                  <a:pt x="633" y="638"/>
                  <a:pt x="633" y="638"/>
                </a:cubicBezTo>
                <a:cubicBezTo>
                  <a:pt x="633" y="636"/>
                  <a:pt x="633" y="636"/>
                  <a:pt x="633" y="636"/>
                </a:cubicBezTo>
                <a:moveTo>
                  <a:pt x="634" y="671"/>
                </a:moveTo>
                <a:cubicBezTo>
                  <a:pt x="634" y="597"/>
                  <a:pt x="634" y="597"/>
                  <a:pt x="634" y="597"/>
                </a:cubicBezTo>
                <a:cubicBezTo>
                  <a:pt x="633" y="597"/>
                  <a:pt x="633" y="597"/>
                  <a:pt x="633" y="597"/>
                </a:cubicBezTo>
                <a:cubicBezTo>
                  <a:pt x="634" y="598"/>
                  <a:pt x="634" y="598"/>
                  <a:pt x="634" y="598"/>
                </a:cubicBezTo>
                <a:cubicBezTo>
                  <a:pt x="637" y="594"/>
                  <a:pt x="641" y="591"/>
                  <a:pt x="647" y="591"/>
                </a:cubicBezTo>
                <a:cubicBezTo>
                  <a:pt x="650" y="591"/>
                  <a:pt x="654" y="592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6"/>
                  <a:pt x="659" y="597"/>
                </a:cubicBezTo>
                <a:cubicBezTo>
                  <a:pt x="659" y="598"/>
                  <a:pt x="659" y="599"/>
                  <a:pt x="659" y="600"/>
                </a:cubicBezTo>
                <a:cubicBezTo>
                  <a:pt x="659" y="601"/>
                  <a:pt x="659" y="602"/>
                  <a:pt x="659" y="602"/>
                </a:cubicBezTo>
                <a:cubicBezTo>
                  <a:pt x="661" y="602"/>
                  <a:pt x="661" y="602"/>
                  <a:pt x="661" y="602"/>
                </a:cubicBezTo>
                <a:cubicBezTo>
                  <a:pt x="661" y="602"/>
                  <a:pt x="661" y="601"/>
                  <a:pt x="661" y="600"/>
                </a:cubicBezTo>
                <a:cubicBezTo>
                  <a:pt x="661" y="599"/>
                  <a:pt x="661" y="598"/>
                  <a:pt x="661" y="596"/>
                </a:cubicBezTo>
                <a:cubicBezTo>
                  <a:pt x="661" y="595"/>
                  <a:pt x="660" y="594"/>
                  <a:pt x="659" y="593"/>
                </a:cubicBezTo>
                <a:cubicBezTo>
                  <a:pt x="655" y="590"/>
                  <a:pt x="650" y="589"/>
                  <a:pt x="647" y="589"/>
                </a:cubicBezTo>
                <a:cubicBezTo>
                  <a:pt x="640" y="589"/>
                  <a:pt x="635" y="593"/>
                  <a:pt x="632" y="596"/>
                </a:cubicBezTo>
                <a:cubicBezTo>
                  <a:pt x="632" y="597"/>
                  <a:pt x="632" y="597"/>
                  <a:pt x="632" y="597"/>
                </a:cubicBezTo>
                <a:cubicBezTo>
                  <a:pt x="632" y="671"/>
                  <a:pt x="632" y="671"/>
                  <a:pt x="632" y="671"/>
                </a:cubicBezTo>
                <a:cubicBezTo>
                  <a:pt x="634" y="671"/>
                  <a:pt x="634" y="671"/>
                  <a:pt x="634" y="671"/>
                </a:cubicBezTo>
                <a:moveTo>
                  <a:pt x="720" y="617"/>
                </a:moveTo>
                <a:cubicBezTo>
                  <a:pt x="720" y="618"/>
                  <a:pt x="720" y="618"/>
                  <a:pt x="720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721" y="618"/>
                  <a:pt x="721" y="618"/>
                  <a:pt x="721" y="618"/>
                </a:cubicBezTo>
                <a:cubicBezTo>
                  <a:pt x="721" y="617"/>
                  <a:pt x="721" y="617"/>
                  <a:pt x="721" y="617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20" y="618"/>
                  <a:pt x="720" y="618"/>
                  <a:pt x="720" y="618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19" y="620"/>
                  <a:pt x="719" y="620"/>
                  <a:pt x="719" y="620"/>
                </a:cubicBezTo>
                <a:cubicBezTo>
                  <a:pt x="861" y="620"/>
                  <a:pt x="861" y="620"/>
                  <a:pt x="861" y="620"/>
                </a:cubicBezTo>
                <a:cubicBezTo>
                  <a:pt x="861" y="616"/>
                  <a:pt x="861" y="616"/>
                  <a:pt x="861" y="616"/>
                </a:cubicBezTo>
                <a:cubicBezTo>
                  <a:pt x="719" y="616"/>
                  <a:pt x="719" y="616"/>
                  <a:pt x="719" y="616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20" y="617"/>
                  <a:pt x="720" y="617"/>
                  <a:pt x="720" y="617"/>
                </a:cubicBezTo>
                <a:moveTo>
                  <a:pt x="720" y="635"/>
                </a:moveTo>
                <a:cubicBezTo>
                  <a:pt x="720" y="636"/>
                  <a:pt x="720" y="636"/>
                  <a:pt x="72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721" y="636"/>
                  <a:pt x="721" y="636"/>
                  <a:pt x="721" y="636"/>
                </a:cubicBezTo>
                <a:cubicBezTo>
                  <a:pt x="721" y="635"/>
                  <a:pt x="721" y="635"/>
                  <a:pt x="721" y="635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20" y="636"/>
                  <a:pt x="720" y="636"/>
                  <a:pt x="720" y="636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19" y="638"/>
                  <a:pt x="719" y="638"/>
                  <a:pt x="719" y="638"/>
                </a:cubicBezTo>
                <a:cubicBezTo>
                  <a:pt x="862" y="638"/>
                  <a:pt x="862" y="638"/>
                  <a:pt x="862" y="638"/>
                </a:cubicBezTo>
                <a:cubicBezTo>
                  <a:pt x="862" y="633"/>
                  <a:pt x="862" y="633"/>
                  <a:pt x="862" y="633"/>
                </a:cubicBezTo>
                <a:cubicBezTo>
                  <a:pt x="719" y="633"/>
                  <a:pt x="719" y="633"/>
                  <a:pt x="719" y="633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20" y="635"/>
                  <a:pt x="720" y="635"/>
                  <a:pt x="720" y="635"/>
                </a:cubicBezTo>
                <a:moveTo>
                  <a:pt x="672" y="594"/>
                </a:moveTo>
                <a:cubicBezTo>
                  <a:pt x="672" y="594"/>
                  <a:pt x="671" y="591"/>
                  <a:pt x="670" y="588"/>
                </a:cubicBezTo>
                <a:cubicBezTo>
                  <a:pt x="668" y="585"/>
                  <a:pt x="667" y="581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5"/>
                  <a:pt x="668" y="572"/>
                </a:cubicBezTo>
                <a:cubicBezTo>
                  <a:pt x="668" y="570"/>
                  <a:pt x="670" y="567"/>
                  <a:pt x="671" y="567"/>
                </a:cubicBezTo>
                <a:cubicBezTo>
                  <a:pt x="672" y="566"/>
                  <a:pt x="674" y="566"/>
                  <a:pt x="675" y="566"/>
                </a:cubicBezTo>
                <a:cubicBezTo>
                  <a:pt x="679" y="566"/>
                  <a:pt x="683" y="569"/>
                  <a:pt x="686" y="572"/>
                </a:cubicBezTo>
                <a:cubicBezTo>
                  <a:pt x="688" y="574"/>
                  <a:pt x="689" y="576"/>
                  <a:pt x="690" y="577"/>
                </a:cubicBezTo>
                <a:cubicBezTo>
                  <a:pt x="691" y="578"/>
                  <a:pt x="692" y="580"/>
                  <a:pt x="693" y="580"/>
                </a:cubicBezTo>
                <a:cubicBezTo>
                  <a:pt x="693" y="581"/>
                  <a:pt x="694" y="581"/>
                  <a:pt x="696" y="582"/>
                </a:cubicBezTo>
                <a:cubicBezTo>
                  <a:pt x="705" y="587"/>
                  <a:pt x="734" y="602"/>
                  <a:pt x="734" y="602"/>
                </a:cubicBezTo>
                <a:cubicBezTo>
                  <a:pt x="735" y="600"/>
                  <a:pt x="735" y="600"/>
                  <a:pt x="735" y="600"/>
                </a:cubicBezTo>
                <a:cubicBezTo>
                  <a:pt x="735" y="600"/>
                  <a:pt x="726" y="595"/>
                  <a:pt x="716" y="590"/>
                </a:cubicBezTo>
                <a:cubicBezTo>
                  <a:pt x="711" y="587"/>
                  <a:pt x="706" y="585"/>
                  <a:pt x="702" y="583"/>
                </a:cubicBezTo>
                <a:cubicBezTo>
                  <a:pt x="700" y="582"/>
                  <a:pt x="698" y="581"/>
                  <a:pt x="697" y="580"/>
                </a:cubicBezTo>
                <a:cubicBezTo>
                  <a:pt x="695" y="579"/>
                  <a:pt x="694" y="579"/>
                  <a:pt x="694" y="579"/>
                </a:cubicBezTo>
                <a:cubicBezTo>
                  <a:pt x="694" y="578"/>
                  <a:pt x="693" y="577"/>
                  <a:pt x="692" y="576"/>
                </a:cubicBezTo>
                <a:cubicBezTo>
                  <a:pt x="688" y="571"/>
                  <a:pt x="683" y="564"/>
                  <a:pt x="675" y="564"/>
                </a:cubicBezTo>
                <a:cubicBezTo>
                  <a:pt x="673" y="564"/>
                  <a:pt x="672" y="564"/>
                  <a:pt x="670" y="565"/>
                </a:cubicBezTo>
                <a:cubicBezTo>
                  <a:pt x="668" y="566"/>
                  <a:pt x="666" y="569"/>
                  <a:pt x="666" y="572"/>
                </a:cubicBezTo>
                <a:cubicBezTo>
                  <a:pt x="665" y="575"/>
                  <a:pt x="664" y="577"/>
                  <a:pt x="664" y="578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85"/>
                  <a:pt x="670" y="595"/>
                  <a:pt x="670" y="595"/>
                </a:cubicBezTo>
                <a:cubicBezTo>
                  <a:pt x="672" y="594"/>
                  <a:pt x="672" y="594"/>
                  <a:pt x="672" y="594"/>
                </a:cubicBezTo>
                <a:moveTo>
                  <a:pt x="734" y="617"/>
                </a:moveTo>
                <a:cubicBezTo>
                  <a:pt x="736" y="617"/>
                  <a:pt x="736" y="617"/>
                  <a:pt x="736" y="617"/>
                </a:cubicBezTo>
                <a:cubicBezTo>
                  <a:pt x="736" y="550"/>
                  <a:pt x="736" y="550"/>
                  <a:pt x="736" y="550"/>
                </a:cubicBezTo>
                <a:cubicBezTo>
                  <a:pt x="734" y="550"/>
                  <a:pt x="734" y="550"/>
                  <a:pt x="734" y="550"/>
                </a:cubicBezTo>
                <a:lnTo>
                  <a:pt x="734" y="617"/>
                </a:lnTo>
                <a:close/>
                <a:moveTo>
                  <a:pt x="673" y="566"/>
                </a:moveTo>
                <a:cubicBezTo>
                  <a:pt x="708" y="562"/>
                  <a:pt x="708" y="562"/>
                  <a:pt x="708" y="562"/>
                </a:cubicBezTo>
                <a:cubicBezTo>
                  <a:pt x="707" y="559"/>
                  <a:pt x="707" y="559"/>
                  <a:pt x="707" y="559"/>
                </a:cubicBezTo>
                <a:cubicBezTo>
                  <a:pt x="673" y="564"/>
                  <a:pt x="673" y="564"/>
                  <a:pt x="673" y="564"/>
                </a:cubicBezTo>
                <a:moveTo>
                  <a:pt x="648" y="602"/>
                </a:moveTo>
                <a:cubicBezTo>
                  <a:pt x="648" y="604"/>
                  <a:pt x="648" y="604"/>
                  <a:pt x="648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8" y="604"/>
                  <a:pt x="698" y="604"/>
                  <a:pt x="698" y="604"/>
                </a:cubicBezTo>
                <a:cubicBezTo>
                  <a:pt x="698" y="603"/>
                  <a:pt x="698" y="603"/>
                  <a:pt x="698" y="603"/>
                </a:cubicBezTo>
                <a:cubicBezTo>
                  <a:pt x="649" y="603"/>
                  <a:pt x="649" y="603"/>
                  <a:pt x="649" y="603"/>
                </a:cubicBezTo>
                <a:cubicBezTo>
                  <a:pt x="649" y="602"/>
                  <a:pt x="649" y="602"/>
                  <a:pt x="649" y="602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8" y="604"/>
                  <a:pt x="648" y="604"/>
                  <a:pt x="648" y="604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6" y="605"/>
                  <a:pt x="646" y="605"/>
                  <a:pt x="646" y="605"/>
                </a:cubicBezTo>
                <a:cubicBezTo>
                  <a:pt x="699" y="605"/>
                  <a:pt x="699" y="605"/>
                  <a:pt x="699" y="605"/>
                </a:cubicBezTo>
                <a:cubicBezTo>
                  <a:pt x="699" y="601"/>
                  <a:pt x="699" y="601"/>
                  <a:pt x="699" y="601"/>
                </a:cubicBezTo>
                <a:cubicBezTo>
                  <a:pt x="646" y="601"/>
                  <a:pt x="646" y="601"/>
                  <a:pt x="646" y="601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8" y="602"/>
                  <a:pt x="648" y="602"/>
                  <a:pt x="648" y="602"/>
                </a:cubicBezTo>
                <a:moveTo>
                  <a:pt x="647" y="619"/>
                </a:moveTo>
                <a:cubicBezTo>
                  <a:pt x="647" y="620"/>
                  <a:pt x="647" y="620"/>
                  <a:pt x="647" y="620"/>
                </a:cubicBezTo>
                <a:cubicBezTo>
                  <a:pt x="697" y="620"/>
                  <a:pt x="697" y="620"/>
                  <a:pt x="697" y="620"/>
                </a:cubicBezTo>
                <a:cubicBezTo>
                  <a:pt x="697" y="621"/>
                  <a:pt x="697" y="621"/>
                  <a:pt x="697" y="621"/>
                </a:cubicBezTo>
                <a:cubicBezTo>
                  <a:pt x="698" y="621"/>
                  <a:pt x="698" y="621"/>
                  <a:pt x="698" y="621"/>
                </a:cubicBezTo>
                <a:cubicBezTo>
                  <a:pt x="698" y="620"/>
                  <a:pt x="698" y="620"/>
                  <a:pt x="698" y="620"/>
                </a:cubicBezTo>
                <a:cubicBezTo>
                  <a:pt x="649" y="620"/>
                  <a:pt x="649" y="620"/>
                  <a:pt x="649" y="620"/>
                </a:cubicBezTo>
                <a:cubicBezTo>
                  <a:pt x="649" y="619"/>
                  <a:pt x="649" y="619"/>
                  <a:pt x="649" y="619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7" y="620"/>
                  <a:pt x="647" y="620"/>
                  <a:pt x="647" y="620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6" y="622"/>
                  <a:pt x="646" y="622"/>
                  <a:pt x="646" y="622"/>
                </a:cubicBezTo>
                <a:cubicBezTo>
                  <a:pt x="699" y="622"/>
                  <a:pt x="699" y="622"/>
                  <a:pt x="699" y="622"/>
                </a:cubicBezTo>
                <a:cubicBezTo>
                  <a:pt x="699" y="618"/>
                  <a:pt x="699" y="618"/>
                  <a:pt x="699" y="618"/>
                </a:cubicBezTo>
                <a:cubicBezTo>
                  <a:pt x="646" y="618"/>
                  <a:pt x="646" y="618"/>
                  <a:pt x="646" y="618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7" y="619"/>
                  <a:pt x="647" y="619"/>
                  <a:pt x="647" y="619"/>
                </a:cubicBezTo>
                <a:moveTo>
                  <a:pt x="648" y="636"/>
                </a:moveTo>
                <a:cubicBezTo>
                  <a:pt x="648" y="637"/>
                  <a:pt x="648" y="637"/>
                  <a:pt x="648" y="637"/>
                </a:cubicBezTo>
                <a:cubicBezTo>
                  <a:pt x="697" y="637"/>
                  <a:pt x="697" y="637"/>
                  <a:pt x="697" y="637"/>
                </a:cubicBezTo>
                <a:cubicBezTo>
                  <a:pt x="697" y="638"/>
                  <a:pt x="697" y="638"/>
                  <a:pt x="697" y="638"/>
                </a:cubicBezTo>
                <a:cubicBezTo>
                  <a:pt x="699" y="638"/>
                  <a:pt x="699" y="638"/>
                  <a:pt x="699" y="638"/>
                </a:cubicBezTo>
                <a:cubicBezTo>
                  <a:pt x="699" y="636"/>
                  <a:pt x="699" y="636"/>
                  <a:pt x="69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8" y="637"/>
                  <a:pt x="648" y="637"/>
                  <a:pt x="648" y="637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7" y="639"/>
                  <a:pt x="647" y="639"/>
                  <a:pt x="647" y="639"/>
                </a:cubicBezTo>
                <a:cubicBezTo>
                  <a:pt x="700" y="639"/>
                  <a:pt x="700" y="639"/>
                  <a:pt x="700" y="639"/>
                </a:cubicBezTo>
                <a:cubicBezTo>
                  <a:pt x="700" y="635"/>
                  <a:pt x="700" y="635"/>
                  <a:pt x="700" y="635"/>
                </a:cubicBezTo>
                <a:cubicBezTo>
                  <a:pt x="647" y="635"/>
                  <a:pt x="647" y="635"/>
                  <a:pt x="647" y="635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8" y="636"/>
                  <a:pt x="648" y="636"/>
                  <a:pt x="648" y="636"/>
                </a:cubicBezTo>
                <a:moveTo>
                  <a:pt x="647" y="652"/>
                </a:moveTo>
                <a:cubicBezTo>
                  <a:pt x="647" y="653"/>
                  <a:pt x="647" y="653"/>
                  <a:pt x="647" y="653"/>
                </a:cubicBezTo>
                <a:cubicBezTo>
                  <a:pt x="697" y="653"/>
                  <a:pt x="697" y="653"/>
                  <a:pt x="697" y="653"/>
                </a:cubicBezTo>
                <a:cubicBezTo>
                  <a:pt x="697" y="654"/>
                  <a:pt x="697" y="654"/>
                  <a:pt x="697" y="654"/>
                </a:cubicBezTo>
                <a:cubicBezTo>
                  <a:pt x="698" y="654"/>
                  <a:pt x="698" y="654"/>
                  <a:pt x="698" y="654"/>
                </a:cubicBezTo>
                <a:cubicBezTo>
                  <a:pt x="698" y="653"/>
                  <a:pt x="698" y="653"/>
                  <a:pt x="698" y="653"/>
                </a:cubicBezTo>
                <a:cubicBezTo>
                  <a:pt x="649" y="653"/>
                  <a:pt x="649" y="653"/>
                  <a:pt x="649" y="653"/>
                </a:cubicBezTo>
                <a:cubicBezTo>
                  <a:pt x="649" y="652"/>
                  <a:pt x="649" y="652"/>
                  <a:pt x="649" y="652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7" y="653"/>
                  <a:pt x="647" y="653"/>
                  <a:pt x="647" y="653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6" y="655"/>
                  <a:pt x="646" y="655"/>
                  <a:pt x="646" y="655"/>
                </a:cubicBezTo>
                <a:cubicBezTo>
                  <a:pt x="699" y="655"/>
                  <a:pt x="699" y="655"/>
                  <a:pt x="699" y="655"/>
                </a:cubicBezTo>
                <a:cubicBezTo>
                  <a:pt x="699" y="651"/>
                  <a:pt x="699" y="651"/>
                  <a:pt x="699" y="651"/>
                </a:cubicBezTo>
                <a:cubicBezTo>
                  <a:pt x="646" y="651"/>
                  <a:pt x="646" y="651"/>
                  <a:pt x="646" y="651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7" y="652"/>
                  <a:pt x="647" y="652"/>
                  <a:pt x="647" y="652"/>
                </a:cubicBezTo>
                <a:moveTo>
                  <a:pt x="762" y="613"/>
                </a:moveTo>
                <a:cubicBezTo>
                  <a:pt x="764" y="613"/>
                  <a:pt x="764" y="613"/>
                  <a:pt x="764" y="613"/>
                </a:cubicBezTo>
                <a:cubicBezTo>
                  <a:pt x="764" y="536"/>
                  <a:pt x="764" y="536"/>
                  <a:pt x="764" y="536"/>
                </a:cubicBezTo>
                <a:cubicBezTo>
                  <a:pt x="762" y="536"/>
                  <a:pt x="762" y="536"/>
                  <a:pt x="762" y="536"/>
                </a:cubicBezTo>
                <a:lnTo>
                  <a:pt x="762" y="613"/>
                </a:lnTo>
                <a:close/>
                <a:moveTo>
                  <a:pt x="791" y="612"/>
                </a:moveTo>
                <a:cubicBezTo>
                  <a:pt x="793" y="612"/>
                  <a:pt x="793" y="612"/>
                  <a:pt x="793" y="612"/>
                </a:cubicBezTo>
                <a:cubicBezTo>
                  <a:pt x="793" y="535"/>
                  <a:pt x="793" y="535"/>
                  <a:pt x="793" y="535"/>
                </a:cubicBezTo>
                <a:cubicBezTo>
                  <a:pt x="791" y="535"/>
                  <a:pt x="791" y="535"/>
                  <a:pt x="791" y="535"/>
                </a:cubicBezTo>
                <a:lnTo>
                  <a:pt x="791" y="612"/>
                </a:lnTo>
                <a:close/>
                <a:moveTo>
                  <a:pt x="808" y="612"/>
                </a:moveTo>
                <a:cubicBezTo>
                  <a:pt x="811" y="612"/>
                  <a:pt x="811" y="612"/>
                  <a:pt x="811" y="612"/>
                </a:cubicBezTo>
                <a:cubicBezTo>
                  <a:pt x="811" y="540"/>
                  <a:pt x="811" y="540"/>
                  <a:pt x="811" y="540"/>
                </a:cubicBezTo>
                <a:cubicBezTo>
                  <a:pt x="808" y="540"/>
                  <a:pt x="808" y="540"/>
                  <a:pt x="808" y="540"/>
                </a:cubicBezTo>
                <a:lnTo>
                  <a:pt x="808" y="612"/>
                </a:lnTo>
                <a:close/>
                <a:moveTo>
                  <a:pt x="827" y="612"/>
                </a:moveTo>
                <a:cubicBezTo>
                  <a:pt x="830" y="612"/>
                  <a:pt x="830" y="612"/>
                  <a:pt x="830" y="612"/>
                </a:cubicBezTo>
                <a:cubicBezTo>
                  <a:pt x="830" y="549"/>
                  <a:pt x="830" y="549"/>
                  <a:pt x="830" y="549"/>
                </a:cubicBezTo>
                <a:cubicBezTo>
                  <a:pt x="827" y="549"/>
                  <a:pt x="827" y="549"/>
                  <a:pt x="827" y="549"/>
                </a:cubicBezTo>
                <a:lnTo>
                  <a:pt x="827" y="612"/>
                </a:lnTo>
                <a:close/>
                <a:moveTo>
                  <a:pt x="843" y="595"/>
                </a:moveTo>
                <a:cubicBezTo>
                  <a:pt x="845" y="595"/>
                  <a:pt x="845" y="595"/>
                  <a:pt x="845" y="595"/>
                </a:cubicBezTo>
                <a:cubicBezTo>
                  <a:pt x="845" y="559"/>
                  <a:pt x="845" y="559"/>
                  <a:pt x="845" y="559"/>
                </a:cubicBezTo>
                <a:cubicBezTo>
                  <a:pt x="843" y="559"/>
                  <a:pt x="843" y="559"/>
                  <a:pt x="843" y="559"/>
                </a:cubicBezTo>
                <a:lnTo>
                  <a:pt x="843" y="595"/>
                </a:lnTo>
                <a:close/>
                <a:moveTo>
                  <a:pt x="761" y="628"/>
                </a:moveTo>
                <a:cubicBezTo>
                  <a:pt x="764" y="628"/>
                  <a:pt x="764" y="628"/>
                  <a:pt x="764" y="628"/>
                </a:cubicBezTo>
                <a:cubicBezTo>
                  <a:pt x="764" y="617"/>
                  <a:pt x="764" y="617"/>
                  <a:pt x="764" y="617"/>
                </a:cubicBezTo>
                <a:cubicBezTo>
                  <a:pt x="761" y="617"/>
                  <a:pt x="761" y="617"/>
                  <a:pt x="761" y="617"/>
                </a:cubicBezTo>
                <a:lnTo>
                  <a:pt x="761" y="628"/>
                </a:lnTo>
                <a:close/>
                <a:moveTo>
                  <a:pt x="761" y="646"/>
                </a:moveTo>
                <a:cubicBezTo>
                  <a:pt x="764" y="646"/>
                  <a:pt x="764" y="646"/>
                  <a:pt x="764" y="646"/>
                </a:cubicBezTo>
                <a:cubicBezTo>
                  <a:pt x="764" y="634"/>
                  <a:pt x="764" y="634"/>
                  <a:pt x="764" y="634"/>
                </a:cubicBezTo>
                <a:cubicBezTo>
                  <a:pt x="761" y="634"/>
                  <a:pt x="761" y="634"/>
                  <a:pt x="761" y="634"/>
                </a:cubicBezTo>
                <a:lnTo>
                  <a:pt x="761" y="646"/>
                </a:lnTo>
                <a:close/>
                <a:moveTo>
                  <a:pt x="791" y="628"/>
                </a:moveTo>
                <a:cubicBezTo>
                  <a:pt x="793" y="628"/>
                  <a:pt x="793" y="628"/>
                  <a:pt x="793" y="628"/>
                </a:cubicBezTo>
                <a:cubicBezTo>
                  <a:pt x="793" y="616"/>
                  <a:pt x="793" y="616"/>
                  <a:pt x="793" y="616"/>
                </a:cubicBezTo>
                <a:cubicBezTo>
                  <a:pt x="791" y="616"/>
                  <a:pt x="791" y="616"/>
                  <a:pt x="791" y="616"/>
                </a:cubicBezTo>
                <a:lnTo>
                  <a:pt x="791" y="628"/>
                </a:lnTo>
                <a:close/>
                <a:moveTo>
                  <a:pt x="790" y="645"/>
                </a:moveTo>
                <a:cubicBezTo>
                  <a:pt x="792" y="645"/>
                  <a:pt x="792" y="645"/>
                  <a:pt x="792" y="645"/>
                </a:cubicBezTo>
                <a:cubicBezTo>
                  <a:pt x="792" y="634"/>
                  <a:pt x="792" y="634"/>
                  <a:pt x="792" y="634"/>
                </a:cubicBezTo>
                <a:cubicBezTo>
                  <a:pt x="790" y="634"/>
                  <a:pt x="790" y="634"/>
                  <a:pt x="790" y="634"/>
                </a:cubicBezTo>
                <a:lnTo>
                  <a:pt x="790" y="645"/>
                </a:lnTo>
                <a:close/>
                <a:moveTo>
                  <a:pt x="808" y="629"/>
                </a:moveTo>
                <a:cubicBezTo>
                  <a:pt x="811" y="629"/>
                  <a:pt x="811" y="629"/>
                  <a:pt x="811" y="629"/>
                </a:cubicBezTo>
                <a:cubicBezTo>
                  <a:pt x="811" y="617"/>
                  <a:pt x="811" y="617"/>
                  <a:pt x="811" y="617"/>
                </a:cubicBezTo>
                <a:cubicBezTo>
                  <a:pt x="808" y="617"/>
                  <a:pt x="808" y="617"/>
                  <a:pt x="808" y="617"/>
                </a:cubicBezTo>
                <a:lnTo>
                  <a:pt x="808" y="629"/>
                </a:lnTo>
                <a:close/>
                <a:moveTo>
                  <a:pt x="808" y="645"/>
                </a:moveTo>
                <a:cubicBezTo>
                  <a:pt x="811" y="645"/>
                  <a:pt x="811" y="645"/>
                  <a:pt x="811" y="645"/>
                </a:cubicBezTo>
                <a:cubicBezTo>
                  <a:pt x="811" y="634"/>
                  <a:pt x="811" y="634"/>
                  <a:pt x="811" y="634"/>
                </a:cubicBezTo>
                <a:cubicBezTo>
                  <a:pt x="808" y="634"/>
                  <a:pt x="808" y="634"/>
                  <a:pt x="808" y="634"/>
                </a:cubicBezTo>
                <a:lnTo>
                  <a:pt x="808" y="645"/>
                </a:lnTo>
                <a:close/>
                <a:moveTo>
                  <a:pt x="827" y="628"/>
                </a:moveTo>
                <a:cubicBezTo>
                  <a:pt x="829" y="628"/>
                  <a:pt x="829" y="628"/>
                  <a:pt x="829" y="628"/>
                </a:cubicBezTo>
                <a:cubicBezTo>
                  <a:pt x="829" y="616"/>
                  <a:pt x="829" y="616"/>
                  <a:pt x="829" y="616"/>
                </a:cubicBezTo>
                <a:cubicBezTo>
                  <a:pt x="827" y="616"/>
                  <a:pt x="827" y="616"/>
                  <a:pt x="827" y="616"/>
                </a:cubicBezTo>
                <a:lnTo>
                  <a:pt x="827" y="628"/>
                </a:lnTo>
                <a:close/>
                <a:moveTo>
                  <a:pt x="827" y="645"/>
                </a:moveTo>
                <a:cubicBezTo>
                  <a:pt x="829" y="645"/>
                  <a:pt x="829" y="645"/>
                  <a:pt x="829" y="645"/>
                </a:cubicBezTo>
                <a:cubicBezTo>
                  <a:pt x="829" y="634"/>
                  <a:pt x="829" y="634"/>
                  <a:pt x="829" y="634"/>
                </a:cubicBezTo>
                <a:cubicBezTo>
                  <a:pt x="827" y="634"/>
                  <a:pt x="827" y="634"/>
                  <a:pt x="827" y="634"/>
                </a:cubicBezTo>
                <a:lnTo>
                  <a:pt x="827" y="645"/>
                </a:lnTo>
                <a:close/>
                <a:moveTo>
                  <a:pt x="843" y="629"/>
                </a:moveTo>
                <a:cubicBezTo>
                  <a:pt x="845" y="629"/>
                  <a:pt x="845" y="629"/>
                  <a:pt x="845" y="629"/>
                </a:cubicBezTo>
                <a:cubicBezTo>
                  <a:pt x="845" y="616"/>
                  <a:pt x="845" y="616"/>
                  <a:pt x="845" y="616"/>
                </a:cubicBezTo>
                <a:cubicBezTo>
                  <a:pt x="843" y="616"/>
                  <a:pt x="843" y="616"/>
                  <a:pt x="843" y="616"/>
                </a:cubicBezTo>
                <a:lnTo>
                  <a:pt x="843" y="629"/>
                </a:lnTo>
                <a:close/>
                <a:moveTo>
                  <a:pt x="843" y="645"/>
                </a:moveTo>
                <a:cubicBezTo>
                  <a:pt x="845" y="645"/>
                  <a:pt x="845" y="645"/>
                  <a:pt x="845" y="645"/>
                </a:cubicBezTo>
                <a:cubicBezTo>
                  <a:pt x="845" y="635"/>
                  <a:pt x="845" y="635"/>
                  <a:pt x="845" y="635"/>
                </a:cubicBezTo>
                <a:cubicBezTo>
                  <a:pt x="843" y="635"/>
                  <a:pt x="843" y="635"/>
                  <a:pt x="843" y="635"/>
                </a:cubicBezTo>
                <a:lnTo>
                  <a:pt x="843" y="645"/>
                </a:lnTo>
                <a:close/>
                <a:moveTo>
                  <a:pt x="719" y="651"/>
                </a:moveTo>
                <a:cubicBezTo>
                  <a:pt x="719" y="653"/>
                  <a:pt x="719" y="653"/>
                  <a:pt x="719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720" y="653"/>
                  <a:pt x="720" y="653"/>
                  <a:pt x="720" y="653"/>
                </a:cubicBezTo>
                <a:cubicBezTo>
                  <a:pt x="720" y="651"/>
                  <a:pt x="720" y="651"/>
                  <a:pt x="720" y="651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9" y="653"/>
                  <a:pt x="719" y="653"/>
                  <a:pt x="719" y="653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8" y="655"/>
                  <a:pt x="718" y="655"/>
                  <a:pt x="718" y="655"/>
                </a:cubicBezTo>
                <a:cubicBezTo>
                  <a:pt x="862" y="655"/>
                  <a:pt x="862" y="655"/>
                  <a:pt x="862" y="655"/>
                </a:cubicBezTo>
                <a:cubicBezTo>
                  <a:pt x="862" y="650"/>
                  <a:pt x="862" y="650"/>
                  <a:pt x="862" y="650"/>
                </a:cubicBezTo>
                <a:cubicBezTo>
                  <a:pt x="718" y="650"/>
                  <a:pt x="718" y="650"/>
                  <a:pt x="718" y="650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9" y="651"/>
                  <a:pt x="719" y="651"/>
                  <a:pt x="719" y="651"/>
                </a:cubicBezTo>
                <a:moveTo>
                  <a:pt x="710" y="588"/>
                </a:moveTo>
                <a:cubicBezTo>
                  <a:pt x="710" y="588"/>
                  <a:pt x="711" y="586"/>
                  <a:pt x="713" y="583"/>
                </a:cubicBezTo>
                <a:cubicBezTo>
                  <a:pt x="719" y="573"/>
                  <a:pt x="731" y="552"/>
                  <a:pt x="744" y="544"/>
                </a:cubicBezTo>
                <a:cubicBezTo>
                  <a:pt x="755" y="538"/>
                  <a:pt x="763" y="535"/>
                  <a:pt x="772" y="535"/>
                </a:cubicBezTo>
                <a:cubicBezTo>
                  <a:pt x="774" y="535"/>
                  <a:pt x="774" y="535"/>
                  <a:pt x="774" y="535"/>
                </a:cubicBezTo>
                <a:cubicBezTo>
                  <a:pt x="784" y="536"/>
                  <a:pt x="793" y="536"/>
                  <a:pt x="800" y="538"/>
                </a:cubicBezTo>
                <a:cubicBezTo>
                  <a:pt x="807" y="540"/>
                  <a:pt x="825" y="547"/>
                  <a:pt x="836" y="554"/>
                </a:cubicBezTo>
                <a:cubicBezTo>
                  <a:pt x="837" y="553"/>
                  <a:pt x="837" y="553"/>
                  <a:pt x="837" y="553"/>
                </a:cubicBezTo>
                <a:cubicBezTo>
                  <a:pt x="836" y="554"/>
                  <a:pt x="836" y="554"/>
                  <a:pt x="836" y="554"/>
                </a:cubicBezTo>
                <a:cubicBezTo>
                  <a:pt x="872" y="582"/>
                  <a:pt x="872" y="582"/>
                  <a:pt x="872" y="582"/>
                </a:cubicBezTo>
                <a:cubicBezTo>
                  <a:pt x="871" y="578"/>
                  <a:pt x="871" y="578"/>
                  <a:pt x="871" y="578"/>
                </a:cubicBezTo>
                <a:cubicBezTo>
                  <a:pt x="871" y="578"/>
                  <a:pt x="865" y="563"/>
                  <a:pt x="849" y="547"/>
                </a:cubicBezTo>
                <a:cubicBezTo>
                  <a:pt x="834" y="532"/>
                  <a:pt x="810" y="517"/>
                  <a:pt x="774" y="517"/>
                </a:cubicBezTo>
                <a:cubicBezTo>
                  <a:pt x="773" y="517"/>
                  <a:pt x="771" y="517"/>
                  <a:pt x="770" y="517"/>
                </a:cubicBezTo>
                <a:cubicBezTo>
                  <a:pt x="739" y="518"/>
                  <a:pt x="722" y="531"/>
                  <a:pt x="713" y="545"/>
                </a:cubicBezTo>
                <a:cubicBezTo>
                  <a:pt x="704" y="559"/>
                  <a:pt x="703" y="575"/>
                  <a:pt x="703" y="582"/>
                </a:cubicBezTo>
                <a:cubicBezTo>
                  <a:pt x="703" y="584"/>
                  <a:pt x="703" y="585"/>
                  <a:pt x="703" y="586"/>
                </a:cubicBezTo>
                <a:cubicBezTo>
                  <a:pt x="706" y="585"/>
                  <a:pt x="706" y="585"/>
                  <a:pt x="706" y="585"/>
                </a:cubicBezTo>
                <a:cubicBezTo>
                  <a:pt x="706" y="585"/>
                  <a:pt x="706" y="584"/>
                  <a:pt x="706" y="582"/>
                </a:cubicBezTo>
                <a:cubicBezTo>
                  <a:pt x="706" y="575"/>
                  <a:pt x="707" y="560"/>
                  <a:pt x="715" y="546"/>
                </a:cubicBezTo>
                <a:cubicBezTo>
                  <a:pt x="724" y="532"/>
                  <a:pt x="740" y="520"/>
                  <a:pt x="770" y="519"/>
                </a:cubicBezTo>
                <a:cubicBezTo>
                  <a:pt x="771" y="519"/>
                  <a:pt x="773" y="519"/>
                  <a:pt x="774" y="519"/>
                </a:cubicBezTo>
                <a:cubicBezTo>
                  <a:pt x="810" y="519"/>
                  <a:pt x="833" y="534"/>
                  <a:pt x="848" y="549"/>
                </a:cubicBezTo>
                <a:cubicBezTo>
                  <a:pt x="855" y="556"/>
                  <a:pt x="860" y="564"/>
                  <a:pt x="864" y="569"/>
                </a:cubicBezTo>
                <a:cubicBezTo>
                  <a:pt x="865" y="572"/>
                  <a:pt x="867" y="575"/>
                  <a:pt x="867" y="576"/>
                </a:cubicBezTo>
                <a:cubicBezTo>
                  <a:pt x="868" y="578"/>
                  <a:pt x="869" y="579"/>
                  <a:pt x="869" y="579"/>
                </a:cubicBezTo>
                <a:cubicBezTo>
                  <a:pt x="870" y="578"/>
                  <a:pt x="870" y="578"/>
                  <a:pt x="870" y="578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26" y="545"/>
                  <a:pt x="808" y="538"/>
                  <a:pt x="801" y="536"/>
                </a:cubicBezTo>
                <a:cubicBezTo>
                  <a:pt x="793" y="534"/>
                  <a:pt x="784" y="534"/>
                  <a:pt x="774" y="533"/>
                </a:cubicBezTo>
                <a:cubicBezTo>
                  <a:pt x="774" y="533"/>
                  <a:pt x="773" y="533"/>
                  <a:pt x="772" y="533"/>
                </a:cubicBezTo>
                <a:cubicBezTo>
                  <a:pt x="763" y="533"/>
                  <a:pt x="754" y="536"/>
                  <a:pt x="743" y="542"/>
                </a:cubicBezTo>
                <a:cubicBezTo>
                  <a:pt x="724" y="553"/>
                  <a:pt x="709" y="587"/>
                  <a:pt x="708" y="587"/>
                </a:cubicBezTo>
                <a:cubicBezTo>
                  <a:pt x="710" y="588"/>
                  <a:pt x="710" y="588"/>
                  <a:pt x="710" y="588"/>
                </a:cubicBezTo>
                <a:moveTo>
                  <a:pt x="735" y="568"/>
                </a:moveTo>
                <a:cubicBezTo>
                  <a:pt x="763" y="563"/>
                  <a:pt x="763" y="563"/>
                  <a:pt x="763" y="563"/>
                </a:cubicBezTo>
                <a:cubicBezTo>
                  <a:pt x="763" y="561"/>
                  <a:pt x="763" y="561"/>
                  <a:pt x="763" y="561"/>
                </a:cubicBezTo>
                <a:cubicBezTo>
                  <a:pt x="735" y="565"/>
                  <a:pt x="735" y="565"/>
                  <a:pt x="735" y="565"/>
                </a:cubicBezTo>
                <a:moveTo>
                  <a:pt x="735" y="585"/>
                </a:moveTo>
                <a:cubicBezTo>
                  <a:pt x="763" y="581"/>
                  <a:pt x="763" y="581"/>
                  <a:pt x="763" y="581"/>
                </a:cubicBezTo>
                <a:cubicBezTo>
                  <a:pt x="762" y="579"/>
                  <a:pt x="762" y="579"/>
                  <a:pt x="762" y="579"/>
                </a:cubicBezTo>
                <a:cubicBezTo>
                  <a:pt x="735" y="583"/>
                  <a:pt x="735" y="583"/>
                  <a:pt x="735" y="583"/>
                </a:cubicBezTo>
                <a:moveTo>
                  <a:pt x="734" y="602"/>
                </a:moveTo>
                <a:cubicBezTo>
                  <a:pt x="763" y="598"/>
                  <a:pt x="763" y="598"/>
                  <a:pt x="763" y="598"/>
                </a:cubicBezTo>
                <a:cubicBezTo>
                  <a:pt x="762" y="596"/>
                  <a:pt x="762" y="596"/>
                  <a:pt x="762" y="596"/>
                </a:cubicBezTo>
                <a:cubicBezTo>
                  <a:pt x="734" y="600"/>
                  <a:pt x="734" y="600"/>
                  <a:pt x="734" y="600"/>
                </a:cubicBezTo>
                <a:moveTo>
                  <a:pt x="792" y="563"/>
                </a:moveTo>
                <a:cubicBezTo>
                  <a:pt x="844" y="563"/>
                  <a:pt x="844" y="563"/>
                  <a:pt x="844" y="563"/>
                </a:cubicBezTo>
                <a:cubicBezTo>
                  <a:pt x="844" y="561"/>
                  <a:pt x="844" y="561"/>
                  <a:pt x="844" y="561"/>
                </a:cubicBezTo>
                <a:cubicBezTo>
                  <a:pt x="792" y="561"/>
                  <a:pt x="792" y="561"/>
                  <a:pt x="792" y="561"/>
                </a:cubicBezTo>
                <a:moveTo>
                  <a:pt x="792" y="581"/>
                </a:moveTo>
                <a:cubicBezTo>
                  <a:pt x="867" y="581"/>
                  <a:pt x="867" y="581"/>
                  <a:pt x="867" y="581"/>
                </a:cubicBezTo>
                <a:cubicBezTo>
                  <a:pt x="867" y="579"/>
                  <a:pt x="867" y="579"/>
                  <a:pt x="867" y="579"/>
                </a:cubicBezTo>
                <a:cubicBezTo>
                  <a:pt x="792" y="579"/>
                  <a:pt x="792" y="579"/>
                  <a:pt x="792" y="579"/>
                </a:cubicBezTo>
                <a:moveTo>
                  <a:pt x="792" y="597"/>
                </a:moveTo>
                <a:cubicBezTo>
                  <a:pt x="841" y="597"/>
                  <a:pt x="841" y="597"/>
                  <a:pt x="841" y="597"/>
                </a:cubicBezTo>
                <a:cubicBezTo>
                  <a:pt x="841" y="595"/>
                  <a:pt x="841" y="595"/>
                  <a:pt x="841" y="595"/>
                </a:cubicBezTo>
                <a:cubicBezTo>
                  <a:pt x="792" y="595"/>
                  <a:pt x="792" y="595"/>
                  <a:pt x="792" y="595"/>
                </a:cubicBezTo>
                <a:moveTo>
                  <a:pt x="659" y="595"/>
                </a:moveTo>
                <a:cubicBezTo>
                  <a:pt x="690" y="595"/>
                  <a:pt x="690" y="595"/>
                  <a:pt x="690" y="595"/>
                </a:cubicBezTo>
                <a:cubicBezTo>
                  <a:pt x="690" y="574"/>
                  <a:pt x="690" y="574"/>
                  <a:pt x="690" y="574"/>
                </a:cubicBezTo>
                <a:cubicBezTo>
                  <a:pt x="688" y="574"/>
                  <a:pt x="688" y="574"/>
                  <a:pt x="688" y="574"/>
                </a:cubicBezTo>
                <a:cubicBezTo>
                  <a:pt x="688" y="593"/>
                  <a:pt x="688" y="593"/>
                  <a:pt x="688" y="593"/>
                </a:cubicBezTo>
                <a:cubicBezTo>
                  <a:pt x="659" y="593"/>
                  <a:pt x="659" y="593"/>
                  <a:pt x="659" y="593"/>
                </a:cubicBezTo>
                <a:cubicBezTo>
                  <a:pt x="659" y="595"/>
                  <a:pt x="659" y="595"/>
                  <a:pt x="659" y="595"/>
                </a:cubicBezTo>
                <a:moveTo>
                  <a:pt x="772" y="519"/>
                </a:moveTo>
                <a:cubicBezTo>
                  <a:pt x="773" y="519"/>
                  <a:pt x="773" y="519"/>
                  <a:pt x="773" y="519"/>
                </a:cubicBezTo>
                <a:cubicBezTo>
                  <a:pt x="820" y="519"/>
                  <a:pt x="848" y="531"/>
                  <a:pt x="865" y="544"/>
                </a:cubicBezTo>
                <a:cubicBezTo>
                  <a:pt x="874" y="550"/>
                  <a:pt x="879" y="557"/>
                  <a:pt x="883" y="561"/>
                </a:cubicBezTo>
                <a:cubicBezTo>
                  <a:pt x="884" y="564"/>
                  <a:pt x="886" y="566"/>
                  <a:pt x="886" y="567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8" y="569"/>
                  <a:pt x="888" y="569"/>
                  <a:pt x="888" y="569"/>
                </a:cubicBezTo>
                <a:cubicBezTo>
                  <a:pt x="888" y="568"/>
                  <a:pt x="888" y="568"/>
                  <a:pt x="888" y="568"/>
                </a:cubicBezTo>
                <a:cubicBezTo>
                  <a:pt x="869" y="577"/>
                  <a:pt x="869" y="577"/>
                  <a:pt x="869" y="577"/>
                </a:cubicBezTo>
                <a:cubicBezTo>
                  <a:pt x="870" y="579"/>
                  <a:pt x="870" y="579"/>
                  <a:pt x="870" y="579"/>
                </a:cubicBezTo>
                <a:cubicBezTo>
                  <a:pt x="890" y="569"/>
                  <a:pt x="890" y="569"/>
                  <a:pt x="890" y="569"/>
                </a:cubicBezTo>
                <a:cubicBezTo>
                  <a:pt x="890" y="568"/>
                  <a:pt x="890" y="568"/>
                  <a:pt x="890" y="568"/>
                </a:cubicBezTo>
                <a:cubicBezTo>
                  <a:pt x="889" y="568"/>
                  <a:pt x="867" y="516"/>
                  <a:pt x="773" y="516"/>
                </a:cubicBezTo>
                <a:cubicBezTo>
                  <a:pt x="772" y="516"/>
                  <a:pt x="772" y="516"/>
                  <a:pt x="772" y="516"/>
                </a:cubicBezTo>
                <a:cubicBezTo>
                  <a:pt x="772" y="519"/>
                  <a:pt x="772" y="519"/>
                  <a:pt x="772" y="519"/>
                </a:cubicBezTo>
                <a:moveTo>
                  <a:pt x="801" y="521"/>
                </a:moveTo>
                <a:cubicBezTo>
                  <a:pt x="801" y="427"/>
                  <a:pt x="801" y="427"/>
                  <a:pt x="801" y="427"/>
                </a:cubicBezTo>
                <a:cubicBezTo>
                  <a:pt x="831" y="418"/>
                  <a:pt x="831" y="418"/>
                  <a:pt x="831" y="418"/>
                </a:cubicBezTo>
                <a:cubicBezTo>
                  <a:pt x="831" y="526"/>
                  <a:pt x="831" y="526"/>
                  <a:pt x="831" y="526"/>
                </a:cubicBezTo>
                <a:cubicBezTo>
                  <a:pt x="833" y="526"/>
                  <a:pt x="833" y="526"/>
                  <a:pt x="833" y="526"/>
                </a:cubicBezTo>
                <a:cubicBezTo>
                  <a:pt x="833" y="415"/>
                  <a:pt x="833" y="415"/>
                  <a:pt x="833" y="415"/>
                </a:cubicBezTo>
                <a:cubicBezTo>
                  <a:pt x="799" y="425"/>
                  <a:pt x="799" y="425"/>
                  <a:pt x="799" y="425"/>
                </a:cubicBezTo>
                <a:cubicBezTo>
                  <a:pt x="799" y="521"/>
                  <a:pt x="799" y="521"/>
                  <a:pt x="799" y="521"/>
                </a:cubicBezTo>
                <a:cubicBezTo>
                  <a:pt x="801" y="521"/>
                  <a:pt x="801" y="521"/>
                  <a:pt x="801" y="521"/>
                </a:cubicBezTo>
                <a:moveTo>
                  <a:pt x="811" y="423"/>
                </a:moveTo>
                <a:cubicBezTo>
                  <a:pt x="811" y="380"/>
                  <a:pt x="811" y="380"/>
                  <a:pt x="811" y="380"/>
                </a:cubicBezTo>
                <a:cubicBezTo>
                  <a:pt x="836" y="372"/>
                  <a:pt x="836" y="372"/>
                  <a:pt x="836" y="372"/>
                </a:cubicBezTo>
                <a:cubicBezTo>
                  <a:pt x="880" y="373"/>
                  <a:pt x="880" y="373"/>
                  <a:pt x="880" y="373"/>
                </a:cubicBezTo>
                <a:cubicBezTo>
                  <a:pt x="890" y="381"/>
                  <a:pt x="890" y="381"/>
                  <a:pt x="890" y="381"/>
                </a:cubicBezTo>
                <a:cubicBezTo>
                  <a:pt x="890" y="460"/>
                  <a:pt x="890" y="460"/>
                  <a:pt x="890" y="460"/>
                </a:cubicBezTo>
                <a:cubicBezTo>
                  <a:pt x="892" y="460"/>
                  <a:pt x="892" y="460"/>
                  <a:pt x="892" y="460"/>
                </a:cubicBezTo>
                <a:cubicBezTo>
                  <a:pt x="892" y="380"/>
                  <a:pt x="892" y="380"/>
                  <a:pt x="892" y="380"/>
                </a:cubicBezTo>
                <a:cubicBezTo>
                  <a:pt x="881" y="371"/>
                  <a:pt x="881" y="371"/>
                  <a:pt x="881" y="371"/>
                </a:cubicBezTo>
                <a:cubicBezTo>
                  <a:pt x="835" y="370"/>
                  <a:pt x="835" y="370"/>
                  <a:pt x="835" y="370"/>
                </a:cubicBezTo>
                <a:cubicBezTo>
                  <a:pt x="809" y="379"/>
                  <a:pt x="809" y="379"/>
                  <a:pt x="809" y="379"/>
                </a:cubicBezTo>
                <a:cubicBezTo>
                  <a:pt x="809" y="423"/>
                  <a:pt x="809" y="423"/>
                  <a:pt x="809" y="423"/>
                </a:cubicBezTo>
                <a:cubicBezTo>
                  <a:pt x="811" y="423"/>
                  <a:pt x="811" y="423"/>
                  <a:pt x="811" y="423"/>
                </a:cubicBezTo>
                <a:moveTo>
                  <a:pt x="835" y="407"/>
                </a:moveTo>
                <a:cubicBezTo>
                  <a:pt x="837" y="407"/>
                  <a:pt x="837" y="407"/>
                  <a:pt x="837" y="407"/>
                </a:cubicBezTo>
                <a:cubicBezTo>
                  <a:pt x="837" y="371"/>
                  <a:pt x="837" y="371"/>
                  <a:pt x="837" y="371"/>
                </a:cubicBezTo>
                <a:cubicBezTo>
                  <a:pt x="835" y="371"/>
                  <a:pt x="835" y="371"/>
                  <a:pt x="835" y="371"/>
                </a:cubicBezTo>
                <a:lnTo>
                  <a:pt x="835" y="407"/>
                </a:lnTo>
                <a:close/>
                <a:moveTo>
                  <a:pt x="832" y="418"/>
                </a:moveTo>
                <a:cubicBezTo>
                  <a:pt x="861" y="418"/>
                  <a:pt x="861" y="418"/>
                  <a:pt x="861" y="418"/>
                </a:cubicBezTo>
                <a:cubicBezTo>
                  <a:pt x="861" y="461"/>
                  <a:pt x="861" y="461"/>
                  <a:pt x="861" y="461"/>
                </a:cubicBezTo>
                <a:cubicBezTo>
                  <a:pt x="899" y="461"/>
                  <a:pt x="899" y="461"/>
                  <a:pt x="899" y="461"/>
                </a:cubicBezTo>
                <a:cubicBezTo>
                  <a:pt x="899" y="459"/>
                  <a:pt x="899" y="459"/>
                  <a:pt x="899" y="459"/>
                </a:cubicBezTo>
                <a:cubicBezTo>
                  <a:pt x="864" y="459"/>
                  <a:pt x="864" y="459"/>
                  <a:pt x="864" y="459"/>
                </a:cubicBezTo>
                <a:cubicBezTo>
                  <a:pt x="864" y="415"/>
                  <a:pt x="864" y="415"/>
                  <a:pt x="864" y="415"/>
                </a:cubicBezTo>
                <a:cubicBezTo>
                  <a:pt x="832" y="415"/>
                  <a:pt x="832" y="415"/>
                  <a:pt x="832" y="415"/>
                </a:cubicBezTo>
                <a:cubicBezTo>
                  <a:pt x="832" y="418"/>
                  <a:pt x="832" y="418"/>
                  <a:pt x="832" y="418"/>
                </a:cubicBezTo>
                <a:moveTo>
                  <a:pt x="880" y="454"/>
                </a:moveTo>
                <a:cubicBezTo>
                  <a:pt x="882" y="454"/>
                  <a:pt x="882" y="454"/>
                  <a:pt x="882" y="454"/>
                </a:cubicBezTo>
                <a:cubicBezTo>
                  <a:pt x="882" y="372"/>
                  <a:pt x="882" y="372"/>
                  <a:pt x="882" y="372"/>
                </a:cubicBezTo>
                <a:cubicBezTo>
                  <a:pt x="880" y="372"/>
                  <a:pt x="880" y="372"/>
                  <a:pt x="880" y="372"/>
                </a:cubicBezTo>
                <a:lnTo>
                  <a:pt x="880" y="454"/>
                </a:lnTo>
                <a:close/>
                <a:moveTo>
                  <a:pt x="862" y="417"/>
                </a:moveTo>
                <a:cubicBezTo>
                  <a:pt x="870" y="422"/>
                  <a:pt x="870" y="422"/>
                  <a:pt x="870" y="422"/>
                </a:cubicBezTo>
                <a:cubicBezTo>
                  <a:pt x="870" y="450"/>
                  <a:pt x="870" y="450"/>
                  <a:pt x="870" y="450"/>
                </a:cubicBezTo>
                <a:cubicBezTo>
                  <a:pt x="873" y="450"/>
                  <a:pt x="873" y="450"/>
                  <a:pt x="873" y="450"/>
                </a:cubicBezTo>
                <a:cubicBezTo>
                  <a:pt x="873" y="421"/>
                  <a:pt x="873" y="421"/>
                  <a:pt x="873" y="421"/>
                </a:cubicBezTo>
                <a:cubicBezTo>
                  <a:pt x="863" y="415"/>
                  <a:pt x="863" y="415"/>
                  <a:pt x="863" y="415"/>
                </a:cubicBezTo>
                <a:cubicBezTo>
                  <a:pt x="862" y="417"/>
                  <a:pt x="862" y="417"/>
                  <a:pt x="862" y="417"/>
                </a:cubicBezTo>
                <a:moveTo>
                  <a:pt x="758" y="519"/>
                </a:moveTo>
                <a:cubicBezTo>
                  <a:pt x="758" y="494"/>
                  <a:pt x="758" y="494"/>
                  <a:pt x="758" y="494"/>
                </a:cubicBezTo>
                <a:cubicBezTo>
                  <a:pt x="782" y="494"/>
                  <a:pt x="782" y="494"/>
                  <a:pt x="782" y="494"/>
                </a:cubicBezTo>
                <a:cubicBezTo>
                  <a:pt x="782" y="519"/>
                  <a:pt x="782" y="519"/>
                  <a:pt x="782" y="519"/>
                </a:cubicBezTo>
                <a:cubicBezTo>
                  <a:pt x="785" y="519"/>
                  <a:pt x="785" y="519"/>
                  <a:pt x="785" y="519"/>
                </a:cubicBezTo>
                <a:cubicBezTo>
                  <a:pt x="785" y="492"/>
                  <a:pt x="785" y="492"/>
                  <a:pt x="785" y="492"/>
                </a:cubicBezTo>
                <a:cubicBezTo>
                  <a:pt x="755" y="492"/>
                  <a:pt x="755" y="492"/>
                  <a:pt x="755" y="492"/>
                </a:cubicBezTo>
                <a:cubicBezTo>
                  <a:pt x="755" y="519"/>
                  <a:pt x="755" y="519"/>
                  <a:pt x="755" y="519"/>
                </a:cubicBezTo>
                <a:cubicBezTo>
                  <a:pt x="758" y="519"/>
                  <a:pt x="758" y="519"/>
                  <a:pt x="758" y="519"/>
                </a:cubicBezTo>
                <a:moveTo>
                  <a:pt x="784" y="504"/>
                </a:moveTo>
                <a:cubicBezTo>
                  <a:pt x="800" y="504"/>
                  <a:pt x="800" y="504"/>
                  <a:pt x="800" y="504"/>
                </a:cubicBezTo>
                <a:cubicBezTo>
                  <a:pt x="800" y="501"/>
                  <a:pt x="800" y="501"/>
                  <a:pt x="800" y="501"/>
                </a:cubicBezTo>
                <a:cubicBezTo>
                  <a:pt x="784" y="501"/>
                  <a:pt x="784" y="501"/>
                  <a:pt x="784" y="501"/>
                </a:cubicBezTo>
                <a:lnTo>
                  <a:pt x="784" y="504"/>
                </a:lnTo>
                <a:close/>
                <a:moveTo>
                  <a:pt x="876" y="372"/>
                </a:moveTo>
                <a:cubicBezTo>
                  <a:pt x="876" y="276"/>
                  <a:pt x="876" y="276"/>
                  <a:pt x="876" y="276"/>
                </a:cubicBezTo>
                <a:cubicBezTo>
                  <a:pt x="898" y="264"/>
                  <a:pt x="898" y="264"/>
                  <a:pt x="898" y="264"/>
                </a:cubicBezTo>
                <a:cubicBezTo>
                  <a:pt x="898" y="534"/>
                  <a:pt x="898" y="534"/>
                  <a:pt x="898" y="534"/>
                </a:cubicBezTo>
                <a:cubicBezTo>
                  <a:pt x="900" y="534"/>
                  <a:pt x="900" y="534"/>
                  <a:pt x="900" y="534"/>
                </a:cubicBezTo>
                <a:cubicBezTo>
                  <a:pt x="900" y="261"/>
                  <a:pt x="900" y="261"/>
                  <a:pt x="900" y="261"/>
                </a:cubicBezTo>
                <a:cubicBezTo>
                  <a:pt x="874" y="274"/>
                  <a:pt x="874" y="274"/>
                  <a:pt x="874" y="274"/>
                </a:cubicBezTo>
                <a:cubicBezTo>
                  <a:pt x="874" y="372"/>
                  <a:pt x="874" y="372"/>
                  <a:pt x="874" y="372"/>
                </a:cubicBezTo>
                <a:cubicBezTo>
                  <a:pt x="876" y="372"/>
                  <a:pt x="876" y="372"/>
                  <a:pt x="876" y="372"/>
                </a:cubicBezTo>
                <a:moveTo>
                  <a:pt x="889" y="269"/>
                </a:moveTo>
                <a:cubicBezTo>
                  <a:pt x="889" y="260"/>
                  <a:pt x="889" y="260"/>
                  <a:pt x="889" y="260"/>
                </a:cubicBezTo>
                <a:cubicBezTo>
                  <a:pt x="910" y="250"/>
                  <a:pt x="910" y="250"/>
                  <a:pt x="910" y="250"/>
                </a:cubicBezTo>
                <a:cubicBezTo>
                  <a:pt x="948" y="260"/>
                  <a:pt x="948" y="260"/>
                  <a:pt x="948" y="260"/>
                </a:cubicBezTo>
                <a:cubicBezTo>
                  <a:pt x="948" y="267"/>
                  <a:pt x="948" y="267"/>
                  <a:pt x="948" y="267"/>
                </a:cubicBezTo>
                <a:cubicBezTo>
                  <a:pt x="950" y="268"/>
                  <a:pt x="950" y="268"/>
                  <a:pt x="950" y="268"/>
                </a:cubicBezTo>
                <a:cubicBezTo>
                  <a:pt x="950" y="259"/>
                  <a:pt x="950" y="259"/>
                  <a:pt x="950" y="259"/>
                </a:cubicBezTo>
                <a:cubicBezTo>
                  <a:pt x="950" y="258"/>
                  <a:pt x="950" y="258"/>
                  <a:pt x="950" y="258"/>
                </a:cubicBezTo>
                <a:cubicBezTo>
                  <a:pt x="910" y="248"/>
                  <a:pt x="910" y="248"/>
                  <a:pt x="910" y="248"/>
                </a:cubicBezTo>
                <a:cubicBezTo>
                  <a:pt x="887" y="259"/>
                  <a:pt x="887" y="259"/>
                  <a:pt x="887" y="259"/>
                </a:cubicBezTo>
                <a:cubicBezTo>
                  <a:pt x="887" y="269"/>
                  <a:pt x="887" y="269"/>
                  <a:pt x="887" y="269"/>
                </a:cubicBezTo>
                <a:cubicBezTo>
                  <a:pt x="889" y="269"/>
                  <a:pt x="889" y="269"/>
                  <a:pt x="889" y="269"/>
                </a:cubicBezTo>
                <a:moveTo>
                  <a:pt x="899" y="264"/>
                </a:moveTo>
                <a:cubicBezTo>
                  <a:pt x="907" y="267"/>
                  <a:pt x="907" y="267"/>
                  <a:pt x="907" y="267"/>
                </a:cubicBezTo>
                <a:cubicBezTo>
                  <a:pt x="919" y="262"/>
                  <a:pt x="919" y="262"/>
                  <a:pt x="919" y="262"/>
                </a:cubicBezTo>
                <a:cubicBezTo>
                  <a:pt x="965" y="272"/>
                  <a:pt x="965" y="272"/>
                  <a:pt x="965" y="272"/>
                </a:cubicBezTo>
                <a:cubicBezTo>
                  <a:pt x="965" y="536"/>
                  <a:pt x="965" y="536"/>
                  <a:pt x="965" y="536"/>
                </a:cubicBezTo>
                <a:cubicBezTo>
                  <a:pt x="967" y="536"/>
                  <a:pt x="967" y="536"/>
                  <a:pt x="967" y="536"/>
                </a:cubicBezTo>
                <a:cubicBezTo>
                  <a:pt x="967" y="271"/>
                  <a:pt x="967" y="271"/>
                  <a:pt x="967" y="271"/>
                </a:cubicBezTo>
                <a:cubicBezTo>
                  <a:pt x="919" y="260"/>
                  <a:pt x="919" y="260"/>
                  <a:pt x="919" y="260"/>
                </a:cubicBezTo>
                <a:cubicBezTo>
                  <a:pt x="907" y="265"/>
                  <a:pt x="907" y="265"/>
                  <a:pt x="907" y="265"/>
                </a:cubicBezTo>
                <a:cubicBezTo>
                  <a:pt x="900" y="262"/>
                  <a:pt x="900" y="262"/>
                  <a:pt x="900" y="262"/>
                </a:cubicBezTo>
                <a:cubicBezTo>
                  <a:pt x="899" y="264"/>
                  <a:pt x="899" y="264"/>
                  <a:pt x="899" y="264"/>
                </a:cubicBezTo>
                <a:moveTo>
                  <a:pt x="911" y="264"/>
                </a:moveTo>
                <a:cubicBezTo>
                  <a:pt x="911" y="531"/>
                  <a:pt x="911" y="531"/>
                  <a:pt x="911" y="531"/>
                </a:cubicBezTo>
                <a:cubicBezTo>
                  <a:pt x="913" y="531"/>
                  <a:pt x="913" y="531"/>
                  <a:pt x="913" y="531"/>
                </a:cubicBezTo>
                <a:cubicBezTo>
                  <a:pt x="913" y="264"/>
                  <a:pt x="913" y="264"/>
                  <a:pt x="913" y="264"/>
                </a:cubicBezTo>
                <a:moveTo>
                  <a:pt x="925" y="510"/>
                </a:moveTo>
                <a:cubicBezTo>
                  <a:pt x="927" y="510"/>
                  <a:pt x="927" y="510"/>
                  <a:pt x="927" y="510"/>
                </a:cubicBezTo>
                <a:cubicBezTo>
                  <a:pt x="927" y="283"/>
                  <a:pt x="927" y="283"/>
                  <a:pt x="927" y="283"/>
                </a:cubicBezTo>
                <a:cubicBezTo>
                  <a:pt x="925" y="283"/>
                  <a:pt x="925" y="283"/>
                  <a:pt x="925" y="283"/>
                </a:cubicBezTo>
                <a:lnTo>
                  <a:pt x="925" y="510"/>
                </a:lnTo>
                <a:close/>
                <a:moveTo>
                  <a:pt x="883" y="271"/>
                </a:moveTo>
                <a:cubicBezTo>
                  <a:pt x="883" y="247"/>
                  <a:pt x="883" y="247"/>
                  <a:pt x="883" y="247"/>
                </a:cubicBezTo>
                <a:cubicBezTo>
                  <a:pt x="914" y="208"/>
                  <a:pt x="914" y="208"/>
                  <a:pt x="914" y="208"/>
                </a:cubicBezTo>
                <a:cubicBezTo>
                  <a:pt x="923" y="208"/>
                  <a:pt x="923" y="208"/>
                  <a:pt x="923" y="208"/>
                </a:cubicBezTo>
                <a:cubicBezTo>
                  <a:pt x="957" y="247"/>
                  <a:pt x="957" y="247"/>
                  <a:pt x="957" y="247"/>
                </a:cubicBezTo>
                <a:cubicBezTo>
                  <a:pt x="957" y="270"/>
                  <a:pt x="957" y="270"/>
                  <a:pt x="957" y="270"/>
                </a:cubicBezTo>
                <a:cubicBezTo>
                  <a:pt x="960" y="270"/>
                  <a:pt x="960" y="270"/>
                  <a:pt x="960" y="270"/>
                </a:cubicBezTo>
                <a:cubicBezTo>
                  <a:pt x="960" y="246"/>
                  <a:pt x="960" y="246"/>
                  <a:pt x="960" y="246"/>
                </a:cubicBezTo>
                <a:cubicBezTo>
                  <a:pt x="924" y="206"/>
                  <a:pt x="924" y="206"/>
                  <a:pt x="924" y="206"/>
                </a:cubicBezTo>
                <a:cubicBezTo>
                  <a:pt x="913" y="206"/>
                  <a:pt x="913" y="206"/>
                  <a:pt x="913" y="206"/>
                </a:cubicBezTo>
                <a:cubicBezTo>
                  <a:pt x="881" y="246"/>
                  <a:pt x="881" y="246"/>
                  <a:pt x="881" y="246"/>
                </a:cubicBezTo>
                <a:cubicBezTo>
                  <a:pt x="881" y="271"/>
                  <a:pt x="881" y="271"/>
                  <a:pt x="881" y="271"/>
                </a:cubicBezTo>
                <a:cubicBezTo>
                  <a:pt x="883" y="271"/>
                  <a:pt x="883" y="271"/>
                  <a:pt x="883" y="271"/>
                </a:cubicBezTo>
                <a:moveTo>
                  <a:pt x="917" y="207"/>
                </a:moveTo>
                <a:cubicBezTo>
                  <a:pt x="909" y="238"/>
                  <a:pt x="909" y="238"/>
                  <a:pt x="909" y="238"/>
                </a:cubicBezTo>
                <a:cubicBezTo>
                  <a:pt x="909" y="249"/>
                  <a:pt x="909" y="249"/>
                  <a:pt x="909" y="249"/>
                </a:cubicBezTo>
                <a:cubicBezTo>
                  <a:pt x="909" y="265"/>
                  <a:pt x="909" y="265"/>
                  <a:pt x="909" y="265"/>
                </a:cubicBezTo>
                <a:cubicBezTo>
                  <a:pt x="911" y="265"/>
                  <a:pt x="911" y="265"/>
                  <a:pt x="911" y="265"/>
                </a:cubicBezTo>
                <a:cubicBezTo>
                  <a:pt x="911" y="249"/>
                  <a:pt x="911" y="249"/>
                  <a:pt x="911" y="249"/>
                </a:cubicBezTo>
                <a:cubicBezTo>
                  <a:pt x="911" y="238"/>
                  <a:pt x="911" y="238"/>
                  <a:pt x="911" y="238"/>
                </a:cubicBezTo>
                <a:cubicBezTo>
                  <a:pt x="920" y="208"/>
                  <a:pt x="920" y="208"/>
                  <a:pt x="920" y="208"/>
                </a:cubicBezTo>
                <a:cubicBezTo>
                  <a:pt x="917" y="207"/>
                  <a:pt x="917" y="207"/>
                  <a:pt x="917" y="207"/>
                </a:cubicBezTo>
                <a:moveTo>
                  <a:pt x="894" y="257"/>
                </a:moveTo>
                <a:cubicBezTo>
                  <a:pt x="894" y="249"/>
                  <a:pt x="894" y="249"/>
                  <a:pt x="894" y="249"/>
                </a:cubicBezTo>
                <a:cubicBezTo>
                  <a:pt x="910" y="239"/>
                  <a:pt x="910" y="239"/>
                  <a:pt x="910" y="239"/>
                </a:cubicBezTo>
                <a:cubicBezTo>
                  <a:pt x="945" y="247"/>
                  <a:pt x="945" y="247"/>
                  <a:pt x="945" y="247"/>
                </a:cubicBezTo>
                <a:cubicBezTo>
                  <a:pt x="945" y="257"/>
                  <a:pt x="945" y="257"/>
                  <a:pt x="945" y="257"/>
                </a:cubicBezTo>
                <a:cubicBezTo>
                  <a:pt x="947" y="257"/>
                  <a:pt x="947" y="257"/>
                  <a:pt x="947" y="257"/>
                </a:cubicBezTo>
                <a:cubicBezTo>
                  <a:pt x="947" y="245"/>
                  <a:pt x="947" y="245"/>
                  <a:pt x="947" y="245"/>
                </a:cubicBezTo>
                <a:cubicBezTo>
                  <a:pt x="910" y="236"/>
                  <a:pt x="910" y="236"/>
                  <a:pt x="910" y="236"/>
                </a:cubicBezTo>
                <a:cubicBezTo>
                  <a:pt x="892" y="247"/>
                  <a:pt x="892" y="247"/>
                  <a:pt x="892" y="247"/>
                </a:cubicBezTo>
                <a:cubicBezTo>
                  <a:pt x="892" y="257"/>
                  <a:pt x="892" y="257"/>
                  <a:pt x="892" y="257"/>
                </a:cubicBezTo>
                <a:cubicBezTo>
                  <a:pt x="894" y="257"/>
                  <a:pt x="894" y="257"/>
                  <a:pt x="894" y="257"/>
                </a:cubicBezTo>
                <a:moveTo>
                  <a:pt x="943" y="230"/>
                </a:moveTo>
                <a:cubicBezTo>
                  <a:pt x="942" y="245"/>
                  <a:pt x="942" y="245"/>
                  <a:pt x="942" y="245"/>
                </a:cubicBezTo>
                <a:cubicBezTo>
                  <a:pt x="945" y="245"/>
                  <a:pt x="945" y="245"/>
                  <a:pt x="945" y="245"/>
                </a:cubicBezTo>
                <a:cubicBezTo>
                  <a:pt x="945" y="230"/>
                  <a:pt x="945" y="230"/>
                  <a:pt x="945" y="230"/>
                </a:cubicBezTo>
                <a:moveTo>
                  <a:pt x="896" y="245"/>
                </a:moveTo>
                <a:cubicBezTo>
                  <a:pt x="898" y="245"/>
                  <a:pt x="898" y="245"/>
                  <a:pt x="898" y="245"/>
                </a:cubicBezTo>
                <a:cubicBezTo>
                  <a:pt x="898" y="228"/>
                  <a:pt x="898" y="228"/>
                  <a:pt x="898" y="228"/>
                </a:cubicBezTo>
                <a:cubicBezTo>
                  <a:pt x="896" y="228"/>
                  <a:pt x="896" y="228"/>
                  <a:pt x="896" y="228"/>
                </a:cubicBezTo>
                <a:lnTo>
                  <a:pt x="896" y="245"/>
                </a:lnTo>
                <a:close/>
                <a:moveTo>
                  <a:pt x="945" y="252"/>
                </a:moveTo>
                <a:cubicBezTo>
                  <a:pt x="958" y="252"/>
                  <a:pt x="958" y="252"/>
                  <a:pt x="958" y="252"/>
                </a:cubicBezTo>
                <a:cubicBezTo>
                  <a:pt x="958" y="250"/>
                  <a:pt x="958" y="250"/>
                  <a:pt x="958" y="250"/>
                </a:cubicBezTo>
                <a:cubicBezTo>
                  <a:pt x="945" y="250"/>
                  <a:pt x="945" y="250"/>
                  <a:pt x="945" y="250"/>
                </a:cubicBezTo>
                <a:moveTo>
                  <a:pt x="914" y="207"/>
                </a:moveTo>
                <a:cubicBezTo>
                  <a:pt x="914" y="182"/>
                  <a:pt x="914" y="182"/>
                  <a:pt x="914" y="182"/>
                </a:cubicBezTo>
                <a:cubicBezTo>
                  <a:pt x="919" y="177"/>
                  <a:pt x="919" y="177"/>
                  <a:pt x="919" y="177"/>
                </a:cubicBezTo>
                <a:cubicBezTo>
                  <a:pt x="924" y="182"/>
                  <a:pt x="924" y="182"/>
                  <a:pt x="924" y="182"/>
                </a:cubicBezTo>
                <a:cubicBezTo>
                  <a:pt x="924" y="208"/>
                  <a:pt x="924" y="208"/>
                  <a:pt x="924" y="208"/>
                </a:cubicBezTo>
                <a:cubicBezTo>
                  <a:pt x="926" y="208"/>
                  <a:pt x="926" y="208"/>
                  <a:pt x="926" y="208"/>
                </a:cubicBezTo>
                <a:cubicBezTo>
                  <a:pt x="926" y="181"/>
                  <a:pt x="926" y="181"/>
                  <a:pt x="926" y="181"/>
                </a:cubicBezTo>
                <a:cubicBezTo>
                  <a:pt x="919" y="174"/>
                  <a:pt x="919" y="174"/>
                  <a:pt x="919" y="174"/>
                </a:cubicBezTo>
                <a:cubicBezTo>
                  <a:pt x="912" y="181"/>
                  <a:pt x="912" y="181"/>
                  <a:pt x="912" y="181"/>
                </a:cubicBezTo>
                <a:cubicBezTo>
                  <a:pt x="912" y="207"/>
                  <a:pt x="912" y="207"/>
                  <a:pt x="912" y="207"/>
                </a:cubicBezTo>
                <a:cubicBezTo>
                  <a:pt x="914" y="207"/>
                  <a:pt x="914" y="207"/>
                  <a:pt x="914" y="207"/>
                </a:cubicBezTo>
                <a:moveTo>
                  <a:pt x="918" y="175"/>
                </a:moveTo>
                <a:cubicBezTo>
                  <a:pt x="920" y="175"/>
                  <a:pt x="920" y="175"/>
                  <a:pt x="920" y="175"/>
                </a:cubicBezTo>
                <a:cubicBezTo>
                  <a:pt x="920" y="114"/>
                  <a:pt x="920" y="114"/>
                  <a:pt x="920" y="114"/>
                </a:cubicBezTo>
                <a:cubicBezTo>
                  <a:pt x="918" y="114"/>
                  <a:pt x="918" y="114"/>
                  <a:pt x="918" y="114"/>
                </a:cubicBezTo>
                <a:lnTo>
                  <a:pt x="918" y="175"/>
                </a:lnTo>
                <a:close/>
                <a:moveTo>
                  <a:pt x="917" y="207"/>
                </a:moveTo>
                <a:cubicBezTo>
                  <a:pt x="920" y="207"/>
                  <a:pt x="920" y="207"/>
                  <a:pt x="920" y="207"/>
                </a:cubicBezTo>
                <a:cubicBezTo>
                  <a:pt x="920" y="176"/>
                  <a:pt x="920" y="176"/>
                  <a:pt x="920" y="176"/>
                </a:cubicBezTo>
                <a:cubicBezTo>
                  <a:pt x="917" y="176"/>
                  <a:pt x="917" y="176"/>
                  <a:pt x="917" y="176"/>
                </a:cubicBezTo>
                <a:lnTo>
                  <a:pt x="917" y="207"/>
                </a:lnTo>
                <a:close/>
                <a:moveTo>
                  <a:pt x="867" y="544"/>
                </a:moveTo>
                <a:cubicBezTo>
                  <a:pt x="892" y="535"/>
                  <a:pt x="913" y="531"/>
                  <a:pt x="931" y="531"/>
                </a:cubicBezTo>
                <a:cubicBezTo>
                  <a:pt x="969" y="531"/>
                  <a:pt x="992" y="546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7" y="551"/>
                  <a:pt x="997" y="551"/>
                  <a:pt x="997" y="551"/>
                </a:cubicBezTo>
                <a:cubicBezTo>
                  <a:pt x="995" y="552"/>
                  <a:pt x="990" y="554"/>
                  <a:pt x="983" y="556"/>
                </a:cubicBezTo>
                <a:cubicBezTo>
                  <a:pt x="977" y="558"/>
                  <a:pt x="970" y="559"/>
                  <a:pt x="964" y="560"/>
                </a:cubicBezTo>
                <a:cubicBezTo>
                  <a:pt x="964" y="562"/>
                  <a:pt x="964" y="562"/>
                  <a:pt x="964" y="562"/>
                </a:cubicBezTo>
                <a:cubicBezTo>
                  <a:pt x="972" y="561"/>
                  <a:pt x="980" y="559"/>
                  <a:pt x="987" y="557"/>
                </a:cubicBezTo>
                <a:cubicBezTo>
                  <a:pt x="991" y="556"/>
                  <a:pt x="994" y="555"/>
                  <a:pt x="996" y="554"/>
                </a:cubicBezTo>
                <a:cubicBezTo>
                  <a:pt x="997" y="553"/>
                  <a:pt x="998" y="553"/>
                  <a:pt x="999" y="552"/>
                </a:cubicBezTo>
                <a:cubicBezTo>
                  <a:pt x="999" y="552"/>
                  <a:pt x="1000" y="551"/>
                  <a:pt x="1000" y="550"/>
                </a:cubicBezTo>
                <a:cubicBezTo>
                  <a:pt x="1000" y="549"/>
                  <a:pt x="999" y="549"/>
                  <a:pt x="999" y="548"/>
                </a:cubicBezTo>
                <a:cubicBezTo>
                  <a:pt x="993" y="544"/>
                  <a:pt x="970" y="529"/>
                  <a:pt x="931" y="529"/>
                </a:cubicBezTo>
                <a:cubicBezTo>
                  <a:pt x="913" y="529"/>
                  <a:pt x="891" y="533"/>
                  <a:pt x="866" y="542"/>
                </a:cubicBezTo>
                <a:cubicBezTo>
                  <a:pt x="867" y="544"/>
                  <a:pt x="867" y="544"/>
                  <a:pt x="867" y="544"/>
                </a:cubicBezTo>
                <a:moveTo>
                  <a:pt x="895" y="567"/>
                </a:moveTo>
                <a:cubicBezTo>
                  <a:pt x="895" y="567"/>
                  <a:pt x="895" y="566"/>
                  <a:pt x="895" y="565"/>
                </a:cubicBezTo>
                <a:cubicBezTo>
                  <a:pt x="896" y="562"/>
                  <a:pt x="900" y="555"/>
                  <a:pt x="907" y="550"/>
                </a:cubicBezTo>
                <a:cubicBezTo>
                  <a:pt x="918" y="543"/>
                  <a:pt x="923" y="543"/>
                  <a:pt x="935" y="542"/>
                </a:cubicBezTo>
                <a:cubicBezTo>
                  <a:pt x="935" y="540"/>
                  <a:pt x="935" y="540"/>
                  <a:pt x="935" y="540"/>
                </a:cubicBezTo>
                <a:cubicBezTo>
                  <a:pt x="923" y="541"/>
                  <a:pt x="917" y="541"/>
                  <a:pt x="906" y="548"/>
                </a:cubicBezTo>
                <a:cubicBezTo>
                  <a:pt x="895" y="555"/>
                  <a:pt x="893" y="566"/>
                  <a:pt x="893" y="567"/>
                </a:cubicBezTo>
                <a:cubicBezTo>
                  <a:pt x="895" y="567"/>
                  <a:pt x="895" y="567"/>
                  <a:pt x="895" y="567"/>
                </a:cubicBezTo>
                <a:moveTo>
                  <a:pt x="889" y="570"/>
                </a:moveTo>
                <a:cubicBezTo>
                  <a:pt x="889" y="570"/>
                  <a:pt x="890" y="569"/>
                  <a:pt x="891" y="569"/>
                </a:cubicBezTo>
                <a:cubicBezTo>
                  <a:pt x="896" y="567"/>
                  <a:pt x="908" y="562"/>
                  <a:pt x="926" y="561"/>
                </a:cubicBezTo>
                <a:cubicBezTo>
                  <a:pt x="930" y="561"/>
                  <a:pt x="934" y="561"/>
                  <a:pt x="938" y="561"/>
                </a:cubicBezTo>
                <a:cubicBezTo>
                  <a:pt x="960" y="561"/>
                  <a:pt x="979" y="565"/>
                  <a:pt x="993" y="571"/>
                </a:cubicBezTo>
                <a:cubicBezTo>
                  <a:pt x="1009" y="579"/>
                  <a:pt x="1014" y="585"/>
                  <a:pt x="1023" y="590"/>
                </a:cubicBezTo>
                <a:cubicBezTo>
                  <a:pt x="1033" y="594"/>
                  <a:pt x="1033" y="595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0" y="598"/>
                  <a:pt x="1038" y="598"/>
                </a:cubicBezTo>
                <a:cubicBezTo>
                  <a:pt x="1037" y="598"/>
                  <a:pt x="1034" y="599"/>
                  <a:pt x="1032" y="599"/>
                </a:cubicBezTo>
                <a:cubicBezTo>
                  <a:pt x="1027" y="599"/>
                  <a:pt x="1021" y="598"/>
                  <a:pt x="1014" y="595"/>
                </a:cubicBezTo>
                <a:cubicBezTo>
                  <a:pt x="1010" y="593"/>
                  <a:pt x="1003" y="588"/>
                  <a:pt x="995" y="585"/>
                </a:cubicBezTo>
                <a:cubicBezTo>
                  <a:pt x="987" y="582"/>
                  <a:pt x="976" y="573"/>
                  <a:pt x="958" y="571"/>
                </a:cubicBezTo>
                <a:cubicBezTo>
                  <a:pt x="952" y="571"/>
                  <a:pt x="945" y="570"/>
                  <a:pt x="937" y="570"/>
                </a:cubicBezTo>
                <a:cubicBezTo>
                  <a:pt x="929" y="570"/>
                  <a:pt x="920" y="571"/>
                  <a:pt x="910" y="573"/>
                </a:cubicBezTo>
                <a:cubicBezTo>
                  <a:pt x="904" y="574"/>
                  <a:pt x="879" y="584"/>
                  <a:pt x="868" y="588"/>
                </a:cubicBezTo>
                <a:cubicBezTo>
                  <a:pt x="858" y="592"/>
                  <a:pt x="858" y="594"/>
                  <a:pt x="840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8"/>
                  <a:pt x="841" y="598"/>
                </a:cubicBezTo>
                <a:cubicBezTo>
                  <a:pt x="844" y="595"/>
                  <a:pt x="851" y="590"/>
                  <a:pt x="857" y="586"/>
                </a:cubicBezTo>
                <a:cubicBezTo>
                  <a:pt x="860" y="585"/>
                  <a:pt x="864" y="583"/>
                  <a:pt x="866" y="581"/>
                </a:cubicBezTo>
                <a:cubicBezTo>
                  <a:pt x="868" y="580"/>
                  <a:pt x="870" y="579"/>
                  <a:pt x="871" y="579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69" y="577"/>
                  <a:pt x="867" y="578"/>
                  <a:pt x="863" y="580"/>
                </a:cubicBezTo>
                <a:cubicBezTo>
                  <a:pt x="859" y="583"/>
                  <a:pt x="852" y="587"/>
                  <a:pt x="847" y="590"/>
                </a:cubicBezTo>
                <a:cubicBezTo>
                  <a:pt x="845" y="592"/>
                  <a:pt x="842" y="594"/>
                  <a:pt x="841" y="595"/>
                </a:cubicBezTo>
                <a:cubicBezTo>
                  <a:pt x="840" y="596"/>
                  <a:pt x="839" y="596"/>
                  <a:pt x="839" y="597"/>
                </a:cubicBezTo>
                <a:cubicBezTo>
                  <a:pt x="838" y="598"/>
                  <a:pt x="838" y="598"/>
                  <a:pt x="838" y="599"/>
                </a:cubicBezTo>
                <a:cubicBezTo>
                  <a:pt x="838" y="600"/>
                  <a:pt x="838" y="600"/>
                  <a:pt x="838" y="600"/>
                </a:cubicBezTo>
                <a:cubicBezTo>
                  <a:pt x="839" y="600"/>
                  <a:pt x="839" y="600"/>
                  <a:pt x="839" y="600"/>
                </a:cubicBezTo>
                <a:cubicBezTo>
                  <a:pt x="841" y="600"/>
                  <a:pt x="841" y="600"/>
                  <a:pt x="841" y="600"/>
                </a:cubicBezTo>
                <a:cubicBezTo>
                  <a:pt x="858" y="596"/>
                  <a:pt x="859" y="594"/>
                  <a:pt x="869" y="590"/>
                </a:cubicBezTo>
                <a:cubicBezTo>
                  <a:pt x="879" y="586"/>
                  <a:pt x="905" y="576"/>
                  <a:pt x="911" y="575"/>
                </a:cubicBezTo>
                <a:cubicBezTo>
                  <a:pt x="920" y="573"/>
                  <a:pt x="929" y="572"/>
                  <a:pt x="937" y="572"/>
                </a:cubicBezTo>
                <a:cubicBezTo>
                  <a:pt x="945" y="572"/>
                  <a:pt x="952" y="573"/>
                  <a:pt x="958" y="574"/>
                </a:cubicBezTo>
                <a:cubicBezTo>
                  <a:pt x="975" y="576"/>
                  <a:pt x="986" y="584"/>
                  <a:pt x="994" y="587"/>
                </a:cubicBezTo>
                <a:cubicBezTo>
                  <a:pt x="1002" y="590"/>
                  <a:pt x="1008" y="595"/>
                  <a:pt x="1013" y="597"/>
                </a:cubicBezTo>
                <a:cubicBezTo>
                  <a:pt x="1020" y="600"/>
                  <a:pt x="1027" y="601"/>
                  <a:pt x="1032" y="601"/>
                </a:cubicBezTo>
                <a:cubicBezTo>
                  <a:pt x="1035" y="601"/>
                  <a:pt x="1038" y="600"/>
                  <a:pt x="1040" y="600"/>
                </a:cubicBezTo>
                <a:cubicBezTo>
                  <a:pt x="1040" y="600"/>
                  <a:pt x="1041" y="599"/>
                  <a:pt x="1042" y="599"/>
                </a:cubicBezTo>
                <a:cubicBezTo>
                  <a:pt x="1042" y="599"/>
                  <a:pt x="1043" y="598"/>
                  <a:pt x="1043" y="597"/>
                </a:cubicBezTo>
                <a:cubicBezTo>
                  <a:pt x="1043" y="596"/>
                  <a:pt x="1043" y="596"/>
                  <a:pt x="1043" y="596"/>
                </a:cubicBezTo>
                <a:cubicBezTo>
                  <a:pt x="1042" y="596"/>
                  <a:pt x="1042" y="596"/>
                  <a:pt x="1042" y="596"/>
                </a:cubicBezTo>
                <a:cubicBezTo>
                  <a:pt x="1033" y="593"/>
                  <a:pt x="1034" y="592"/>
                  <a:pt x="1024" y="588"/>
                </a:cubicBezTo>
                <a:cubicBezTo>
                  <a:pt x="1016" y="584"/>
                  <a:pt x="1010" y="577"/>
                  <a:pt x="994" y="569"/>
                </a:cubicBezTo>
                <a:cubicBezTo>
                  <a:pt x="979" y="563"/>
                  <a:pt x="960" y="559"/>
                  <a:pt x="938" y="559"/>
                </a:cubicBezTo>
                <a:cubicBezTo>
                  <a:pt x="934" y="559"/>
                  <a:pt x="930" y="559"/>
                  <a:pt x="926" y="559"/>
                </a:cubicBezTo>
                <a:cubicBezTo>
                  <a:pt x="902" y="561"/>
                  <a:pt x="888" y="568"/>
                  <a:pt x="888" y="568"/>
                </a:cubicBezTo>
                <a:cubicBezTo>
                  <a:pt x="889" y="570"/>
                  <a:pt x="889" y="570"/>
                  <a:pt x="889" y="570"/>
                </a:cubicBezTo>
                <a:moveTo>
                  <a:pt x="906" y="605"/>
                </a:moveTo>
                <a:cubicBezTo>
                  <a:pt x="906" y="606"/>
                  <a:pt x="906" y="606"/>
                  <a:pt x="906" y="606"/>
                </a:cubicBezTo>
                <a:cubicBezTo>
                  <a:pt x="937" y="606"/>
                  <a:pt x="937" y="606"/>
                  <a:pt x="937" y="606"/>
                </a:cubicBezTo>
                <a:cubicBezTo>
                  <a:pt x="937" y="607"/>
                  <a:pt x="937" y="607"/>
                  <a:pt x="937" y="607"/>
                </a:cubicBezTo>
                <a:cubicBezTo>
                  <a:pt x="907" y="607"/>
                  <a:pt x="907" y="607"/>
                  <a:pt x="907" y="607"/>
                </a:cubicBezTo>
                <a:cubicBezTo>
                  <a:pt x="907" y="605"/>
                  <a:pt x="907" y="605"/>
                  <a:pt x="907" y="605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6" y="606"/>
                  <a:pt x="906" y="606"/>
                  <a:pt x="906" y="606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5" y="610"/>
                  <a:pt x="905" y="610"/>
                  <a:pt x="905" y="610"/>
                </a:cubicBezTo>
                <a:cubicBezTo>
                  <a:pt x="939" y="610"/>
                  <a:pt x="939" y="610"/>
                  <a:pt x="939" y="610"/>
                </a:cubicBezTo>
                <a:cubicBezTo>
                  <a:pt x="939" y="604"/>
                  <a:pt x="939" y="604"/>
                  <a:pt x="939" y="604"/>
                </a:cubicBezTo>
                <a:cubicBezTo>
                  <a:pt x="905" y="604"/>
                  <a:pt x="905" y="604"/>
                  <a:pt x="905" y="604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6" y="605"/>
                  <a:pt x="906" y="605"/>
                  <a:pt x="906" y="605"/>
                </a:cubicBezTo>
                <a:moveTo>
                  <a:pt x="906" y="617"/>
                </a:moveTo>
                <a:cubicBezTo>
                  <a:pt x="906" y="619"/>
                  <a:pt x="906" y="619"/>
                  <a:pt x="906" y="619"/>
                </a:cubicBezTo>
                <a:cubicBezTo>
                  <a:pt x="937" y="619"/>
                  <a:pt x="937" y="619"/>
                  <a:pt x="937" y="619"/>
                </a:cubicBezTo>
                <a:cubicBezTo>
                  <a:pt x="937" y="620"/>
                  <a:pt x="937" y="620"/>
                  <a:pt x="937" y="620"/>
                </a:cubicBezTo>
                <a:cubicBezTo>
                  <a:pt x="907" y="620"/>
                  <a:pt x="907" y="620"/>
                  <a:pt x="907" y="620"/>
                </a:cubicBezTo>
                <a:cubicBezTo>
                  <a:pt x="907" y="617"/>
                  <a:pt x="907" y="617"/>
                  <a:pt x="907" y="617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6" y="619"/>
                  <a:pt x="906" y="619"/>
                  <a:pt x="906" y="619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5" y="622"/>
                  <a:pt x="905" y="622"/>
                  <a:pt x="905" y="622"/>
                </a:cubicBezTo>
                <a:cubicBezTo>
                  <a:pt x="939" y="622"/>
                  <a:pt x="939" y="622"/>
                  <a:pt x="939" y="622"/>
                </a:cubicBezTo>
                <a:cubicBezTo>
                  <a:pt x="939" y="616"/>
                  <a:pt x="939" y="616"/>
                  <a:pt x="939" y="616"/>
                </a:cubicBezTo>
                <a:cubicBezTo>
                  <a:pt x="905" y="616"/>
                  <a:pt x="905" y="616"/>
                  <a:pt x="905" y="616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6" y="617"/>
                  <a:pt x="906" y="617"/>
                  <a:pt x="906" y="617"/>
                </a:cubicBezTo>
                <a:moveTo>
                  <a:pt x="906" y="632"/>
                </a:moveTo>
                <a:cubicBezTo>
                  <a:pt x="906" y="634"/>
                  <a:pt x="906" y="634"/>
                  <a:pt x="906" y="634"/>
                </a:cubicBezTo>
                <a:cubicBezTo>
                  <a:pt x="937" y="634"/>
                  <a:pt x="937" y="634"/>
                  <a:pt x="937" y="634"/>
                </a:cubicBezTo>
                <a:cubicBezTo>
                  <a:pt x="937" y="635"/>
                  <a:pt x="937" y="635"/>
                  <a:pt x="937" y="635"/>
                </a:cubicBezTo>
                <a:cubicBezTo>
                  <a:pt x="907" y="635"/>
                  <a:pt x="907" y="635"/>
                  <a:pt x="907" y="635"/>
                </a:cubicBezTo>
                <a:cubicBezTo>
                  <a:pt x="907" y="632"/>
                  <a:pt x="907" y="632"/>
                  <a:pt x="907" y="632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6" y="634"/>
                  <a:pt x="906" y="634"/>
                  <a:pt x="906" y="634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5" y="637"/>
                  <a:pt x="905" y="637"/>
                  <a:pt x="905" y="637"/>
                </a:cubicBezTo>
                <a:cubicBezTo>
                  <a:pt x="939" y="637"/>
                  <a:pt x="939" y="637"/>
                  <a:pt x="939" y="637"/>
                </a:cubicBezTo>
                <a:cubicBezTo>
                  <a:pt x="939" y="631"/>
                  <a:pt x="939" y="631"/>
                  <a:pt x="939" y="631"/>
                </a:cubicBezTo>
                <a:cubicBezTo>
                  <a:pt x="905" y="631"/>
                  <a:pt x="905" y="631"/>
                  <a:pt x="905" y="631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6" y="632"/>
                  <a:pt x="906" y="632"/>
                  <a:pt x="906" y="632"/>
                </a:cubicBezTo>
                <a:moveTo>
                  <a:pt x="906" y="646"/>
                </a:moveTo>
                <a:cubicBezTo>
                  <a:pt x="906" y="647"/>
                  <a:pt x="906" y="647"/>
                  <a:pt x="906" y="647"/>
                </a:cubicBezTo>
                <a:cubicBezTo>
                  <a:pt x="937" y="647"/>
                  <a:pt x="937" y="647"/>
                  <a:pt x="937" y="647"/>
                </a:cubicBezTo>
                <a:cubicBezTo>
                  <a:pt x="937" y="650"/>
                  <a:pt x="937" y="650"/>
                  <a:pt x="937" y="650"/>
                </a:cubicBezTo>
                <a:cubicBezTo>
                  <a:pt x="907" y="650"/>
                  <a:pt x="907" y="650"/>
                  <a:pt x="907" y="650"/>
                </a:cubicBezTo>
                <a:cubicBezTo>
                  <a:pt x="907" y="646"/>
                  <a:pt x="907" y="646"/>
                  <a:pt x="907" y="646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6" y="647"/>
                  <a:pt x="906" y="647"/>
                  <a:pt x="906" y="647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5" y="652"/>
                  <a:pt x="905" y="652"/>
                  <a:pt x="905" y="652"/>
                </a:cubicBezTo>
                <a:cubicBezTo>
                  <a:pt x="939" y="652"/>
                  <a:pt x="939" y="652"/>
                  <a:pt x="939" y="652"/>
                </a:cubicBezTo>
                <a:cubicBezTo>
                  <a:pt x="939" y="645"/>
                  <a:pt x="939" y="645"/>
                  <a:pt x="939" y="645"/>
                </a:cubicBezTo>
                <a:cubicBezTo>
                  <a:pt x="905" y="645"/>
                  <a:pt x="905" y="645"/>
                  <a:pt x="905" y="645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6" y="646"/>
                  <a:pt x="906" y="646"/>
                  <a:pt x="906" y="646"/>
                </a:cubicBezTo>
                <a:moveTo>
                  <a:pt x="986" y="374"/>
                </a:moveTo>
                <a:cubicBezTo>
                  <a:pt x="985" y="374"/>
                  <a:pt x="985" y="374"/>
                  <a:pt x="985" y="374"/>
                </a:cubicBezTo>
                <a:cubicBezTo>
                  <a:pt x="985" y="390"/>
                  <a:pt x="985" y="390"/>
                  <a:pt x="985" y="390"/>
                </a:cubicBezTo>
                <a:cubicBezTo>
                  <a:pt x="1053" y="390"/>
                  <a:pt x="1053" y="390"/>
                  <a:pt x="1053" y="390"/>
                </a:cubicBezTo>
                <a:cubicBezTo>
                  <a:pt x="1053" y="373"/>
                  <a:pt x="1053" y="373"/>
                  <a:pt x="1053" y="373"/>
                </a:cubicBezTo>
                <a:cubicBezTo>
                  <a:pt x="985" y="373"/>
                  <a:pt x="985" y="373"/>
                  <a:pt x="985" y="373"/>
                </a:cubicBezTo>
                <a:cubicBezTo>
                  <a:pt x="985" y="374"/>
                  <a:pt x="985" y="374"/>
                  <a:pt x="985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1051" y="375"/>
                  <a:pt x="1051" y="375"/>
                  <a:pt x="1051" y="375"/>
                </a:cubicBezTo>
                <a:cubicBezTo>
                  <a:pt x="1051" y="388"/>
                  <a:pt x="1051" y="388"/>
                  <a:pt x="1051" y="388"/>
                </a:cubicBezTo>
                <a:cubicBezTo>
                  <a:pt x="987" y="388"/>
                  <a:pt x="987" y="388"/>
                  <a:pt x="987" y="388"/>
                </a:cubicBezTo>
                <a:cubicBezTo>
                  <a:pt x="987" y="374"/>
                  <a:pt x="987" y="374"/>
                  <a:pt x="987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986" y="374"/>
                  <a:pt x="986" y="374"/>
                  <a:pt x="986" y="374"/>
                </a:cubicBezTo>
                <a:moveTo>
                  <a:pt x="983" y="541"/>
                </a:moveTo>
                <a:cubicBezTo>
                  <a:pt x="983" y="396"/>
                  <a:pt x="983" y="396"/>
                  <a:pt x="983" y="396"/>
                </a:cubicBezTo>
                <a:cubicBezTo>
                  <a:pt x="1055" y="396"/>
                  <a:pt x="1055" y="396"/>
                  <a:pt x="1055" y="396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8" y="400"/>
                  <a:pt x="1058" y="400"/>
                  <a:pt x="1058" y="400"/>
                </a:cubicBezTo>
                <a:cubicBezTo>
                  <a:pt x="1058" y="393"/>
                  <a:pt x="1058" y="393"/>
                  <a:pt x="1058" y="393"/>
                </a:cubicBezTo>
                <a:cubicBezTo>
                  <a:pt x="981" y="393"/>
                  <a:pt x="981" y="393"/>
                  <a:pt x="981" y="393"/>
                </a:cubicBezTo>
                <a:cubicBezTo>
                  <a:pt x="981" y="541"/>
                  <a:pt x="981" y="541"/>
                  <a:pt x="981" y="541"/>
                </a:cubicBezTo>
                <a:cubicBezTo>
                  <a:pt x="983" y="541"/>
                  <a:pt x="983" y="541"/>
                  <a:pt x="983" y="541"/>
                </a:cubicBezTo>
                <a:moveTo>
                  <a:pt x="1033" y="583"/>
                </a:moveTo>
                <a:cubicBezTo>
                  <a:pt x="1033" y="402"/>
                  <a:pt x="1033" y="402"/>
                  <a:pt x="1033" y="402"/>
                </a:cubicBezTo>
                <a:cubicBezTo>
                  <a:pt x="1105" y="402"/>
                  <a:pt x="1105" y="402"/>
                  <a:pt x="1105" y="402"/>
                </a:cubicBezTo>
                <a:cubicBezTo>
                  <a:pt x="1105" y="435"/>
                  <a:pt x="1105" y="435"/>
                  <a:pt x="1105" y="435"/>
                </a:cubicBezTo>
                <a:cubicBezTo>
                  <a:pt x="1107" y="435"/>
                  <a:pt x="1107" y="435"/>
                  <a:pt x="1107" y="435"/>
                </a:cubicBezTo>
                <a:cubicBezTo>
                  <a:pt x="1107" y="399"/>
                  <a:pt x="1107" y="399"/>
                  <a:pt x="1107" y="399"/>
                </a:cubicBezTo>
                <a:cubicBezTo>
                  <a:pt x="1031" y="399"/>
                  <a:pt x="1031" y="399"/>
                  <a:pt x="1031" y="399"/>
                </a:cubicBezTo>
                <a:cubicBezTo>
                  <a:pt x="1031" y="583"/>
                  <a:pt x="1031" y="583"/>
                  <a:pt x="1031" y="583"/>
                </a:cubicBezTo>
                <a:cubicBezTo>
                  <a:pt x="1033" y="583"/>
                  <a:pt x="1033" y="583"/>
                  <a:pt x="1033" y="583"/>
                </a:cubicBezTo>
                <a:moveTo>
                  <a:pt x="1089" y="577"/>
                </a:moveTo>
                <a:cubicBezTo>
                  <a:pt x="1089" y="449"/>
                  <a:pt x="1089" y="449"/>
                  <a:pt x="1089" y="449"/>
                </a:cubicBezTo>
                <a:cubicBezTo>
                  <a:pt x="1101" y="444"/>
                  <a:pt x="1101" y="444"/>
                  <a:pt x="1101" y="444"/>
                </a:cubicBezTo>
                <a:cubicBezTo>
                  <a:pt x="1147" y="444"/>
                  <a:pt x="1147" y="444"/>
                  <a:pt x="1147" y="444"/>
                </a:cubicBezTo>
                <a:cubicBezTo>
                  <a:pt x="1147" y="577"/>
                  <a:pt x="1147" y="577"/>
                  <a:pt x="1147" y="577"/>
                </a:cubicBezTo>
                <a:cubicBezTo>
                  <a:pt x="1032" y="577"/>
                  <a:pt x="1032" y="577"/>
                  <a:pt x="1032" y="577"/>
                </a:cubicBezTo>
                <a:cubicBezTo>
                  <a:pt x="1032" y="579"/>
                  <a:pt x="1032" y="579"/>
                  <a:pt x="1032" y="579"/>
                </a:cubicBezTo>
                <a:cubicBezTo>
                  <a:pt x="1149" y="579"/>
                  <a:pt x="1149" y="579"/>
                  <a:pt x="1149" y="579"/>
                </a:cubicBezTo>
                <a:cubicBezTo>
                  <a:pt x="1149" y="441"/>
                  <a:pt x="1149" y="441"/>
                  <a:pt x="1149" y="441"/>
                </a:cubicBezTo>
                <a:cubicBezTo>
                  <a:pt x="1101" y="441"/>
                  <a:pt x="1101" y="441"/>
                  <a:pt x="1101" y="441"/>
                </a:cubicBezTo>
                <a:cubicBezTo>
                  <a:pt x="1087" y="448"/>
                  <a:pt x="1087" y="448"/>
                  <a:pt x="1087" y="448"/>
                </a:cubicBezTo>
                <a:cubicBezTo>
                  <a:pt x="1087" y="577"/>
                  <a:pt x="1087" y="577"/>
                  <a:pt x="1087" y="577"/>
                </a:cubicBezTo>
                <a:cubicBezTo>
                  <a:pt x="1089" y="577"/>
                  <a:pt x="1089" y="577"/>
                  <a:pt x="1089" y="577"/>
                </a:cubicBezTo>
                <a:moveTo>
                  <a:pt x="1121" y="442"/>
                </a:moveTo>
                <a:cubicBezTo>
                  <a:pt x="1121" y="421"/>
                  <a:pt x="1121" y="421"/>
                  <a:pt x="1121" y="421"/>
                </a:cubicBezTo>
                <a:cubicBezTo>
                  <a:pt x="1152" y="421"/>
                  <a:pt x="1152" y="421"/>
                  <a:pt x="1152" y="421"/>
                </a:cubicBezTo>
                <a:cubicBezTo>
                  <a:pt x="1152" y="393"/>
                  <a:pt x="1152" y="393"/>
                  <a:pt x="1152" y="393"/>
                </a:cubicBezTo>
                <a:cubicBezTo>
                  <a:pt x="1126" y="393"/>
                  <a:pt x="1126" y="393"/>
                  <a:pt x="1126" y="393"/>
                </a:cubicBezTo>
                <a:cubicBezTo>
                  <a:pt x="1106" y="399"/>
                  <a:pt x="1106" y="399"/>
                  <a:pt x="1106" y="399"/>
                </a:cubicBezTo>
                <a:cubicBezTo>
                  <a:pt x="1107" y="402"/>
                  <a:pt x="1107" y="402"/>
                  <a:pt x="1107" y="402"/>
                </a:cubicBezTo>
                <a:cubicBezTo>
                  <a:pt x="1127" y="396"/>
                  <a:pt x="1127" y="396"/>
                  <a:pt x="1127" y="396"/>
                </a:cubicBezTo>
                <a:cubicBezTo>
                  <a:pt x="1149" y="395"/>
                  <a:pt x="1149" y="395"/>
                  <a:pt x="1149" y="395"/>
                </a:cubicBezTo>
                <a:cubicBezTo>
                  <a:pt x="1149" y="418"/>
                  <a:pt x="1149" y="418"/>
                  <a:pt x="1149" y="418"/>
                </a:cubicBezTo>
                <a:cubicBezTo>
                  <a:pt x="1119" y="418"/>
                  <a:pt x="1119" y="418"/>
                  <a:pt x="1119" y="418"/>
                </a:cubicBezTo>
                <a:cubicBezTo>
                  <a:pt x="1119" y="442"/>
                  <a:pt x="1119" y="442"/>
                  <a:pt x="1119" y="442"/>
                </a:cubicBezTo>
                <a:cubicBezTo>
                  <a:pt x="1121" y="442"/>
                  <a:pt x="1121" y="442"/>
                  <a:pt x="1121" y="442"/>
                </a:cubicBezTo>
                <a:moveTo>
                  <a:pt x="1083" y="670"/>
                </a:moveTo>
                <a:cubicBezTo>
                  <a:pt x="1085" y="670"/>
                  <a:pt x="1085" y="670"/>
                  <a:pt x="1085" y="670"/>
                </a:cubicBezTo>
                <a:cubicBezTo>
                  <a:pt x="1085" y="609"/>
                  <a:pt x="1085" y="609"/>
                  <a:pt x="1085" y="609"/>
                </a:cubicBezTo>
                <a:cubicBezTo>
                  <a:pt x="1083" y="609"/>
                  <a:pt x="1083" y="609"/>
                  <a:pt x="1083" y="609"/>
                </a:cubicBezTo>
                <a:lnTo>
                  <a:pt x="1083" y="670"/>
                </a:lnTo>
                <a:close/>
                <a:moveTo>
                  <a:pt x="1074" y="672"/>
                </a:moveTo>
                <a:cubicBezTo>
                  <a:pt x="1076" y="672"/>
                  <a:pt x="1076" y="672"/>
                  <a:pt x="1076" y="672"/>
                </a:cubicBezTo>
                <a:cubicBezTo>
                  <a:pt x="1076" y="577"/>
                  <a:pt x="1076" y="577"/>
                  <a:pt x="1076" y="577"/>
                </a:cubicBezTo>
                <a:cubicBezTo>
                  <a:pt x="1074" y="577"/>
                  <a:pt x="1074" y="577"/>
                  <a:pt x="1074" y="577"/>
                </a:cubicBezTo>
                <a:lnTo>
                  <a:pt x="1074" y="672"/>
                </a:lnTo>
                <a:close/>
                <a:moveTo>
                  <a:pt x="1020" y="671"/>
                </a:moveTo>
                <a:cubicBezTo>
                  <a:pt x="1022" y="671"/>
                  <a:pt x="1022" y="671"/>
                  <a:pt x="1022" y="671"/>
                </a:cubicBezTo>
                <a:cubicBezTo>
                  <a:pt x="1022" y="611"/>
                  <a:pt x="1022" y="611"/>
                  <a:pt x="1022" y="611"/>
                </a:cubicBezTo>
                <a:cubicBezTo>
                  <a:pt x="1020" y="611"/>
                  <a:pt x="1020" y="611"/>
                  <a:pt x="1020" y="611"/>
                </a:cubicBezTo>
                <a:lnTo>
                  <a:pt x="1020" y="671"/>
                </a:lnTo>
                <a:close/>
                <a:moveTo>
                  <a:pt x="1020" y="630"/>
                </a:moveTo>
                <a:cubicBezTo>
                  <a:pt x="1067" y="630"/>
                  <a:pt x="1067" y="630"/>
                  <a:pt x="1067" y="630"/>
                </a:cubicBezTo>
                <a:cubicBezTo>
                  <a:pt x="1067" y="628"/>
                  <a:pt x="1067" y="628"/>
                  <a:pt x="1067" y="628"/>
                </a:cubicBezTo>
                <a:cubicBezTo>
                  <a:pt x="1020" y="628"/>
                  <a:pt x="1020" y="628"/>
                  <a:pt x="1020" y="628"/>
                </a:cubicBezTo>
                <a:lnTo>
                  <a:pt x="1020" y="630"/>
                </a:lnTo>
                <a:close/>
                <a:moveTo>
                  <a:pt x="1021" y="649"/>
                </a:moveTo>
                <a:cubicBezTo>
                  <a:pt x="1067" y="649"/>
                  <a:pt x="1067" y="649"/>
                  <a:pt x="1067" y="649"/>
                </a:cubicBezTo>
                <a:cubicBezTo>
                  <a:pt x="1067" y="647"/>
                  <a:pt x="1067" y="647"/>
                  <a:pt x="1067" y="647"/>
                </a:cubicBezTo>
                <a:cubicBezTo>
                  <a:pt x="1021" y="647"/>
                  <a:pt x="1021" y="647"/>
                  <a:pt x="1021" y="647"/>
                </a:cubicBezTo>
                <a:lnTo>
                  <a:pt x="1021" y="649"/>
                </a:lnTo>
                <a:close/>
                <a:moveTo>
                  <a:pt x="1047" y="606"/>
                </a:moveTo>
                <a:cubicBezTo>
                  <a:pt x="1066" y="606"/>
                  <a:pt x="1066" y="606"/>
                  <a:pt x="1066" y="606"/>
                </a:cubicBezTo>
                <a:cubicBezTo>
                  <a:pt x="1066" y="604"/>
                  <a:pt x="1066" y="604"/>
                  <a:pt x="1066" y="604"/>
                </a:cubicBezTo>
                <a:cubicBezTo>
                  <a:pt x="1047" y="604"/>
                  <a:pt x="1047" y="604"/>
                  <a:pt x="1047" y="604"/>
                </a:cubicBezTo>
                <a:lnTo>
                  <a:pt x="1047" y="606"/>
                </a:lnTo>
                <a:close/>
                <a:moveTo>
                  <a:pt x="1065" y="671"/>
                </a:moveTo>
                <a:cubicBezTo>
                  <a:pt x="1067" y="671"/>
                  <a:pt x="1067" y="671"/>
                  <a:pt x="1067" y="671"/>
                </a:cubicBezTo>
                <a:cubicBezTo>
                  <a:pt x="1067" y="598"/>
                  <a:pt x="1067" y="598"/>
                  <a:pt x="1067" y="598"/>
                </a:cubicBezTo>
                <a:cubicBezTo>
                  <a:pt x="1065" y="598"/>
                  <a:pt x="1065" y="598"/>
                  <a:pt x="1065" y="598"/>
                </a:cubicBezTo>
                <a:lnTo>
                  <a:pt x="1065" y="671"/>
                </a:lnTo>
                <a:close/>
                <a:moveTo>
                  <a:pt x="1149" y="420"/>
                </a:moveTo>
                <a:cubicBezTo>
                  <a:pt x="1156" y="427"/>
                  <a:pt x="1156" y="427"/>
                  <a:pt x="1156" y="427"/>
                </a:cubicBezTo>
                <a:cubicBezTo>
                  <a:pt x="1156" y="671"/>
                  <a:pt x="1156" y="671"/>
                  <a:pt x="1156" y="671"/>
                </a:cubicBezTo>
                <a:cubicBezTo>
                  <a:pt x="1158" y="671"/>
                  <a:pt x="1158" y="671"/>
                  <a:pt x="1158" y="671"/>
                </a:cubicBezTo>
                <a:cubicBezTo>
                  <a:pt x="1158" y="426"/>
                  <a:pt x="1158" y="426"/>
                  <a:pt x="1158" y="426"/>
                </a:cubicBezTo>
                <a:cubicBezTo>
                  <a:pt x="1151" y="419"/>
                  <a:pt x="1151" y="419"/>
                  <a:pt x="1151" y="419"/>
                </a:cubicBezTo>
                <a:cubicBezTo>
                  <a:pt x="1149" y="420"/>
                  <a:pt x="1149" y="420"/>
                  <a:pt x="1149" y="420"/>
                </a:cubicBezTo>
                <a:moveTo>
                  <a:pt x="1149" y="636"/>
                </a:moveTo>
                <a:cubicBezTo>
                  <a:pt x="1149" y="580"/>
                  <a:pt x="1149" y="580"/>
                  <a:pt x="1149" y="580"/>
                </a:cubicBezTo>
                <a:cubicBezTo>
                  <a:pt x="1156" y="586"/>
                  <a:pt x="1156" y="586"/>
                  <a:pt x="1156" y="586"/>
                </a:cubicBezTo>
                <a:cubicBezTo>
                  <a:pt x="1158" y="584"/>
                  <a:pt x="1158" y="584"/>
                  <a:pt x="1158" y="584"/>
                </a:cubicBezTo>
                <a:cubicBezTo>
                  <a:pt x="1147" y="576"/>
                  <a:pt x="1147" y="576"/>
                  <a:pt x="1147" y="576"/>
                </a:cubicBezTo>
                <a:cubicBezTo>
                  <a:pt x="1147" y="636"/>
                  <a:pt x="1147" y="636"/>
                  <a:pt x="1147" y="636"/>
                </a:cubicBezTo>
                <a:cubicBezTo>
                  <a:pt x="1149" y="636"/>
                  <a:pt x="1149" y="636"/>
                  <a:pt x="1149" y="636"/>
                </a:cubicBezTo>
                <a:moveTo>
                  <a:pt x="1084" y="637"/>
                </a:moveTo>
                <a:cubicBezTo>
                  <a:pt x="1148" y="637"/>
                  <a:pt x="1148" y="637"/>
                  <a:pt x="1148" y="637"/>
                </a:cubicBezTo>
                <a:cubicBezTo>
                  <a:pt x="1156" y="643"/>
                  <a:pt x="1156" y="643"/>
                  <a:pt x="1156" y="643"/>
                </a:cubicBezTo>
                <a:cubicBezTo>
                  <a:pt x="1157" y="641"/>
                  <a:pt x="1157" y="641"/>
                  <a:pt x="1157" y="641"/>
                </a:cubicBezTo>
                <a:cubicBezTo>
                  <a:pt x="1148" y="635"/>
                  <a:pt x="1148" y="635"/>
                  <a:pt x="1148" y="635"/>
                </a:cubicBezTo>
                <a:cubicBezTo>
                  <a:pt x="1084" y="635"/>
                  <a:pt x="1084" y="635"/>
                  <a:pt x="1084" y="635"/>
                </a:cubicBezTo>
                <a:cubicBezTo>
                  <a:pt x="1084" y="637"/>
                  <a:pt x="1084" y="637"/>
                  <a:pt x="1084" y="637"/>
                </a:cubicBezTo>
                <a:moveTo>
                  <a:pt x="1101" y="443"/>
                </a:moveTo>
                <a:cubicBezTo>
                  <a:pt x="1101" y="504"/>
                  <a:pt x="1101" y="504"/>
                  <a:pt x="1101" y="504"/>
                </a:cubicBezTo>
                <a:cubicBezTo>
                  <a:pt x="1103" y="504"/>
                  <a:pt x="1103" y="504"/>
                  <a:pt x="1103" y="504"/>
                </a:cubicBezTo>
                <a:cubicBezTo>
                  <a:pt x="1103" y="443"/>
                  <a:pt x="1103" y="443"/>
                  <a:pt x="1103" y="443"/>
                </a:cubicBezTo>
                <a:moveTo>
                  <a:pt x="1163" y="370"/>
                </a:moveTo>
                <a:cubicBezTo>
                  <a:pt x="1163" y="371"/>
                  <a:pt x="1163" y="371"/>
                  <a:pt x="1163" y="371"/>
                </a:cubicBezTo>
                <a:cubicBezTo>
                  <a:pt x="1234" y="371"/>
                  <a:pt x="1234" y="371"/>
                  <a:pt x="1234" y="371"/>
                </a:cubicBezTo>
                <a:cubicBezTo>
                  <a:pt x="1234" y="383"/>
                  <a:pt x="1234" y="383"/>
                  <a:pt x="1234" y="383"/>
                </a:cubicBezTo>
                <a:cubicBezTo>
                  <a:pt x="1164" y="383"/>
                  <a:pt x="1164" y="383"/>
                  <a:pt x="1164" y="383"/>
                </a:cubicBezTo>
                <a:cubicBezTo>
                  <a:pt x="1164" y="370"/>
                  <a:pt x="1164" y="370"/>
                  <a:pt x="1164" y="370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3" y="371"/>
                  <a:pt x="1163" y="371"/>
                  <a:pt x="1163" y="371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2" y="386"/>
                  <a:pt x="1162" y="386"/>
                  <a:pt x="1162" y="386"/>
                </a:cubicBezTo>
                <a:cubicBezTo>
                  <a:pt x="1237" y="386"/>
                  <a:pt x="1237" y="386"/>
                  <a:pt x="1237" y="386"/>
                </a:cubicBezTo>
                <a:cubicBezTo>
                  <a:pt x="1237" y="369"/>
                  <a:pt x="1237" y="369"/>
                  <a:pt x="1237" y="369"/>
                </a:cubicBezTo>
                <a:cubicBezTo>
                  <a:pt x="1162" y="369"/>
                  <a:pt x="1162" y="369"/>
                  <a:pt x="1162" y="369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3" y="370"/>
                  <a:pt x="1163" y="370"/>
                  <a:pt x="1163" y="370"/>
                </a:cubicBezTo>
                <a:moveTo>
                  <a:pt x="1164" y="421"/>
                </a:moveTo>
                <a:cubicBezTo>
                  <a:pt x="1164" y="391"/>
                  <a:pt x="1164" y="391"/>
                  <a:pt x="1164" y="391"/>
                </a:cubicBezTo>
                <a:cubicBezTo>
                  <a:pt x="1238" y="391"/>
                  <a:pt x="1238" y="391"/>
                  <a:pt x="1238" y="391"/>
                </a:cubicBezTo>
                <a:cubicBezTo>
                  <a:pt x="1238" y="480"/>
                  <a:pt x="1238" y="480"/>
                  <a:pt x="1238" y="480"/>
                </a:cubicBezTo>
                <a:cubicBezTo>
                  <a:pt x="1240" y="480"/>
                  <a:pt x="1240" y="480"/>
                  <a:pt x="1240" y="480"/>
                </a:cubicBezTo>
                <a:cubicBezTo>
                  <a:pt x="1240" y="389"/>
                  <a:pt x="1240" y="389"/>
                  <a:pt x="1240" y="389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4" y="421"/>
                  <a:pt x="1164" y="421"/>
                  <a:pt x="1164" y="421"/>
                </a:cubicBezTo>
                <a:moveTo>
                  <a:pt x="1222" y="671"/>
                </a:moveTo>
                <a:cubicBezTo>
                  <a:pt x="1222" y="481"/>
                  <a:pt x="1222" y="481"/>
                  <a:pt x="1222" y="481"/>
                </a:cubicBezTo>
                <a:cubicBezTo>
                  <a:pt x="1271" y="481"/>
                  <a:pt x="1271" y="481"/>
                  <a:pt x="1271" y="481"/>
                </a:cubicBezTo>
                <a:cubicBezTo>
                  <a:pt x="1271" y="671"/>
                  <a:pt x="1271" y="671"/>
                  <a:pt x="1271" y="671"/>
                </a:cubicBezTo>
                <a:cubicBezTo>
                  <a:pt x="1273" y="671"/>
                  <a:pt x="1273" y="671"/>
                  <a:pt x="1273" y="671"/>
                </a:cubicBezTo>
                <a:cubicBezTo>
                  <a:pt x="1273" y="478"/>
                  <a:pt x="1273" y="478"/>
                  <a:pt x="1273" y="478"/>
                </a:cubicBezTo>
                <a:cubicBezTo>
                  <a:pt x="1220" y="478"/>
                  <a:pt x="1220" y="478"/>
                  <a:pt x="1220" y="478"/>
                </a:cubicBezTo>
                <a:cubicBezTo>
                  <a:pt x="1220" y="671"/>
                  <a:pt x="1220" y="671"/>
                  <a:pt x="1220" y="671"/>
                </a:cubicBezTo>
                <a:cubicBezTo>
                  <a:pt x="1222" y="671"/>
                  <a:pt x="1222" y="671"/>
                  <a:pt x="1222" y="671"/>
                </a:cubicBezTo>
                <a:moveTo>
                  <a:pt x="1162" y="422"/>
                </a:moveTo>
                <a:cubicBezTo>
                  <a:pt x="1239" y="422"/>
                  <a:pt x="1239" y="422"/>
                  <a:pt x="1239" y="422"/>
                </a:cubicBezTo>
                <a:cubicBezTo>
                  <a:pt x="1239" y="420"/>
                  <a:pt x="1239" y="420"/>
                  <a:pt x="1239" y="420"/>
                </a:cubicBezTo>
                <a:cubicBezTo>
                  <a:pt x="1162" y="420"/>
                  <a:pt x="1162" y="420"/>
                  <a:pt x="1162" y="420"/>
                </a:cubicBezTo>
                <a:lnTo>
                  <a:pt x="1162" y="422"/>
                </a:lnTo>
                <a:close/>
                <a:moveTo>
                  <a:pt x="1157" y="491"/>
                </a:moveTo>
                <a:cubicBezTo>
                  <a:pt x="1221" y="491"/>
                  <a:pt x="1221" y="491"/>
                  <a:pt x="1221" y="491"/>
                </a:cubicBezTo>
                <a:cubicBezTo>
                  <a:pt x="1221" y="489"/>
                  <a:pt x="1221" y="489"/>
                  <a:pt x="1221" y="489"/>
                </a:cubicBezTo>
                <a:cubicBezTo>
                  <a:pt x="1157" y="489"/>
                  <a:pt x="1157" y="489"/>
                  <a:pt x="1157" y="489"/>
                </a:cubicBezTo>
                <a:lnTo>
                  <a:pt x="1157" y="491"/>
                </a:lnTo>
                <a:close/>
                <a:moveTo>
                  <a:pt x="982" y="487"/>
                </a:moveTo>
                <a:cubicBezTo>
                  <a:pt x="1032" y="487"/>
                  <a:pt x="1032" y="487"/>
                  <a:pt x="1032" y="487"/>
                </a:cubicBezTo>
                <a:cubicBezTo>
                  <a:pt x="1032" y="485"/>
                  <a:pt x="1032" y="485"/>
                  <a:pt x="1032" y="485"/>
                </a:cubicBezTo>
                <a:cubicBezTo>
                  <a:pt x="982" y="485"/>
                  <a:pt x="982" y="485"/>
                  <a:pt x="982" y="485"/>
                </a:cubicBezTo>
                <a:lnTo>
                  <a:pt x="982" y="487"/>
                </a:lnTo>
                <a:close/>
                <a:moveTo>
                  <a:pt x="983" y="423"/>
                </a:moveTo>
                <a:cubicBezTo>
                  <a:pt x="1032" y="424"/>
                  <a:pt x="1032" y="424"/>
                  <a:pt x="1032" y="424"/>
                </a:cubicBezTo>
                <a:cubicBezTo>
                  <a:pt x="1032" y="421"/>
                  <a:pt x="1032" y="421"/>
                  <a:pt x="1032" y="421"/>
                </a:cubicBezTo>
                <a:cubicBezTo>
                  <a:pt x="983" y="421"/>
                  <a:pt x="983" y="421"/>
                  <a:pt x="983" y="421"/>
                </a:cubicBezTo>
                <a:moveTo>
                  <a:pt x="1157" y="568"/>
                </a:moveTo>
                <a:cubicBezTo>
                  <a:pt x="1222" y="568"/>
                  <a:pt x="1222" y="568"/>
                  <a:pt x="1222" y="568"/>
                </a:cubicBezTo>
                <a:cubicBezTo>
                  <a:pt x="1222" y="566"/>
                  <a:pt x="1222" y="566"/>
                  <a:pt x="1222" y="566"/>
                </a:cubicBezTo>
                <a:cubicBezTo>
                  <a:pt x="1157" y="566"/>
                  <a:pt x="1157" y="566"/>
                  <a:pt x="1157" y="566"/>
                </a:cubicBezTo>
                <a:lnTo>
                  <a:pt x="1157" y="568"/>
                </a:lnTo>
                <a:close/>
                <a:moveTo>
                  <a:pt x="1273" y="542"/>
                </a:moveTo>
                <a:cubicBezTo>
                  <a:pt x="1293" y="542"/>
                  <a:pt x="1293" y="542"/>
                  <a:pt x="1293" y="542"/>
                </a:cubicBezTo>
                <a:cubicBezTo>
                  <a:pt x="1293" y="671"/>
                  <a:pt x="1293" y="671"/>
                  <a:pt x="1293" y="671"/>
                </a:cubicBezTo>
                <a:cubicBezTo>
                  <a:pt x="1296" y="671"/>
                  <a:pt x="1296" y="671"/>
                  <a:pt x="1296" y="671"/>
                </a:cubicBezTo>
                <a:cubicBezTo>
                  <a:pt x="1296" y="540"/>
                  <a:pt x="1296" y="540"/>
                  <a:pt x="1296" y="540"/>
                </a:cubicBezTo>
                <a:cubicBezTo>
                  <a:pt x="1273" y="540"/>
                  <a:pt x="1273" y="540"/>
                  <a:pt x="1273" y="540"/>
                </a:cubicBezTo>
                <a:cubicBezTo>
                  <a:pt x="1273" y="542"/>
                  <a:pt x="1273" y="542"/>
                  <a:pt x="1273" y="542"/>
                </a:cubicBezTo>
                <a:moveTo>
                  <a:pt x="1272" y="508"/>
                </a:moveTo>
                <a:cubicBezTo>
                  <a:pt x="1334" y="508"/>
                  <a:pt x="1334" y="508"/>
                  <a:pt x="1334" y="508"/>
                </a:cubicBezTo>
                <a:cubicBezTo>
                  <a:pt x="1334" y="538"/>
                  <a:pt x="1334" y="538"/>
                  <a:pt x="1334" y="538"/>
                </a:cubicBezTo>
                <a:cubicBezTo>
                  <a:pt x="1336" y="538"/>
                  <a:pt x="1336" y="538"/>
                  <a:pt x="1336" y="538"/>
                </a:cubicBezTo>
                <a:cubicBezTo>
                  <a:pt x="1336" y="506"/>
                  <a:pt x="1336" y="506"/>
                  <a:pt x="1336" y="506"/>
                </a:cubicBezTo>
                <a:cubicBezTo>
                  <a:pt x="1272" y="506"/>
                  <a:pt x="1272" y="506"/>
                  <a:pt x="1272" y="506"/>
                </a:cubicBezTo>
                <a:cubicBezTo>
                  <a:pt x="1272" y="508"/>
                  <a:pt x="1272" y="508"/>
                  <a:pt x="1272" y="508"/>
                </a:cubicBezTo>
                <a:moveTo>
                  <a:pt x="1286" y="507"/>
                </a:moveTo>
                <a:cubicBezTo>
                  <a:pt x="1286" y="498"/>
                  <a:pt x="1286" y="498"/>
                  <a:pt x="1286" y="498"/>
                </a:cubicBezTo>
                <a:cubicBezTo>
                  <a:pt x="1319" y="485"/>
                  <a:pt x="1319" y="485"/>
                  <a:pt x="1319" y="485"/>
                </a:cubicBezTo>
                <a:cubicBezTo>
                  <a:pt x="1340" y="499"/>
                  <a:pt x="1340" y="499"/>
                  <a:pt x="1340" y="499"/>
                </a:cubicBezTo>
                <a:cubicBezTo>
                  <a:pt x="1340" y="512"/>
                  <a:pt x="1340" y="512"/>
                  <a:pt x="1340" y="512"/>
                </a:cubicBezTo>
                <a:cubicBezTo>
                  <a:pt x="1342" y="512"/>
                  <a:pt x="1342" y="512"/>
                  <a:pt x="1342" y="512"/>
                </a:cubicBezTo>
                <a:cubicBezTo>
                  <a:pt x="1342" y="498"/>
                  <a:pt x="1342" y="498"/>
                  <a:pt x="1342" y="498"/>
                </a:cubicBezTo>
                <a:cubicBezTo>
                  <a:pt x="1319" y="482"/>
                  <a:pt x="1319" y="482"/>
                  <a:pt x="1319" y="482"/>
                </a:cubicBezTo>
                <a:cubicBezTo>
                  <a:pt x="1284" y="497"/>
                  <a:pt x="1284" y="497"/>
                  <a:pt x="1284" y="497"/>
                </a:cubicBezTo>
                <a:cubicBezTo>
                  <a:pt x="1284" y="507"/>
                  <a:pt x="1284" y="507"/>
                  <a:pt x="1284" y="507"/>
                </a:cubicBezTo>
                <a:cubicBezTo>
                  <a:pt x="1286" y="507"/>
                  <a:pt x="1286" y="507"/>
                  <a:pt x="1286" y="507"/>
                </a:cubicBezTo>
                <a:moveTo>
                  <a:pt x="1295" y="494"/>
                </a:moveTo>
                <a:cubicBezTo>
                  <a:pt x="1295" y="452"/>
                  <a:pt x="1295" y="452"/>
                  <a:pt x="1295" y="452"/>
                </a:cubicBezTo>
                <a:cubicBezTo>
                  <a:pt x="1294" y="452"/>
                  <a:pt x="1294" y="452"/>
                  <a:pt x="1294" y="452"/>
                </a:cubicBezTo>
                <a:cubicBezTo>
                  <a:pt x="1295" y="452"/>
                  <a:pt x="1295" y="452"/>
                  <a:pt x="1295" y="452"/>
                </a:cubicBezTo>
                <a:cubicBezTo>
                  <a:pt x="1296" y="450"/>
                  <a:pt x="1299" y="448"/>
                  <a:pt x="1303" y="447"/>
                </a:cubicBezTo>
                <a:cubicBezTo>
                  <a:pt x="1308" y="446"/>
                  <a:pt x="1313" y="445"/>
                  <a:pt x="1318" y="445"/>
                </a:cubicBezTo>
                <a:cubicBezTo>
                  <a:pt x="1324" y="445"/>
                  <a:pt x="1330" y="446"/>
                  <a:pt x="1335" y="447"/>
                </a:cubicBezTo>
                <a:cubicBezTo>
                  <a:pt x="1339" y="448"/>
                  <a:pt x="1343" y="450"/>
                  <a:pt x="1345" y="452"/>
                </a:cubicBezTo>
                <a:cubicBezTo>
                  <a:pt x="1346" y="452"/>
                  <a:pt x="1346" y="452"/>
                  <a:pt x="1346" y="452"/>
                </a:cubicBezTo>
                <a:cubicBezTo>
                  <a:pt x="1345" y="452"/>
                  <a:pt x="1345" y="452"/>
                  <a:pt x="1345" y="452"/>
                </a:cubicBezTo>
                <a:cubicBezTo>
                  <a:pt x="1345" y="511"/>
                  <a:pt x="1345" y="511"/>
                  <a:pt x="1345" y="511"/>
                </a:cubicBezTo>
                <a:cubicBezTo>
                  <a:pt x="1347" y="511"/>
                  <a:pt x="1347" y="511"/>
                  <a:pt x="1347" y="51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4" y="448"/>
                  <a:pt x="1340" y="446"/>
                  <a:pt x="1335" y="445"/>
                </a:cubicBezTo>
                <a:cubicBezTo>
                  <a:pt x="1330" y="444"/>
                  <a:pt x="1324" y="443"/>
                  <a:pt x="1318" y="443"/>
                </a:cubicBezTo>
                <a:cubicBezTo>
                  <a:pt x="1313" y="443"/>
                  <a:pt x="1307" y="444"/>
                  <a:pt x="1303" y="445"/>
                </a:cubicBezTo>
                <a:cubicBezTo>
                  <a:pt x="1298" y="446"/>
                  <a:pt x="1295" y="448"/>
                  <a:pt x="1293" y="451"/>
                </a:cubicBezTo>
                <a:cubicBezTo>
                  <a:pt x="1293" y="451"/>
                  <a:pt x="1293" y="451"/>
                  <a:pt x="1293" y="451"/>
                </a:cubicBezTo>
                <a:cubicBezTo>
                  <a:pt x="1293" y="494"/>
                  <a:pt x="1293" y="494"/>
                  <a:pt x="1293" y="494"/>
                </a:cubicBezTo>
                <a:cubicBezTo>
                  <a:pt x="1295" y="494"/>
                  <a:pt x="1295" y="494"/>
                  <a:pt x="1295" y="494"/>
                </a:cubicBezTo>
                <a:moveTo>
                  <a:pt x="1303" y="446"/>
                </a:moveTo>
                <a:cubicBezTo>
                  <a:pt x="1303" y="446"/>
                  <a:pt x="1302" y="446"/>
                  <a:pt x="1302" y="445"/>
                </a:cubicBezTo>
                <a:cubicBezTo>
                  <a:pt x="1301" y="442"/>
                  <a:pt x="1300" y="438"/>
                  <a:pt x="1300" y="436"/>
                </a:cubicBezTo>
                <a:cubicBezTo>
                  <a:pt x="1300" y="436"/>
                  <a:pt x="1300" y="435"/>
                  <a:pt x="1300" y="434"/>
                </a:cubicBezTo>
                <a:cubicBezTo>
                  <a:pt x="1300" y="432"/>
                  <a:pt x="1300" y="431"/>
                  <a:pt x="1300" y="429"/>
                </a:cubicBezTo>
                <a:cubicBezTo>
                  <a:pt x="1300" y="428"/>
                  <a:pt x="1300" y="427"/>
                  <a:pt x="1301" y="427"/>
                </a:cubicBezTo>
                <a:cubicBezTo>
                  <a:pt x="1300" y="426"/>
                  <a:pt x="1300" y="426"/>
                  <a:pt x="1300" y="426"/>
                </a:cubicBezTo>
                <a:cubicBezTo>
                  <a:pt x="1300" y="427"/>
                  <a:pt x="1300" y="427"/>
                  <a:pt x="1300" y="427"/>
                </a:cubicBezTo>
                <a:cubicBezTo>
                  <a:pt x="1304" y="423"/>
                  <a:pt x="1311" y="422"/>
                  <a:pt x="1318" y="422"/>
                </a:cubicBezTo>
                <a:cubicBezTo>
                  <a:pt x="1323" y="422"/>
                  <a:pt x="1327" y="422"/>
                  <a:pt x="1331" y="423"/>
                </a:cubicBezTo>
                <a:cubicBezTo>
                  <a:pt x="1334" y="424"/>
                  <a:pt x="1337" y="425"/>
                  <a:pt x="1338" y="426"/>
                </a:cubicBezTo>
                <a:cubicBezTo>
                  <a:pt x="1338" y="426"/>
                  <a:pt x="1339" y="428"/>
                  <a:pt x="1339" y="430"/>
                </a:cubicBezTo>
                <a:cubicBezTo>
                  <a:pt x="1339" y="432"/>
                  <a:pt x="1340" y="434"/>
                  <a:pt x="1340" y="435"/>
                </a:cubicBezTo>
                <a:cubicBezTo>
                  <a:pt x="1340" y="436"/>
                  <a:pt x="1340" y="437"/>
                  <a:pt x="1339" y="437"/>
                </a:cubicBezTo>
                <a:cubicBezTo>
                  <a:pt x="1339" y="440"/>
                  <a:pt x="1336" y="447"/>
                  <a:pt x="1336" y="447"/>
                </a:cubicBezTo>
                <a:cubicBezTo>
                  <a:pt x="1338" y="448"/>
                  <a:pt x="1338" y="448"/>
                  <a:pt x="1338" y="448"/>
                </a:cubicBezTo>
                <a:cubicBezTo>
                  <a:pt x="1338" y="448"/>
                  <a:pt x="1341" y="441"/>
                  <a:pt x="1342" y="438"/>
                </a:cubicBezTo>
                <a:cubicBezTo>
                  <a:pt x="1342" y="437"/>
                  <a:pt x="1342" y="437"/>
                  <a:pt x="1342" y="435"/>
                </a:cubicBezTo>
                <a:cubicBezTo>
                  <a:pt x="1342" y="434"/>
                  <a:pt x="1342" y="431"/>
                  <a:pt x="1341" y="429"/>
                </a:cubicBezTo>
                <a:cubicBezTo>
                  <a:pt x="1341" y="427"/>
                  <a:pt x="1340" y="426"/>
                  <a:pt x="1339" y="424"/>
                </a:cubicBezTo>
                <a:cubicBezTo>
                  <a:pt x="1338" y="423"/>
                  <a:pt x="1335" y="422"/>
                  <a:pt x="1331" y="421"/>
                </a:cubicBezTo>
                <a:cubicBezTo>
                  <a:pt x="1327" y="420"/>
                  <a:pt x="1323" y="419"/>
                  <a:pt x="1318" y="419"/>
                </a:cubicBezTo>
                <a:cubicBezTo>
                  <a:pt x="1311" y="419"/>
                  <a:pt x="1303" y="421"/>
                  <a:pt x="1299" y="425"/>
                </a:cubicBezTo>
                <a:cubicBezTo>
                  <a:pt x="1299" y="425"/>
                  <a:pt x="1299" y="425"/>
                  <a:pt x="1299" y="425"/>
                </a:cubicBezTo>
                <a:cubicBezTo>
                  <a:pt x="1299" y="426"/>
                  <a:pt x="1299" y="426"/>
                  <a:pt x="1299" y="426"/>
                </a:cubicBezTo>
                <a:cubicBezTo>
                  <a:pt x="1298" y="426"/>
                  <a:pt x="1298" y="428"/>
                  <a:pt x="1298" y="429"/>
                </a:cubicBezTo>
                <a:cubicBezTo>
                  <a:pt x="1298" y="431"/>
                  <a:pt x="1298" y="432"/>
                  <a:pt x="1298" y="434"/>
                </a:cubicBezTo>
                <a:cubicBezTo>
                  <a:pt x="1298" y="435"/>
                  <a:pt x="1298" y="436"/>
                  <a:pt x="1298" y="437"/>
                </a:cubicBezTo>
                <a:cubicBezTo>
                  <a:pt x="1298" y="438"/>
                  <a:pt x="1298" y="440"/>
                  <a:pt x="1299" y="442"/>
                </a:cubicBezTo>
                <a:cubicBezTo>
                  <a:pt x="1299" y="443"/>
                  <a:pt x="1300" y="445"/>
                  <a:pt x="1300" y="446"/>
                </a:cubicBezTo>
                <a:cubicBezTo>
                  <a:pt x="1301" y="447"/>
                  <a:pt x="1301" y="447"/>
                  <a:pt x="1302" y="448"/>
                </a:cubicBezTo>
                <a:cubicBezTo>
                  <a:pt x="1303" y="446"/>
                  <a:pt x="1303" y="446"/>
                  <a:pt x="1303" y="446"/>
                </a:cubicBezTo>
                <a:moveTo>
                  <a:pt x="1302" y="491"/>
                </a:moveTo>
                <a:cubicBezTo>
                  <a:pt x="1304" y="491"/>
                  <a:pt x="1304" y="491"/>
                  <a:pt x="1304" y="491"/>
                </a:cubicBezTo>
                <a:cubicBezTo>
                  <a:pt x="1304" y="447"/>
                  <a:pt x="1304" y="447"/>
                  <a:pt x="1304" y="447"/>
                </a:cubicBezTo>
                <a:cubicBezTo>
                  <a:pt x="1302" y="447"/>
                  <a:pt x="1302" y="447"/>
                  <a:pt x="1302" y="447"/>
                </a:cubicBezTo>
                <a:lnTo>
                  <a:pt x="1302" y="491"/>
                </a:lnTo>
                <a:close/>
                <a:moveTo>
                  <a:pt x="1314" y="486"/>
                </a:moveTo>
                <a:cubicBezTo>
                  <a:pt x="1317" y="486"/>
                  <a:pt x="1317" y="486"/>
                  <a:pt x="1317" y="486"/>
                </a:cubicBezTo>
                <a:cubicBezTo>
                  <a:pt x="1317" y="445"/>
                  <a:pt x="1317" y="445"/>
                  <a:pt x="1317" y="445"/>
                </a:cubicBezTo>
                <a:cubicBezTo>
                  <a:pt x="1314" y="445"/>
                  <a:pt x="1314" y="445"/>
                  <a:pt x="1314" y="445"/>
                </a:cubicBezTo>
                <a:lnTo>
                  <a:pt x="1314" y="486"/>
                </a:lnTo>
                <a:close/>
                <a:moveTo>
                  <a:pt x="1325" y="488"/>
                </a:moveTo>
                <a:cubicBezTo>
                  <a:pt x="1327" y="488"/>
                  <a:pt x="1327" y="488"/>
                  <a:pt x="1327" y="488"/>
                </a:cubicBezTo>
                <a:cubicBezTo>
                  <a:pt x="1327" y="446"/>
                  <a:pt x="1327" y="446"/>
                  <a:pt x="1327" y="446"/>
                </a:cubicBezTo>
                <a:cubicBezTo>
                  <a:pt x="1325" y="446"/>
                  <a:pt x="1325" y="446"/>
                  <a:pt x="1325" y="446"/>
                </a:cubicBezTo>
                <a:lnTo>
                  <a:pt x="1325" y="488"/>
                </a:lnTo>
                <a:close/>
                <a:moveTo>
                  <a:pt x="1335" y="494"/>
                </a:moveTo>
                <a:cubicBezTo>
                  <a:pt x="1337" y="494"/>
                  <a:pt x="1337" y="494"/>
                  <a:pt x="1337" y="494"/>
                </a:cubicBezTo>
                <a:cubicBezTo>
                  <a:pt x="1337" y="447"/>
                  <a:pt x="1337" y="447"/>
                  <a:pt x="1337" y="447"/>
                </a:cubicBezTo>
                <a:cubicBezTo>
                  <a:pt x="1335" y="447"/>
                  <a:pt x="1335" y="447"/>
                  <a:pt x="1335" y="447"/>
                </a:cubicBezTo>
                <a:lnTo>
                  <a:pt x="1335" y="494"/>
                </a:lnTo>
                <a:close/>
                <a:moveTo>
                  <a:pt x="1294" y="549"/>
                </a:moveTo>
                <a:cubicBezTo>
                  <a:pt x="1326" y="549"/>
                  <a:pt x="1326" y="549"/>
                  <a:pt x="1326" y="549"/>
                </a:cubicBezTo>
                <a:cubicBezTo>
                  <a:pt x="1326" y="671"/>
                  <a:pt x="1326" y="671"/>
                  <a:pt x="1326" y="671"/>
                </a:cubicBezTo>
                <a:cubicBezTo>
                  <a:pt x="1328" y="671"/>
                  <a:pt x="1328" y="671"/>
                  <a:pt x="1328" y="671"/>
                </a:cubicBezTo>
                <a:cubicBezTo>
                  <a:pt x="1328" y="547"/>
                  <a:pt x="1328" y="547"/>
                  <a:pt x="1328" y="547"/>
                </a:cubicBezTo>
                <a:cubicBezTo>
                  <a:pt x="1294" y="547"/>
                  <a:pt x="1294" y="547"/>
                  <a:pt x="1294" y="547"/>
                </a:cubicBezTo>
                <a:cubicBezTo>
                  <a:pt x="1294" y="549"/>
                  <a:pt x="1294" y="549"/>
                  <a:pt x="1294" y="549"/>
                </a:cubicBezTo>
                <a:moveTo>
                  <a:pt x="1336" y="513"/>
                </a:moveTo>
                <a:cubicBezTo>
                  <a:pt x="1356" y="513"/>
                  <a:pt x="1356" y="513"/>
                  <a:pt x="1356" y="513"/>
                </a:cubicBezTo>
                <a:cubicBezTo>
                  <a:pt x="1356" y="551"/>
                  <a:pt x="1356" y="551"/>
                  <a:pt x="1356" y="551"/>
                </a:cubicBezTo>
                <a:cubicBezTo>
                  <a:pt x="1358" y="551"/>
                  <a:pt x="1358" y="551"/>
                  <a:pt x="1358" y="551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36" y="511"/>
                  <a:pt x="1336" y="511"/>
                  <a:pt x="1336" y="511"/>
                </a:cubicBezTo>
                <a:cubicBezTo>
                  <a:pt x="1336" y="513"/>
                  <a:pt x="1336" y="513"/>
                  <a:pt x="1336" y="513"/>
                </a:cubicBezTo>
                <a:moveTo>
                  <a:pt x="1357" y="513"/>
                </a:moveTo>
                <a:cubicBezTo>
                  <a:pt x="1365" y="517"/>
                  <a:pt x="1365" y="517"/>
                  <a:pt x="1365" y="517"/>
                </a:cubicBezTo>
                <a:cubicBezTo>
                  <a:pt x="1365" y="566"/>
                  <a:pt x="1365" y="566"/>
                  <a:pt x="1365" y="566"/>
                </a:cubicBezTo>
                <a:cubicBezTo>
                  <a:pt x="1367" y="566"/>
                  <a:pt x="1367" y="566"/>
                  <a:pt x="1367" y="566"/>
                </a:cubicBezTo>
                <a:cubicBezTo>
                  <a:pt x="1367" y="516"/>
                  <a:pt x="1367" y="516"/>
                  <a:pt x="1367" y="516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57" y="513"/>
                  <a:pt x="1357" y="513"/>
                  <a:pt x="1357" y="513"/>
                </a:cubicBezTo>
                <a:moveTo>
                  <a:pt x="1300" y="442"/>
                </a:moveTo>
                <a:cubicBezTo>
                  <a:pt x="1301" y="441"/>
                  <a:pt x="1301" y="441"/>
                  <a:pt x="1301" y="441"/>
                </a:cubicBezTo>
                <a:cubicBezTo>
                  <a:pt x="1302" y="441"/>
                  <a:pt x="1307" y="438"/>
                  <a:pt x="1318" y="438"/>
                </a:cubicBezTo>
                <a:cubicBezTo>
                  <a:pt x="1319" y="438"/>
                  <a:pt x="1320" y="438"/>
                  <a:pt x="1321" y="438"/>
                </a:cubicBezTo>
                <a:cubicBezTo>
                  <a:pt x="1329" y="438"/>
                  <a:pt x="1333" y="439"/>
                  <a:pt x="1336" y="440"/>
                </a:cubicBezTo>
                <a:cubicBezTo>
                  <a:pt x="1337" y="441"/>
                  <a:pt x="1338" y="441"/>
                  <a:pt x="1338" y="441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40" y="440"/>
                  <a:pt x="1340" y="440"/>
                  <a:pt x="1340" y="440"/>
                </a:cubicBezTo>
                <a:cubicBezTo>
                  <a:pt x="1340" y="440"/>
                  <a:pt x="1336" y="437"/>
                  <a:pt x="1321" y="436"/>
                </a:cubicBezTo>
                <a:cubicBezTo>
                  <a:pt x="1320" y="436"/>
                  <a:pt x="1319" y="436"/>
                  <a:pt x="1318" y="436"/>
                </a:cubicBezTo>
                <a:cubicBezTo>
                  <a:pt x="1305" y="436"/>
                  <a:pt x="1299" y="440"/>
                  <a:pt x="1299" y="440"/>
                </a:cubicBezTo>
                <a:cubicBezTo>
                  <a:pt x="1300" y="442"/>
                  <a:pt x="1300" y="442"/>
                  <a:pt x="1300" y="442"/>
                </a:cubicBezTo>
                <a:moveTo>
                  <a:pt x="1300" y="434"/>
                </a:moveTo>
                <a:cubicBezTo>
                  <a:pt x="1300" y="434"/>
                  <a:pt x="1300" y="434"/>
                  <a:pt x="1300" y="434"/>
                </a:cubicBezTo>
                <a:cubicBezTo>
                  <a:pt x="1301" y="433"/>
                  <a:pt x="1307" y="430"/>
                  <a:pt x="1318" y="430"/>
                </a:cubicBezTo>
                <a:cubicBezTo>
                  <a:pt x="1319" y="430"/>
                  <a:pt x="1320" y="430"/>
                  <a:pt x="1321" y="430"/>
                </a:cubicBezTo>
                <a:cubicBezTo>
                  <a:pt x="1329" y="430"/>
                  <a:pt x="1333" y="431"/>
                  <a:pt x="1336" y="432"/>
                </a:cubicBezTo>
                <a:cubicBezTo>
                  <a:pt x="1338" y="433"/>
                  <a:pt x="1339" y="433"/>
                  <a:pt x="1339" y="433"/>
                </a:cubicBezTo>
                <a:cubicBezTo>
                  <a:pt x="1340" y="433"/>
                  <a:pt x="1340" y="433"/>
                  <a:pt x="1340" y="433"/>
                </a:cubicBezTo>
                <a:cubicBezTo>
                  <a:pt x="1340" y="434"/>
                  <a:pt x="1340" y="434"/>
                  <a:pt x="1340" y="434"/>
                </a:cubicBezTo>
                <a:cubicBezTo>
                  <a:pt x="1341" y="432"/>
                  <a:pt x="1341" y="432"/>
                  <a:pt x="1341" y="432"/>
                </a:cubicBezTo>
                <a:cubicBezTo>
                  <a:pt x="1341" y="432"/>
                  <a:pt x="1336" y="429"/>
                  <a:pt x="1322" y="428"/>
                </a:cubicBezTo>
                <a:cubicBezTo>
                  <a:pt x="1320" y="428"/>
                  <a:pt x="1319" y="428"/>
                  <a:pt x="1318" y="428"/>
                </a:cubicBezTo>
                <a:cubicBezTo>
                  <a:pt x="1305" y="428"/>
                  <a:pt x="1298" y="432"/>
                  <a:pt x="1298" y="432"/>
                </a:cubicBezTo>
                <a:cubicBezTo>
                  <a:pt x="1300" y="434"/>
                  <a:pt x="1300" y="434"/>
                  <a:pt x="1300" y="434"/>
                </a:cubicBezTo>
                <a:moveTo>
                  <a:pt x="1327" y="566"/>
                </a:moveTo>
                <a:cubicBezTo>
                  <a:pt x="1339" y="566"/>
                  <a:pt x="1339" y="566"/>
                  <a:pt x="1339" y="566"/>
                </a:cubicBezTo>
                <a:cubicBezTo>
                  <a:pt x="1339" y="652"/>
                  <a:pt x="1339" y="652"/>
                  <a:pt x="1339" y="652"/>
                </a:cubicBezTo>
                <a:cubicBezTo>
                  <a:pt x="1341" y="652"/>
                  <a:pt x="1341" y="652"/>
                  <a:pt x="1341" y="652"/>
                </a:cubicBezTo>
                <a:cubicBezTo>
                  <a:pt x="1341" y="564"/>
                  <a:pt x="1341" y="564"/>
                  <a:pt x="1341" y="564"/>
                </a:cubicBezTo>
                <a:cubicBezTo>
                  <a:pt x="1327" y="564"/>
                  <a:pt x="1327" y="564"/>
                  <a:pt x="1327" y="564"/>
                </a:cubicBezTo>
                <a:cubicBezTo>
                  <a:pt x="1327" y="566"/>
                  <a:pt x="1327" y="566"/>
                  <a:pt x="1327" y="566"/>
                </a:cubicBezTo>
                <a:moveTo>
                  <a:pt x="1367" y="537"/>
                </a:moveTo>
                <a:cubicBezTo>
                  <a:pt x="1403" y="537"/>
                  <a:pt x="1403" y="537"/>
                  <a:pt x="1403" y="537"/>
                </a:cubicBezTo>
                <a:cubicBezTo>
                  <a:pt x="1403" y="671"/>
                  <a:pt x="1403" y="671"/>
                  <a:pt x="1403" y="671"/>
                </a:cubicBezTo>
                <a:cubicBezTo>
                  <a:pt x="1405" y="671"/>
                  <a:pt x="1405" y="671"/>
                  <a:pt x="1405" y="671"/>
                </a:cubicBezTo>
                <a:cubicBezTo>
                  <a:pt x="1405" y="534"/>
                  <a:pt x="1405" y="534"/>
                  <a:pt x="1405" y="534"/>
                </a:cubicBezTo>
                <a:cubicBezTo>
                  <a:pt x="1367" y="534"/>
                  <a:pt x="1367" y="534"/>
                  <a:pt x="1367" y="534"/>
                </a:cubicBezTo>
                <a:cubicBezTo>
                  <a:pt x="1367" y="537"/>
                  <a:pt x="1367" y="537"/>
                  <a:pt x="1367" y="537"/>
                </a:cubicBezTo>
                <a:moveTo>
                  <a:pt x="1341" y="574"/>
                </a:moveTo>
                <a:cubicBezTo>
                  <a:pt x="1351" y="574"/>
                  <a:pt x="1351" y="574"/>
                  <a:pt x="1351" y="574"/>
                </a:cubicBezTo>
                <a:cubicBezTo>
                  <a:pt x="1351" y="566"/>
                  <a:pt x="1351" y="566"/>
                  <a:pt x="1351" y="566"/>
                </a:cubicBezTo>
                <a:cubicBezTo>
                  <a:pt x="1377" y="569"/>
                  <a:pt x="1377" y="569"/>
                  <a:pt x="1377" y="569"/>
                </a:cubicBezTo>
                <a:cubicBezTo>
                  <a:pt x="1377" y="653"/>
                  <a:pt x="1377" y="653"/>
                  <a:pt x="1377" y="653"/>
                </a:cubicBezTo>
                <a:cubicBezTo>
                  <a:pt x="1379" y="653"/>
                  <a:pt x="1379" y="653"/>
                  <a:pt x="1379" y="653"/>
                </a:cubicBezTo>
                <a:cubicBezTo>
                  <a:pt x="1379" y="567"/>
                  <a:pt x="1379" y="567"/>
                  <a:pt x="1379" y="567"/>
                </a:cubicBezTo>
                <a:cubicBezTo>
                  <a:pt x="1349" y="563"/>
                  <a:pt x="1349" y="563"/>
                  <a:pt x="1349" y="563"/>
                </a:cubicBezTo>
                <a:cubicBezTo>
                  <a:pt x="1349" y="571"/>
                  <a:pt x="1349" y="571"/>
                  <a:pt x="1349" y="571"/>
                </a:cubicBezTo>
                <a:cubicBezTo>
                  <a:pt x="1341" y="571"/>
                  <a:pt x="1341" y="571"/>
                  <a:pt x="1341" y="571"/>
                </a:cubicBezTo>
                <a:cubicBezTo>
                  <a:pt x="1341" y="574"/>
                  <a:pt x="1341" y="574"/>
                  <a:pt x="1341" y="574"/>
                </a:cubicBezTo>
                <a:moveTo>
                  <a:pt x="1380" y="536"/>
                </a:moveTo>
                <a:cubicBezTo>
                  <a:pt x="1380" y="511"/>
                  <a:pt x="1380" y="511"/>
                  <a:pt x="1380" y="511"/>
                </a:cubicBezTo>
                <a:cubicBezTo>
                  <a:pt x="1393" y="511"/>
                  <a:pt x="1393" y="511"/>
                  <a:pt x="1393" y="511"/>
                </a:cubicBezTo>
                <a:cubicBezTo>
                  <a:pt x="1393" y="517"/>
                  <a:pt x="1393" y="517"/>
                  <a:pt x="1393" y="517"/>
                </a:cubicBezTo>
                <a:cubicBezTo>
                  <a:pt x="1393" y="518"/>
                  <a:pt x="1393" y="518"/>
                  <a:pt x="1393" y="518"/>
                </a:cubicBezTo>
                <a:cubicBezTo>
                  <a:pt x="1405" y="518"/>
                  <a:pt x="1405" y="518"/>
                  <a:pt x="1405" y="518"/>
                </a:cubicBezTo>
                <a:cubicBezTo>
                  <a:pt x="1412" y="523"/>
                  <a:pt x="1412" y="523"/>
                  <a:pt x="1412" y="523"/>
                </a:cubicBezTo>
                <a:cubicBezTo>
                  <a:pt x="1412" y="662"/>
                  <a:pt x="1412" y="662"/>
                  <a:pt x="1412" y="662"/>
                </a:cubicBezTo>
                <a:cubicBezTo>
                  <a:pt x="1415" y="662"/>
                  <a:pt x="1415" y="662"/>
                  <a:pt x="1415" y="662"/>
                </a:cubicBezTo>
                <a:cubicBezTo>
                  <a:pt x="1415" y="521"/>
                  <a:pt x="1415" y="521"/>
                  <a:pt x="1415" y="521"/>
                </a:cubicBezTo>
                <a:cubicBezTo>
                  <a:pt x="1406" y="516"/>
                  <a:pt x="1406" y="516"/>
                  <a:pt x="1406" y="516"/>
                </a:cubicBezTo>
                <a:cubicBezTo>
                  <a:pt x="1395" y="516"/>
                  <a:pt x="1395" y="516"/>
                  <a:pt x="1395" y="516"/>
                </a:cubicBezTo>
                <a:cubicBezTo>
                  <a:pt x="1395" y="510"/>
                  <a:pt x="1395" y="510"/>
                  <a:pt x="1395" y="510"/>
                </a:cubicBezTo>
                <a:cubicBezTo>
                  <a:pt x="1395" y="509"/>
                  <a:pt x="1395" y="509"/>
                  <a:pt x="1395" y="509"/>
                </a:cubicBezTo>
                <a:cubicBezTo>
                  <a:pt x="1378" y="509"/>
                  <a:pt x="1378" y="509"/>
                  <a:pt x="1378" y="509"/>
                </a:cubicBezTo>
                <a:cubicBezTo>
                  <a:pt x="1378" y="536"/>
                  <a:pt x="1378" y="536"/>
                  <a:pt x="1378" y="536"/>
                </a:cubicBezTo>
                <a:cubicBezTo>
                  <a:pt x="1380" y="536"/>
                  <a:pt x="1380" y="536"/>
                  <a:pt x="1380" y="536"/>
                </a:cubicBezTo>
                <a:moveTo>
                  <a:pt x="1442" y="524"/>
                </a:moveTo>
                <a:cubicBezTo>
                  <a:pt x="1443" y="524"/>
                  <a:pt x="1443" y="524"/>
                  <a:pt x="1443" y="524"/>
                </a:cubicBezTo>
                <a:cubicBezTo>
                  <a:pt x="1443" y="511"/>
                  <a:pt x="1443" y="511"/>
                  <a:pt x="1443" y="511"/>
                </a:cubicBezTo>
                <a:cubicBezTo>
                  <a:pt x="1530" y="511"/>
                  <a:pt x="1530" y="511"/>
                  <a:pt x="1530" y="511"/>
                </a:cubicBezTo>
                <a:cubicBezTo>
                  <a:pt x="1530" y="523"/>
                  <a:pt x="1530" y="523"/>
                  <a:pt x="1530" y="523"/>
                </a:cubicBezTo>
                <a:cubicBezTo>
                  <a:pt x="1442" y="523"/>
                  <a:pt x="1442" y="523"/>
                  <a:pt x="1442" y="523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3" y="524"/>
                  <a:pt x="1443" y="524"/>
                  <a:pt x="1443" y="524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533" y="525"/>
                  <a:pt x="1533" y="525"/>
                  <a:pt x="1533" y="525"/>
                </a:cubicBezTo>
                <a:cubicBezTo>
                  <a:pt x="1533" y="508"/>
                  <a:pt x="1533" y="508"/>
                  <a:pt x="1533" y="508"/>
                </a:cubicBezTo>
                <a:cubicBezTo>
                  <a:pt x="1441" y="508"/>
                  <a:pt x="1441" y="508"/>
                  <a:pt x="1441" y="508"/>
                </a:cubicBezTo>
                <a:cubicBezTo>
                  <a:pt x="1441" y="525"/>
                  <a:pt x="1441" y="525"/>
                  <a:pt x="1441" y="525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442" y="524"/>
                  <a:pt x="1442" y="524"/>
                  <a:pt x="1442" y="524"/>
                </a:cubicBezTo>
                <a:moveTo>
                  <a:pt x="1488" y="598"/>
                </a:moveTo>
                <a:cubicBezTo>
                  <a:pt x="1488" y="529"/>
                  <a:pt x="1488" y="529"/>
                  <a:pt x="1488" y="529"/>
                </a:cubicBezTo>
                <a:cubicBezTo>
                  <a:pt x="1435" y="529"/>
                  <a:pt x="1435" y="529"/>
                  <a:pt x="1435" y="529"/>
                </a:cubicBezTo>
                <a:cubicBezTo>
                  <a:pt x="1435" y="617"/>
                  <a:pt x="1435" y="617"/>
                  <a:pt x="1435" y="617"/>
                </a:cubicBezTo>
                <a:cubicBezTo>
                  <a:pt x="1437" y="617"/>
                  <a:pt x="1437" y="617"/>
                  <a:pt x="1437" y="617"/>
                </a:cubicBezTo>
                <a:cubicBezTo>
                  <a:pt x="1437" y="532"/>
                  <a:pt x="1437" y="532"/>
                  <a:pt x="1437" y="532"/>
                </a:cubicBezTo>
                <a:cubicBezTo>
                  <a:pt x="1486" y="532"/>
                  <a:pt x="1486" y="532"/>
                  <a:pt x="1486" y="532"/>
                </a:cubicBezTo>
                <a:cubicBezTo>
                  <a:pt x="1486" y="598"/>
                  <a:pt x="1486" y="598"/>
                  <a:pt x="1486" y="598"/>
                </a:cubicBezTo>
                <a:cubicBezTo>
                  <a:pt x="1488" y="598"/>
                  <a:pt x="1488" y="598"/>
                  <a:pt x="1488" y="598"/>
                </a:cubicBezTo>
                <a:moveTo>
                  <a:pt x="1539" y="601"/>
                </a:moveTo>
                <a:cubicBezTo>
                  <a:pt x="1539" y="530"/>
                  <a:pt x="1539" y="530"/>
                  <a:pt x="1539" y="530"/>
                </a:cubicBezTo>
                <a:cubicBezTo>
                  <a:pt x="1622" y="530"/>
                  <a:pt x="1622" y="530"/>
                  <a:pt x="1622" y="530"/>
                </a:cubicBezTo>
                <a:cubicBezTo>
                  <a:pt x="1622" y="670"/>
                  <a:pt x="1622" y="670"/>
                  <a:pt x="1622" y="670"/>
                </a:cubicBezTo>
                <a:cubicBezTo>
                  <a:pt x="1624" y="670"/>
                  <a:pt x="1624" y="670"/>
                  <a:pt x="1624" y="670"/>
                </a:cubicBezTo>
                <a:cubicBezTo>
                  <a:pt x="1624" y="528"/>
                  <a:pt x="1624" y="528"/>
                  <a:pt x="1624" y="528"/>
                </a:cubicBezTo>
                <a:cubicBezTo>
                  <a:pt x="1537" y="528"/>
                  <a:pt x="1537" y="528"/>
                  <a:pt x="1537" y="528"/>
                </a:cubicBezTo>
                <a:cubicBezTo>
                  <a:pt x="1537" y="601"/>
                  <a:pt x="1537" y="601"/>
                  <a:pt x="1537" y="601"/>
                </a:cubicBezTo>
                <a:cubicBezTo>
                  <a:pt x="1539" y="601"/>
                  <a:pt x="1539" y="601"/>
                  <a:pt x="1539" y="601"/>
                </a:cubicBezTo>
                <a:moveTo>
                  <a:pt x="1528" y="616"/>
                </a:moveTo>
                <a:cubicBezTo>
                  <a:pt x="1530" y="616"/>
                  <a:pt x="1530" y="616"/>
                  <a:pt x="1530" y="616"/>
                </a:cubicBezTo>
                <a:cubicBezTo>
                  <a:pt x="1530" y="527"/>
                  <a:pt x="1530" y="527"/>
                  <a:pt x="1530" y="527"/>
                </a:cubicBezTo>
                <a:cubicBezTo>
                  <a:pt x="1528" y="527"/>
                  <a:pt x="1528" y="527"/>
                  <a:pt x="1528" y="527"/>
                </a:cubicBezTo>
                <a:lnTo>
                  <a:pt x="1528" y="616"/>
                </a:lnTo>
                <a:close/>
                <a:moveTo>
                  <a:pt x="1538" y="510"/>
                </a:moveTo>
                <a:cubicBezTo>
                  <a:pt x="1538" y="511"/>
                  <a:pt x="1538" y="511"/>
                  <a:pt x="1538" y="511"/>
                </a:cubicBezTo>
                <a:cubicBezTo>
                  <a:pt x="1607" y="511"/>
                  <a:pt x="1607" y="511"/>
                  <a:pt x="1607" y="511"/>
                </a:cubicBezTo>
                <a:cubicBezTo>
                  <a:pt x="1607" y="520"/>
                  <a:pt x="1607" y="520"/>
                  <a:pt x="1607" y="520"/>
                </a:cubicBezTo>
                <a:cubicBezTo>
                  <a:pt x="1539" y="520"/>
                  <a:pt x="1539" y="520"/>
                  <a:pt x="1539" y="520"/>
                </a:cubicBezTo>
                <a:cubicBezTo>
                  <a:pt x="1539" y="510"/>
                  <a:pt x="1539" y="510"/>
                  <a:pt x="1539" y="510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8" y="511"/>
                  <a:pt x="1538" y="511"/>
                  <a:pt x="1538" y="511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7" y="522"/>
                  <a:pt x="1537" y="522"/>
                  <a:pt x="1537" y="522"/>
                </a:cubicBezTo>
                <a:cubicBezTo>
                  <a:pt x="1610" y="522"/>
                  <a:pt x="1610" y="522"/>
                  <a:pt x="1610" y="522"/>
                </a:cubicBezTo>
                <a:cubicBezTo>
                  <a:pt x="1610" y="509"/>
                  <a:pt x="1610" y="509"/>
                  <a:pt x="1610" y="509"/>
                </a:cubicBezTo>
                <a:cubicBezTo>
                  <a:pt x="1537" y="509"/>
                  <a:pt x="1537" y="509"/>
                  <a:pt x="1537" y="509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8" y="510"/>
                  <a:pt x="1538" y="510"/>
                  <a:pt x="1538" y="510"/>
                </a:cubicBezTo>
                <a:moveTo>
                  <a:pt x="1463" y="628"/>
                </a:moveTo>
                <a:cubicBezTo>
                  <a:pt x="1463" y="606"/>
                  <a:pt x="1463" y="606"/>
                  <a:pt x="1463" y="606"/>
                </a:cubicBezTo>
                <a:cubicBezTo>
                  <a:pt x="1496" y="606"/>
                  <a:pt x="1496" y="606"/>
                  <a:pt x="1496" y="606"/>
                </a:cubicBezTo>
                <a:cubicBezTo>
                  <a:pt x="1496" y="671"/>
                  <a:pt x="1496" y="671"/>
                  <a:pt x="1496" y="671"/>
                </a:cubicBezTo>
                <a:cubicBezTo>
                  <a:pt x="1498" y="671"/>
                  <a:pt x="1498" y="671"/>
                  <a:pt x="1498" y="671"/>
                </a:cubicBezTo>
                <a:cubicBezTo>
                  <a:pt x="1498" y="604"/>
                  <a:pt x="1498" y="604"/>
                  <a:pt x="1498" y="604"/>
                </a:cubicBezTo>
                <a:cubicBezTo>
                  <a:pt x="1461" y="604"/>
                  <a:pt x="1461" y="604"/>
                  <a:pt x="1461" y="604"/>
                </a:cubicBezTo>
                <a:cubicBezTo>
                  <a:pt x="1461" y="628"/>
                  <a:pt x="1461" y="628"/>
                  <a:pt x="1461" y="628"/>
                </a:cubicBezTo>
                <a:cubicBezTo>
                  <a:pt x="1463" y="628"/>
                  <a:pt x="1463" y="628"/>
                  <a:pt x="1463" y="628"/>
                </a:cubicBezTo>
                <a:moveTo>
                  <a:pt x="1498" y="611"/>
                </a:moveTo>
                <a:cubicBezTo>
                  <a:pt x="1521" y="611"/>
                  <a:pt x="1521" y="611"/>
                  <a:pt x="1521" y="611"/>
                </a:cubicBezTo>
                <a:cubicBezTo>
                  <a:pt x="1521" y="630"/>
                  <a:pt x="1521" y="630"/>
                  <a:pt x="1521" y="630"/>
                </a:cubicBezTo>
                <a:cubicBezTo>
                  <a:pt x="1524" y="630"/>
                  <a:pt x="1524" y="630"/>
                  <a:pt x="1524" y="630"/>
                </a:cubicBezTo>
                <a:cubicBezTo>
                  <a:pt x="1524" y="608"/>
                  <a:pt x="1524" y="608"/>
                  <a:pt x="1524" y="608"/>
                </a:cubicBezTo>
                <a:cubicBezTo>
                  <a:pt x="1498" y="608"/>
                  <a:pt x="1498" y="608"/>
                  <a:pt x="1498" y="608"/>
                </a:cubicBezTo>
                <a:cubicBezTo>
                  <a:pt x="1498" y="611"/>
                  <a:pt x="1498" y="611"/>
                  <a:pt x="1498" y="611"/>
                </a:cubicBezTo>
                <a:moveTo>
                  <a:pt x="1429" y="671"/>
                </a:moveTo>
                <a:cubicBezTo>
                  <a:pt x="1429" y="630"/>
                  <a:pt x="1429" y="630"/>
                  <a:pt x="1429" y="630"/>
                </a:cubicBezTo>
                <a:cubicBezTo>
                  <a:pt x="1485" y="630"/>
                  <a:pt x="1485" y="630"/>
                  <a:pt x="1485" y="630"/>
                </a:cubicBezTo>
                <a:cubicBezTo>
                  <a:pt x="1485" y="627"/>
                  <a:pt x="1485" y="627"/>
                  <a:pt x="1485" y="627"/>
                </a:cubicBezTo>
                <a:cubicBezTo>
                  <a:pt x="1455" y="627"/>
                  <a:pt x="1455" y="627"/>
                  <a:pt x="1455" y="627"/>
                </a:cubicBezTo>
                <a:cubicBezTo>
                  <a:pt x="1427" y="627"/>
                  <a:pt x="1427" y="627"/>
                  <a:pt x="1427" y="627"/>
                </a:cubicBezTo>
                <a:cubicBezTo>
                  <a:pt x="1427" y="671"/>
                  <a:pt x="1427" y="671"/>
                  <a:pt x="1427" y="671"/>
                </a:cubicBezTo>
                <a:cubicBezTo>
                  <a:pt x="1429" y="671"/>
                  <a:pt x="1429" y="671"/>
                  <a:pt x="1429" y="671"/>
                </a:cubicBezTo>
                <a:moveTo>
                  <a:pt x="1512" y="650"/>
                </a:moveTo>
                <a:cubicBezTo>
                  <a:pt x="1512" y="631"/>
                  <a:pt x="1512" y="631"/>
                  <a:pt x="1512" y="631"/>
                </a:cubicBezTo>
                <a:cubicBezTo>
                  <a:pt x="1529" y="631"/>
                  <a:pt x="1529" y="631"/>
                  <a:pt x="1529" y="631"/>
                </a:cubicBezTo>
                <a:cubicBezTo>
                  <a:pt x="1529" y="670"/>
                  <a:pt x="1529" y="670"/>
                  <a:pt x="1529" y="670"/>
                </a:cubicBezTo>
                <a:cubicBezTo>
                  <a:pt x="1531" y="670"/>
                  <a:pt x="1531" y="670"/>
                  <a:pt x="1531" y="670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10" y="629"/>
                  <a:pt x="1510" y="629"/>
                  <a:pt x="1510" y="629"/>
                </a:cubicBezTo>
                <a:cubicBezTo>
                  <a:pt x="1510" y="650"/>
                  <a:pt x="1510" y="650"/>
                  <a:pt x="1510" y="650"/>
                </a:cubicBezTo>
                <a:cubicBezTo>
                  <a:pt x="1512" y="650"/>
                  <a:pt x="1512" y="650"/>
                  <a:pt x="1512" y="650"/>
                </a:cubicBezTo>
                <a:moveTo>
                  <a:pt x="1531" y="631"/>
                </a:moveTo>
                <a:cubicBezTo>
                  <a:pt x="1583" y="631"/>
                  <a:pt x="1583" y="631"/>
                  <a:pt x="1583" y="631"/>
                </a:cubicBezTo>
                <a:cubicBezTo>
                  <a:pt x="1583" y="671"/>
                  <a:pt x="1583" y="671"/>
                  <a:pt x="1583" y="671"/>
                </a:cubicBezTo>
                <a:cubicBezTo>
                  <a:pt x="1586" y="671"/>
                  <a:pt x="1586" y="671"/>
                  <a:pt x="1586" y="671"/>
                </a:cubicBezTo>
                <a:cubicBezTo>
                  <a:pt x="1586" y="629"/>
                  <a:pt x="1586" y="629"/>
                  <a:pt x="1586" y="629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31" y="631"/>
                  <a:pt x="1531" y="631"/>
                  <a:pt x="1531" y="631"/>
                </a:cubicBezTo>
                <a:moveTo>
                  <a:pt x="1523" y="618"/>
                </a:moveTo>
                <a:cubicBezTo>
                  <a:pt x="1569" y="618"/>
                  <a:pt x="1569" y="618"/>
                  <a:pt x="1569" y="618"/>
                </a:cubicBezTo>
                <a:cubicBezTo>
                  <a:pt x="1569" y="612"/>
                  <a:pt x="1569" y="612"/>
                  <a:pt x="1569" y="612"/>
                </a:cubicBezTo>
                <a:cubicBezTo>
                  <a:pt x="1594" y="612"/>
                  <a:pt x="1594" y="612"/>
                  <a:pt x="1594" y="612"/>
                </a:cubicBezTo>
                <a:cubicBezTo>
                  <a:pt x="1594" y="671"/>
                  <a:pt x="1594" y="671"/>
                  <a:pt x="1594" y="671"/>
                </a:cubicBezTo>
                <a:cubicBezTo>
                  <a:pt x="1596" y="671"/>
                  <a:pt x="1596" y="671"/>
                  <a:pt x="1596" y="671"/>
                </a:cubicBezTo>
                <a:cubicBezTo>
                  <a:pt x="1596" y="610"/>
                  <a:pt x="1596" y="610"/>
                  <a:pt x="1596" y="610"/>
                </a:cubicBezTo>
                <a:cubicBezTo>
                  <a:pt x="1567" y="610"/>
                  <a:pt x="1567" y="610"/>
                  <a:pt x="1567" y="610"/>
                </a:cubicBezTo>
                <a:cubicBezTo>
                  <a:pt x="1567" y="616"/>
                  <a:pt x="1567" y="616"/>
                  <a:pt x="1567" y="616"/>
                </a:cubicBezTo>
                <a:cubicBezTo>
                  <a:pt x="1523" y="616"/>
                  <a:pt x="1523" y="616"/>
                  <a:pt x="1523" y="616"/>
                </a:cubicBezTo>
                <a:cubicBezTo>
                  <a:pt x="1523" y="618"/>
                  <a:pt x="1523" y="618"/>
                  <a:pt x="1523" y="618"/>
                </a:cubicBezTo>
                <a:moveTo>
                  <a:pt x="1623" y="545"/>
                </a:moveTo>
                <a:cubicBezTo>
                  <a:pt x="1652" y="545"/>
                  <a:pt x="1652" y="545"/>
                  <a:pt x="1652" y="545"/>
                </a:cubicBezTo>
                <a:cubicBezTo>
                  <a:pt x="1657" y="554"/>
                  <a:pt x="1657" y="554"/>
                  <a:pt x="1657" y="554"/>
                </a:cubicBezTo>
                <a:cubicBezTo>
                  <a:pt x="1657" y="669"/>
                  <a:pt x="1657" y="669"/>
                  <a:pt x="1657" y="669"/>
                </a:cubicBezTo>
                <a:cubicBezTo>
                  <a:pt x="1659" y="669"/>
                  <a:pt x="1659" y="669"/>
                  <a:pt x="1659" y="669"/>
                </a:cubicBezTo>
                <a:cubicBezTo>
                  <a:pt x="1659" y="553"/>
                  <a:pt x="1659" y="553"/>
                  <a:pt x="1659" y="553"/>
                </a:cubicBezTo>
                <a:cubicBezTo>
                  <a:pt x="1653" y="543"/>
                  <a:pt x="1653" y="543"/>
                  <a:pt x="1653" y="543"/>
                </a:cubicBezTo>
                <a:cubicBezTo>
                  <a:pt x="1623" y="543"/>
                  <a:pt x="1623" y="543"/>
                  <a:pt x="1623" y="543"/>
                </a:cubicBezTo>
                <a:cubicBezTo>
                  <a:pt x="1623" y="545"/>
                  <a:pt x="1623" y="545"/>
                  <a:pt x="1623" y="545"/>
                </a:cubicBezTo>
                <a:moveTo>
                  <a:pt x="1635" y="544"/>
                </a:moveTo>
                <a:cubicBezTo>
                  <a:pt x="1642" y="553"/>
                  <a:pt x="1642" y="553"/>
                  <a:pt x="1642" y="553"/>
                </a:cubicBezTo>
                <a:cubicBezTo>
                  <a:pt x="1642" y="640"/>
                  <a:pt x="1642" y="640"/>
                  <a:pt x="1642" y="640"/>
                </a:cubicBezTo>
                <a:cubicBezTo>
                  <a:pt x="1644" y="640"/>
                  <a:pt x="1644" y="640"/>
                  <a:pt x="1644" y="640"/>
                </a:cubicBezTo>
                <a:cubicBezTo>
                  <a:pt x="1644" y="552"/>
                  <a:pt x="1644" y="552"/>
                  <a:pt x="1644" y="552"/>
                </a:cubicBezTo>
                <a:cubicBezTo>
                  <a:pt x="1637" y="543"/>
                  <a:pt x="1637" y="543"/>
                  <a:pt x="1637" y="543"/>
                </a:cubicBezTo>
                <a:cubicBezTo>
                  <a:pt x="1635" y="544"/>
                  <a:pt x="1635" y="544"/>
                  <a:pt x="1635" y="544"/>
                </a:cubicBezTo>
                <a:moveTo>
                  <a:pt x="1675" y="671"/>
                </a:moveTo>
                <a:cubicBezTo>
                  <a:pt x="1675" y="570"/>
                  <a:pt x="1675" y="570"/>
                  <a:pt x="1675" y="570"/>
                </a:cubicBezTo>
                <a:cubicBezTo>
                  <a:pt x="1746" y="570"/>
                  <a:pt x="1746" y="570"/>
                  <a:pt x="1746" y="570"/>
                </a:cubicBezTo>
                <a:cubicBezTo>
                  <a:pt x="1746" y="623"/>
                  <a:pt x="1746" y="623"/>
                  <a:pt x="1746" y="623"/>
                </a:cubicBezTo>
                <a:cubicBezTo>
                  <a:pt x="1749" y="623"/>
                  <a:pt x="1749" y="623"/>
                  <a:pt x="1749" y="623"/>
                </a:cubicBezTo>
                <a:cubicBezTo>
                  <a:pt x="1748" y="568"/>
                  <a:pt x="1748" y="568"/>
                  <a:pt x="1748" y="568"/>
                </a:cubicBezTo>
                <a:cubicBezTo>
                  <a:pt x="1672" y="568"/>
                  <a:pt x="1672" y="568"/>
                  <a:pt x="1672" y="568"/>
                </a:cubicBezTo>
                <a:cubicBezTo>
                  <a:pt x="1672" y="671"/>
                  <a:pt x="1672" y="671"/>
                  <a:pt x="1672" y="671"/>
                </a:cubicBezTo>
                <a:cubicBezTo>
                  <a:pt x="1675" y="671"/>
                  <a:pt x="1675" y="671"/>
                  <a:pt x="1675" y="671"/>
                </a:cubicBezTo>
                <a:moveTo>
                  <a:pt x="1685" y="631"/>
                </a:moveTo>
                <a:cubicBezTo>
                  <a:pt x="1740" y="631"/>
                  <a:pt x="1740" y="631"/>
                  <a:pt x="1740" y="631"/>
                </a:cubicBezTo>
                <a:cubicBezTo>
                  <a:pt x="1740" y="624"/>
                  <a:pt x="1740" y="624"/>
                  <a:pt x="1740" y="624"/>
                </a:cubicBezTo>
                <a:cubicBezTo>
                  <a:pt x="1769" y="624"/>
                  <a:pt x="1769" y="624"/>
                  <a:pt x="1769" y="624"/>
                </a:cubicBezTo>
                <a:cubicBezTo>
                  <a:pt x="1769" y="671"/>
                  <a:pt x="1769" y="671"/>
                  <a:pt x="1769" y="671"/>
                </a:cubicBezTo>
                <a:cubicBezTo>
                  <a:pt x="1771" y="671"/>
                  <a:pt x="1771" y="671"/>
                  <a:pt x="1771" y="671"/>
                </a:cubicBezTo>
                <a:cubicBezTo>
                  <a:pt x="1771" y="622"/>
                  <a:pt x="1771" y="622"/>
                  <a:pt x="1771" y="622"/>
                </a:cubicBezTo>
                <a:cubicBezTo>
                  <a:pt x="1738" y="622"/>
                  <a:pt x="1738" y="622"/>
                  <a:pt x="1738" y="622"/>
                </a:cubicBezTo>
                <a:cubicBezTo>
                  <a:pt x="1738" y="628"/>
                  <a:pt x="1738" y="628"/>
                  <a:pt x="1738" y="628"/>
                </a:cubicBezTo>
                <a:cubicBezTo>
                  <a:pt x="1685" y="628"/>
                  <a:pt x="1685" y="628"/>
                  <a:pt x="1685" y="628"/>
                </a:cubicBezTo>
                <a:cubicBezTo>
                  <a:pt x="1685" y="631"/>
                  <a:pt x="1685" y="631"/>
                  <a:pt x="1685" y="631"/>
                </a:cubicBezTo>
                <a:moveTo>
                  <a:pt x="1413" y="577"/>
                </a:moveTo>
                <a:cubicBezTo>
                  <a:pt x="1427" y="577"/>
                  <a:pt x="1427" y="577"/>
                  <a:pt x="1427" y="577"/>
                </a:cubicBezTo>
                <a:cubicBezTo>
                  <a:pt x="1427" y="606"/>
                  <a:pt x="1427" y="606"/>
                  <a:pt x="1427" y="606"/>
                </a:cubicBezTo>
                <a:cubicBezTo>
                  <a:pt x="1436" y="606"/>
                  <a:pt x="1436" y="606"/>
                  <a:pt x="1436" y="606"/>
                </a:cubicBezTo>
                <a:cubicBezTo>
                  <a:pt x="1436" y="604"/>
                  <a:pt x="1436" y="604"/>
                  <a:pt x="1436" y="604"/>
                </a:cubicBezTo>
                <a:cubicBezTo>
                  <a:pt x="1429" y="604"/>
                  <a:pt x="1429" y="604"/>
                  <a:pt x="1429" y="604"/>
                </a:cubicBezTo>
                <a:cubicBezTo>
                  <a:pt x="1429" y="574"/>
                  <a:pt x="1429" y="574"/>
                  <a:pt x="1429" y="574"/>
                </a:cubicBezTo>
                <a:cubicBezTo>
                  <a:pt x="1413" y="574"/>
                  <a:pt x="1413" y="574"/>
                  <a:pt x="1413" y="574"/>
                </a:cubicBezTo>
                <a:cubicBezTo>
                  <a:pt x="1413" y="577"/>
                  <a:pt x="1413" y="577"/>
                  <a:pt x="1413" y="577"/>
                </a:cubicBezTo>
                <a:moveTo>
                  <a:pt x="1732" y="569"/>
                </a:moveTo>
                <a:cubicBezTo>
                  <a:pt x="1732" y="422"/>
                  <a:pt x="1732" y="422"/>
                  <a:pt x="1732" y="422"/>
                </a:cubicBezTo>
                <a:cubicBezTo>
                  <a:pt x="1747" y="422"/>
                  <a:pt x="1747" y="422"/>
                  <a:pt x="1747" y="422"/>
                </a:cubicBezTo>
                <a:cubicBezTo>
                  <a:pt x="1747" y="402"/>
                  <a:pt x="1747" y="402"/>
                  <a:pt x="1747" y="402"/>
                </a:cubicBezTo>
                <a:cubicBezTo>
                  <a:pt x="1753" y="395"/>
                  <a:pt x="1753" y="395"/>
                  <a:pt x="1753" y="395"/>
                </a:cubicBezTo>
                <a:cubicBezTo>
                  <a:pt x="1808" y="395"/>
                  <a:pt x="1808" y="395"/>
                  <a:pt x="1808" y="395"/>
                </a:cubicBezTo>
                <a:cubicBezTo>
                  <a:pt x="1808" y="611"/>
                  <a:pt x="1808" y="611"/>
                  <a:pt x="1808" y="611"/>
                </a:cubicBezTo>
                <a:cubicBezTo>
                  <a:pt x="1748" y="611"/>
                  <a:pt x="1748" y="611"/>
                  <a:pt x="1748" y="611"/>
                </a:cubicBezTo>
                <a:cubicBezTo>
                  <a:pt x="1748" y="613"/>
                  <a:pt x="1748" y="613"/>
                  <a:pt x="1748" y="613"/>
                </a:cubicBezTo>
                <a:cubicBezTo>
                  <a:pt x="1810" y="613"/>
                  <a:pt x="1810" y="613"/>
                  <a:pt x="1810" y="613"/>
                </a:cubicBezTo>
                <a:cubicBezTo>
                  <a:pt x="1810" y="393"/>
                  <a:pt x="1810" y="393"/>
                  <a:pt x="1810" y="393"/>
                </a:cubicBezTo>
                <a:cubicBezTo>
                  <a:pt x="1752" y="393"/>
                  <a:pt x="1752" y="393"/>
                  <a:pt x="1752" y="393"/>
                </a:cubicBezTo>
                <a:cubicBezTo>
                  <a:pt x="1745" y="401"/>
                  <a:pt x="1745" y="401"/>
                  <a:pt x="1745" y="401"/>
                </a:cubicBezTo>
                <a:cubicBezTo>
                  <a:pt x="1745" y="420"/>
                  <a:pt x="1745" y="420"/>
                  <a:pt x="1745" y="420"/>
                </a:cubicBezTo>
                <a:cubicBezTo>
                  <a:pt x="1729" y="420"/>
                  <a:pt x="1729" y="420"/>
                  <a:pt x="1729" y="420"/>
                </a:cubicBezTo>
                <a:cubicBezTo>
                  <a:pt x="1729" y="569"/>
                  <a:pt x="1729" y="569"/>
                  <a:pt x="1729" y="569"/>
                </a:cubicBezTo>
                <a:cubicBezTo>
                  <a:pt x="1732" y="569"/>
                  <a:pt x="1732" y="569"/>
                  <a:pt x="1732" y="569"/>
                </a:cubicBezTo>
                <a:moveTo>
                  <a:pt x="1744" y="527"/>
                </a:moveTo>
                <a:cubicBezTo>
                  <a:pt x="1746" y="527"/>
                  <a:pt x="1746" y="527"/>
                  <a:pt x="1746" y="527"/>
                </a:cubicBezTo>
                <a:cubicBezTo>
                  <a:pt x="1746" y="434"/>
                  <a:pt x="1746" y="434"/>
                  <a:pt x="1746" y="434"/>
                </a:cubicBezTo>
                <a:cubicBezTo>
                  <a:pt x="1744" y="434"/>
                  <a:pt x="1744" y="434"/>
                  <a:pt x="1744" y="434"/>
                </a:cubicBezTo>
                <a:lnTo>
                  <a:pt x="1744" y="527"/>
                </a:lnTo>
                <a:close/>
                <a:moveTo>
                  <a:pt x="1798" y="631"/>
                </a:moveTo>
                <a:cubicBezTo>
                  <a:pt x="1800" y="631"/>
                  <a:pt x="1800" y="631"/>
                  <a:pt x="1800" y="631"/>
                </a:cubicBezTo>
                <a:cubicBezTo>
                  <a:pt x="1800" y="612"/>
                  <a:pt x="1800" y="612"/>
                  <a:pt x="1800" y="612"/>
                </a:cubicBezTo>
                <a:cubicBezTo>
                  <a:pt x="1798" y="612"/>
                  <a:pt x="1798" y="612"/>
                  <a:pt x="1798" y="612"/>
                </a:cubicBezTo>
                <a:lnTo>
                  <a:pt x="1798" y="631"/>
                </a:lnTo>
                <a:close/>
                <a:moveTo>
                  <a:pt x="1770" y="632"/>
                </a:moveTo>
                <a:cubicBezTo>
                  <a:pt x="1806" y="632"/>
                  <a:pt x="1806" y="632"/>
                  <a:pt x="1806" y="632"/>
                </a:cubicBezTo>
                <a:cubicBezTo>
                  <a:pt x="1806" y="660"/>
                  <a:pt x="1806" y="660"/>
                  <a:pt x="1806" y="660"/>
                </a:cubicBezTo>
                <a:cubicBezTo>
                  <a:pt x="1808" y="660"/>
                  <a:pt x="1808" y="660"/>
                  <a:pt x="1808" y="660"/>
                </a:cubicBezTo>
                <a:cubicBezTo>
                  <a:pt x="1808" y="630"/>
                  <a:pt x="1808" y="630"/>
                  <a:pt x="1808" y="630"/>
                </a:cubicBezTo>
                <a:cubicBezTo>
                  <a:pt x="1770" y="630"/>
                  <a:pt x="1770" y="630"/>
                  <a:pt x="1770" y="630"/>
                </a:cubicBezTo>
                <a:cubicBezTo>
                  <a:pt x="1770" y="632"/>
                  <a:pt x="1770" y="632"/>
                  <a:pt x="1770" y="632"/>
                </a:cubicBezTo>
                <a:moveTo>
                  <a:pt x="1707" y="568"/>
                </a:moveTo>
                <a:cubicBezTo>
                  <a:pt x="1707" y="491"/>
                  <a:pt x="1707" y="491"/>
                  <a:pt x="1707" y="491"/>
                </a:cubicBezTo>
                <a:cubicBezTo>
                  <a:pt x="1730" y="491"/>
                  <a:pt x="1730" y="491"/>
                  <a:pt x="1730" y="491"/>
                </a:cubicBezTo>
                <a:cubicBezTo>
                  <a:pt x="1730" y="488"/>
                  <a:pt x="1730" y="488"/>
                  <a:pt x="1730" y="488"/>
                </a:cubicBezTo>
                <a:cubicBezTo>
                  <a:pt x="1705" y="488"/>
                  <a:pt x="1705" y="488"/>
                  <a:pt x="1705" y="488"/>
                </a:cubicBezTo>
                <a:cubicBezTo>
                  <a:pt x="1705" y="568"/>
                  <a:pt x="1705" y="568"/>
                  <a:pt x="1705" y="568"/>
                </a:cubicBezTo>
                <a:cubicBezTo>
                  <a:pt x="1707" y="568"/>
                  <a:pt x="1707" y="568"/>
                  <a:pt x="1707" y="568"/>
                </a:cubicBezTo>
                <a:moveTo>
                  <a:pt x="1668" y="560"/>
                </a:moveTo>
                <a:cubicBezTo>
                  <a:pt x="1668" y="486"/>
                  <a:pt x="1668" y="486"/>
                  <a:pt x="1668" y="486"/>
                </a:cubicBezTo>
                <a:cubicBezTo>
                  <a:pt x="1684" y="486"/>
                  <a:pt x="1684" y="486"/>
                  <a:pt x="1684" y="486"/>
                </a:cubicBezTo>
                <a:cubicBezTo>
                  <a:pt x="1684" y="502"/>
                  <a:pt x="1684" y="502"/>
                  <a:pt x="1684" y="502"/>
                </a:cubicBezTo>
                <a:cubicBezTo>
                  <a:pt x="1706" y="502"/>
                  <a:pt x="1706" y="502"/>
                  <a:pt x="1706" y="502"/>
                </a:cubicBezTo>
                <a:cubicBezTo>
                  <a:pt x="1706" y="499"/>
                  <a:pt x="1706" y="499"/>
                  <a:pt x="1706" y="499"/>
                </a:cubicBezTo>
                <a:cubicBezTo>
                  <a:pt x="1687" y="499"/>
                  <a:pt x="1687" y="499"/>
                  <a:pt x="1687" y="499"/>
                </a:cubicBezTo>
                <a:cubicBezTo>
                  <a:pt x="1687" y="484"/>
                  <a:pt x="1687" y="484"/>
                  <a:pt x="1687" y="484"/>
                </a:cubicBezTo>
                <a:cubicBezTo>
                  <a:pt x="1665" y="484"/>
                  <a:pt x="1665" y="484"/>
                  <a:pt x="1665" y="484"/>
                </a:cubicBezTo>
                <a:cubicBezTo>
                  <a:pt x="1665" y="560"/>
                  <a:pt x="1665" y="560"/>
                  <a:pt x="1665" y="560"/>
                </a:cubicBezTo>
                <a:cubicBezTo>
                  <a:pt x="1668" y="560"/>
                  <a:pt x="1668" y="560"/>
                  <a:pt x="1668" y="560"/>
                </a:cubicBezTo>
                <a:moveTo>
                  <a:pt x="1699" y="671"/>
                </a:moveTo>
                <a:cubicBezTo>
                  <a:pt x="1699" y="642"/>
                  <a:pt x="1699" y="642"/>
                  <a:pt x="1699" y="642"/>
                </a:cubicBezTo>
                <a:cubicBezTo>
                  <a:pt x="1736" y="642"/>
                  <a:pt x="1736" y="642"/>
                  <a:pt x="1736" y="642"/>
                </a:cubicBezTo>
                <a:cubicBezTo>
                  <a:pt x="1736" y="671"/>
                  <a:pt x="1736" y="671"/>
                  <a:pt x="1736" y="671"/>
                </a:cubicBezTo>
                <a:cubicBezTo>
                  <a:pt x="1738" y="671"/>
                  <a:pt x="1738" y="671"/>
                  <a:pt x="1738" y="671"/>
                </a:cubicBezTo>
                <a:cubicBezTo>
                  <a:pt x="1738" y="640"/>
                  <a:pt x="1738" y="640"/>
                  <a:pt x="1738" y="640"/>
                </a:cubicBezTo>
                <a:cubicBezTo>
                  <a:pt x="1697" y="640"/>
                  <a:pt x="1697" y="640"/>
                  <a:pt x="1697" y="640"/>
                </a:cubicBezTo>
                <a:cubicBezTo>
                  <a:pt x="1697" y="671"/>
                  <a:pt x="1697" y="671"/>
                  <a:pt x="1697" y="671"/>
                </a:cubicBezTo>
                <a:cubicBezTo>
                  <a:pt x="1699" y="671"/>
                  <a:pt x="1699" y="671"/>
                  <a:pt x="1699" y="671"/>
                </a:cubicBezTo>
                <a:moveTo>
                  <a:pt x="1807" y="646"/>
                </a:moveTo>
                <a:cubicBezTo>
                  <a:pt x="1838" y="646"/>
                  <a:pt x="1838" y="646"/>
                  <a:pt x="1838" y="646"/>
                </a:cubicBezTo>
                <a:cubicBezTo>
                  <a:pt x="1838" y="492"/>
                  <a:pt x="1838" y="492"/>
                  <a:pt x="1838" y="492"/>
                </a:cubicBezTo>
                <a:cubicBezTo>
                  <a:pt x="1881" y="492"/>
                  <a:pt x="1881" y="492"/>
                  <a:pt x="1881" y="492"/>
                </a:cubicBezTo>
                <a:cubicBezTo>
                  <a:pt x="1881" y="658"/>
                  <a:pt x="1881" y="658"/>
                  <a:pt x="1881" y="658"/>
                </a:cubicBezTo>
                <a:cubicBezTo>
                  <a:pt x="1884" y="658"/>
                  <a:pt x="1884" y="658"/>
                  <a:pt x="1884" y="658"/>
                </a:cubicBezTo>
                <a:cubicBezTo>
                  <a:pt x="1884" y="490"/>
                  <a:pt x="1884" y="490"/>
                  <a:pt x="1884" y="490"/>
                </a:cubicBezTo>
                <a:cubicBezTo>
                  <a:pt x="1836" y="490"/>
                  <a:pt x="1836" y="490"/>
                  <a:pt x="1836" y="490"/>
                </a:cubicBezTo>
                <a:cubicBezTo>
                  <a:pt x="1836" y="643"/>
                  <a:pt x="1836" y="643"/>
                  <a:pt x="1836" y="643"/>
                </a:cubicBezTo>
                <a:cubicBezTo>
                  <a:pt x="1807" y="643"/>
                  <a:pt x="1807" y="643"/>
                  <a:pt x="1807" y="643"/>
                </a:cubicBezTo>
                <a:cubicBezTo>
                  <a:pt x="1807" y="646"/>
                  <a:pt x="1807" y="646"/>
                  <a:pt x="1807" y="646"/>
                </a:cubicBezTo>
                <a:moveTo>
                  <a:pt x="1809" y="507"/>
                </a:moveTo>
                <a:cubicBezTo>
                  <a:pt x="1817" y="507"/>
                  <a:pt x="1817" y="507"/>
                  <a:pt x="1817" y="507"/>
                </a:cubicBezTo>
                <a:cubicBezTo>
                  <a:pt x="1817" y="500"/>
                  <a:pt x="1817" y="500"/>
                  <a:pt x="1817" y="500"/>
                </a:cubicBezTo>
                <a:cubicBezTo>
                  <a:pt x="1837" y="500"/>
                  <a:pt x="1837" y="500"/>
                  <a:pt x="1837" y="500"/>
                </a:cubicBezTo>
                <a:cubicBezTo>
                  <a:pt x="1837" y="498"/>
                  <a:pt x="1837" y="498"/>
                  <a:pt x="1837" y="498"/>
                </a:cubicBezTo>
                <a:cubicBezTo>
                  <a:pt x="1815" y="498"/>
                  <a:pt x="1815" y="498"/>
                  <a:pt x="1815" y="498"/>
                </a:cubicBezTo>
                <a:cubicBezTo>
                  <a:pt x="1815" y="504"/>
                  <a:pt x="1815" y="504"/>
                  <a:pt x="1815" y="504"/>
                </a:cubicBezTo>
                <a:cubicBezTo>
                  <a:pt x="1809" y="504"/>
                  <a:pt x="1809" y="504"/>
                  <a:pt x="1809" y="504"/>
                </a:cubicBezTo>
                <a:cubicBezTo>
                  <a:pt x="1809" y="507"/>
                  <a:pt x="1809" y="507"/>
                  <a:pt x="1809" y="507"/>
                </a:cubicBezTo>
                <a:moveTo>
                  <a:pt x="1846" y="491"/>
                </a:moveTo>
                <a:cubicBezTo>
                  <a:pt x="1846" y="468"/>
                  <a:pt x="1846" y="468"/>
                  <a:pt x="1846" y="468"/>
                </a:cubicBezTo>
                <a:cubicBezTo>
                  <a:pt x="1861" y="468"/>
                  <a:pt x="1861" y="468"/>
                  <a:pt x="1861" y="468"/>
                </a:cubicBezTo>
                <a:cubicBezTo>
                  <a:pt x="1861" y="472"/>
                  <a:pt x="1861" y="472"/>
                  <a:pt x="1861" y="472"/>
                </a:cubicBezTo>
                <a:cubicBezTo>
                  <a:pt x="1869" y="472"/>
                  <a:pt x="1869" y="472"/>
                  <a:pt x="1869" y="472"/>
                </a:cubicBezTo>
                <a:cubicBezTo>
                  <a:pt x="1869" y="490"/>
                  <a:pt x="1869" y="490"/>
                  <a:pt x="1869" y="490"/>
                </a:cubicBezTo>
                <a:cubicBezTo>
                  <a:pt x="1871" y="490"/>
                  <a:pt x="1871" y="490"/>
                  <a:pt x="1871" y="490"/>
                </a:cubicBezTo>
                <a:cubicBezTo>
                  <a:pt x="1871" y="470"/>
                  <a:pt x="1871" y="470"/>
                  <a:pt x="1871" y="470"/>
                </a:cubicBezTo>
                <a:cubicBezTo>
                  <a:pt x="1863" y="470"/>
                  <a:pt x="1863" y="470"/>
                  <a:pt x="1863" y="470"/>
                </a:cubicBezTo>
                <a:cubicBezTo>
                  <a:pt x="1863" y="466"/>
                  <a:pt x="1863" y="466"/>
                  <a:pt x="1863" y="466"/>
                </a:cubicBezTo>
                <a:cubicBezTo>
                  <a:pt x="1844" y="466"/>
                  <a:pt x="1844" y="466"/>
                  <a:pt x="1844" y="466"/>
                </a:cubicBezTo>
                <a:cubicBezTo>
                  <a:pt x="1844" y="491"/>
                  <a:pt x="1844" y="491"/>
                  <a:pt x="1844" y="491"/>
                </a:cubicBezTo>
                <a:cubicBezTo>
                  <a:pt x="1846" y="491"/>
                  <a:pt x="1846" y="491"/>
                  <a:pt x="1846" y="491"/>
                </a:cubicBezTo>
                <a:moveTo>
                  <a:pt x="1853" y="671"/>
                </a:moveTo>
                <a:cubicBezTo>
                  <a:pt x="1855" y="671"/>
                  <a:pt x="1855" y="671"/>
                  <a:pt x="1855" y="671"/>
                </a:cubicBezTo>
                <a:cubicBezTo>
                  <a:pt x="1855" y="505"/>
                  <a:pt x="1855" y="505"/>
                  <a:pt x="1855" y="505"/>
                </a:cubicBezTo>
                <a:cubicBezTo>
                  <a:pt x="1853" y="505"/>
                  <a:pt x="1853" y="505"/>
                  <a:pt x="1853" y="505"/>
                </a:cubicBezTo>
                <a:lnTo>
                  <a:pt x="1853" y="671"/>
                </a:lnTo>
                <a:close/>
                <a:moveTo>
                  <a:pt x="1872" y="634"/>
                </a:moveTo>
                <a:cubicBezTo>
                  <a:pt x="1874" y="634"/>
                  <a:pt x="1874" y="634"/>
                  <a:pt x="1874" y="634"/>
                </a:cubicBezTo>
                <a:cubicBezTo>
                  <a:pt x="1874" y="491"/>
                  <a:pt x="1874" y="491"/>
                  <a:pt x="1874" y="491"/>
                </a:cubicBezTo>
                <a:cubicBezTo>
                  <a:pt x="1872" y="491"/>
                  <a:pt x="1872" y="491"/>
                  <a:pt x="1872" y="491"/>
                </a:cubicBezTo>
                <a:lnTo>
                  <a:pt x="1872" y="634"/>
                </a:lnTo>
                <a:close/>
                <a:moveTo>
                  <a:pt x="1753" y="580"/>
                </a:moveTo>
                <a:cubicBezTo>
                  <a:pt x="1755" y="580"/>
                  <a:pt x="1755" y="580"/>
                  <a:pt x="1755" y="580"/>
                </a:cubicBezTo>
                <a:cubicBezTo>
                  <a:pt x="1755" y="394"/>
                  <a:pt x="1755" y="394"/>
                  <a:pt x="1755" y="394"/>
                </a:cubicBezTo>
                <a:cubicBezTo>
                  <a:pt x="1753" y="394"/>
                  <a:pt x="1753" y="394"/>
                  <a:pt x="1753" y="394"/>
                </a:cubicBezTo>
                <a:lnTo>
                  <a:pt x="1753" y="580"/>
                </a:lnTo>
                <a:close/>
                <a:moveTo>
                  <a:pt x="1855" y="671"/>
                </a:moveTo>
                <a:cubicBezTo>
                  <a:pt x="1855" y="662"/>
                  <a:pt x="1855" y="662"/>
                  <a:pt x="1855" y="662"/>
                </a:cubicBezTo>
                <a:cubicBezTo>
                  <a:pt x="1859" y="659"/>
                  <a:pt x="1859" y="659"/>
                  <a:pt x="1859" y="659"/>
                </a:cubicBezTo>
                <a:cubicBezTo>
                  <a:pt x="1920" y="659"/>
                  <a:pt x="1920" y="659"/>
                  <a:pt x="1920" y="659"/>
                </a:cubicBezTo>
                <a:cubicBezTo>
                  <a:pt x="1924" y="662"/>
                  <a:pt x="1924" y="662"/>
                  <a:pt x="1924" y="662"/>
                </a:cubicBezTo>
                <a:cubicBezTo>
                  <a:pt x="1924" y="671"/>
                  <a:pt x="1924" y="671"/>
                  <a:pt x="1924" y="671"/>
                </a:cubicBezTo>
                <a:cubicBezTo>
                  <a:pt x="1927" y="671"/>
                  <a:pt x="1927" y="671"/>
                  <a:pt x="1927" y="671"/>
                </a:cubicBezTo>
                <a:cubicBezTo>
                  <a:pt x="1927" y="661"/>
                  <a:pt x="1927" y="661"/>
                  <a:pt x="1927" y="661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858" y="657"/>
                  <a:pt x="1858" y="657"/>
                  <a:pt x="1858" y="657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71"/>
                  <a:pt x="1853" y="671"/>
                  <a:pt x="1853" y="671"/>
                </a:cubicBezTo>
                <a:cubicBezTo>
                  <a:pt x="1855" y="671"/>
                  <a:pt x="1855" y="671"/>
                  <a:pt x="1855" y="671"/>
                </a:cubicBezTo>
                <a:moveTo>
                  <a:pt x="1894" y="658"/>
                </a:moveTo>
                <a:cubicBezTo>
                  <a:pt x="1894" y="644"/>
                  <a:pt x="1894" y="644"/>
                  <a:pt x="1894" y="644"/>
                </a:cubicBezTo>
                <a:cubicBezTo>
                  <a:pt x="1908" y="644"/>
                  <a:pt x="1908" y="644"/>
                  <a:pt x="1908" y="644"/>
                </a:cubicBezTo>
                <a:cubicBezTo>
                  <a:pt x="1908" y="605"/>
                  <a:pt x="1908" y="605"/>
                  <a:pt x="1908" y="605"/>
                </a:cubicBezTo>
                <a:cubicBezTo>
                  <a:pt x="1909" y="605"/>
                  <a:pt x="1909" y="605"/>
                  <a:pt x="1909" y="605"/>
                </a:cubicBezTo>
                <a:cubicBezTo>
                  <a:pt x="1911" y="605"/>
                  <a:pt x="1911" y="605"/>
                  <a:pt x="1911" y="605"/>
                </a:cubicBezTo>
                <a:cubicBezTo>
                  <a:pt x="1911" y="465"/>
                  <a:pt x="1911" y="465"/>
                  <a:pt x="1911" y="465"/>
                </a:cubicBezTo>
                <a:cubicBezTo>
                  <a:pt x="1997" y="465"/>
                  <a:pt x="1997" y="465"/>
                  <a:pt x="1997" y="465"/>
                </a:cubicBezTo>
                <a:cubicBezTo>
                  <a:pt x="1997" y="671"/>
                  <a:pt x="1997" y="671"/>
                  <a:pt x="1997" y="671"/>
                </a:cubicBezTo>
                <a:cubicBezTo>
                  <a:pt x="1999" y="671"/>
                  <a:pt x="1999" y="671"/>
                  <a:pt x="1999" y="671"/>
                </a:cubicBezTo>
                <a:cubicBezTo>
                  <a:pt x="1999" y="463"/>
                  <a:pt x="1999" y="463"/>
                  <a:pt x="1999" y="463"/>
                </a:cubicBezTo>
                <a:cubicBezTo>
                  <a:pt x="1908" y="463"/>
                  <a:pt x="1908" y="463"/>
                  <a:pt x="1908" y="463"/>
                </a:cubicBezTo>
                <a:cubicBezTo>
                  <a:pt x="1908" y="603"/>
                  <a:pt x="1908" y="603"/>
                  <a:pt x="1908" y="603"/>
                </a:cubicBezTo>
                <a:cubicBezTo>
                  <a:pt x="1907" y="603"/>
                  <a:pt x="1907" y="603"/>
                  <a:pt x="1907" y="603"/>
                </a:cubicBezTo>
                <a:cubicBezTo>
                  <a:pt x="1906" y="603"/>
                  <a:pt x="1906" y="603"/>
                  <a:pt x="1906" y="603"/>
                </a:cubicBezTo>
                <a:cubicBezTo>
                  <a:pt x="1906" y="642"/>
                  <a:pt x="1906" y="642"/>
                  <a:pt x="1906" y="642"/>
                </a:cubicBezTo>
                <a:cubicBezTo>
                  <a:pt x="1892" y="642"/>
                  <a:pt x="1892" y="642"/>
                  <a:pt x="1892" y="642"/>
                </a:cubicBezTo>
                <a:cubicBezTo>
                  <a:pt x="1892" y="658"/>
                  <a:pt x="1892" y="658"/>
                  <a:pt x="1892" y="658"/>
                </a:cubicBezTo>
                <a:cubicBezTo>
                  <a:pt x="1894" y="658"/>
                  <a:pt x="1894" y="658"/>
                  <a:pt x="1894" y="658"/>
                </a:cubicBezTo>
                <a:moveTo>
                  <a:pt x="1953" y="464"/>
                </a:moveTo>
                <a:cubicBezTo>
                  <a:pt x="1953" y="452"/>
                  <a:pt x="1953" y="452"/>
                  <a:pt x="1953" y="452"/>
                </a:cubicBezTo>
                <a:cubicBezTo>
                  <a:pt x="2005" y="452"/>
                  <a:pt x="2005" y="452"/>
                  <a:pt x="2005" y="452"/>
                </a:cubicBezTo>
                <a:cubicBezTo>
                  <a:pt x="2005" y="555"/>
                  <a:pt x="2005" y="555"/>
                  <a:pt x="2005" y="555"/>
                </a:cubicBezTo>
                <a:cubicBezTo>
                  <a:pt x="2011" y="555"/>
                  <a:pt x="2011" y="555"/>
                  <a:pt x="2011" y="555"/>
                </a:cubicBezTo>
                <a:cubicBezTo>
                  <a:pt x="2011" y="608"/>
                  <a:pt x="2011" y="608"/>
                  <a:pt x="2011" y="608"/>
                </a:cubicBezTo>
                <a:cubicBezTo>
                  <a:pt x="2013" y="608"/>
                  <a:pt x="2013" y="608"/>
                  <a:pt x="2013" y="608"/>
                </a:cubicBezTo>
                <a:cubicBezTo>
                  <a:pt x="2013" y="552"/>
                  <a:pt x="2013" y="552"/>
                  <a:pt x="2013" y="552"/>
                </a:cubicBezTo>
                <a:cubicBezTo>
                  <a:pt x="2007" y="552"/>
                  <a:pt x="2007" y="552"/>
                  <a:pt x="2007" y="552"/>
                </a:cubicBezTo>
                <a:cubicBezTo>
                  <a:pt x="2007" y="450"/>
                  <a:pt x="2007" y="450"/>
                  <a:pt x="2007" y="450"/>
                </a:cubicBezTo>
                <a:cubicBezTo>
                  <a:pt x="1950" y="450"/>
                  <a:pt x="1950" y="450"/>
                  <a:pt x="1950" y="450"/>
                </a:cubicBezTo>
                <a:cubicBezTo>
                  <a:pt x="1950" y="464"/>
                  <a:pt x="1950" y="464"/>
                  <a:pt x="1950" y="464"/>
                </a:cubicBezTo>
                <a:cubicBezTo>
                  <a:pt x="1953" y="464"/>
                  <a:pt x="1953" y="464"/>
                  <a:pt x="1953" y="464"/>
                </a:cubicBezTo>
                <a:moveTo>
                  <a:pt x="1909" y="494"/>
                </a:moveTo>
                <a:cubicBezTo>
                  <a:pt x="1998" y="494"/>
                  <a:pt x="1998" y="494"/>
                  <a:pt x="1998" y="494"/>
                </a:cubicBezTo>
                <a:cubicBezTo>
                  <a:pt x="1998" y="492"/>
                  <a:pt x="1998" y="492"/>
                  <a:pt x="1998" y="492"/>
                </a:cubicBezTo>
                <a:cubicBezTo>
                  <a:pt x="1909" y="492"/>
                  <a:pt x="1909" y="492"/>
                  <a:pt x="1909" y="492"/>
                </a:cubicBezTo>
                <a:lnTo>
                  <a:pt x="1909" y="494"/>
                </a:lnTo>
                <a:close/>
                <a:moveTo>
                  <a:pt x="1910" y="518"/>
                </a:moveTo>
                <a:cubicBezTo>
                  <a:pt x="1997" y="518"/>
                  <a:pt x="1997" y="518"/>
                  <a:pt x="1997" y="518"/>
                </a:cubicBezTo>
                <a:cubicBezTo>
                  <a:pt x="1997" y="515"/>
                  <a:pt x="1997" y="515"/>
                  <a:pt x="1997" y="515"/>
                </a:cubicBezTo>
                <a:cubicBezTo>
                  <a:pt x="1910" y="515"/>
                  <a:pt x="1910" y="515"/>
                  <a:pt x="1910" y="515"/>
                </a:cubicBezTo>
                <a:lnTo>
                  <a:pt x="1910" y="518"/>
                </a:lnTo>
                <a:close/>
                <a:moveTo>
                  <a:pt x="1909" y="541"/>
                </a:moveTo>
                <a:cubicBezTo>
                  <a:pt x="1998" y="541"/>
                  <a:pt x="1998" y="541"/>
                  <a:pt x="1998" y="541"/>
                </a:cubicBezTo>
                <a:cubicBezTo>
                  <a:pt x="1998" y="539"/>
                  <a:pt x="1998" y="539"/>
                  <a:pt x="1998" y="539"/>
                </a:cubicBezTo>
                <a:cubicBezTo>
                  <a:pt x="1909" y="539"/>
                  <a:pt x="1909" y="539"/>
                  <a:pt x="1909" y="539"/>
                </a:cubicBezTo>
                <a:lnTo>
                  <a:pt x="1909" y="541"/>
                </a:lnTo>
                <a:close/>
                <a:moveTo>
                  <a:pt x="1910" y="566"/>
                </a:moveTo>
                <a:cubicBezTo>
                  <a:pt x="1998" y="566"/>
                  <a:pt x="1998" y="566"/>
                  <a:pt x="1998" y="566"/>
                </a:cubicBezTo>
                <a:cubicBezTo>
                  <a:pt x="1998" y="564"/>
                  <a:pt x="1998" y="564"/>
                  <a:pt x="1998" y="564"/>
                </a:cubicBezTo>
                <a:cubicBezTo>
                  <a:pt x="1910" y="564"/>
                  <a:pt x="1910" y="564"/>
                  <a:pt x="1910" y="564"/>
                </a:cubicBezTo>
                <a:lnTo>
                  <a:pt x="1910" y="566"/>
                </a:lnTo>
                <a:close/>
                <a:moveTo>
                  <a:pt x="1909" y="591"/>
                </a:moveTo>
                <a:cubicBezTo>
                  <a:pt x="1997" y="591"/>
                  <a:pt x="1997" y="591"/>
                  <a:pt x="1997" y="591"/>
                </a:cubicBezTo>
                <a:cubicBezTo>
                  <a:pt x="1997" y="589"/>
                  <a:pt x="1997" y="589"/>
                  <a:pt x="1997" y="589"/>
                </a:cubicBezTo>
                <a:cubicBezTo>
                  <a:pt x="1909" y="589"/>
                  <a:pt x="1909" y="589"/>
                  <a:pt x="1909" y="589"/>
                </a:cubicBezTo>
                <a:lnTo>
                  <a:pt x="1909" y="591"/>
                </a:lnTo>
                <a:close/>
                <a:moveTo>
                  <a:pt x="1907" y="614"/>
                </a:moveTo>
                <a:cubicBezTo>
                  <a:pt x="1998" y="614"/>
                  <a:pt x="1998" y="614"/>
                  <a:pt x="1998" y="614"/>
                </a:cubicBezTo>
                <a:cubicBezTo>
                  <a:pt x="1998" y="612"/>
                  <a:pt x="1998" y="612"/>
                  <a:pt x="1998" y="612"/>
                </a:cubicBezTo>
                <a:cubicBezTo>
                  <a:pt x="1907" y="612"/>
                  <a:pt x="1907" y="612"/>
                  <a:pt x="1907" y="612"/>
                </a:cubicBezTo>
                <a:lnTo>
                  <a:pt x="1907" y="614"/>
                </a:lnTo>
                <a:close/>
                <a:moveTo>
                  <a:pt x="1906" y="639"/>
                </a:moveTo>
                <a:cubicBezTo>
                  <a:pt x="1997" y="639"/>
                  <a:pt x="1997" y="639"/>
                  <a:pt x="1997" y="639"/>
                </a:cubicBezTo>
                <a:cubicBezTo>
                  <a:pt x="1997" y="637"/>
                  <a:pt x="1997" y="637"/>
                  <a:pt x="1997" y="637"/>
                </a:cubicBezTo>
                <a:cubicBezTo>
                  <a:pt x="1906" y="637"/>
                  <a:pt x="1906" y="637"/>
                  <a:pt x="1906" y="637"/>
                </a:cubicBezTo>
                <a:lnTo>
                  <a:pt x="1906" y="639"/>
                </a:lnTo>
                <a:close/>
                <a:moveTo>
                  <a:pt x="2007" y="547"/>
                </a:moveTo>
                <a:cubicBezTo>
                  <a:pt x="2034" y="547"/>
                  <a:pt x="2034" y="547"/>
                  <a:pt x="2034" y="547"/>
                </a:cubicBezTo>
                <a:cubicBezTo>
                  <a:pt x="2034" y="640"/>
                  <a:pt x="2034" y="640"/>
                  <a:pt x="2034" y="640"/>
                </a:cubicBezTo>
                <a:cubicBezTo>
                  <a:pt x="2036" y="640"/>
                  <a:pt x="2036" y="640"/>
                  <a:pt x="2036" y="640"/>
                </a:cubicBezTo>
                <a:cubicBezTo>
                  <a:pt x="2036" y="545"/>
                  <a:pt x="2036" y="545"/>
                  <a:pt x="2036" y="545"/>
                </a:cubicBezTo>
                <a:cubicBezTo>
                  <a:pt x="2007" y="545"/>
                  <a:pt x="2007" y="545"/>
                  <a:pt x="2007" y="545"/>
                </a:cubicBezTo>
                <a:cubicBezTo>
                  <a:pt x="2007" y="547"/>
                  <a:pt x="2007" y="547"/>
                  <a:pt x="2007" y="547"/>
                </a:cubicBezTo>
                <a:moveTo>
                  <a:pt x="2061" y="640"/>
                </a:moveTo>
                <a:cubicBezTo>
                  <a:pt x="2061" y="610"/>
                  <a:pt x="2061" y="610"/>
                  <a:pt x="2061" y="610"/>
                </a:cubicBezTo>
                <a:cubicBezTo>
                  <a:pt x="2049" y="610"/>
                  <a:pt x="2049" y="610"/>
                  <a:pt x="2049" y="610"/>
                </a:cubicBezTo>
                <a:cubicBezTo>
                  <a:pt x="2049" y="405"/>
                  <a:pt x="2049" y="405"/>
                  <a:pt x="2049" y="405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2"/>
                  <a:pt x="2052" y="402"/>
                  <a:pt x="2052" y="402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3"/>
                  <a:pt x="2062" y="403"/>
                  <a:pt x="2075" y="403"/>
                </a:cubicBezTo>
                <a:cubicBezTo>
                  <a:pt x="2086" y="403"/>
                  <a:pt x="2099" y="403"/>
                  <a:pt x="2110" y="404"/>
                </a:cubicBezTo>
                <a:cubicBezTo>
                  <a:pt x="2115" y="404"/>
                  <a:pt x="2120" y="405"/>
                  <a:pt x="2123" y="405"/>
                </a:cubicBezTo>
                <a:cubicBezTo>
                  <a:pt x="2125" y="406"/>
                  <a:pt x="2126" y="406"/>
                  <a:pt x="2127" y="407"/>
                </a:cubicBezTo>
                <a:cubicBezTo>
                  <a:pt x="2128" y="407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9"/>
                  <a:pt x="2128" y="411"/>
                </a:cubicBezTo>
                <a:cubicBezTo>
                  <a:pt x="2128" y="413"/>
                  <a:pt x="2128" y="416"/>
                  <a:pt x="2128" y="419"/>
                </a:cubicBezTo>
                <a:cubicBezTo>
                  <a:pt x="2128" y="432"/>
                  <a:pt x="2128" y="450"/>
                  <a:pt x="2128" y="450"/>
                </a:cubicBezTo>
                <a:cubicBezTo>
                  <a:pt x="2130" y="450"/>
                  <a:pt x="2130" y="450"/>
                  <a:pt x="2130" y="450"/>
                </a:cubicBezTo>
                <a:cubicBezTo>
                  <a:pt x="2130" y="450"/>
                  <a:pt x="2131" y="432"/>
                  <a:pt x="2131" y="419"/>
                </a:cubicBezTo>
                <a:cubicBezTo>
                  <a:pt x="2131" y="416"/>
                  <a:pt x="2131" y="413"/>
                  <a:pt x="2131" y="411"/>
                </a:cubicBezTo>
                <a:cubicBezTo>
                  <a:pt x="2131" y="410"/>
                  <a:pt x="2131" y="409"/>
                  <a:pt x="2131" y="408"/>
                </a:cubicBezTo>
                <a:cubicBezTo>
                  <a:pt x="2131" y="408"/>
                  <a:pt x="2131" y="408"/>
                  <a:pt x="2131" y="408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29" y="407"/>
                  <a:pt x="2129" y="407"/>
                  <a:pt x="2129" y="407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30" y="406"/>
                  <a:pt x="2129" y="405"/>
                  <a:pt x="2128" y="405"/>
                </a:cubicBezTo>
                <a:cubicBezTo>
                  <a:pt x="2124" y="403"/>
                  <a:pt x="2116" y="402"/>
                  <a:pt x="2106" y="401"/>
                </a:cubicBezTo>
                <a:cubicBezTo>
                  <a:pt x="2096" y="401"/>
                  <a:pt x="2085" y="400"/>
                  <a:pt x="2075" y="400"/>
                </a:cubicBezTo>
                <a:cubicBezTo>
                  <a:pt x="2062" y="400"/>
                  <a:pt x="2052" y="401"/>
                  <a:pt x="2052" y="401"/>
                </a:cubicBezTo>
                <a:cubicBezTo>
                  <a:pt x="2052" y="401"/>
                  <a:pt x="2052" y="401"/>
                  <a:pt x="2052" y="401"/>
                </a:cubicBezTo>
                <a:cubicBezTo>
                  <a:pt x="2047" y="403"/>
                  <a:pt x="2047" y="403"/>
                  <a:pt x="2047" y="403"/>
                </a:cubicBezTo>
                <a:cubicBezTo>
                  <a:pt x="2046" y="403"/>
                  <a:pt x="2046" y="403"/>
                  <a:pt x="2046" y="403"/>
                </a:cubicBezTo>
                <a:cubicBezTo>
                  <a:pt x="2046" y="612"/>
                  <a:pt x="2046" y="612"/>
                  <a:pt x="2046" y="612"/>
                </a:cubicBezTo>
                <a:cubicBezTo>
                  <a:pt x="2059" y="612"/>
                  <a:pt x="2059" y="612"/>
                  <a:pt x="2059" y="612"/>
                </a:cubicBezTo>
                <a:cubicBezTo>
                  <a:pt x="2059" y="640"/>
                  <a:pt x="2059" y="640"/>
                  <a:pt x="2059" y="640"/>
                </a:cubicBezTo>
                <a:cubicBezTo>
                  <a:pt x="2061" y="640"/>
                  <a:pt x="2061" y="640"/>
                  <a:pt x="2061" y="640"/>
                </a:cubicBezTo>
                <a:moveTo>
                  <a:pt x="2047" y="420"/>
                </a:moveTo>
                <a:cubicBezTo>
                  <a:pt x="2047" y="420"/>
                  <a:pt x="2060" y="419"/>
                  <a:pt x="2076" y="419"/>
                </a:cubicBezTo>
                <a:cubicBezTo>
                  <a:pt x="2086" y="419"/>
                  <a:pt x="2097" y="419"/>
                  <a:pt x="2107" y="420"/>
                </a:cubicBezTo>
                <a:cubicBezTo>
                  <a:pt x="2117" y="421"/>
                  <a:pt x="2125" y="422"/>
                  <a:pt x="2128" y="424"/>
                </a:cubicBezTo>
                <a:cubicBezTo>
                  <a:pt x="2129" y="422"/>
                  <a:pt x="2129" y="422"/>
                  <a:pt x="2129" y="422"/>
                </a:cubicBezTo>
                <a:cubicBezTo>
                  <a:pt x="2125" y="420"/>
                  <a:pt x="2117" y="418"/>
                  <a:pt x="2107" y="418"/>
                </a:cubicBezTo>
                <a:cubicBezTo>
                  <a:pt x="2097" y="417"/>
                  <a:pt x="2086" y="417"/>
                  <a:pt x="2076" y="417"/>
                </a:cubicBezTo>
                <a:cubicBezTo>
                  <a:pt x="2060" y="417"/>
                  <a:pt x="2047" y="417"/>
                  <a:pt x="2047" y="417"/>
                </a:cubicBezTo>
                <a:cubicBezTo>
                  <a:pt x="2047" y="420"/>
                  <a:pt x="2047" y="420"/>
                  <a:pt x="2047" y="420"/>
                </a:cubicBezTo>
                <a:moveTo>
                  <a:pt x="2062" y="581"/>
                </a:moveTo>
                <a:cubicBezTo>
                  <a:pt x="2062" y="455"/>
                  <a:pt x="2062" y="455"/>
                  <a:pt x="2062" y="455"/>
                </a:cubicBezTo>
                <a:cubicBezTo>
                  <a:pt x="2072" y="455"/>
                  <a:pt x="2072" y="455"/>
                  <a:pt x="2072" y="455"/>
                </a:cubicBezTo>
                <a:cubicBezTo>
                  <a:pt x="2076" y="452"/>
                  <a:pt x="2076" y="452"/>
                  <a:pt x="2076" y="452"/>
                </a:cubicBezTo>
                <a:cubicBezTo>
                  <a:pt x="2142" y="452"/>
                  <a:pt x="2142" y="452"/>
                  <a:pt x="2142" y="452"/>
                </a:cubicBezTo>
                <a:cubicBezTo>
                  <a:pt x="2150" y="455"/>
                  <a:pt x="2150" y="455"/>
                  <a:pt x="2150" y="455"/>
                </a:cubicBezTo>
                <a:cubicBezTo>
                  <a:pt x="2150" y="470"/>
                  <a:pt x="2150" y="470"/>
                  <a:pt x="2150" y="470"/>
                </a:cubicBezTo>
                <a:cubicBezTo>
                  <a:pt x="2152" y="470"/>
                  <a:pt x="2152" y="470"/>
                  <a:pt x="2152" y="470"/>
                </a:cubicBezTo>
                <a:cubicBezTo>
                  <a:pt x="2152" y="454"/>
                  <a:pt x="2152" y="454"/>
                  <a:pt x="2152" y="454"/>
                </a:cubicBezTo>
                <a:cubicBezTo>
                  <a:pt x="2142" y="449"/>
                  <a:pt x="2142" y="449"/>
                  <a:pt x="2142" y="449"/>
                </a:cubicBezTo>
                <a:cubicBezTo>
                  <a:pt x="2075" y="449"/>
                  <a:pt x="2075" y="449"/>
                  <a:pt x="2075" y="449"/>
                </a:cubicBezTo>
                <a:cubicBezTo>
                  <a:pt x="2071" y="453"/>
                  <a:pt x="2071" y="453"/>
                  <a:pt x="2071" y="453"/>
                </a:cubicBezTo>
                <a:cubicBezTo>
                  <a:pt x="2060" y="453"/>
                  <a:pt x="2060" y="453"/>
                  <a:pt x="2060" y="453"/>
                </a:cubicBezTo>
                <a:cubicBezTo>
                  <a:pt x="2060" y="581"/>
                  <a:pt x="2060" y="581"/>
                  <a:pt x="2060" y="581"/>
                </a:cubicBezTo>
                <a:cubicBezTo>
                  <a:pt x="2062" y="581"/>
                  <a:pt x="2062" y="581"/>
                  <a:pt x="2062" y="581"/>
                </a:cubicBezTo>
                <a:moveTo>
                  <a:pt x="2019" y="642"/>
                </a:moveTo>
                <a:cubicBezTo>
                  <a:pt x="2052" y="642"/>
                  <a:pt x="2052" y="642"/>
                  <a:pt x="2052" y="642"/>
                </a:cubicBezTo>
                <a:cubicBezTo>
                  <a:pt x="2052" y="671"/>
                  <a:pt x="2052" y="671"/>
                  <a:pt x="2052" y="671"/>
                </a:cubicBezTo>
                <a:cubicBezTo>
                  <a:pt x="2055" y="671"/>
                  <a:pt x="2055" y="671"/>
                  <a:pt x="2055" y="671"/>
                </a:cubicBezTo>
                <a:cubicBezTo>
                  <a:pt x="2055" y="639"/>
                  <a:pt x="2055" y="639"/>
                  <a:pt x="2055" y="639"/>
                </a:cubicBezTo>
                <a:cubicBezTo>
                  <a:pt x="2019" y="639"/>
                  <a:pt x="2019" y="639"/>
                  <a:pt x="2019" y="639"/>
                </a:cubicBezTo>
                <a:cubicBezTo>
                  <a:pt x="2019" y="642"/>
                  <a:pt x="2019" y="642"/>
                  <a:pt x="2019" y="642"/>
                </a:cubicBezTo>
                <a:moveTo>
                  <a:pt x="2117" y="671"/>
                </a:moveTo>
                <a:cubicBezTo>
                  <a:pt x="2117" y="520"/>
                  <a:pt x="2117" y="520"/>
                  <a:pt x="2117" y="520"/>
                </a:cubicBezTo>
                <a:cubicBezTo>
                  <a:pt x="2154" y="520"/>
                  <a:pt x="2154" y="520"/>
                  <a:pt x="2154" y="520"/>
                </a:cubicBezTo>
                <a:cubicBezTo>
                  <a:pt x="2168" y="523"/>
                  <a:pt x="2168" y="523"/>
                  <a:pt x="2168" y="523"/>
                </a:cubicBezTo>
                <a:cubicBezTo>
                  <a:pt x="2168" y="645"/>
                  <a:pt x="2168" y="645"/>
                  <a:pt x="2168" y="645"/>
                </a:cubicBezTo>
                <a:cubicBezTo>
                  <a:pt x="2170" y="645"/>
                  <a:pt x="2170" y="645"/>
                  <a:pt x="2170" y="645"/>
                </a:cubicBezTo>
                <a:cubicBezTo>
                  <a:pt x="2170" y="521"/>
                  <a:pt x="2170" y="521"/>
                  <a:pt x="2170" y="521"/>
                </a:cubicBezTo>
                <a:cubicBezTo>
                  <a:pt x="2154" y="517"/>
                  <a:pt x="2154" y="517"/>
                  <a:pt x="2154" y="517"/>
                </a:cubicBezTo>
                <a:cubicBezTo>
                  <a:pt x="2115" y="517"/>
                  <a:pt x="2115" y="517"/>
                  <a:pt x="2115" y="517"/>
                </a:cubicBezTo>
                <a:cubicBezTo>
                  <a:pt x="2115" y="671"/>
                  <a:pt x="2115" y="671"/>
                  <a:pt x="2115" y="671"/>
                </a:cubicBezTo>
                <a:cubicBezTo>
                  <a:pt x="2117" y="671"/>
                  <a:pt x="2117" y="671"/>
                  <a:pt x="2117" y="671"/>
                </a:cubicBezTo>
                <a:moveTo>
                  <a:pt x="2153" y="646"/>
                </a:moveTo>
                <a:cubicBezTo>
                  <a:pt x="2155" y="646"/>
                  <a:pt x="2155" y="646"/>
                  <a:pt x="2155" y="646"/>
                </a:cubicBezTo>
                <a:cubicBezTo>
                  <a:pt x="2155" y="519"/>
                  <a:pt x="2155" y="519"/>
                  <a:pt x="2155" y="519"/>
                </a:cubicBezTo>
                <a:cubicBezTo>
                  <a:pt x="2153" y="519"/>
                  <a:pt x="2153" y="519"/>
                  <a:pt x="2153" y="519"/>
                </a:cubicBezTo>
                <a:lnTo>
                  <a:pt x="2153" y="646"/>
                </a:lnTo>
                <a:close/>
                <a:moveTo>
                  <a:pt x="2116" y="528"/>
                </a:moveTo>
                <a:cubicBezTo>
                  <a:pt x="2153" y="528"/>
                  <a:pt x="2153" y="528"/>
                  <a:pt x="2153" y="528"/>
                </a:cubicBezTo>
                <a:cubicBezTo>
                  <a:pt x="2168" y="531"/>
                  <a:pt x="2168" y="531"/>
                  <a:pt x="2168" y="531"/>
                </a:cubicBezTo>
                <a:cubicBezTo>
                  <a:pt x="2169" y="529"/>
                  <a:pt x="2169" y="529"/>
                  <a:pt x="2169" y="529"/>
                </a:cubicBezTo>
                <a:cubicBezTo>
                  <a:pt x="2153" y="526"/>
                  <a:pt x="2153" y="526"/>
                  <a:pt x="2153" y="526"/>
                </a:cubicBezTo>
                <a:cubicBezTo>
                  <a:pt x="2116" y="526"/>
                  <a:pt x="2116" y="526"/>
                  <a:pt x="2116" y="526"/>
                </a:cubicBezTo>
                <a:cubicBezTo>
                  <a:pt x="2116" y="528"/>
                  <a:pt x="2116" y="528"/>
                  <a:pt x="2116" y="528"/>
                </a:cubicBezTo>
                <a:moveTo>
                  <a:pt x="2129" y="518"/>
                </a:moveTo>
                <a:cubicBezTo>
                  <a:pt x="2129" y="490"/>
                  <a:pt x="2129" y="490"/>
                  <a:pt x="2129" y="490"/>
                </a:cubicBezTo>
                <a:cubicBezTo>
                  <a:pt x="2137" y="483"/>
                  <a:pt x="2137" y="483"/>
                  <a:pt x="2137" y="483"/>
                </a:cubicBezTo>
                <a:cubicBezTo>
                  <a:pt x="2190" y="483"/>
                  <a:pt x="2190" y="483"/>
                  <a:pt x="2190" y="483"/>
                </a:cubicBezTo>
                <a:cubicBezTo>
                  <a:pt x="2190" y="633"/>
                  <a:pt x="2190" y="633"/>
                  <a:pt x="2190" y="633"/>
                </a:cubicBezTo>
                <a:cubicBezTo>
                  <a:pt x="2193" y="633"/>
                  <a:pt x="2193" y="633"/>
                  <a:pt x="2193" y="633"/>
                </a:cubicBezTo>
                <a:cubicBezTo>
                  <a:pt x="2193" y="480"/>
                  <a:pt x="2193" y="480"/>
                  <a:pt x="2193" y="480"/>
                </a:cubicBezTo>
                <a:cubicBezTo>
                  <a:pt x="2136" y="480"/>
                  <a:pt x="2136" y="480"/>
                  <a:pt x="2136" y="480"/>
                </a:cubicBezTo>
                <a:cubicBezTo>
                  <a:pt x="2127" y="489"/>
                  <a:pt x="2127" y="489"/>
                  <a:pt x="2127" y="489"/>
                </a:cubicBezTo>
                <a:cubicBezTo>
                  <a:pt x="2127" y="518"/>
                  <a:pt x="2127" y="518"/>
                  <a:pt x="2127" y="518"/>
                </a:cubicBezTo>
                <a:cubicBezTo>
                  <a:pt x="2129" y="518"/>
                  <a:pt x="2129" y="518"/>
                  <a:pt x="2129" y="518"/>
                </a:cubicBezTo>
                <a:moveTo>
                  <a:pt x="2070" y="671"/>
                </a:moveTo>
                <a:cubicBezTo>
                  <a:pt x="2072" y="671"/>
                  <a:pt x="2072" y="671"/>
                  <a:pt x="2072" y="671"/>
                </a:cubicBezTo>
                <a:cubicBezTo>
                  <a:pt x="2072" y="454"/>
                  <a:pt x="2072" y="454"/>
                  <a:pt x="2072" y="454"/>
                </a:cubicBezTo>
                <a:cubicBezTo>
                  <a:pt x="2070" y="454"/>
                  <a:pt x="2070" y="454"/>
                  <a:pt x="2070" y="454"/>
                </a:cubicBezTo>
                <a:lnTo>
                  <a:pt x="2070" y="671"/>
                </a:lnTo>
                <a:close/>
                <a:moveTo>
                  <a:pt x="2132" y="487"/>
                </a:moveTo>
                <a:cubicBezTo>
                  <a:pt x="2132" y="478"/>
                  <a:pt x="2132" y="478"/>
                  <a:pt x="2132" y="478"/>
                </a:cubicBezTo>
                <a:cubicBezTo>
                  <a:pt x="2140" y="472"/>
                  <a:pt x="2140" y="472"/>
                  <a:pt x="2140" y="472"/>
                </a:cubicBezTo>
                <a:cubicBezTo>
                  <a:pt x="2187" y="472"/>
                  <a:pt x="2187" y="472"/>
                  <a:pt x="2187" y="472"/>
                </a:cubicBezTo>
                <a:cubicBezTo>
                  <a:pt x="2187" y="481"/>
                  <a:pt x="2187" y="481"/>
                  <a:pt x="2187" y="481"/>
                </a:cubicBezTo>
                <a:cubicBezTo>
                  <a:pt x="2189" y="481"/>
                  <a:pt x="2189" y="481"/>
                  <a:pt x="2189" y="481"/>
                </a:cubicBezTo>
                <a:cubicBezTo>
                  <a:pt x="2189" y="470"/>
                  <a:pt x="2189" y="470"/>
                  <a:pt x="2189" y="470"/>
                </a:cubicBezTo>
                <a:cubicBezTo>
                  <a:pt x="2139" y="470"/>
                  <a:pt x="2139" y="470"/>
                  <a:pt x="2139" y="470"/>
                </a:cubicBezTo>
                <a:cubicBezTo>
                  <a:pt x="2130" y="477"/>
                  <a:pt x="2130" y="477"/>
                  <a:pt x="2130" y="477"/>
                </a:cubicBezTo>
                <a:cubicBezTo>
                  <a:pt x="2130" y="487"/>
                  <a:pt x="2130" y="487"/>
                  <a:pt x="2130" y="487"/>
                </a:cubicBezTo>
                <a:cubicBezTo>
                  <a:pt x="2132" y="487"/>
                  <a:pt x="2132" y="487"/>
                  <a:pt x="2132" y="487"/>
                </a:cubicBezTo>
                <a:moveTo>
                  <a:pt x="2173" y="470"/>
                </a:moveTo>
                <a:cubicBezTo>
                  <a:pt x="2173" y="389"/>
                  <a:pt x="2173" y="389"/>
                  <a:pt x="2173" y="389"/>
                </a:cubicBezTo>
                <a:cubicBezTo>
                  <a:pt x="2172" y="389"/>
                  <a:pt x="2172" y="389"/>
                  <a:pt x="2172" y="389"/>
                </a:cubicBezTo>
                <a:cubicBezTo>
                  <a:pt x="2173" y="390"/>
                  <a:pt x="2173" y="390"/>
                  <a:pt x="2173" y="390"/>
                </a:cubicBezTo>
                <a:cubicBezTo>
                  <a:pt x="2173" y="390"/>
                  <a:pt x="2174" y="389"/>
                  <a:pt x="2176" y="388"/>
                </a:cubicBezTo>
                <a:cubicBezTo>
                  <a:pt x="2178" y="388"/>
                  <a:pt x="2181" y="387"/>
                  <a:pt x="2183" y="386"/>
                </a:cubicBezTo>
                <a:cubicBezTo>
                  <a:pt x="2202" y="383"/>
                  <a:pt x="2216" y="383"/>
                  <a:pt x="2224" y="383"/>
                </a:cubicBezTo>
                <a:cubicBezTo>
                  <a:pt x="2229" y="383"/>
                  <a:pt x="2231" y="383"/>
                  <a:pt x="2231" y="383"/>
                </a:cubicBezTo>
                <a:cubicBezTo>
                  <a:pt x="2232" y="382"/>
                  <a:pt x="2232" y="382"/>
                  <a:pt x="2232" y="382"/>
                </a:cubicBezTo>
                <a:cubicBezTo>
                  <a:pt x="2230" y="382"/>
                  <a:pt x="2230" y="382"/>
                  <a:pt x="2230" y="382"/>
                </a:cubicBezTo>
                <a:cubicBezTo>
                  <a:pt x="2230" y="487"/>
                  <a:pt x="2230" y="487"/>
                  <a:pt x="2230" y="487"/>
                </a:cubicBezTo>
                <a:cubicBezTo>
                  <a:pt x="2233" y="487"/>
                  <a:pt x="2233" y="487"/>
                  <a:pt x="2233" y="487"/>
                </a:cubicBezTo>
                <a:cubicBezTo>
                  <a:pt x="2233" y="381"/>
                  <a:pt x="2233" y="381"/>
                  <a:pt x="2233" y="381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1"/>
                  <a:pt x="2229" y="380"/>
                  <a:pt x="2224" y="380"/>
                </a:cubicBezTo>
                <a:cubicBezTo>
                  <a:pt x="2216" y="380"/>
                  <a:pt x="2202" y="381"/>
                  <a:pt x="2183" y="384"/>
                </a:cubicBezTo>
                <a:cubicBezTo>
                  <a:pt x="2178" y="385"/>
                  <a:pt x="2172" y="388"/>
                  <a:pt x="2172" y="388"/>
                </a:cubicBezTo>
                <a:cubicBezTo>
                  <a:pt x="2171" y="389"/>
                  <a:pt x="2171" y="389"/>
                  <a:pt x="2171" y="389"/>
                </a:cubicBezTo>
                <a:cubicBezTo>
                  <a:pt x="2171" y="470"/>
                  <a:pt x="2171" y="470"/>
                  <a:pt x="2171" y="470"/>
                </a:cubicBezTo>
                <a:cubicBezTo>
                  <a:pt x="2173" y="470"/>
                  <a:pt x="2173" y="470"/>
                  <a:pt x="2173" y="470"/>
                </a:cubicBezTo>
                <a:moveTo>
                  <a:pt x="2232" y="383"/>
                </a:moveTo>
                <a:cubicBezTo>
                  <a:pt x="2238" y="385"/>
                  <a:pt x="2238" y="385"/>
                  <a:pt x="2238" y="385"/>
                </a:cubicBezTo>
                <a:cubicBezTo>
                  <a:pt x="2238" y="487"/>
                  <a:pt x="2238" y="487"/>
                  <a:pt x="2238" y="487"/>
                </a:cubicBezTo>
                <a:cubicBezTo>
                  <a:pt x="2240" y="487"/>
                  <a:pt x="2240" y="487"/>
                  <a:pt x="2240" y="487"/>
                </a:cubicBezTo>
                <a:cubicBezTo>
                  <a:pt x="2240" y="384"/>
                  <a:pt x="2240" y="384"/>
                  <a:pt x="2240" y="384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3"/>
                  <a:pt x="2232" y="383"/>
                  <a:pt x="2232" y="383"/>
                </a:cubicBezTo>
                <a:moveTo>
                  <a:pt x="2173" y="405"/>
                </a:moveTo>
                <a:cubicBezTo>
                  <a:pt x="2173" y="405"/>
                  <a:pt x="2173" y="405"/>
                  <a:pt x="2173" y="405"/>
                </a:cubicBezTo>
                <a:cubicBezTo>
                  <a:pt x="2174" y="404"/>
                  <a:pt x="2182" y="398"/>
                  <a:pt x="2209" y="398"/>
                </a:cubicBezTo>
                <a:cubicBezTo>
                  <a:pt x="2229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1" y="395"/>
                  <a:pt x="2231" y="395"/>
                  <a:pt x="2231" y="395"/>
                </a:cubicBezTo>
                <a:cubicBezTo>
                  <a:pt x="2231" y="398"/>
                  <a:pt x="2231" y="398"/>
                  <a:pt x="2231" y="398"/>
                </a:cubicBezTo>
                <a:cubicBezTo>
                  <a:pt x="2232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2" y="395"/>
                  <a:pt x="2229" y="395"/>
                  <a:pt x="2209" y="395"/>
                </a:cubicBezTo>
                <a:cubicBezTo>
                  <a:pt x="2180" y="395"/>
                  <a:pt x="2172" y="403"/>
                  <a:pt x="2172" y="403"/>
                </a:cubicBezTo>
                <a:cubicBezTo>
                  <a:pt x="2173" y="405"/>
                  <a:pt x="2173" y="405"/>
                  <a:pt x="2173" y="405"/>
                </a:cubicBezTo>
                <a:moveTo>
                  <a:pt x="2216" y="645"/>
                </a:moveTo>
                <a:cubicBezTo>
                  <a:pt x="2216" y="488"/>
                  <a:pt x="2216" y="488"/>
                  <a:pt x="2216" y="488"/>
                </a:cubicBezTo>
                <a:cubicBezTo>
                  <a:pt x="2268" y="488"/>
                  <a:pt x="2268" y="488"/>
                  <a:pt x="2268" y="488"/>
                </a:cubicBezTo>
                <a:cubicBezTo>
                  <a:pt x="2268" y="645"/>
                  <a:pt x="2268" y="645"/>
                  <a:pt x="2268" y="645"/>
                </a:cubicBezTo>
                <a:cubicBezTo>
                  <a:pt x="2271" y="645"/>
                  <a:pt x="2271" y="645"/>
                  <a:pt x="2271" y="645"/>
                </a:cubicBezTo>
                <a:cubicBezTo>
                  <a:pt x="2271" y="485"/>
                  <a:pt x="2271" y="485"/>
                  <a:pt x="2271" y="485"/>
                </a:cubicBezTo>
                <a:cubicBezTo>
                  <a:pt x="2214" y="485"/>
                  <a:pt x="2214" y="485"/>
                  <a:pt x="2214" y="485"/>
                </a:cubicBezTo>
                <a:cubicBezTo>
                  <a:pt x="2214" y="645"/>
                  <a:pt x="2214" y="645"/>
                  <a:pt x="2214" y="645"/>
                </a:cubicBezTo>
                <a:cubicBezTo>
                  <a:pt x="2216" y="645"/>
                  <a:pt x="2216" y="645"/>
                  <a:pt x="2216" y="645"/>
                </a:cubicBezTo>
                <a:moveTo>
                  <a:pt x="2269" y="488"/>
                </a:moveTo>
                <a:cubicBezTo>
                  <a:pt x="2286" y="492"/>
                  <a:pt x="2286" y="492"/>
                  <a:pt x="2286" y="492"/>
                </a:cubicBezTo>
                <a:cubicBezTo>
                  <a:pt x="2286" y="645"/>
                  <a:pt x="2286" y="645"/>
                  <a:pt x="2286" y="645"/>
                </a:cubicBezTo>
                <a:cubicBezTo>
                  <a:pt x="2289" y="645"/>
                  <a:pt x="2289" y="645"/>
                  <a:pt x="2289" y="645"/>
                </a:cubicBezTo>
                <a:cubicBezTo>
                  <a:pt x="2289" y="490"/>
                  <a:pt x="2289" y="490"/>
                  <a:pt x="2289" y="490"/>
                </a:cubicBezTo>
                <a:cubicBezTo>
                  <a:pt x="2270" y="485"/>
                  <a:pt x="2270" y="485"/>
                  <a:pt x="2270" y="485"/>
                </a:cubicBezTo>
                <a:cubicBezTo>
                  <a:pt x="2269" y="488"/>
                  <a:pt x="2269" y="488"/>
                  <a:pt x="2269" y="488"/>
                </a:cubicBezTo>
                <a:moveTo>
                  <a:pt x="2192" y="616"/>
                </a:moveTo>
                <a:cubicBezTo>
                  <a:pt x="2215" y="616"/>
                  <a:pt x="2215" y="616"/>
                  <a:pt x="2215" y="616"/>
                </a:cubicBezTo>
                <a:cubicBezTo>
                  <a:pt x="2215" y="613"/>
                  <a:pt x="2215" y="613"/>
                  <a:pt x="2215" y="613"/>
                </a:cubicBezTo>
                <a:cubicBezTo>
                  <a:pt x="2192" y="613"/>
                  <a:pt x="2192" y="613"/>
                  <a:pt x="2192" y="613"/>
                </a:cubicBezTo>
                <a:lnTo>
                  <a:pt x="2192" y="616"/>
                </a:lnTo>
                <a:close/>
                <a:moveTo>
                  <a:pt x="2215" y="567"/>
                </a:moveTo>
                <a:cubicBezTo>
                  <a:pt x="2269" y="567"/>
                  <a:pt x="2269" y="567"/>
                  <a:pt x="2269" y="567"/>
                </a:cubicBezTo>
                <a:cubicBezTo>
                  <a:pt x="2269" y="565"/>
                  <a:pt x="2269" y="565"/>
                  <a:pt x="2269" y="565"/>
                </a:cubicBezTo>
                <a:cubicBezTo>
                  <a:pt x="2215" y="565"/>
                  <a:pt x="2215" y="565"/>
                  <a:pt x="2215" y="565"/>
                </a:cubicBezTo>
                <a:lnTo>
                  <a:pt x="2215" y="567"/>
                </a:lnTo>
                <a:close/>
                <a:moveTo>
                  <a:pt x="2215" y="498"/>
                </a:moveTo>
                <a:cubicBezTo>
                  <a:pt x="2270" y="498"/>
                  <a:pt x="2270" y="498"/>
                  <a:pt x="2270" y="498"/>
                </a:cubicBezTo>
                <a:cubicBezTo>
                  <a:pt x="2270" y="496"/>
                  <a:pt x="2270" y="496"/>
                  <a:pt x="2270" y="496"/>
                </a:cubicBezTo>
                <a:cubicBezTo>
                  <a:pt x="2215" y="496"/>
                  <a:pt x="2215" y="496"/>
                  <a:pt x="2215" y="496"/>
                </a:cubicBezTo>
                <a:lnTo>
                  <a:pt x="2215" y="498"/>
                </a:lnTo>
                <a:close/>
                <a:moveTo>
                  <a:pt x="2128" y="646"/>
                </a:moveTo>
                <a:cubicBezTo>
                  <a:pt x="2297" y="646"/>
                  <a:pt x="2297" y="646"/>
                  <a:pt x="2297" y="646"/>
                </a:cubicBezTo>
                <a:cubicBezTo>
                  <a:pt x="2296" y="671"/>
                  <a:pt x="2296" y="671"/>
                  <a:pt x="2296" y="671"/>
                </a:cubicBezTo>
                <a:cubicBezTo>
                  <a:pt x="2299" y="671"/>
                  <a:pt x="2299" y="671"/>
                  <a:pt x="2299" y="671"/>
                </a:cubicBezTo>
                <a:cubicBezTo>
                  <a:pt x="2299" y="644"/>
                  <a:pt x="2299" y="644"/>
                  <a:pt x="2299" y="644"/>
                </a:cubicBezTo>
                <a:cubicBezTo>
                  <a:pt x="2128" y="644"/>
                  <a:pt x="2128" y="644"/>
                  <a:pt x="2128" y="644"/>
                </a:cubicBezTo>
                <a:cubicBezTo>
                  <a:pt x="2128" y="646"/>
                  <a:pt x="2128" y="646"/>
                  <a:pt x="2128" y="646"/>
                </a:cubicBezTo>
                <a:moveTo>
                  <a:pt x="2203" y="660"/>
                </a:moveTo>
                <a:cubicBezTo>
                  <a:pt x="2205" y="660"/>
                  <a:pt x="2205" y="660"/>
                  <a:pt x="2205" y="660"/>
                </a:cubicBezTo>
                <a:cubicBezTo>
                  <a:pt x="2205" y="645"/>
                  <a:pt x="2205" y="645"/>
                  <a:pt x="2205" y="645"/>
                </a:cubicBezTo>
                <a:cubicBezTo>
                  <a:pt x="2203" y="645"/>
                  <a:pt x="2203" y="645"/>
                  <a:pt x="2203" y="645"/>
                </a:cubicBezTo>
                <a:lnTo>
                  <a:pt x="2203" y="660"/>
                </a:lnTo>
                <a:close/>
                <a:moveTo>
                  <a:pt x="2278" y="671"/>
                </a:moveTo>
                <a:cubicBezTo>
                  <a:pt x="2280" y="671"/>
                  <a:pt x="2280" y="671"/>
                  <a:pt x="2280" y="671"/>
                </a:cubicBezTo>
                <a:cubicBezTo>
                  <a:pt x="2280" y="646"/>
                  <a:pt x="2280" y="646"/>
                  <a:pt x="2280" y="646"/>
                </a:cubicBezTo>
                <a:cubicBezTo>
                  <a:pt x="2278" y="646"/>
                  <a:pt x="2278" y="646"/>
                  <a:pt x="2278" y="646"/>
                </a:cubicBezTo>
                <a:lnTo>
                  <a:pt x="2278" y="671"/>
                </a:lnTo>
                <a:close/>
                <a:moveTo>
                  <a:pt x="2212" y="671"/>
                </a:moveTo>
                <a:cubicBezTo>
                  <a:pt x="2214" y="671"/>
                  <a:pt x="2214" y="671"/>
                  <a:pt x="2214" y="671"/>
                </a:cubicBezTo>
                <a:cubicBezTo>
                  <a:pt x="2214" y="646"/>
                  <a:pt x="2214" y="646"/>
                  <a:pt x="2214" y="646"/>
                </a:cubicBezTo>
                <a:cubicBezTo>
                  <a:pt x="2212" y="646"/>
                  <a:pt x="2212" y="646"/>
                  <a:pt x="2212" y="646"/>
                </a:cubicBezTo>
                <a:lnTo>
                  <a:pt x="2212" y="671"/>
                </a:lnTo>
                <a:close/>
                <a:moveTo>
                  <a:pt x="2260" y="487"/>
                </a:moveTo>
                <a:cubicBezTo>
                  <a:pt x="2260" y="408"/>
                  <a:pt x="2260" y="408"/>
                  <a:pt x="2260" y="408"/>
                </a:cubicBezTo>
                <a:cubicBezTo>
                  <a:pt x="2315" y="408"/>
                  <a:pt x="2315" y="408"/>
                  <a:pt x="2315" y="408"/>
                </a:cubicBezTo>
                <a:cubicBezTo>
                  <a:pt x="2331" y="413"/>
                  <a:pt x="2331" y="413"/>
                  <a:pt x="2331" y="413"/>
                </a:cubicBezTo>
                <a:cubicBezTo>
                  <a:pt x="2331" y="632"/>
                  <a:pt x="2331" y="632"/>
                  <a:pt x="2331" y="632"/>
                </a:cubicBezTo>
                <a:cubicBezTo>
                  <a:pt x="2333" y="632"/>
                  <a:pt x="2333" y="632"/>
                  <a:pt x="2333" y="632"/>
                </a:cubicBezTo>
                <a:cubicBezTo>
                  <a:pt x="2333" y="412"/>
                  <a:pt x="2333" y="412"/>
                  <a:pt x="2333" y="412"/>
                </a:cubicBezTo>
                <a:cubicBezTo>
                  <a:pt x="2316" y="405"/>
                  <a:pt x="2316" y="405"/>
                  <a:pt x="2316" y="405"/>
                </a:cubicBezTo>
                <a:cubicBezTo>
                  <a:pt x="2258" y="406"/>
                  <a:pt x="2258" y="406"/>
                  <a:pt x="2258" y="406"/>
                </a:cubicBezTo>
                <a:cubicBezTo>
                  <a:pt x="2258" y="487"/>
                  <a:pt x="2258" y="487"/>
                  <a:pt x="2258" y="487"/>
                </a:cubicBezTo>
                <a:cubicBezTo>
                  <a:pt x="2260" y="487"/>
                  <a:pt x="2260" y="487"/>
                  <a:pt x="2260" y="487"/>
                </a:cubicBezTo>
                <a:moveTo>
                  <a:pt x="2315" y="580"/>
                </a:moveTo>
                <a:cubicBezTo>
                  <a:pt x="2317" y="580"/>
                  <a:pt x="2317" y="580"/>
                  <a:pt x="2317" y="580"/>
                </a:cubicBezTo>
                <a:cubicBezTo>
                  <a:pt x="2317" y="407"/>
                  <a:pt x="2317" y="407"/>
                  <a:pt x="2317" y="407"/>
                </a:cubicBezTo>
                <a:cubicBezTo>
                  <a:pt x="2315" y="407"/>
                  <a:pt x="2315" y="407"/>
                  <a:pt x="2315" y="407"/>
                </a:cubicBezTo>
                <a:lnTo>
                  <a:pt x="2315" y="580"/>
                </a:lnTo>
                <a:close/>
                <a:moveTo>
                  <a:pt x="2264" y="407"/>
                </a:moveTo>
                <a:cubicBezTo>
                  <a:pt x="2267" y="401"/>
                  <a:pt x="2267" y="401"/>
                  <a:pt x="2267" y="401"/>
                </a:cubicBezTo>
                <a:cubicBezTo>
                  <a:pt x="2316" y="401"/>
                  <a:pt x="2316" y="401"/>
                  <a:pt x="2316" y="401"/>
                </a:cubicBezTo>
                <a:cubicBezTo>
                  <a:pt x="2322" y="410"/>
                  <a:pt x="2322" y="410"/>
                  <a:pt x="2322" y="410"/>
                </a:cubicBezTo>
                <a:cubicBezTo>
                  <a:pt x="2324" y="409"/>
                  <a:pt x="2324" y="409"/>
                  <a:pt x="2324" y="409"/>
                </a:cubicBezTo>
                <a:cubicBezTo>
                  <a:pt x="2318" y="398"/>
                  <a:pt x="2318" y="398"/>
                  <a:pt x="2318" y="398"/>
                </a:cubicBezTo>
                <a:cubicBezTo>
                  <a:pt x="2265" y="398"/>
                  <a:pt x="2265" y="398"/>
                  <a:pt x="2265" y="398"/>
                </a:cubicBezTo>
                <a:cubicBezTo>
                  <a:pt x="2262" y="406"/>
                  <a:pt x="2262" y="406"/>
                  <a:pt x="2262" y="406"/>
                </a:cubicBezTo>
                <a:cubicBezTo>
                  <a:pt x="2264" y="407"/>
                  <a:pt x="2264" y="407"/>
                  <a:pt x="2264" y="407"/>
                </a:cubicBezTo>
                <a:moveTo>
                  <a:pt x="2288" y="623"/>
                </a:moveTo>
                <a:cubicBezTo>
                  <a:pt x="2309" y="623"/>
                  <a:pt x="2309" y="623"/>
                  <a:pt x="2309" y="623"/>
                </a:cubicBezTo>
                <a:cubicBezTo>
                  <a:pt x="2309" y="632"/>
                  <a:pt x="2309" y="632"/>
                  <a:pt x="2309" y="632"/>
                </a:cubicBezTo>
                <a:cubicBezTo>
                  <a:pt x="2309" y="633"/>
                  <a:pt x="2309" y="633"/>
                  <a:pt x="2309" y="633"/>
                </a:cubicBezTo>
                <a:cubicBezTo>
                  <a:pt x="2353" y="633"/>
                  <a:pt x="2353" y="633"/>
                  <a:pt x="2353" y="633"/>
                </a:cubicBezTo>
                <a:cubicBezTo>
                  <a:pt x="2353" y="671"/>
                  <a:pt x="2353" y="671"/>
                  <a:pt x="2353" y="671"/>
                </a:cubicBezTo>
                <a:cubicBezTo>
                  <a:pt x="2355" y="671"/>
                  <a:pt x="2355" y="671"/>
                  <a:pt x="2355" y="671"/>
                </a:cubicBezTo>
                <a:cubicBezTo>
                  <a:pt x="2355" y="631"/>
                  <a:pt x="2355" y="631"/>
                  <a:pt x="2355" y="631"/>
                </a:cubicBezTo>
                <a:cubicBezTo>
                  <a:pt x="2311" y="631"/>
                  <a:pt x="2311" y="631"/>
                  <a:pt x="2311" y="631"/>
                </a:cubicBezTo>
                <a:cubicBezTo>
                  <a:pt x="2311" y="622"/>
                  <a:pt x="2311" y="622"/>
                  <a:pt x="2311" y="622"/>
                </a:cubicBezTo>
                <a:cubicBezTo>
                  <a:pt x="2311" y="621"/>
                  <a:pt x="2311" y="621"/>
                  <a:pt x="2311" y="621"/>
                </a:cubicBezTo>
                <a:cubicBezTo>
                  <a:pt x="2288" y="621"/>
                  <a:pt x="2288" y="621"/>
                  <a:pt x="2288" y="621"/>
                </a:cubicBezTo>
                <a:cubicBezTo>
                  <a:pt x="2288" y="623"/>
                  <a:pt x="2288" y="623"/>
                  <a:pt x="2288" y="623"/>
                </a:cubicBezTo>
                <a:moveTo>
                  <a:pt x="2373" y="672"/>
                </a:moveTo>
                <a:cubicBezTo>
                  <a:pt x="2373" y="424"/>
                  <a:pt x="2373" y="424"/>
                  <a:pt x="2373" y="424"/>
                </a:cubicBezTo>
                <a:cubicBezTo>
                  <a:pt x="2425" y="424"/>
                  <a:pt x="2425" y="424"/>
                  <a:pt x="2425" y="424"/>
                </a:cubicBezTo>
                <a:cubicBezTo>
                  <a:pt x="2425" y="672"/>
                  <a:pt x="2425" y="672"/>
                  <a:pt x="2425" y="672"/>
                </a:cubicBezTo>
                <a:cubicBezTo>
                  <a:pt x="2427" y="672"/>
                  <a:pt x="2427" y="672"/>
                  <a:pt x="2427" y="672"/>
                </a:cubicBezTo>
                <a:cubicBezTo>
                  <a:pt x="2427" y="421"/>
                  <a:pt x="2427" y="421"/>
                  <a:pt x="2427" y="421"/>
                </a:cubicBezTo>
                <a:cubicBezTo>
                  <a:pt x="2371" y="421"/>
                  <a:pt x="2371" y="421"/>
                  <a:pt x="2371" y="421"/>
                </a:cubicBezTo>
                <a:cubicBezTo>
                  <a:pt x="2371" y="672"/>
                  <a:pt x="2371" y="672"/>
                  <a:pt x="2371" y="672"/>
                </a:cubicBezTo>
                <a:cubicBezTo>
                  <a:pt x="2373" y="672"/>
                  <a:pt x="2373" y="672"/>
                  <a:pt x="2373" y="672"/>
                </a:cubicBezTo>
                <a:moveTo>
                  <a:pt x="2377" y="406"/>
                </a:moveTo>
                <a:cubicBezTo>
                  <a:pt x="2377" y="407"/>
                  <a:pt x="2377" y="407"/>
                  <a:pt x="2377" y="407"/>
                </a:cubicBezTo>
                <a:cubicBezTo>
                  <a:pt x="2422" y="407"/>
                  <a:pt x="2422" y="407"/>
                  <a:pt x="2422" y="407"/>
                </a:cubicBezTo>
                <a:cubicBezTo>
                  <a:pt x="2422" y="417"/>
                  <a:pt x="2422" y="417"/>
                  <a:pt x="2422" y="417"/>
                </a:cubicBezTo>
                <a:cubicBezTo>
                  <a:pt x="2379" y="417"/>
                  <a:pt x="2379" y="417"/>
                  <a:pt x="2379" y="417"/>
                </a:cubicBezTo>
                <a:cubicBezTo>
                  <a:pt x="2379" y="406"/>
                  <a:pt x="2379" y="406"/>
                  <a:pt x="2379" y="406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7" y="407"/>
                  <a:pt x="2377" y="407"/>
                  <a:pt x="2377" y="407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6" y="420"/>
                  <a:pt x="2376" y="420"/>
                  <a:pt x="2376" y="420"/>
                </a:cubicBezTo>
                <a:cubicBezTo>
                  <a:pt x="2424" y="420"/>
                  <a:pt x="2424" y="420"/>
                  <a:pt x="2424" y="420"/>
                </a:cubicBezTo>
                <a:cubicBezTo>
                  <a:pt x="2424" y="405"/>
                  <a:pt x="2424" y="405"/>
                  <a:pt x="2424" y="405"/>
                </a:cubicBezTo>
                <a:cubicBezTo>
                  <a:pt x="2376" y="405"/>
                  <a:pt x="2376" y="405"/>
                  <a:pt x="2376" y="405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7" y="406"/>
                  <a:pt x="2377" y="406"/>
                  <a:pt x="2377" y="406"/>
                </a:cubicBezTo>
                <a:moveTo>
                  <a:pt x="2426" y="424"/>
                </a:moveTo>
                <a:cubicBezTo>
                  <a:pt x="2435" y="428"/>
                  <a:pt x="2435" y="428"/>
                  <a:pt x="2435" y="428"/>
                </a:cubicBezTo>
                <a:cubicBezTo>
                  <a:pt x="2435" y="612"/>
                  <a:pt x="2435" y="612"/>
                  <a:pt x="2435" y="612"/>
                </a:cubicBezTo>
                <a:cubicBezTo>
                  <a:pt x="2438" y="612"/>
                  <a:pt x="2438" y="612"/>
                  <a:pt x="2438" y="612"/>
                </a:cubicBezTo>
                <a:cubicBezTo>
                  <a:pt x="2438" y="426"/>
                  <a:pt x="2438" y="426"/>
                  <a:pt x="2438" y="426"/>
                </a:cubicBezTo>
                <a:cubicBezTo>
                  <a:pt x="2427" y="422"/>
                  <a:pt x="2427" y="422"/>
                  <a:pt x="2427" y="422"/>
                </a:cubicBezTo>
                <a:cubicBezTo>
                  <a:pt x="2426" y="424"/>
                  <a:pt x="2426" y="424"/>
                  <a:pt x="2426" y="424"/>
                </a:cubicBezTo>
                <a:moveTo>
                  <a:pt x="2331" y="468"/>
                </a:moveTo>
                <a:cubicBezTo>
                  <a:pt x="2358" y="468"/>
                  <a:pt x="2358" y="468"/>
                  <a:pt x="2358" y="468"/>
                </a:cubicBezTo>
                <a:cubicBezTo>
                  <a:pt x="2358" y="531"/>
                  <a:pt x="2358" y="531"/>
                  <a:pt x="2358" y="531"/>
                </a:cubicBezTo>
                <a:cubicBezTo>
                  <a:pt x="2360" y="531"/>
                  <a:pt x="2360" y="531"/>
                  <a:pt x="2360" y="531"/>
                </a:cubicBezTo>
                <a:cubicBezTo>
                  <a:pt x="2360" y="466"/>
                  <a:pt x="2360" y="466"/>
                  <a:pt x="2360" y="466"/>
                </a:cubicBezTo>
                <a:cubicBezTo>
                  <a:pt x="2331" y="466"/>
                  <a:pt x="2331" y="466"/>
                  <a:pt x="2331" y="466"/>
                </a:cubicBezTo>
                <a:cubicBezTo>
                  <a:pt x="2331" y="468"/>
                  <a:pt x="2331" y="468"/>
                  <a:pt x="2331" y="468"/>
                </a:cubicBezTo>
                <a:moveTo>
                  <a:pt x="2372" y="446"/>
                </a:moveTo>
                <a:cubicBezTo>
                  <a:pt x="2364" y="446"/>
                  <a:pt x="2364" y="446"/>
                  <a:pt x="2364" y="446"/>
                </a:cubicBezTo>
                <a:cubicBezTo>
                  <a:pt x="2364" y="529"/>
                  <a:pt x="2364" y="529"/>
                  <a:pt x="2364" y="529"/>
                </a:cubicBezTo>
                <a:cubicBezTo>
                  <a:pt x="2347" y="529"/>
                  <a:pt x="2347" y="529"/>
                  <a:pt x="2347" y="529"/>
                </a:cubicBezTo>
                <a:cubicBezTo>
                  <a:pt x="2347" y="624"/>
                  <a:pt x="2347" y="624"/>
                  <a:pt x="2347" y="624"/>
                </a:cubicBezTo>
                <a:cubicBezTo>
                  <a:pt x="2349" y="624"/>
                  <a:pt x="2349" y="624"/>
                  <a:pt x="2349" y="624"/>
                </a:cubicBezTo>
                <a:cubicBezTo>
                  <a:pt x="2349" y="531"/>
                  <a:pt x="2349" y="531"/>
                  <a:pt x="2349" y="531"/>
                </a:cubicBezTo>
                <a:cubicBezTo>
                  <a:pt x="2366" y="531"/>
                  <a:pt x="2366" y="531"/>
                  <a:pt x="2366" y="531"/>
                </a:cubicBezTo>
                <a:cubicBezTo>
                  <a:pt x="2367" y="448"/>
                  <a:pt x="2367" y="448"/>
                  <a:pt x="2367" y="448"/>
                </a:cubicBezTo>
                <a:cubicBezTo>
                  <a:pt x="2372" y="448"/>
                  <a:pt x="2372" y="448"/>
                  <a:pt x="2372" y="448"/>
                </a:cubicBezTo>
                <a:cubicBezTo>
                  <a:pt x="2372" y="446"/>
                  <a:pt x="2372" y="446"/>
                  <a:pt x="2372" y="446"/>
                </a:cubicBezTo>
                <a:moveTo>
                  <a:pt x="2461" y="671"/>
                </a:moveTo>
                <a:cubicBezTo>
                  <a:pt x="2461" y="635"/>
                  <a:pt x="2461" y="635"/>
                  <a:pt x="2461" y="635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495"/>
                  <a:pt x="2465" y="495"/>
                  <a:pt x="2465" y="495"/>
                </a:cubicBezTo>
                <a:cubicBezTo>
                  <a:pt x="2529" y="495"/>
                  <a:pt x="2529" y="495"/>
                  <a:pt x="2529" y="495"/>
                </a:cubicBezTo>
                <a:cubicBezTo>
                  <a:pt x="2529" y="631"/>
                  <a:pt x="2529" y="631"/>
                  <a:pt x="2529" y="631"/>
                </a:cubicBezTo>
                <a:cubicBezTo>
                  <a:pt x="2534" y="631"/>
                  <a:pt x="2534" y="631"/>
                  <a:pt x="2534" y="631"/>
                </a:cubicBezTo>
                <a:cubicBezTo>
                  <a:pt x="2534" y="654"/>
                  <a:pt x="2534" y="654"/>
                  <a:pt x="2534" y="654"/>
                </a:cubicBezTo>
                <a:cubicBezTo>
                  <a:pt x="2536" y="654"/>
                  <a:pt x="2536" y="654"/>
                  <a:pt x="2536" y="654"/>
                </a:cubicBezTo>
                <a:cubicBezTo>
                  <a:pt x="2536" y="629"/>
                  <a:pt x="2536" y="629"/>
                  <a:pt x="2536" y="629"/>
                </a:cubicBezTo>
                <a:cubicBezTo>
                  <a:pt x="2531" y="629"/>
                  <a:pt x="2531" y="629"/>
                  <a:pt x="2531" y="629"/>
                </a:cubicBezTo>
                <a:cubicBezTo>
                  <a:pt x="2531" y="493"/>
                  <a:pt x="2531" y="493"/>
                  <a:pt x="2531" y="493"/>
                </a:cubicBezTo>
                <a:cubicBezTo>
                  <a:pt x="2463" y="493"/>
                  <a:pt x="2463" y="493"/>
                  <a:pt x="2463" y="493"/>
                </a:cubicBezTo>
                <a:cubicBezTo>
                  <a:pt x="2463" y="631"/>
                  <a:pt x="2463" y="631"/>
                  <a:pt x="2463" y="631"/>
                </a:cubicBezTo>
                <a:cubicBezTo>
                  <a:pt x="2458" y="633"/>
                  <a:pt x="2458" y="633"/>
                  <a:pt x="2458" y="633"/>
                </a:cubicBezTo>
                <a:cubicBezTo>
                  <a:pt x="2458" y="671"/>
                  <a:pt x="2458" y="671"/>
                  <a:pt x="2458" y="671"/>
                </a:cubicBezTo>
                <a:cubicBezTo>
                  <a:pt x="2461" y="671"/>
                  <a:pt x="2461" y="671"/>
                  <a:pt x="2461" y="671"/>
                </a:cubicBezTo>
                <a:moveTo>
                  <a:pt x="2464" y="492"/>
                </a:moveTo>
                <a:cubicBezTo>
                  <a:pt x="2455" y="501"/>
                  <a:pt x="2455" y="501"/>
                  <a:pt x="2455" y="501"/>
                </a:cubicBezTo>
                <a:cubicBezTo>
                  <a:pt x="2455" y="629"/>
                  <a:pt x="2455" y="629"/>
                  <a:pt x="2455" y="629"/>
                </a:cubicBezTo>
                <a:cubicBezTo>
                  <a:pt x="2444" y="629"/>
                  <a:pt x="2444" y="629"/>
                  <a:pt x="2444" y="629"/>
                </a:cubicBezTo>
                <a:cubicBezTo>
                  <a:pt x="2444" y="670"/>
                  <a:pt x="2444" y="670"/>
                  <a:pt x="2444" y="670"/>
                </a:cubicBezTo>
                <a:cubicBezTo>
                  <a:pt x="2447" y="670"/>
                  <a:pt x="2447" y="670"/>
                  <a:pt x="2447" y="670"/>
                </a:cubicBezTo>
                <a:cubicBezTo>
                  <a:pt x="2447" y="631"/>
                  <a:pt x="2447" y="631"/>
                  <a:pt x="2447" y="631"/>
                </a:cubicBezTo>
                <a:cubicBezTo>
                  <a:pt x="2457" y="631"/>
                  <a:pt x="2457" y="631"/>
                  <a:pt x="2457" y="631"/>
                </a:cubicBezTo>
                <a:cubicBezTo>
                  <a:pt x="2457" y="501"/>
                  <a:pt x="2457" y="501"/>
                  <a:pt x="2457" y="501"/>
                </a:cubicBezTo>
                <a:cubicBezTo>
                  <a:pt x="2465" y="494"/>
                  <a:pt x="2465" y="494"/>
                  <a:pt x="2465" y="494"/>
                </a:cubicBezTo>
                <a:cubicBezTo>
                  <a:pt x="2464" y="492"/>
                  <a:pt x="2464" y="492"/>
                  <a:pt x="2464" y="492"/>
                </a:cubicBezTo>
                <a:moveTo>
                  <a:pt x="2372" y="512"/>
                </a:moveTo>
                <a:cubicBezTo>
                  <a:pt x="2426" y="512"/>
                  <a:pt x="2426" y="512"/>
                  <a:pt x="2426" y="512"/>
                </a:cubicBezTo>
                <a:cubicBezTo>
                  <a:pt x="2426" y="510"/>
                  <a:pt x="2426" y="510"/>
                  <a:pt x="2426" y="510"/>
                </a:cubicBezTo>
                <a:cubicBezTo>
                  <a:pt x="2372" y="510"/>
                  <a:pt x="2372" y="510"/>
                  <a:pt x="2372" y="510"/>
                </a:cubicBezTo>
                <a:lnTo>
                  <a:pt x="2372" y="512"/>
                </a:lnTo>
                <a:close/>
                <a:moveTo>
                  <a:pt x="2372" y="595"/>
                </a:moveTo>
                <a:cubicBezTo>
                  <a:pt x="2426" y="595"/>
                  <a:pt x="2426" y="595"/>
                  <a:pt x="2426" y="595"/>
                </a:cubicBezTo>
                <a:cubicBezTo>
                  <a:pt x="2426" y="593"/>
                  <a:pt x="2426" y="593"/>
                  <a:pt x="2426" y="593"/>
                </a:cubicBezTo>
                <a:cubicBezTo>
                  <a:pt x="2372" y="593"/>
                  <a:pt x="2372" y="593"/>
                  <a:pt x="2372" y="593"/>
                </a:cubicBezTo>
                <a:lnTo>
                  <a:pt x="2372" y="595"/>
                </a:lnTo>
                <a:close/>
                <a:moveTo>
                  <a:pt x="2372" y="433"/>
                </a:moveTo>
                <a:cubicBezTo>
                  <a:pt x="2426" y="433"/>
                  <a:pt x="2426" y="433"/>
                  <a:pt x="2426" y="433"/>
                </a:cubicBezTo>
                <a:cubicBezTo>
                  <a:pt x="2426" y="431"/>
                  <a:pt x="2426" y="431"/>
                  <a:pt x="2426" y="431"/>
                </a:cubicBezTo>
                <a:cubicBezTo>
                  <a:pt x="2372" y="431"/>
                  <a:pt x="2372" y="431"/>
                  <a:pt x="2372" y="431"/>
                </a:cubicBezTo>
                <a:lnTo>
                  <a:pt x="2372" y="433"/>
                </a:lnTo>
                <a:close/>
                <a:moveTo>
                  <a:pt x="2263" y="420"/>
                </a:moveTo>
                <a:cubicBezTo>
                  <a:pt x="2310" y="420"/>
                  <a:pt x="2310" y="420"/>
                  <a:pt x="2310" y="420"/>
                </a:cubicBezTo>
                <a:cubicBezTo>
                  <a:pt x="2310" y="417"/>
                  <a:pt x="2310" y="417"/>
                  <a:pt x="2310" y="417"/>
                </a:cubicBezTo>
                <a:cubicBezTo>
                  <a:pt x="2263" y="417"/>
                  <a:pt x="2263" y="417"/>
                  <a:pt x="2263" y="417"/>
                </a:cubicBezTo>
                <a:lnTo>
                  <a:pt x="2263" y="420"/>
                </a:lnTo>
                <a:close/>
                <a:moveTo>
                  <a:pt x="2437" y="434"/>
                </a:moveTo>
                <a:cubicBezTo>
                  <a:pt x="2437" y="434"/>
                  <a:pt x="2439" y="434"/>
                  <a:pt x="2441" y="434"/>
                </a:cubicBezTo>
                <a:cubicBezTo>
                  <a:pt x="2447" y="433"/>
                  <a:pt x="2458" y="431"/>
                  <a:pt x="2458" y="431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1"/>
                  <a:pt x="2458" y="431"/>
                  <a:pt x="2458" y="431"/>
                </a:cubicBezTo>
                <a:cubicBezTo>
                  <a:pt x="2478" y="433"/>
                  <a:pt x="2478" y="433"/>
                  <a:pt x="2478" y="433"/>
                </a:cubicBezTo>
                <a:cubicBezTo>
                  <a:pt x="2478" y="446"/>
                  <a:pt x="2478" y="446"/>
                  <a:pt x="2478" y="446"/>
                </a:cubicBezTo>
                <a:cubicBezTo>
                  <a:pt x="2482" y="450"/>
                  <a:pt x="2482" y="450"/>
                  <a:pt x="2482" y="450"/>
                </a:cubicBezTo>
                <a:cubicBezTo>
                  <a:pt x="2482" y="465"/>
                  <a:pt x="2482" y="465"/>
                  <a:pt x="2482" y="465"/>
                </a:cubicBezTo>
                <a:cubicBezTo>
                  <a:pt x="2486" y="468"/>
                  <a:pt x="2486" y="468"/>
                  <a:pt x="2486" y="468"/>
                </a:cubicBezTo>
                <a:cubicBezTo>
                  <a:pt x="2486" y="493"/>
                  <a:pt x="2486" y="493"/>
                  <a:pt x="2486" y="493"/>
                </a:cubicBezTo>
                <a:cubicBezTo>
                  <a:pt x="2488" y="493"/>
                  <a:pt x="2488" y="493"/>
                  <a:pt x="2488" y="493"/>
                </a:cubicBezTo>
                <a:cubicBezTo>
                  <a:pt x="2488" y="467"/>
                  <a:pt x="2488" y="467"/>
                  <a:pt x="2488" y="467"/>
                </a:cubicBezTo>
                <a:cubicBezTo>
                  <a:pt x="2484" y="464"/>
                  <a:pt x="2484" y="464"/>
                  <a:pt x="2484" y="464"/>
                </a:cubicBezTo>
                <a:cubicBezTo>
                  <a:pt x="2484" y="449"/>
                  <a:pt x="2484" y="449"/>
                  <a:pt x="2484" y="449"/>
                </a:cubicBezTo>
                <a:cubicBezTo>
                  <a:pt x="2481" y="446"/>
                  <a:pt x="2481" y="446"/>
                  <a:pt x="2481" y="446"/>
                </a:cubicBezTo>
                <a:cubicBezTo>
                  <a:pt x="2481" y="431"/>
                  <a:pt x="2481" y="431"/>
                  <a:pt x="2481" y="431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7" y="429"/>
                  <a:pt x="2453" y="429"/>
                  <a:pt x="2448" y="430"/>
                </a:cubicBezTo>
                <a:cubicBezTo>
                  <a:pt x="2445" y="431"/>
                  <a:pt x="2443" y="431"/>
                  <a:pt x="2440" y="431"/>
                </a:cubicBezTo>
                <a:cubicBezTo>
                  <a:pt x="2438" y="432"/>
                  <a:pt x="2437" y="432"/>
                  <a:pt x="2437" y="432"/>
                </a:cubicBezTo>
                <a:cubicBezTo>
                  <a:pt x="2437" y="434"/>
                  <a:pt x="2437" y="434"/>
                  <a:pt x="2437" y="434"/>
                </a:cubicBezTo>
                <a:moveTo>
                  <a:pt x="2540" y="653"/>
                </a:moveTo>
                <a:cubicBezTo>
                  <a:pt x="2540" y="476"/>
                  <a:pt x="2540" y="476"/>
                  <a:pt x="2540" y="476"/>
                </a:cubicBezTo>
                <a:cubicBezTo>
                  <a:pt x="2547" y="471"/>
                  <a:pt x="2547" y="471"/>
                  <a:pt x="2547" y="471"/>
                </a:cubicBezTo>
                <a:cubicBezTo>
                  <a:pt x="2606" y="471"/>
                  <a:pt x="2606" y="471"/>
                  <a:pt x="2606" y="471"/>
                </a:cubicBezTo>
                <a:cubicBezTo>
                  <a:pt x="2606" y="645"/>
                  <a:pt x="2606" y="645"/>
                  <a:pt x="2606" y="645"/>
                </a:cubicBezTo>
                <a:cubicBezTo>
                  <a:pt x="2608" y="645"/>
                  <a:pt x="2608" y="645"/>
                  <a:pt x="2608" y="645"/>
                </a:cubicBezTo>
                <a:cubicBezTo>
                  <a:pt x="2608" y="469"/>
                  <a:pt x="2608" y="469"/>
                  <a:pt x="2608" y="469"/>
                </a:cubicBezTo>
                <a:cubicBezTo>
                  <a:pt x="2547" y="469"/>
                  <a:pt x="2547" y="469"/>
                  <a:pt x="2547" y="469"/>
                </a:cubicBezTo>
                <a:cubicBezTo>
                  <a:pt x="2538" y="475"/>
                  <a:pt x="2538" y="475"/>
                  <a:pt x="2538" y="475"/>
                </a:cubicBezTo>
                <a:cubicBezTo>
                  <a:pt x="2538" y="653"/>
                  <a:pt x="2538" y="653"/>
                  <a:pt x="2538" y="653"/>
                </a:cubicBezTo>
                <a:cubicBezTo>
                  <a:pt x="2540" y="653"/>
                  <a:pt x="2540" y="653"/>
                  <a:pt x="2540" y="653"/>
                </a:cubicBezTo>
                <a:moveTo>
                  <a:pt x="2539" y="633"/>
                </a:moveTo>
                <a:cubicBezTo>
                  <a:pt x="2607" y="633"/>
                  <a:pt x="2607" y="633"/>
                  <a:pt x="2607" y="633"/>
                </a:cubicBezTo>
                <a:cubicBezTo>
                  <a:pt x="2607" y="631"/>
                  <a:pt x="2607" y="631"/>
                  <a:pt x="2607" y="631"/>
                </a:cubicBezTo>
                <a:cubicBezTo>
                  <a:pt x="2539" y="631"/>
                  <a:pt x="2539" y="631"/>
                  <a:pt x="2539" y="631"/>
                </a:cubicBezTo>
                <a:lnTo>
                  <a:pt x="2539" y="633"/>
                </a:lnTo>
                <a:close/>
                <a:moveTo>
                  <a:pt x="2546" y="643"/>
                </a:moveTo>
                <a:cubicBezTo>
                  <a:pt x="2548" y="643"/>
                  <a:pt x="2548" y="643"/>
                  <a:pt x="2548" y="64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46" y="470"/>
                  <a:pt x="2546" y="470"/>
                  <a:pt x="2546" y="470"/>
                </a:cubicBezTo>
                <a:lnTo>
                  <a:pt x="2546" y="643"/>
                </a:lnTo>
                <a:close/>
                <a:moveTo>
                  <a:pt x="2457" y="526"/>
                </a:moveTo>
                <a:cubicBezTo>
                  <a:pt x="2464" y="521"/>
                  <a:pt x="2464" y="521"/>
                  <a:pt x="2464" y="521"/>
                </a:cubicBezTo>
                <a:cubicBezTo>
                  <a:pt x="2529" y="521"/>
                  <a:pt x="2529" y="521"/>
                  <a:pt x="2529" y="521"/>
                </a:cubicBezTo>
                <a:cubicBezTo>
                  <a:pt x="2529" y="519"/>
                  <a:pt x="2529" y="519"/>
                  <a:pt x="2529" y="519"/>
                </a:cubicBezTo>
                <a:cubicBezTo>
                  <a:pt x="2463" y="519"/>
                  <a:pt x="2463" y="519"/>
                  <a:pt x="2463" y="519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7" y="526"/>
                  <a:pt x="2457" y="526"/>
                  <a:pt x="2457" y="526"/>
                </a:cubicBezTo>
                <a:moveTo>
                  <a:pt x="2457" y="555"/>
                </a:moveTo>
                <a:cubicBezTo>
                  <a:pt x="2464" y="551"/>
                  <a:pt x="2464" y="551"/>
                  <a:pt x="2464" y="551"/>
                </a:cubicBezTo>
                <a:cubicBezTo>
                  <a:pt x="2530" y="551"/>
                  <a:pt x="2530" y="551"/>
                  <a:pt x="2530" y="551"/>
                </a:cubicBezTo>
                <a:cubicBezTo>
                  <a:pt x="2530" y="549"/>
                  <a:pt x="2530" y="549"/>
                  <a:pt x="2530" y="549"/>
                </a:cubicBezTo>
                <a:cubicBezTo>
                  <a:pt x="2464" y="549"/>
                  <a:pt x="2464" y="549"/>
                  <a:pt x="2464" y="549"/>
                </a:cubicBezTo>
                <a:cubicBezTo>
                  <a:pt x="2456" y="553"/>
                  <a:pt x="2456" y="553"/>
                  <a:pt x="2456" y="553"/>
                </a:cubicBezTo>
                <a:cubicBezTo>
                  <a:pt x="2457" y="555"/>
                  <a:pt x="2457" y="555"/>
                  <a:pt x="2457" y="555"/>
                </a:cubicBezTo>
                <a:moveTo>
                  <a:pt x="2457" y="583"/>
                </a:moveTo>
                <a:cubicBezTo>
                  <a:pt x="2464" y="579"/>
                  <a:pt x="2464" y="579"/>
                  <a:pt x="2464" y="579"/>
                </a:cubicBezTo>
                <a:cubicBezTo>
                  <a:pt x="2529" y="579"/>
                  <a:pt x="2529" y="579"/>
                  <a:pt x="2529" y="579"/>
                </a:cubicBezTo>
                <a:cubicBezTo>
                  <a:pt x="2529" y="577"/>
                  <a:pt x="2529" y="577"/>
                  <a:pt x="2529" y="577"/>
                </a:cubicBezTo>
                <a:cubicBezTo>
                  <a:pt x="2463" y="577"/>
                  <a:pt x="2463" y="577"/>
                  <a:pt x="2463" y="577"/>
                </a:cubicBezTo>
                <a:cubicBezTo>
                  <a:pt x="2456" y="581"/>
                  <a:pt x="2456" y="581"/>
                  <a:pt x="2456" y="581"/>
                </a:cubicBezTo>
                <a:cubicBezTo>
                  <a:pt x="2457" y="583"/>
                  <a:pt x="2457" y="583"/>
                  <a:pt x="2457" y="583"/>
                </a:cubicBezTo>
                <a:moveTo>
                  <a:pt x="2456" y="614"/>
                </a:moveTo>
                <a:cubicBezTo>
                  <a:pt x="2465" y="611"/>
                  <a:pt x="2465" y="611"/>
                  <a:pt x="2465" y="611"/>
                </a:cubicBezTo>
                <a:cubicBezTo>
                  <a:pt x="2529" y="611"/>
                  <a:pt x="2529" y="611"/>
                  <a:pt x="2529" y="611"/>
                </a:cubicBezTo>
                <a:cubicBezTo>
                  <a:pt x="2529" y="609"/>
                  <a:pt x="2529" y="609"/>
                  <a:pt x="2529" y="609"/>
                </a:cubicBezTo>
                <a:cubicBezTo>
                  <a:pt x="2464" y="609"/>
                  <a:pt x="2464" y="609"/>
                  <a:pt x="2464" y="609"/>
                </a:cubicBezTo>
                <a:cubicBezTo>
                  <a:pt x="2455" y="612"/>
                  <a:pt x="2455" y="612"/>
                  <a:pt x="2455" y="612"/>
                </a:cubicBezTo>
                <a:cubicBezTo>
                  <a:pt x="2456" y="614"/>
                  <a:pt x="2456" y="614"/>
                  <a:pt x="2456" y="614"/>
                </a:cubicBezTo>
                <a:moveTo>
                  <a:pt x="2468" y="669"/>
                </a:moveTo>
                <a:cubicBezTo>
                  <a:pt x="2468" y="655"/>
                  <a:pt x="2468" y="655"/>
                  <a:pt x="2468" y="655"/>
                </a:cubicBezTo>
                <a:cubicBezTo>
                  <a:pt x="2475" y="655"/>
                  <a:pt x="2475" y="655"/>
                  <a:pt x="2475" y="655"/>
                </a:cubicBezTo>
                <a:cubicBezTo>
                  <a:pt x="2475" y="626"/>
                  <a:pt x="2475" y="626"/>
                  <a:pt x="2475" y="626"/>
                </a:cubicBezTo>
                <a:cubicBezTo>
                  <a:pt x="2512" y="626"/>
                  <a:pt x="2512" y="626"/>
                  <a:pt x="2512" y="626"/>
                </a:cubicBezTo>
                <a:cubicBezTo>
                  <a:pt x="2512" y="655"/>
                  <a:pt x="2512" y="655"/>
                  <a:pt x="2512" y="655"/>
                </a:cubicBezTo>
                <a:cubicBezTo>
                  <a:pt x="2550" y="655"/>
                  <a:pt x="2550" y="655"/>
                  <a:pt x="2550" y="655"/>
                </a:cubicBezTo>
                <a:cubicBezTo>
                  <a:pt x="2550" y="671"/>
                  <a:pt x="2550" y="671"/>
                  <a:pt x="2550" y="671"/>
                </a:cubicBezTo>
                <a:cubicBezTo>
                  <a:pt x="2553" y="671"/>
                  <a:pt x="2553" y="671"/>
                  <a:pt x="2553" y="671"/>
                </a:cubicBezTo>
                <a:cubicBezTo>
                  <a:pt x="2553" y="652"/>
                  <a:pt x="2553" y="652"/>
                  <a:pt x="2553" y="652"/>
                </a:cubicBezTo>
                <a:cubicBezTo>
                  <a:pt x="2514" y="652"/>
                  <a:pt x="2514" y="652"/>
                  <a:pt x="2514" y="652"/>
                </a:cubicBezTo>
                <a:cubicBezTo>
                  <a:pt x="2514" y="624"/>
                  <a:pt x="2514" y="624"/>
                  <a:pt x="2514" y="624"/>
                </a:cubicBezTo>
                <a:cubicBezTo>
                  <a:pt x="2473" y="624"/>
                  <a:pt x="2473" y="624"/>
                  <a:pt x="2473" y="624"/>
                </a:cubicBezTo>
                <a:cubicBezTo>
                  <a:pt x="2473" y="653"/>
                  <a:pt x="2473" y="653"/>
                  <a:pt x="2473" y="653"/>
                </a:cubicBezTo>
                <a:cubicBezTo>
                  <a:pt x="2465" y="653"/>
                  <a:pt x="2465" y="653"/>
                  <a:pt x="2465" y="653"/>
                </a:cubicBezTo>
                <a:cubicBezTo>
                  <a:pt x="2465" y="669"/>
                  <a:pt x="2465" y="669"/>
                  <a:pt x="2465" y="669"/>
                </a:cubicBezTo>
                <a:cubicBezTo>
                  <a:pt x="2468" y="669"/>
                  <a:pt x="2468" y="669"/>
                  <a:pt x="2468" y="669"/>
                </a:cubicBezTo>
                <a:moveTo>
                  <a:pt x="2539" y="499"/>
                </a:moveTo>
                <a:cubicBezTo>
                  <a:pt x="2547" y="495"/>
                  <a:pt x="2547" y="495"/>
                  <a:pt x="2547" y="495"/>
                </a:cubicBezTo>
                <a:cubicBezTo>
                  <a:pt x="2607" y="495"/>
                  <a:pt x="2607" y="495"/>
                  <a:pt x="2607" y="495"/>
                </a:cubicBezTo>
                <a:cubicBezTo>
                  <a:pt x="2607" y="493"/>
                  <a:pt x="2607" y="493"/>
                  <a:pt x="2607" y="493"/>
                </a:cubicBezTo>
                <a:cubicBezTo>
                  <a:pt x="2546" y="493"/>
                  <a:pt x="2546" y="493"/>
                  <a:pt x="2546" y="493"/>
                </a:cubicBezTo>
                <a:cubicBezTo>
                  <a:pt x="2538" y="497"/>
                  <a:pt x="2538" y="497"/>
                  <a:pt x="2538" y="497"/>
                </a:cubicBezTo>
                <a:cubicBezTo>
                  <a:pt x="2539" y="499"/>
                  <a:pt x="2539" y="499"/>
                  <a:pt x="2539" y="499"/>
                </a:cubicBezTo>
                <a:moveTo>
                  <a:pt x="2620" y="551"/>
                </a:moveTo>
                <a:cubicBezTo>
                  <a:pt x="2633" y="547"/>
                  <a:pt x="2633" y="547"/>
                  <a:pt x="2633" y="547"/>
                </a:cubicBezTo>
                <a:cubicBezTo>
                  <a:pt x="2705" y="547"/>
                  <a:pt x="2705" y="547"/>
                  <a:pt x="2705" y="547"/>
                </a:cubicBezTo>
                <a:cubicBezTo>
                  <a:pt x="2705" y="638"/>
                  <a:pt x="2705" y="638"/>
                  <a:pt x="2705" y="638"/>
                </a:cubicBezTo>
                <a:cubicBezTo>
                  <a:pt x="2707" y="638"/>
                  <a:pt x="2707" y="638"/>
                  <a:pt x="2707" y="638"/>
                </a:cubicBezTo>
                <a:cubicBezTo>
                  <a:pt x="2707" y="544"/>
                  <a:pt x="2707" y="544"/>
                  <a:pt x="2707" y="544"/>
                </a:cubicBezTo>
                <a:cubicBezTo>
                  <a:pt x="2633" y="544"/>
                  <a:pt x="2633" y="544"/>
                  <a:pt x="2633" y="544"/>
                </a:cubicBezTo>
                <a:cubicBezTo>
                  <a:pt x="2620" y="548"/>
                  <a:pt x="2620" y="548"/>
                  <a:pt x="2620" y="548"/>
                </a:cubicBezTo>
                <a:cubicBezTo>
                  <a:pt x="2620" y="551"/>
                  <a:pt x="2620" y="551"/>
                  <a:pt x="2620" y="551"/>
                </a:cubicBezTo>
                <a:moveTo>
                  <a:pt x="2652" y="671"/>
                </a:moveTo>
                <a:cubicBezTo>
                  <a:pt x="2652" y="640"/>
                  <a:pt x="2652" y="640"/>
                  <a:pt x="2652" y="640"/>
                </a:cubicBezTo>
                <a:cubicBezTo>
                  <a:pt x="2735" y="640"/>
                  <a:pt x="2735" y="640"/>
                  <a:pt x="2735" y="640"/>
                </a:cubicBezTo>
                <a:cubicBezTo>
                  <a:pt x="2735" y="672"/>
                  <a:pt x="2735" y="672"/>
                  <a:pt x="2735" y="672"/>
                </a:cubicBezTo>
                <a:cubicBezTo>
                  <a:pt x="2737" y="672"/>
                  <a:pt x="2737" y="672"/>
                  <a:pt x="2737" y="672"/>
                </a:cubicBezTo>
                <a:cubicBezTo>
                  <a:pt x="2737" y="638"/>
                  <a:pt x="2737" y="638"/>
                  <a:pt x="2737" y="638"/>
                </a:cubicBezTo>
                <a:cubicBezTo>
                  <a:pt x="2649" y="638"/>
                  <a:pt x="2649" y="638"/>
                  <a:pt x="2649" y="638"/>
                </a:cubicBezTo>
                <a:cubicBezTo>
                  <a:pt x="2649" y="671"/>
                  <a:pt x="2649" y="671"/>
                  <a:pt x="2649" y="671"/>
                </a:cubicBezTo>
                <a:cubicBezTo>
                  <a:pt x="2652" y="671"/>
                  <a:pt x="2652" y="671"/>
                  <a:pt x="2652" y="671"/>
                </a:cubicBezTo>
                <a:moveTo>
                  <a:pt x="2564" y="646"/>
                </a:moveTo>
                <a:cubicBezTo>
                  <a:pt x="2626" y="646"/>
                  <a:pt x="2626" y="646"/>
                  <a:pt x="2626" y="646"/>
                </a:cubicBezTo>
                <a:cubicBezTo>
                  <a:pt x="2626" y="671"/>
                  <a:pt x="2626" y="671"/>
                  <a:pt x="2626" y="671"/>
                </a:cubicBezTo>
                <a:cubicBezTo>
                  <a:pt x="2628" y="671"/>
                  <a:pt x="2628" y="671"/>
                  <a:pt x="2628" y="671"/>
                </a:cubicBezTo>
                <a:cubicBezTo>
                  <a:pt x="2628" y="643"/>
                  <a:pt x="2628" y="643"/>
                  <a:pt x="2628" y="643"/>
                </a:cubicBezTo>
                <a:cubicBezTo>
                  <a:pt x="2564" y="643"/>
                  <a:pt x="2564" y="643"/>
                  <a:pt x="2564" y="643"/>
                </a:cubicBezTo>
                <a:cubicBezTo>
                  <a:pt x="2564" y="646"/>
                  <a:pt x="2564" y="646"/>
                  <a:pt x="2564" y="646"/>
                </a:cubicBezTo>
                <a:moveTo>
                  <a:pt x="2480" y="441"/>
                </a:moveTo>
                <a:cubicBezTo>
                  <a:pt x="2459" y="438"/>
                  <a:pt x="2459" y="438"/>
                  <a:pt x="2459" y="438"/>
                </a:cubicBezTo>
                <a:cubicBezTo>
                  <a:pt x="2459" y="469"/>
                  <a:pt x="2459" y="469"/>
                  <a:pt x="2459" y="469"/>
                </a:cubicBezTo>
                <a:cubicBezTo>
                  <a:pt x="2463" y="469"/>
                  <a:pt x="2463" y="469"/>
                  <a:pt x="2463" y="469"/>
                </a:cubicBezTo>
                <a:cubicBezTo>
                  <a:pt x="2463" y="489"/>
                  <a:pt x="2463" y="489"/>
                  <a:pt x="2463" y="489"/>
                </a:cubicBezTo>
                <a:cubicBezTo>
                  <a:pt x="2465" y="489"/>
                  <a:pt x="2465" y="489"/>
                  <a:pt x="2465" y="489"/>
                </a:cubicBezTo>
                <a:cubicBezTo>
                  <a:pt x="2465" y="467"/>
                  <a:pt x="2465" y="467"/>
                  <a:pt x="2465" y="467"/>
                </a:cubicBezTo>
                <a:cubicBezTo>
                  <a:pt x="2461" y="467"/>
                  <a:pt x="2461" y="467"/>
                  <a:pt x="2461" y="467"/>
                </a:cubicBezTo>
                <a:cubicBezTo>
                  <a:pt x="2461" y="441"/>
                  <a:pt x="2461" y="441"/>
                  <a:pt x="2461" y="441"/>
                </a:cubicBezTo>
                <a:cubicBezTo>
                  <a:pt x="2480" y="443"/>
                  <a:pt x="2480" y="443"/>
                  <a:pt x="2480" y="443"/>
                </a:cubicBezTo>
                <a:cubicBezTo>
                  <a:pt x="2480" y="441"/>
                  <a:pt x="2480" y="441"/>
                  <a:pt x="2480" y="441"/>
                </a:cubicBezTo>
                <a:moveTo>
                  <a:pt x="2473" y="431"/>
                </a:moveTo>
                <a:cubicBezTo>
                  <a:pt x="2473" y="417"/>
                  <a:pt x="2473" y="417"/>
                  <a:pt x="2473" y="417"/>
                </a:cubicBezTo>
                <a:cubicBezTo>
                  <a:pt x="2492" y="417"/>
                  <a:pt x="2492" y="417"/>
                  <a:pt x="2492" y="417"/>
                </a:cubicBezTo>
                <a:cubicBezTo>
                  <a:pt x="2492" y="428"/>
                  <a:pt x="2492" y="428"/>
                  <a:pt x="2492" y="428"/>
                </a:cubicBezTo>
                <a:cubicBezTo>
                  <a:pt x="2500" y="428"/>
                  <a:pt x="2500" y="428"/>
                  <a:pt x="2500" y="428"/>
                </a:cubicBezTo>
                <a:cubicBezTo>
                  <a:pt x="2500" y="493"/>
                  <a:pt x="2500" y="493"/>
                  <a:pt x="2500" y="493"/>
                </a:cubicBezTo>
                <a:cubicBezTo>
                  <a:pt x="2502" y="493"/>
                  <a:pt x="2502" y="493"/>
                  <a:pt x="2502" y="493"/>
                </a:cubicBezTo>
                <a:cubicBezTo>
                  <a:pt x="2502" y="425"/>
                  <a:pt x="2502" y="425"/>
                  <a:pt x="2502" y="425"/>
                </a:cubicBezTo>
                <a:cubicBezTo>
                  <a:pt x="2494" y="425"/>
                  <a:pt x="2494" y="425"/>
                  <a:pt x="2494" y="425"/>
                </a:cubicBezTo>
                <a:cubicBezTo>
                  <a:pt x="2494" y="415"/>
                  <a:pt x="2494" y="415"/>
                  <a:pt x="2494" y="415"/>
                </a:cubicBezTo>
                <a:cubicBezTo>
                  <a:pt x="2471" y="415"/>
                  <a:pt x="2471" y="415"/>
                  <a:pt x="2471" y="415"/>
                </a:cubicBezTo>
                <a:cubicBezTo>
                  <a:pt x="2471" y="431"/>
                  <a:pt x="2471" y="431"/>
                  <a:pt x="2471" y="431"/>
                </a:cubicBezTo>
                <a:cubicBezTo>
                  <a:pt x="2473" y="431"/>
                  <a:pt x="2473" y="431"/>
                  <a:pt x="2473" y="431"/>
                </a:cubicBezTo>
                <a:moveTo>
                  <a:pt x="2416" y="406"/>
                </a:moveTo>
                <a:cubicBezTo>
                  <a:pt x="2416" y="383"/>
                  <a:pt x="2416" y="383"/>
                  <a:pt x="2416" y="383"/>
                </a:cubicBezTo>
                <a:cubicBezTo>
                  <a:pt x="2439" y="374"/>
                  <a:pt x="2439" y="374"/>
                  <a:pt x="2439" y="374"/>
                </a:cubicBezTo>
                <a:cubicBezTo>
                  <a:pt x="2439" y="383"/>
                  <a:pt x="2439" y="383"/>
                  <a:pt x="2439" y="383"/>
                </a:cubicBezTo>
                <a:cubicBezTo>
                  <a:pt x="2449" y="383"/>
                  <a:pt x="2449" y="383"/>
                  <a:pt x="2449" y="383"/>
                </a:cubicBezTo>
                <a:cubicBezTo>
                  <a:pt x="2449" y="431"/>
                  <a:pt x="2449" y="431"/>
                  <a:pt x="2449" y="431"/>
                </a:cubicBezTo>
                <a:cubicBezTo>
                  <a:pt x="2451" y="431"/>
                  <a:pt x="2451" y="431"/>
                  <a:pt x="2451" y="431"/>
                </a:cubicBezTo>
                <a:cubicBezTo>
                  <a:pt x="2451" y="381"/>
                  <a:pt x="2451" y="381"/>
                  <a:pt x="2451" y="381"/>
                </a:cubicBezTo>
                <a:cubicBezTo>
                  <a:pt x="2441" y="381"/>
                  <a:pt x="2441" y="381"/>
                  <a:pt x="2441" y="381"/>
                </a:cubicBezTo>
                <a:cubicBezTo>
                  <a:pt x="2441" y="371"/>
                  <a:pt x="2441" y="371"/>
                  <a:pt x="2441" y="371"/>
                </a:cubicBezTo>
                <a:cubicBezTo>
                  <a:pt x="2413" y="381"/>
                  <a:pt x="2413" y="381"/>
                  <a:pt x="2413" y="381"/>
                </a:cubicBezTo>
                <a:cubicBezTo>
                  <a:pt x="2413" y="406"/>
                  <a:pt x="2413" y="406"/>
                  <a:pt x="2413" y="406"/>
                </a:cubicBezTo>
                <a:cubicBezTo>
                  <a:pt x="2416" y="406"/>
                  <a:pt x="2416" y="406"/>
                  <a:pt x="2416" y="406"/>
                </a:cubicBezTo>
                <a:moveTo>
                  <a:pt x="2556" y="470"/>
                </a:moveTo>
                <a:cubicBezTo>
                  <a:pt x="2556" y="443"/>
                  <a:pt x="2556" y="443"/>
                  <a:pt x="2556" y="443"/>
                </a:cubicBezTo>
                <a:cubicBezTo>
                  <a:pt x="2561" y="443"/>
                  <a:pt x="2561" y="443"/>
                  <a:pt x="2561" y="443"/>
                </a:cubicBezTo>
                <a:cubicBezTo>
                  <a:pt x="2562" y="443"/>
                  <a:pt x="2562" y="443"/>
                  <a:pt x="2562" y="443"/>
                </a:cubicBezTo>
                <a:cubicBezTo>
                  <a:pt x="2562" y="424"/>
                  <a:pt x="2562" y="424"/>
                  <a:pt x="2562" y="424"/>
                </a:cubicBezTo>
                <a:cubicBezTo>
                  <a:pt x="2569" y="424"/>
                  <a:pt x="2569" y="424"/>
                  <a:pt x="2569" y="424"/>
                </a:cubicBezTo>
                <a:cubicBezTo>
                  <a:pt x="2569" y="415"/>
                  <a:pt x="2569" y="415"/>
                  <a:pt x="2569" y="415"/>
                </a:cubicBezTo>
                <a:cubicBezTo>
                  <a:pt x="2586" y="415"/>
                  <a:pt x="2586" y="415"/>
                  <a:pt x="2586" y="415"/>
                </a:cubicBezTo>
                <a:cubicBezTo>
                  <a:pt x="2586" y="422"/>
                  <a:pt x="2586" y="422"/>
                  <a:pt x="2586" y="422"/>
                </a:cubicBezTo>
                <a:cubicBezTo>
                  <a:pt x="2586" y="423"/>
                  <a:pt x="2586" y="423"/>
                  <a:pt x="2586" y="423"/>
                </a:cubicBezTo>
                <a:cubicBezTo>
                  <a:pt x="2619" y="422"/>
                  <a:pt x="2619" y="422"/>
                  <a:pt x="2619" y="422"/>
                </a:cubicBezTo>
                <a:cubicBezTo>
                  <a:pt x="2619" y="420"/>
                  <a:pt x="2619" y="420"/>
                  <a:pt x="2619" y="420"/>
                </a:cubicBezTo>
                <a:cubicBezTo>
                  <a:pt x="2588" y="420"/>
                  <a:pt x="2588" y="420"/>
                  <a:pt x="2588" y="420"/>
                </a:cubicBezTo>
                <a:cubicBezTo>
                  <a:pt x="2588" y="414"/>
                  <a:pt x="2588" y="414"/>
                  <a:pt x="2588" y="414"/>
                </a:cubicBezTo>
                <a:cubicBezTo>
                  <a:pt x="2588" y="413"/>
                  <a:pt x="2588" y="413"/>
                  <a:pt x="2588" y="413"/>
                </a:cubicBezTo>
                <a:cubicBezTo>
                  <a:pt x="2567" y="413"/>
                  <a:pt x="2567" y="413"/>
                  <a:pt x="2567" y="413"/>
                </a:cubicBezTo>
                <a:cubicBezTo>
                  <a:pt x="2567" y="422"/>
                  <a:pt x="2567" y="422"/>
                  <a:pt x="2567" y="422"/>
                </a:cubicBezTo>
                <a:cubicBezTo>
                  <a:pt x="2560" y="422"/>
                  <a:pt x="2560" y="422"/>
                  <a:pt x="2560" y="422"/>
                </a:cubicBezTo>
                <a:cubicBezTo>
                  <a:pt x="2560" y="441"/>
                  <a:pt x="2560" y="441"/>
                  <a:pt x="2560" y="441"/>
                </a:cubicBezTo>
                <a:cubicBezTo>
                  <a:pt x="2555" y="441"/>
                  <a:pt x="2555" y="441"/>
                  <a:pt x="2555" y="441"/>
                </a:cubicBezTo>
                <a:cubicBezTo>
                  <a:pt x="2554" y="441"/>
                  <a:pt x="2554" y="441"/>
                  <a:pt x="2554" y="441"/>
                </a:cubicBezTo>
                <a:cubicBezTo>
                  <a:pt x="2554" y="470"/>
                  <a:pt x="2554" y="470"/>
                  <a:pt x="2554" y="470"/>
                </a:cubicBezTo>
                <a:cubicBezTo>
                  <a:pt x="2556" y="470"/>
                  <a:pt x="2556" y="470"/>
                  <a:pt x="2556" y="470"/>
                </a:cubicBezTo>
                <a:moveTo>
                  <a:pt x="2621" y="645"/>
                </a:moveTo>
                <a:cubicBezTo>
                  <a:pt x="2621" y="301"/>
                  <a:pt x="2621" y="301"/>
                  <a:pt x="2621" y="301"/>
                </a:cubicBezTo>
                <a:cubicBezTo>
                  <a:pt x="2658" y="263"/>
                  <a:pt x="2658" y="263"/>
                  <a:pt x="2658" y="263"/>
                </a:cubicBezTo>
                <a:cubicBezTo>
                  <a:pt x="2682" y="304"/>
                  <a:pt x="2682" y="304"/>
                  <a:pt x="2682" y="304"/>
                </a:cubicBezTo>
                <a:cubicBezTo>
                  <a:pt x="2682" y="481"/>
                  <a:pt x="2682" y="481"/>
                  <a:pt x="2682" y="481"/>
                </a:cubicBezTo>
                <a:cubicBezTo>
                  <a:pt x="2698" y="493"/>
                  <a:pt x="2698" y="493"/>
                  <a:pt x="2698" y="493"/>
                </a:cubicBezTo>
                <a:cubicBezTo>
                  <a:pt x="2698" y="546"/>
                  <a:pt x="2698" y="546"/>
                  <a:pt x="2698" y="546"/>
                </a:cubicBezTo>
                <a:cubicBezTo>
                  <a:pt x="2700" y="546"/>
                  <a:pt x="2700" y="546"/>
                  <a:pt x="2700" y="546"/>
                </a:cubicBezTo>
                <a:cubicBezTo>
                  <a:pt x="2700" y="492"/>
                  <a:pt x="2700" y="492"/>
                  <a:pt x="2700" y="492"/>
                </a:cubicBezTo>
                <a:cubicBezTo>
                  <a:pt x="2685" y="480"/>
                  <a:pt x="2685" y="480"/>
                  <a:pt x="2685" y="480"/>
                </a:cubicBezTo>
                <a:cubicBezTo>
                  <a:pt x="2685" y="303"/>
                  <a:pt x="2685" y="303"/>
                  <a:pt x="2685" y="303"/>
                </a:cubicBezTo>
                <a:cubicBezTo>
                  <a:pt x="2659" y="260"/>
                  <a:pt x="2659" y="260"/>
                  <a:pt x="2659" y="260"/>
                </a:cubicBezTo>
                <a:cubicBezTo>
                  <a:pt x="2619" y="300"/>
                  <a:pt x="2619" y="300"/>
                  <a:pt x="2619" y="300"/>
                </a:cubicBezTo>
                <a:cubicBezTo>
                  <a:pt x="2619" y="645"/>
                  <a:pt x="2619" y="645"/>
                  <a:pt x="2619" y="645"/>
                </a:cubicBezTo>
                <a:cubicBezTo>
                  <a:pt x="2621" y="645"/>
                  <a:pt x="2621" y="645"/>
                  <a:pt x="2621" y="645"/>
                </a:cubicBezTo>
                <a:moveTo>
                  <a:pt x="2619" y="302"/>
                </a:moveTo>
                <a:cubicBezTo>
                  <a:pt x="2656" y="328"/>
                  <a:pt x="2656" y="328"/>
                  <a:pt x="2656" y="328"/>
                </a:cubicBezTo>
                <a:cubicBezTo>
                  <a:pt x="2618" y="365"/>
                  <a:pt x="2618" y="365"/>
                  <a:pt x="2618" y="365"/>
                </a:cubicBezTo>
                <a:cubicBezTo>
                  <a:pt x="2655" y="394"/>
                  <a:pt x="2655" y="394"/>
                  <a:pt x="2655" y="394"/>
                </a:cubicBezTo>
                <a:cubicBezTo>
                  <a:pt x="2619" y="429"/>
                  <a:pt x="2619" y="429"/>
                  <a:pt x="2619" y="429"/>
                </a:cubicBezTo>
                <a:cubicBezTo>
                  <a:pt x="2620" y="431"/>
                  <a:pt x="2620" y="431"/>
                  <a:pt x="2620" y="431"/>
                </a:cubicBezTo>
                <a:cubicBezTo>
                  <a:pt x="2632" y="425"/>
                  <a:pt x="2632" y="425"/>
                  <a:pt x="2632" y="425"/>
                </a:cubicBezTo>
                <a:cubicBezTo>
                  <a:pt x="2657" y="462"/>
                  <a:pt x="2657" y="462"/>
                  <a:pt x="2657" y="462"/>
                </a:cubicBezTo>
                <a:cubicBezTo>
                  <a:pt x="2632" y="491"/>
                  <a:pt x="2632" y="491"/>
                  <a:pt x="2632" y="491"/>
                </a:cubicBezTo>
                <a:cubicBezTo>
                  <a:pt x="2659" y="531"/>
                  <a:pt x="2659" y="531"/>
                  <a:pt x="2659" y="531"/>
                </a:cubicBezTo>
                <a:cubicBezTo>
                  <a:pt x="2659" y="263"/>
                  <a:pt x="2659" y="263"/>
                  <a:pt x="2659" y="263"/>
                </a:cubicBezTo>
                <a:cubicBezTo>
                  <a:pt x="2657" y="263"/>
                  <a:pt x="2657" y="263"/>
                  <a:pt x="2657" y="263"/>
                </a:cubicBezTo>
                <a:cubicBezTo>
                  <a:pt x="2657" y="524"/>
                  <a:pt x="2657" y="524"/>
                  <a:pt x="2657" y="524"/>
                </a:cubicBezTo>
                <a:cubicBezTo>
                  <a:pt x="2635" y="491"/>
                  <a:pt x="2635" y="491"/>
                  <a:pt x="2635" y="491"/>
                </a:cubicBezTo>
                <a:cubicBezTo>
                  <a:pt x="2659" y="462"/>
                  <a:pt x="2659" y="462"/>
                  <a:pt x="2659" y="462"/>
                </a:cubicBezTo>
                <a:cubicBezTo>
                  <a:pt x="2633" y="423"/>
                  <a:pt x="2633" y="423"/>
                  <a:pt x="2633" y="423"/>
                </a:cubicBezTo>
                <a:cubicBezTo>
                  <a:pt x="2624" y="426"/>
                  <a:pt x="2624" y="426"/>
                  <a:pt x="2624" y="426"/>
                </a:cubicBezTo>
                <a:cubicBezTo>
                  <a:pt x="2659" y="393"/>
                  <a:pt x="2659" y="393"/>
                  <a:pt x="2659" y="393"/>
                </a:cubicBezTo>
                <a:cubicBezTo>
                  <a:pt x="2621" y="365"/>
                  <a:pt x="2621" y="365"/>
                  <a:pt x="2621" y="365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20" y="300"/>
                  <a:pt x="2620" y="300"/>
                  <a:pt x="2620" y="300"/>
                </a:cubicBezTo>
                <a:cubicBezTo>
                  <a:pt x="2619" y="302"/>
                  <a:pt x="2619" y="302"/>
                  <a:pt x="2619" y="302"/>
                </a:cubicBezTo>
                <a:moveTo>
                  <a:pt x="2619" y="431"/>
                </a:moveTo>
                <a:cubicBezTo>
                  <a:pt x="2632" y="489"/>
                  <a:pt x="2632" y="489"/>
                  <a:pt x="2632" y="489"/>
                </a:cubicBezTo>
                <a:cubicBezTo>
                  <a:pt x="2619" y="549"/>
                  <a:pt x="2619" y="549"/>
                  <a:pt x="2619" y="549"/>
                </a:cubicBezTo>
                <a:cubicBezTo>
                  <a:pt x="2621" y="549"/>
                  <a:pt x="2621" y="549"/>
                  <a:pt x="2621" y="549"/>
                </a:cubicBezTo>
                <a:cubicBezTo>
                  <a:pt x="2635" y="489"/>
                  <a:pt x="2635" y="489"/>
                  <a:pt x="2635" y="489"/>
                </a:cubicBezTo>
                <a:cubicBezTo>
                  <a:pt x="2621" y="430"/>
                  <a:pt x="2621" y="430"/>
                  <a:pt x="2621" y="430"/>
                </a:cubicBezTo>
                <a:cubicBezTo>
                  <a:pt x="2619" y="431"/>
                  <a:pt x="2619" y="431"/>
                  <a:pt x="2619" y="431"/>
                </a:cubicBezTo>
                <a:moveTo>
                  <a:pt x="2631" y="425"/>
                </a:moveTo>
                <a:cubicBezTo>
                  <a:pt x="2619" y="494"/>
                  <a:pt x="2619" y="494"/>
                  <a:pt x="2619" y="494"/>
                </a:cubicBezTo>
                <a:cubicBezTo>
                  <a:pt x="2631" y="545"/>
                  <a:pt x="2631" y="545"/>
                  <a:pt x="2631" y="545"/>
                </a:cubicBezTo>
                <a:cubicBezTo>
                  <a:pt x="2633" y="545"/>
                  <a:pt x="2633" y="545"/>
                  <a:pt x="2633" y="545"/>
                </a:cubicBezTo>
                <a:cubicBezTo>
                  <a:pt x="2621" y="494"/>
                  <a:pt x="2621" y="494"/>
                  <a:pt x="2621" y="494"/>
                </a:cubicBezTo>
                <a:cubicBezTo>
                  <a:pt x="2633" y="425"/>
                  <a:pt x="2633" y="425"/>
                  <a:pt x="2633" y="425"/>
                </a:cubicBezTo>
                <a:cubicBezTo>
                  <a:pt x="2631" y="425"/>
                  <a:pt x="2631" y="425"/>
                  <a:pt x="2631" y="425"/>
                </a:cubicBezTo>
                <a:moveTo>
                  <a:pt x="2682" y="302"/>
                </a:moveTo>
                <a:cubicBezTo>
                  <a:pt x="2657" y="328"/>
                  <a:pt x="2657" y="328"/>
                  <a:pt x="2657" y="328"/>
                </a:cubicBezTo>
                <a:cubicBezTo>
                  <a:pt x="2682" y="367"/>
                  <a:pt x="2682" y="367"/>
                  <a:pt x="2682" y="367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32" y="423"/>
                  <a:pt x="2632" y="423"/>
                  <a:pt x="2632" y="423"/>
                </a:cubicBezTo>
                <a:cubicBezTo>
                  <a:pt x="2632" y="545"/>
                  <a:pt x="2632" y="545"/>
                  <a:pt x="2632" y="545"/>
                </a:cubicBezTo>
                <a:cubicBezTo>
                  <a:pt x="2632" y="671"/>
                  <a:pt x="2632" y="671"/>
                  <a:pt x="2632" y="671"/>
                </a:cubicBezTo>
                <a:cubicBezTo>
                  <a:pt x="2634" y="671"/>
                  <a:pt x="2634" y="671"/>
                  <a:pt x="2634" y="671"/>
                </a:cubicBezTo>
                <a:cubicBezTo>
                  <a:pt x="2634" y="545"/>
                  <a:pt x="2634" y="545"/>
                  <a:pt x="2634" y="545"/>
                </a:cubicBezTo>
                <a:cubicBezTo>
                  <a:pt x="2634" y="424"/>
                  <a:pt x="2634" y="424"/>
                  <a:pt x="2634" y="42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84" y="367"/>
                  <a:pt x="2684" y="367"/>
                  <a:pt x="2684" y="367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84" y="304"/>
                  <a:pt x="2684" y="304"/>
                  <a:pt x="2684" y="304"/>
                </a:cubicBezTo>
                <a:cubicBezTo>
                  <a:pt x="2682" y="302"/>
                  <a:pt x="2682" y="302"/>
                  <a:pt x="2682" y="302"/>
                </a:cubicBezTo>
                <a:moveTo>
                  <a:pt x="2657" y="395"/>
                </a:moveTo>
                <a:cubicBezTo>
                  <a:pt x="2682" y="429"/>
                  <a:pt x="2682" y="429"/>
                  <a:pt x="2682" y="429"/>
                </a:cubicBezTo>
                <a:cubicBezTo>
                  <a:pt x="2656" y="461"/>
                  <a:pt x="2656" y="461"/>
                  <a:pt x="2656" y="461"/>
                </a:cubicBezTo>
                <a:cubicBezTo>
                  <a:pt x="2682" y="482"/>
                  <a:pt x="2682" y="482"/>
                  <a:pt x="2682" y="482"/>
                </a:cubicBezTo>
                <a:cubicBezTo>
                  <a:pt x="2684" y="480"/>
                  <a:pt x="2684" y="480"/>
                  <a:pt x="2684" y="480"/>
                </a:cubicBezTo>
                <a:cubicBezTo>
                  <a:pt x="2659" y="461"/>
                  <a:pt x="2659" y="461"/>
                  <a:pt x="2659" y="461"/>
                </a:cubicBezTo>
                <a:cubicBezTo>
                  <a:pt x="2685" y="429"/>
                  <a:pt x="2685" y="429"/>
                  <a:pt x="2685" y="429"/>
                </a:cubicBezTo>
                <a:cubicBezTo>
                  <a:pt x="2659" y="394"/>
                  <a:pt x="2659" y="394"/>
                  <a:pt x="2659" y="394"/>
                </a:cubicBezTo>
                <a:cubicBezTo>
                  <a:pt x="2657" y="395"/>
                  <a:pt x="2657" y="395"/>
                  <a:pt x="2657" y="395"/>
                </a:cubicBezTo>
                <a:moveTo>
                  <a:pt x="2698" y="493"/>
                </a:moveTo>
                <a:cubicBezTo>
                  <a:pt x="2657" y="528"/>
                  <a:pt x="2657" y="528"/>
                  <a:pt x="2657" y="528"/>
                </a:cubicBezTo>
                <a:cubicBezTo>
                  <a:pt x="2670" y="546"/>
                  <a:pt x="2670" y="546"/>
                  <a:pt x="2670" y="546"/>
                </a:cubicBezTo>
                <a:cubicBezTo>
                  <a:pt x="2672" y="545"/>
                  <a:pt x="2672" y="545"/>
                  <a:pt x="2672" y="545"/>
                </a:cubicBezTo>
                <a:cubicBezTo>
                  <a:pt x="2660" y="528"/>
                  <a:pt x="2660" y="528"/>
                  <a:pt x="2660" y="528"/>
                </a:cubicBezTo>
                <a:cubicBezTo>
                  <a:pt x="2699" y="494"/>
                  <a:pt x="2699" y="494"/>
                  <a:pt x="2699" y="494"/>
                </a:cubicBezTo>
                <a:cubicBezTo>
                  <a:pt x="2698" y="493"/>
                  <a:pt x="2698" y="493"/>
                  <a:pt x="2698" y="493"/>
                </a:cubicBezTo>
                <a:moveTo>
                  <a:pt x="2620" y="564"/>
                </a:moveTo>
                <a:cubicBezTo>
                  <a:pt x="2633" y="559"/>
                  <a:pt x="2633" y="559"/>
                  <a:pt x="2633" y="559"/>
                </a:cubicBezTo>
                <a:cubicBezTo>
                  <a:pt x="2706" y="559"/>
                  <a:pt x="2706" y="559"/>
                  <a:pt x="2706" y="559"/>
                </a:cubicBezTo>
                <a:cubicBezTo>
                  <a:pt x="2706" y="557"/>
                  <a:pt x="2706" y="557"/>
                  <a:pt x="2706" y="557"/>
                </a:cubicBezTo>
                <a:cubicBezTo>
                  <a:pt x="2633" y="557"/>
                  <a:pt x="2633" y="557"/>
                  <a:pt x="2633" y="557"/>
                </a:cubicBezTo>
                <a:cubicBezTo>
                  <a:pt x="2619" y="562"/>
                  <a:pt x="2619" y="562"/>
                  <a:pt x="2619" y="562"/>
                </a:cubicBezTo>
                <a:cubicBezTo>
                  <a:pt x="2620" y="564"/>
                  <a:pt x="2620" y="564"/>
                  <a:pt x="2620" y="564"/>
                </a:cubicBezTo>
                <a:moveTo>
                  <a:pt x="2645" y="274"/>
                </a:moveTo>
                <a:cubicBezTo>
                  <a:pt x="2647" y="274"/>
                  <a:pt x="2647" y="274"/>
                  <a:pt x="2647" y="274"/>
                </a:cubicBezTo>
                <a:cubicBezTo>
                  <a:pt x="2647" y="198"/>
                  <a:pt x="2647" y="198"/>
                  <a:pt x="2647" y="198"/>
                </a:cubicBezTo>
                <a:cubicBezTo>
                  <a:pt x="2645" y="198"/>
                  <a:pt x="2645" y="198"/>
                  <a:pt x="2645" y="198"/>
                </a:cubicBezTo>
                <a:lnTo>
                  <a:pt x="2645" y="274"/>
                </a:lnTo>
                <a:close/>
                <a:moveTo>
                  <a:pt x="2665" y="275"/>
                </a:moveTo>
                <a:cubicBezTo>
                  <a:pt x="2667" y="275"/>
                  <a:pt x="2667" y="275"/>
                  <a:pt x="2667" y="275"/>
                </a:cubicBezTo>
                <a:cubicBezTo>
                  <a:pt x="2667" y="198"/>
                  <a:pt x="2667" y="198"/>
                  <a:pt x="2667" y="198"/>
                </a:cubicBezTo>
                <a:cubicBezTo>
                  <a:pt x="2665" y="198"/>
                  <a:pt x="2665" y="198"/>
                  <a:pt x="2665" y="198"/>
                </a:cubicBezTo>
                <a:lnTo>
                  <a:pt x="2665" y="275"/>
                </a:lnTo>
                <a:close/>
                <a:moveTo>
                  <a:pt x="2646" y="260"/>
                </a:moveTo>
                <a:cubicBezTo>
                  <a:pt x="2663" y="260"/>
                  <a:pt x="2663" y="260"/>
                  <a:pt x="2663" y="260"/>
                </a:cubicBezTo>
                <a:cubicBezTo>
                  <a:pt x="2659" y="264"/>
                  <a:pt x="2659" y="264"/>
                  <a:pt x="2659" y="264"/>
                </a:cubicBezTo>
                <a:cubicBezTo>
                  <a:pt x="2661" y="265"/>
                  <a:pt x="2661" y="265"/>
                  <a:pt x="2661" y="265"/>
                </a:cubicBezTo>
                <a:cubicBezTo>
                  <a:pt x="2667" y="257"/>
                  <a:pt x="2667" y="257"/>
                  <a:pt x="2667" y="257"/>
                </a:cubicBezTo>
                <a:cubicBezTo>
                  <a:pt x="2646" y="257"/>
                  <a:pt x="2646" y="257"/>
                  <a:pt x="2646" y="257"/>
                </a:cubicBezTo>
                <a:cubicBezTo>
                  <a:pt x="2646" y="260"/>
                  <a:pt x="2646" y="260"/>
                  <a:pt x="2646" y="260"/>
                </a:cubicBezTo>
                <a:moveTo>
                  <a:pt x="2645" y="259"/>
                </a:moveTo>
                <a:cubicBezTo>
                  <a:pt x="2654" y="266"/>
                  <a:pt x="2654" y="266"/>
                  <a:pt x="2654" y="266"/>
                </a:cubicBezTo>
                <a:cubicBezTo>
                  <a:pt x="2655" y="264"/>
                  <a:pt x="2655" y="264"/>
                  <a:pt x="2655" y="264"/>
                </a:cubicBezTo>
                <a:cubicBezTo>
                  <a:pt x="2646" y="258"/>
                  <a:pt x="2646" y="258"/>
                  <a:pt x="2646" y="258"/>
                </a:cubicBezTo>
                <a:moveTo>
                  <a:pt x="2697" y="491"/>
                </a:moveTo>
                <a:cubicBezTo>
                  <a:pt x="2697" y="409"/>
                  <a:pt x="2697" y="409"/>
                  <a:pt x="2697" y="409"/>
                </a:cubicBezTo>
                <a:cubicBezTo>
                  <a:pt x="2743" y="409"/>
                  <a:pt x="2743" y="409"/>
                  <a:pt x="2743" y="409"/>
                </a:cubicBezTo>
                <a:cubicBezTo>
                  <a:pt x="2743" y="670"/>
                  <a:pt x="2743" y="670"/>
                  <a:pt x="2743" y="670"/>
                </a:cubicBezTo>
                <a:cubicBezTo>
                  <a:pt x="2745" y="670"/>
                  <a:pt x="2745" y="670"/>
                  <a:pt x="2745" y="670"/>
                </a:cubicBezTo>
                <a:cubicBezTo>
                  <a:pt x="2745" y="407"/>
                  <a:pt x="2745" y="407"/>
                  <a:pt x="2745" y="407"/>
                </a:cubicBezTo>
                <a:cubicBezTo>
                  <a:pt x="2695" y="407"/>
                  <a:pt x="2695" y="407"/>
                  <a:pt x="2695" y="407"/>
                </a:cubicBezTo>
                <a:cubicBezTo>
                  <a:pt x="2695" y="491"/>
                  <a:pt x="2695" y="491"/>
                  <a:pt x="2695" y="491"/>
                </a:cubicBezTo>
                <a:cubicBezTo>
                  <a:pt x="2697" y="491"/>
                  <a:pt x="2697" y="491"/>
                  <a:pt x="2697" y="491"/>
                </a:cubicBezTo>
                <a:moveTo>
                  <a:pt x="2744" y="435"/>
                </a:moveTo>
                <a:cubicBezTo>
                  <a:pt x="2751" y="435"/>
                  <a:pt x="2751" y="435"/>
                  <a:pt x="2751" y="435"/>
                </a:cubicBezTo>
                <a:cubicBezTo>
                  <a:pt x="2751" y="504"/>
                  <a:pt x="2751" y="504"/>
                  <a:pt x="2751" y="504"/>
                </a:cubicBezTo>
                <a:cubicBezTo>
                  <a:pt x="2759" y="504"/>
                  <a:pt x="2759" y="504"/>
                  <a:pt x="2759" y="504"/>
                </a:cubicBezTo>
                <a:cubicBezTo>
                  <a:pt x="2759" y="502"/>
                  <a:pt x="2759" y="502"/>
                  <a:pt x="2759" y="502"/>
                </a:cubicBezTo>
                <a:cubicBezTo>
                  <a:pt x="2754" y="502"/>
                  <a:pt x="2754" y="502"/>
                  <a:pt x="2754" y="502"/>
                </a:cubicBezTo>
                <a:cubicBezTo>
                  <a:pt x="2754" y="432"/>
                  <a:pt x="2754" y="432"/>
                  <a:pt x="2754" y="432"/>
                </a:cubicBezTo>
                <a:cubicBezTo>
                  <a:pt x="2744" y="432"/>
                  <a:pt x="2744" y="432"/>
                  <a:pt x="2744" y="432"/>
                </a:cubicBezTo>
                <a:cubicBezTo>
                  <a:pt x="2744" y="435"/>
                  <a:pt x="2744" y="435"/>
                  <a:pt x="2744" y="435"/>
                </a:cubicBezTo>
                <a:moveTo>
                  <a:pt x="2760" y="671"/>
                </a:moveTo>
                <a:cubicBezTo>
                  <a:pt x="2760" y="309"/>
                  <a:pt x="2760" y="309"/>
                  <a:pt x="2760" y="309"/>
                </a:cubicBezTo>
                <a:cubicBezTo>
                  <a:pt x="2815" y="306"/>
                  <a:pt x="2815" y="306"/>
                  <a:pt x="2815" y="306"/>
                </a:cubicBezTo>
                <a:cubicBezTo>
                  <a:pt x="2830" y="316"/>
                  <a:pt x="2830" y="316"/>
                  <a:pt x="2830" y="316"/>
                </a:cubicBezTo>
                <a:cubicBezTo>
                  <a:pt x="2830" y="465"/>
                  <a:pt x="2830" y="465"/>
                  <a:pt x="2830" y="465"/>
                </a:cubicBezTo>
                <a:cubicBezTo>
                  <a:pt x="2832" y="465"/>
                  <a:pt x="2832" y="465"/>
                  <a:pt x="2832" y="465"/>
                </a:cubicBezTo>
                <a:cubicBezTo>
                  <a:pt x="2832" y="315"/>
                  <a:pt x="2832" y="315"/>
                  <a:pt x="2832" y="315"/>
                </a:cubicBezTo>
                <a:cubicBezTo>
                  <a:pt x="2815" y="304"/>
                  <a:pt x="2815" y="304"/>
                  <a:pt x="2815" y="304"/>
                </a:cubicBezTo>
                <a:cubicBezTo>
                  <a:pt x="2758" y="307"/>
                  <a:pt x="2758" y="307"/>
                  <a:pt x="2758" y="307"/>
                </a:cubicBezTo>
                <a:cubicBezTo>
                  <a:pt x="2758" y="671"/>
                  <a:pt x="2758" y="671"/>
                  <a:pt x="2758" y="671"/>
                </a:cubicBezTo>
                <a:cubicBezTo>
                  <a:pt x="2760" y="671"/>
                  <a:pt x="2760" y="671"/>
                  <a:pt x="2760" y="671"/>
                </a:cubicBezTo>
                <a:moveTo>
                  <a:pt x="2815" y="305"/>
                </a:moveTo>
                <a:cubicBezTo>
                  <a:pt x="2815" y="649"/>
                  <a:pt x="2815" y="649"/>
                  <a:pt x="2815" y="649"/>
                </a:cubicBezTo>
                <a:cubicBezTo>
                  <a:pt x="2822" y="649"/>
                  <a:pt x="2822" y="649"/>
                  <a:pt x="2822" y="649"/>
                </a:cubicBezTo>
                <a:cubicBezTo>
                  <a:pt x="2823" y="649"/>
                  <a:pt x="2823" y="649"/>
                  <a:pt x="2823" y="649"/>
                </a:cubicBezTo>
                <a:cubicBezTo>
                  <a:pt x="2823" y="524"/>
                  <a:pt x="2823" y="524"/>
                  <a:pt x="2823" y="524"/>
                </a:cubicBezTo>
                <a:cubicBezTo>
                  <a:pt x="2826" y="524"/>
                  <a:pt x="2826" y="524"/>
                  <a:pt x="2826" y="524"/>
                </a:cubicBezTo>
                <a:cubicBezTo>
                  <a:pt x="2827" y="524"/>
                  <a:pt x="2827" y="524"/>
                  <a:pt x="2827" y="524"/>
                </a:cubicBezTo>
                <a:cubicBezTo>
                  <a:pt x="2827" y="516"/>
                  <a:pt x="2827" y="516"/>
                  <a:pt x="2827" y="516"/>
                </a:cubicBezTo>
                <a:cubicBezTo>
                  <a:pt x="2830" y="516"/>
                  <a:pt x="2830" y="516"/>
                  <a:pt x="2830" y="516"/>
                </a:cubicBezTo>
                <a:cubicBezTo>
                  <a:pt x="2831" y="516"/>
                  <a:pt x="2831" y="516"/>
                  <a:pt x="2831" y="516"/>
                </a:cubicBezTo>
                <a:cubicBezTo>
                  <a:pt x="2831" y="504"/>
                  <a:pt x="2831" y="504"/>
                  <a:pt x="2831" y="504"/>
                </a:cubicBezTo>
                <a:cubicBezTo>
                  <a:pt x="2845" y="486"/>
                  <a:pt x="2845" y="486"/>
                  <a:pt x="2845" y="486"/>
                </a:cubicBezTo>
                <a:cubicBezTo>
                  <a:pt x="2859" y="500"/>
                  <a:pt x="2859" y="500"/>
                  <a:pt x="2859" y="500"/>
                </a:cubicBezTo>
                <a:cubicBezTo>
                  <a:pt x="2859" y="516"/>
                  <a:pt x="2859" y="516"/>
                  <a:pt x="2859" y="516"/>
                </a:cubicBezTo>
                <a:cubicBezTo>
                  <a:pt x="2862" y="516"/>
                  <a:pt x="2862" y="516"/>
                  <a:pt x="2862" y="516"/>
                </a:cubicBezTo>
                <a:cubicBezTo>
                  <a:pt x="2862" y="528"/>
                  <a:pt x="2862" y="528"/>
                  <a:pt x="2862" y="528"/>
                </a:cubicBezTo>
                <a:cubicBezTo>
                  <a:pt x="2866" y="528"/>
                  <a:pt x="2866" y="528"/>
                  <a:pt x="2866" y="528"/>
                </a:cubicBezTo>
                <a:cubicBezTo>
                  <a:pt x="2866" y="577"/>
                  <a:pt x="2866" y="577"/>
                  <a:pt x="2866" y="577"/>
                </a:cubicBezTo>
                <a:cubicBezTo>
                  <a:pt x="2868" y="577"/>
                  <a:pt x="2868" y="577"/>
                  <a:pt x="2868" y="577"/>
                </a:cubicBezTo>
                <a:cubicBezTo>
                  <a:pt x="2868" y="526"/>
                  <a:pt x="2868" y="526"/>
                  <a:pt x="2868" y="526"/>
                </a:cubicBezTo>
                <a:cubicBezTo>
                  <a:pt x="2865" y="526"/>
                  <a:pt x="2865" y="526"/>
                  <a:pt x="2865" y="526"/>
                </a:cubicBezTo>
                <a:cubicBezTo>
                  <a:pt x="2865" y="513"/>
                  <a:pt x="2865" y="513"/>
                  <a:pt x="2865" y="513"/>
                </a:cubicBezTo>
                <a:cubicBezTo>
                  <a:pt x="2861" y="513"/>
                  <a:pt x="2861" y="513"/>
                  <a:pt x="2861" y="513"/>
                </a:cubicBezTo>
                <a:cubicBezTo>
                  <a:pt x="2861" y="499"/>
                  <a:pt x="2861" y="499"/>
                  <a:pt x="2861" y="499"/>
                </a:cubicBezTo>
                <a:cubicBezTo>
                  <a:pt x="2845" y="482"/>
                  <a:pt x="2845" y="482"/>
                  <a:pt x="2845" y="482"/>
                </a:cubicBezTo>
                <a:cubicBezTo>
                  <a:pt x="2829" y="503"/>
                  <a:pt x="2829" y="503"/>
                  <a:pt x="2829" y="503"/>
                </a:cubicBezTo>
                <a:cubicBezTo>
                  <a:pt x="2829" y="514"/>
                  <a:pt x="2829" y="514"/>
                  <a:pt x="2829" y="514"/>
                </a:cubicBezTo>
                <a:cubicBezTo>
                  <a:pt x="2826" y="514"/>
                  <a:pt x="2826" y="514"/>
                  <a:pt x="2826" y="514"/>
                </a:cubicBezTo>
                <a:cubicBezTo>
                  <a:pt x="2825" y="514"/>
                  <a:pt x="2825" y="514"/>
                  <a:pt x="2825" y="514"/>
                </a:cubicBezTo>
                <a:cubicBezTo>
                  <a:pt x="2825" y="522"/>
                  <a:pt x="2825" y="522"/>
                  <a:pt x="2825" y="522"/>
                </a:cubicBezTo>
                <a:cubicBezTo>
                  <a:pt x="2822" y="522"/>
                  <a:pt x="2822" y="522"/>
                  <a:pt x="2822" y="522"/>
                </a:cubicBezTo>
                <a:cubicBezTo>
                  <a:pt x="2821" y="522"/>
                  <a:pt x="2821" y="522"/>
                  <a:pt x="2821" y="522"/>
                </a:cubicBezTo>
                <a:cubicBezTo>
                  <a:pt x="2821" y="647"/>
                  <a:pt x="2821" y="647"/>
                  <a:pt x="2821" y="647"/>
                </a:cubicBezTo>
                <a:cubicBezTo>
                  <a:pt x="2817" y="647"/>
                  <a:pt x="2817" y="647"/>
                  <a:pt x="2817" y="647"/>
                </a:cubicBezTo>
                <a:cubicBezTo>
                  <a:pt x="2818" y="305"/>
                  <a:pt x="2818" y="305"/>
                  <a:pt x="2818" y="305"/>
                </a:cubicBezTo>
                <a:cubicBezTo>
                  <a:pt x="2815" y="305"/>
                  <a:pt x="2815" y="305"/>
                  <a:pt x="2815" y="305"/>
                </a:cubicBezTo>
                <a:moveTo>
                  <a:pt x="2844" y="484"/>
                </a:moveTo>
                <a:cubicBezTo>
                  <a:pt x="2840" y="498"/>
                  <a:pt x="2840" y="498"/>
                  <a:pt x="2840" y="498"/>
                </a:cubicBezTo>
                <a:cubicBezTo>
                  <a:pt x="2840" y="511"/>
                  <a:pt x="2840" y="511"/>
                  <a:pt x="2840" y="511"/>
                </a:cubicBezTo>
                <a:cubicBezTo>
                  <a:pt x="2835" y="511"/>
                  <a:pt x="2835" y="511"/>
                  <a:pt x="2835" y="511"/>
                </a:cubicBezTo>
                <a:cubicBezTo>
                  <a:pt x="2835" y="624"/>
                  <a:pt x="2835" y="624"/>
                  <a:pt x="2835" y="624"/>
                </a:cubicBezTo>
                <a:cubicBezTo>
                  <a:pt x="2837" y="624"/>
                  <a:pt x="2837" y="624"/>
                  <a:pt x="2837" y="624"/>
                </a:cubicBezTo>
                <a:cubicBezTo>
                  <a:pt x="2837" y="514"/>
                  <a:pt x="2837" y="514"/>
                  <a:pt x="2837" y="514"/>
                </a:cubicBezTo>
                <a:cubicBezTo>
                  <a:pt x="2842" y="514"/>
                  <a:pt x="2842" y="514"/>
                  <a:pt x="2842" y="514"/>
                </a:cubicBezTo>
                <a:cubicBezTo>
                  <a:pt x="2842" y="499"/>
                  <a:pt x="2842" y="499"/>
                  <a:pt x="2842" y="499"/>
                </a:cubicBezTo>
                <a:cubicBezTo>
                  <a:pt x="2846" y="484"/>
                  <a:pt x="2846" y="484"/>
                  <a:pt x="2846" y="484"/>
                </a:cubicBezTo>
                <a:cubicBezTo>
                  <a:pt x="2844" y="484"/>
                  <a:pt x="2844" y="484"/>
                  <a:pt x="2844" y="484"/>
                </a:cubicBezTo>
                <a:moveTo>
                  <a:pt x="2801" y="671"/>
                </a:moveTo>
                <a:cubicBezTo>
                  <a:pt x="2801" y="649"/>
                  <a:pt x="2801" y="649"/>
                  <a:pt x="2801" y="649"/>
                </a:cubicBezTo>
                <a:cubicBezTo>
                  <a:pt x="2885" y="649"/>
                  <a:pt x="2885" y="649"/>
                  <a:pt x="2885" y="649"/>
                </a:cubicBezTo>
                <a:cubicBezTo>
                  <a:pt x="2885" y="645"/>
                  <a:pt x="2885" y="645"/>
                  <a:pt x="2885" y="645"/>
                </a:cubicBezTo>
                <a:cubicBezTo>
                  <a:pt x="2959" y="645"/>
                  <a:pt x="2959" y="645"/>
                  <a:pt x="2959" y="645"/>
                </a:cubicBezTo>
                <a:cubicBezTo>
                  <a:pt x="2959" y="671"/>
                  <a:pt x="2959" y="671"/>
                  <a:pt x="2959" y="671"/>
                </a:cubicBezTo>
                <a:cubicBezTo>
                  <a:pt x="2961" y="671"/>
                  <a:pt x="2961" y="671"/>
                  <a:pt x="2961" y="671"/>
                </a:cubicBezTo>
                <a:cubicBezTo>
                  <a:pt x="2961" y="643"/>
                  <a:pt x="2961" y="643"/>
                  <a:pt x="2961" y="643"/>
                </a:cubicBezTo>
                <a:cubicBezTo>
                  <a:pt x="2883" y="643"/>
                  <a:pt x="2883" y="643"/>
                  <a:pt x="2883" y="643"/>
                </a:cubicBezTo>
                <a:cubicBezTo>
                  <a:pt x="2883" y="647"/>
                  <a:pt x="2883" y="647"/>
                  <a:pt x="2883" y="647"/>
                </a:cubicBezTo>
                <a:cubicBezTo>
                  <a:pt x="2799" y="647"/>
                  <a:pt x="2799" y="647"/>
                  <a:pt x="2799" y="647"/>
                </a:cubicBezTo>
                <a:cubicBezTo>
                  <a:pt x="2799" y="671"/>
                  <a:pt x="2799" y="671"/>
                  <a:pt x="2799" y="671"/>
                </a:cubicBezTo>
                <a:cubicBezTo>
                  <a:pt x="2801" y="671"/>
                  <a:pt x="2801" y="671"/>
                  <a:pt x="2801" y="671"/>
                </a:cubicBezTo>
                <a:moveTo>
                  <a:pt x="2808" y="672"/>
                </a:moveTo>
                <a:cubicBezTo>
                  <a:pt x="2811" y="672"/>
                  <a:pt x="2811" y="672"/>
                  <a:pt x="2811" y="672"/>
                </a:cubicBezTo>
                <a:cubicBezTo>
                  <a:pt x="2811" y="649"/>
                  <a:pt x="2811" y="649"/>
                  <a:pt x="2811" y="649"/>
                </a:cubicBezTo>
                <a:cubicBezTo>
                  <a:pt x="2808" y="649"/>
                  <a:pt x="2808" y="649"/>
                  <a:pt x="2808" y="649"/>
                </a:cubicBezTo>
                <a:lnTo>
                  <a:pt x="2808" y="672"/>
                </a:lnTo>
                <a:close/>
                <a:moveTo>
                  <a:pt x="2901" y="671"/>
                </a:moveTo>
                <a:cubicBezTo>
                  <a:pt x="2901" y="656"/>
                  <a:pt x="2901" y="656"/>
                  <a:pt x="2901" y="656"/>
                </a:cubicBezTo>
                <a:cubicBezTo>
                  <a:pt x="2940" y="656"/>
                  <a:pt x="2940" y="656"/>
                  <a:pt x="2940" y="656"/>
                </a:cubicBezTo>
                <a:cubicBezTo>
                  <a:pt x="2940" y="654"/>
                  <a:pt x="2940" y="654"/>
                  <a:pt x="2940" y="654"/>
                </a:cubicBezTo>
                <a:cubicBezTo>
                  <a:pt x="2899" y="654"/>
                  <a:pt x="2899" y="654"/>
                  <a:pt x="2899" y="654"/>
                </a:cubicBezTo>
                <a:cubicBezTo>
                  <a:pt x="2899" y="671"/>
                  <a:pt x="2899" y="671"/>
                  <a:pt x="2899" y="671"/>
                </a:cubicBezTo>
                <a:cubicBezTo>
                  <a:pt x="2901" y="671"/>
                  <a:pt x="2901" y="671"/>
                  <a:pt x="2901" y="671"/>
                </a:cubicBezTo>
                <a:moveTo>
                  <a:pt x="2821" y="624"/>
                </a:moveTo>
                <a:cubicBezTo>
                  <a:pt x="2868" y="624"/>
                  <a:pt x="2868" y="624"/>
                  <a:pt x="2868" y="624"/>
                </a:cubicBezTo>
                <a:cubicBezTo>
                  <a:pt x="2868" y="622"/>
                  <a:pt x="2868" y="622"/>
                  <a:pt x="2868" y="622"/>
                </a:cubicBezTo>
                <a:cubicBezTo>
                  <a:pt x="2821" y="622"/>
                  <a:pt x="2821" y="622"/>
                  <a:pt x="2821" y="622"/>
                </a:cubicBezTo>
                <a:moveTo>
                  <a:pt x="2880" y="648"/>
                </a:moveTo>
                <a:cubicBezTo>
                  <a:pt x="2880" y="543"/>
                  <a:pt x="2880" y="543"/>
                  <a:pt x="2880" y="543"/>
                </a:cubicBezTo>
                <a:cubicBezTo>
                  <a:pt x="2897" y="543"/>
                  <a:pt x="2897" y="543"/>
                  <a:pt x="2897" y="543"/>
                </a:cubicBezTo>
                <a:cubicBezTo>
                  <a:pt x="2901" y="539"/>
                  <a:pt x="2901" y="539"/>
                  <a:pt x="2901" y="539"/>
                </a:cubicBezTo>
                <a:cubicBezTo>
                  <a:pt x="2931" y="539"/>
                  <a:pt x="2931" y="539"/>
                  <a:pt x="2931" y="539"/>
                </a:cubicBezTo>
                <a:cubicBezTo>
                  <a:pt x="2931" y="644"/>
                  <a:pt x="2931" y="644"/>
                  <a:pt x="2931" y="644"/>
                </a:cubicBezTo>
                <a:cubicBezTo>
                  <a:pt x="2933" y="644"/>
                  <a:pt x="2933" y="644"/>
                  <a:pt x="2933" y="644"/>
                </a:cubicBezTo>
                <a:cubicBezTo>
                  <a:pt x="2933" y="537"/>
                  <a:pt x="2933" y="537"/>
                  <a:pt x="2933" y="537"/>
                </a:cubicBezTo>
                <a:cubicBezTo>
                  <a:pt x="2900" y="537"/>
                  <a:pt x="2900" y="537"/>
                  <a:pt x="2900" y="537"/>
                </a:cubicBezTo>
                <a:cubicBezTo>
                  <a:pt x="2896" y="541"/>
                  <a:pt x="2896" y="541"/>
                  <a:pt x="2896" y="541"/>
                </a:cubicBezTo>
                <a:cubicBezTo>
                  <a:pt x="2878" y="541"/>
                  <a:pt x="2878" y="541"/>
                  <a:pt x="2878" y="541"/>
                </a:cubicBezTo>
                <a:cubicBezTo>
                  <a:pt x="2878" y="648"/>
                  <a:pt x="2878" y="648"/>
                  <a:pt x="2878" y="648"/>
                </a:cubicBezTo>
                <a:cubicBezTo>
                  <a:pt x="2880" y="648"/>
                  <a:pt x="2880" y="648"/>
                  <a:pt x="2880" y="648"/>
                </a:cubicBezTo>
                <a:moveTo>
                  <a:pt x="2901" y="644"/>
                </a:moveTo>
                <a:cubicBezTo>
                  <a:pt x="2903" y="644"/>
                  <a:pt x="2903" y="644"/>
                  <a:pt x="2903" y="644"/>
                </a:cubicBezTo>
                <a:cubicBezTo>
                  <a:pt x="2903" y="538"/>
                  <a:pt x="2903" y="538"/>
                  <a:pt x="2903" y="538"/>
                </a:cubicBezTo>
                <a:cubicBezTo>
                  <a:pt x="2901" y="538"/>
                  <a:pt x="2901" y="538"/>
                  <a:pt x="2901" y="538"/>
                </a:cubicBezTo>
                <a:lnTo>
                  <a:pt x="2901" y="644"/>
                </a:lnTo>
                <a:close/>
                <a:moveTo>
                  <a:pt x="2977" y="671"/>
                </a:moveTo>
                <a:cubicBezTo>
                  <a:pt x="2977" y="592"/>
                  <a:pt x="2977" y="592"/>
                  <a:pt x="2977" y="592"/>
                </a:cubicBezTo>
                <a:cubicBezTo>
                  <a:pt x="3021" y="592"/>
                  <a:pt x="3021" y="592"/>
                  <a:pt x="3021" y="592"/>
                </a:cubicBezTo>
                <a:cubicBezTo>
                  <a:pt x="3021" y="670"/>
                  <a:pt x="3021" y="670"/>
                  <a:pt x="3021" y="670"/>
                </a:cubicBezTo>
                <a:cubicBezTo>
                  <a:pt x="3023" y="670"/>
                  <a:pt x="3023" y="670"/>
                  <a:pt x="3023" y="670"/>
                </a:cubicBezTo>
                <a:cubicBezTo>
                  <a:pt x="3023" y="590"/>
                  <a:pt x="3023" y="590"/>
                  <a:pt x="3023" y="590"/>
                </a:cubicBezTo>
                <a:cubicBezTo>
                  <a:pt x="2975" y="590"/>
                  <a:pt x="2975" y="590"/>
                  <a:pt x="2975" y="590"/>
                </a:cubicBezTo>
                <a:cubicBezTo>
                  <a:pt x="2975" y="671"/>
                  <a:pt x="2975" y="671"/>
                  <a:pt x="2975" y="671"/>
                </a:cubicBezTo>
                <a:cubicBezTo>
                  <a:pt x="2977" y="671"/>
                  <a:pt x="2977" y="671"/>
                  <a:pt x="2977" y="671"/>
                </a:cubicBezTo>
                <a:moveTo>
                  <a:pt x="2935" y="535"/>
                </a:moveTo>
                <a:cubicBezTo>
                  <a:pt x="2935" y="494"/>
                  <a:pt x="2935" y="494"/>
                  <a:pt x="2935" y="494"/>
                </a:cubicBezTo>
                <a:cubicBezTo>
                  <a:pt x="2953" y="483"/>
                  <a:pt x="2953" y="483"/>
                  <a:pt x="2953" y="483"/>
                </a:cubicBezTo>
                <a:cubicBezTo>
                  <a:pt x="2953" y="644"/>
                  <a:pt x="2953" y="644"/>
                  <a:pt x="2953" y="644"/>
                </a:cubicBezTo>
                <a:cubicBezTo>
                  <a:pt x="2955" y="644"/>
                  <a:pt x="2955" y="644"/>
                  <a:pt x="2955" y="644"/>
                </a:cubicBezTo>
                <a:cubicBezTo>
                  <a:pt x="2955" y="479"/>
                  <a:pt x="2955" y="479"/>
                  <a:pt x="2955" y="479"/>
                </a:cubicBezTo>
                <a:cubicBezTo>
                  <a:pt x="2933" y="493"/>
                  <a:pt x="2933" y="493"/>
                  <a:pt x="2933" y="493"/>
                </a:cubicBezTo>
                <a:cubicBezTo>
                  <a:pt x="2933" y="535"/>
                  <a:pt x="2933" y="535"/>
                  <a:pt x="2933" y="535"/>
                </a:cubicBezTo>
                <a:cubicBezTo>
                  <a:pt x="2935" y="535"/>
                  <a:pt x="2935" y="535"/>
                  <a:pt x="2935" y="535"/>
                </a:cubicBezTo>
                <a:moveTo>
                  <a:pt x="3012" y="591"/>
                </a:moveTo>
                <a:cubicBezTo>
                  <a:pt x="3015" y="591"/>
                  <a:pt x="3015" y="591"/>
                  <a:pt x="3015" y="591"/>
                </a:cubicBezTo>
                <a:cubicBezTo>
                  <a:pt x="3015" y="491"/>
                  <a:pt x="3015" y="491"/>
                  <a:pt x="3015" y="491"/>
                </a:cubicBezTo>
                <a:cubicBezTo>
                  <a:pt x="3012" y="491"/>
                  <a:pt x="3012" y="491"/>
                  <a:pt x="3012" y="491"/>
                </a:cubicBezTo>
                <a:lnTo>
                  <a:pt x="3012" y="591"/>
                </a:lnTo>
                <a:close/>
                <a:moveTo>
                  <a:pt x="2997" y="516"/>
                </a:moveTo>
                <a:cubicBezTo>
                  <a:pt x="2996" y="515"/>
                  <a:pt x="2996" y="515"/>
                  <a:pt x="2996" y="515"/>
                </a:cubicBezTo>
                <a:cubicBezTo>
                  <a:pt x="2975" y="528"/>
                  <a:pt x="2975" y="528"/>
                  <a:pt x="2975" y="528"/>
                </a:cubicBezTo>
                <a:cubicBezTo>
                  <a:pt x="2954" y="515"/>
                  <a:pt x="2954" y="515"/>
                  <a:pt x="2954" y="515"/>
                </a:cubicBezTo>
                <a:cubicBezTo>
                  <a:pt x="2931" y="530"/>
                  <a:pt x="2931" y="530"/>
                  <a:pt x="2931" y="530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3016" y="529"/>
                  <a:pt x="3016" y="529"/>
                  <a:pt x="3016" y="529"/>
                </a:cubicBezTo>
                <a:cubicBezTo>
                  <a:pt x="2997" y="515"/>
                  <a:pt x="2997" y="515"/>
                  <a:pt x="2997" y="515"/>
                </a:cubicBezTo>
                <a:cubicBezTo>
                  <a:pt x="2996" y="515"/>
                  <a:pt x="2996" y="515"/>
                  <a:pt x="2996" y="515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3009" y="527"/>
                  <a:pt x="3009" y="527"/>
                  <a:pt x="3009" y="527"/>
                </a:cubicBezTo>
                <a:cubicBezTo>
                  <a:pt x="2975" y="527"/>
                  <a:pt x="2975" y="527"/>
                  <a:pt x="2975" y="527"/>
                </a:cubicBezTo>
                <a:cubicBezTo>
                  <a:pt x="2938" y="528"/>
                  <a:pt x="2938" y="528"/>
                  <a:pt x="2938" y="528"/>
                </a:cubicBezTo>
                <a:cubicBezTo>
                  <a:pt x="2954" y="517"/>
                  <a:pt x="2954" y="517"/>
                  <a:pt x="2954" y="517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2997" y="517"/>
                  <a:pt x="2997" y="517"/>
                  <a:pt x="2997" y="517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2997" y="516"/>
                  <a:pt x="2997" y="516"/>
                  <a:pt x="2997" y="516"/>
                </a:cubicBezTo>
                <a:moveTo>
                  <a:pt x="2935" y="494"/>
                </a:moveTo>
                <a:cubicBezTo>
                  <a:pt x="3014" y="494"/>
                  <a:pt x="3014" y="494"/>
                  <a:pt x="3014" y="494"/>
                </a:cubicBezTo>
                <a:cubicBezTo>
                  <a:pt x="3014" y="492"/>
                  <a:pt x="3014" y="492"/>
                  <a:pt x="3014" y="492"/>
                </a:cubicBezTo>
                <a:cubicBezTo>
                  <a:pt x="2935" y="492"/>
                  <a:pt x="2935" y="492"/>
                  <a:pt x="2935" y="492"/>
                </a:cubicBezTo>
                <a:lnTo>
                  <a:pt x="2935" y="494"/>
                </a:lnTo>
                <a:close/>
                <a:moveTo>
                  <a:pt x="2933" y="618"/>
                </a:moveTo>
                <a:cubicBezTo>
                  <a:pt x="2965" y="618"/>
                  <a:pt x="2965" y="618"/>
                  <a:pt x="2965" y="618"/>
                </a:cubicBezTo>
                <a:cubicBezTo>
                  <a:pt x="2965" y="616"/>
                  <a:pt x="2965" y="616"/>
                  <a:pt x="2965" y="616"/>
                </a:cubicBezTo>
                <a:cubicBezTo>
                  <a:pt x="2933" y="616"/>
                  <a:pt x="2933" y="616"/>
                  <a:pt x="2933" y="616"/>
                </a:cubicBezTo>
                <a:lnTo>
                  <a:pt x="2933" y="618"/>
                </a:lnTo>
                <a:close/>
                <a:moveTo>
                  <a:pt x="2974" y="561"/>
                </a:moveTo>
                <a:cubicBezTo>
                  <a:pt x="2976" y="561"/>
                  <a:pt x="2976" y="561"/>
                  <a:pt x="2976" y="561"/>
                </a:cubicBezTo>
                <a:cubicBezTo>
                  <a:pt x="2976" y="529"/>
                  <a:pt x="2976" y="529"/>
                  <a:pt x="2976" y="529"/>
                </a:cubicBezTo>
                <a:cubicBezTo>
                  <a:pt x="2974" y="529"/>
                  <a:pt x="2974" y="529"/>
                  <a:pt x="2974" y="529"/>
                </a:cubicBezTo>
                <a:lnTo>
                  <a:pt x="2974" y="561"/>
                </a:lnTo>
                <a:close/>
                <a:moveTo>
                  <a:pt x="2975" y="591"/>
                </a:moveTo>
                <a:cubicBezTo>
                  <a:pt x="2977" y="591"/>
                  <a:pt x="2977" y="591"/>
                  <a:pt x="2977" y="591"/>
                </a:cubicBezTo>
                <a:cubicBezTo>
                  <a:pt x="2977" y="571"/>
                  <a:pt x="2977" y="571"/>
                  <a:pt x="2977" y="571"/>
                </a:cubicBezTo>
                <a:cubicBezTo>
                  <a:pt x="2975" y="571"/>
                  <a:pt x="2975" y="571"/>
                  <a:pt x="2975" y="571"/>
                </a:cubicBezTo>
                <a:lnTo>
                  <a:pt x="2975" y="591"/>
                </a:lnTo>
                <a:close/>
                <a:moveTo>
                  <a:pt x="2997" y="559"/>
                </a:moveTo>
                <a:cubicBezTo>
                  <a:pt x="2996" y="558"/>
                  <a:pt x="2996" y="558"/>
                  <a:pt x="2996" y="558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53" y="557"/>
                  <a:pt x="2953" y="557"/>
                  <a:pt x="2953" y="557"/>
                </a:cubicBezTo>
                <a:cubicBezTo>
                  <a:pt x="2929" y="571"/>
                  <a:pt x="2929" y="571"/>
                  <a:pt x="2929" y="571"/>
                </a:cubicBezTo>
                <a:cubicBezTo>
                  <a:pt x="2976" y="571"/>
                  <a:pt x="2976" y="571"/>
                  <a:pt x="2976" y="571"/>
                </a:cubicBezTo>
                <a:cubicBezTo>
                  <a:pt x="3015" y="571"/>
                  <a:pt x="3015" y="571"/>
                  <a:pt x="3015" y="571"/>
                </a:cubicBezTo>
                <a:cubicBezTo>
                  <a:pt x="2997" y="557"/>
                  <a:pt x="2997" y="557"/>
                  <a:pt x="2997" y="557"/>
                </a:cubicBezTo>
                <a:cubicBezTo>
                  <a:pt x="2996" y="558"/>
                  <a:pt x="2996" y="558"/>
                  <a:pt x="2996" y="558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3009" y="569"/>
                  <a:pt x="3009" y="569"/>
                  <a:pt x="3009" y="569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37" y="569"/>
                  <a:pt x="2937" y="569"/>
                  <a:pt x="2937" y="569"/>
                </a:cubicBezTo>
                <a:cubicBezTo>
                  <a:pt x="2953" y="559"/>
                  <a:pt x="2953" y="559"/>
                  <a:pt x="2953" y="559"/>
                </a:cubicBezTo>
                <a:cubicBezTo>
                  <a:pt x="2976" y="572"/>
                  <a:pt x="2976" y="572"/>
                  <a:pt x="2976" y="572"/>
                </a:cubicBezTo>
                <a:cubicBezTo>
                  <a:pt x="2997" y="560"/>
                  <a:pt x="2997" y="560"/>
                  <a:pt x="2997" y="560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2997" y="559"/>
                  <a:pt x="2997" y="559"/>
                  <a:pt x="2997" y="559"/>
                </a:cubicBezTo>
                <a:moveTo>
                  <a:pt x="2933" y="617"/>
                </a:moveTo>
                <a:cubicBezTo>
                  <a:pt x="2953" y="605"/>
                  <a:pt x="2953" y="605"/>
                  <a:pt x="2953" y="605"/>
                </a:cubicBezTo>
                <a:cubicBezTo>
                  <a:pt x="2964" y="613"/>
                  <a:pt x="2964" y="613"/>
                  <a:pt x="2964" y="613"/>
                </a:cubicBezTo>
                <a:cubicBezTo>
                  <a:pt x="2965" y="611"/>
                  <a:pt x="2965" y="611"/>
                  <a:pt x="2965" y="611"/>
                </a:cubicBezTo>
                <a:cubicBezTo>
                  <a:pt x="2953" y="603"/>
                  <a:pt x="2953" y="603"/>
                  <a:pt x="2953" y="603"/>
                </a:cubicBezTo>
                <a:cubicBezTo>
                  <a:pt x="2932" y="615"/>
                  <a:pt x="2932" y="615"/>
                  <a:pt x="2932" y="615"/>
                </a:cubicBezTo>
                <a:cubicBezTo>
                  <a:pt x="2933" y="617"/>
                  <a:pt x="2933" y="617"/>
                  <a:pt x="2933" y="617"/>
                </a:cubicBezTo>
                <a:moveTo>
                  <a:pt x="2955" y="481"/>
                </a:moveTo>
                <a:cubicBezTo>
                  <a:pt x="2955" y="481"/>
                  <a:pt x="2955" y="481"/>
                  <a:pt x="2955" y="481"/>
                </a:cubicBezTo>
                <a:cubicBezTo>
                  <a:pt x="2954" y="483"/>
                  <a:pt x="2954" y="483"/>
                  <a:pt x="2954" y="483"/>
                </a:cubicBezTo>
                <a:cubicBezTo>
                  <a:pt x="2974" y="494"/>
                  <a:pt x="2974" y="494"/>
                  <a:pt x="2974" y="494"/>
                </a:cubicBezTo>
                <a:cubicBezTo>
                  <a:pt x="2974" y="520"/>
                  <a:pt x="2974" y="520"/>
                  <a:pt x="2974" y="520"/>
                </a:cubicBezTo>
                <a:cubicBezTo>
                  <a:pt x="2976" y="520"/>
                  <a:pt x="2976" y="520"/>
                  <a:pt x="2976" y="520"/>
                </a:cubicBezTo>
                <a:cubicBezTo>
                  <a:pt x="2976" y="493"/>
                  <a:pt x="2976" y="493"/>
                  <a:pt x="2976" y="493"/>
                </a:cubicBezTo>
                <a:cubicBezTo>
                  <a:pt x="2955" y="481"/>
                  <a:pt x="2955" y="481"/>
                  <a:pt x="2955" y="481"/>
                </a:cubicBezTo>
                <a:cubicBezTo>
                  <a:pt x="2955" y="482"/>
                  <a:pt x="2955" y="482"/>
                  <a:pt x="2955" y="482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1"/>
                  <a:pt x="2955" y="481"/>
                  <a:pt x="2955" y="481"/>
                </a:cubicBezTo>
                <a:moveTo>
                  <a:pt x="2997" y="590"/>
                </a:moveTo>
                <a:cubicBezTo>
                  <a:pt x="2998" y="478"/>
                  <a:pt x="2998" y="478"/>
                  <a:pt x="2998" y="478"/>
                </a:cubicBezTo>
                <a:cubicBezTo>
                  <a:pt x="2975" y="492"/>
                  <a:pt x="2975" y="492"/>
                  <a:pt x="2975" y="492"/>
                </a:cubicBezTo>
                <a:cubicBezTo>
                  <a:pt x="2976" y="494"/>
                  <a:pt x="2976" y="494"/>
                  <a:pt x="2976" y="494"/>
                </a:cubicBezTo>
                <a:cubicBezTo>
                  <a:pt x="2995" y="482"/>
                  <a:pt x="2995" y="482"/>
                  <a:pt x="2995" y="482"/>
                </a:cubicBezTo>
                <a:cubicBezTo>
                  <a:pt x="2995" y="590"/>
                  <a:pt x="2995" y="590"/>
                  <a:pt x="2995" y="590"/>
                </a:cubicBezTo>
                <a:cubicBezTo>
                  <a:pt x="2997" y="590"/>
                  <a:pt x="2997" y="590"/>
                  <a:pt x="2997" y="590"/>
                </a:cubicBezTo>
                <a:moveTo>
                  <a:pt x="2960" y="440"/>
                </a:moveTo>
                <a:cubicBezTo>
                  <a:pt x="2960" y="441"/>
                  <a:pt x="2960" y="441"/>
                  <a:pt x="2960" y="441"/>
                </a:cubicBezTo>
                <a:cubicBezTo>
                  <a:pt x="3009" y="441"/>
                  <a:pt x="3009" y="441"/>
                  <a:pt x="3009" y="441"/>
                </a:cubicBezTo>
                <a:cubicBezTo>
                  <a:pt x="3009" y="446"/>
                  <a:pt x="3009" y="446"/>
                  <a:pt x="3009" y="446"/>
                </a:cubicBezTo>
                <a:cubicBezTo>
                  <a:pt x="2961" y="446"/>
                  <a:pt x="2961" y="446"/>
                  <a:pt x="2961" y="446"/>
                </a:cubicBezTo>
                <a:cubicBezTo>
                  <a:pt x="2961" y="440"/>
                  <a:pt x="2961" y="440"/>
                  <a:pt x="2961" y="440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60" y="441"/>
                  <a:pt x="2960" y="441"/>
                  <a:pt x="2960" y="441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59" y="448"/>
                  <a:pt x="2959" y="448"/>
                  <a:pt x="2959" y="448"/>
                </a:cubicBezTo>
                <a:cubicBezTo>
                  <a:pt x="3011" y="448"/>
                  <a:pt x="3011" y="448"/>
                  <a:pt x="3011" y="448"/>
                </a:cubicBezTo>
                <a:cubicBezTo>
                  <a:pt x="3011" y="438"/>
                  <a:pt x="3011" y="438"/>
                  <a:pt x="3011" y="438"/>
                </a:cubicBezTo>
                <a:cubicBezTo>
                  <a:pt x="2959" y="438"/>
                  <a:pt x="2959" y="438"/>
                  <a:pt x="2959" y="438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60" y="440"/>
                  <a:pt x="2960" y="440"/>
                  <a:pt x="2960" y="440"/>
                </a:cubicBezTo>
                <a:moveTo>
                  <a:pt x="2995" y="457"/>
                </a:moveTo>
                <a:cubicBezTo>
                  <a:pt x="2995" y="456"/>
                  <a:pt x="2995" y="456"/>
                  <a:pt x="2995" y="456"/>
                </a:cubicBezTo>
                <a:cubicBezTo>
                  <a:pt x="2970" y="463"/>
                  <a:pt x="2970" y="463"/>
                  <a:pt x="2970" y="463"/>
                </a:cubicBezTo>
                <a:cubicBezTo>
                  <a:pt x="2949" y="451"/>
                  <a:pt x="2949" y="451"/>
                  <a:pt x="2949" y="451"/>
                </a:cubicBezTo>
                <a:cubicBezTo>
                  <a:pt x="2927" y="466"/>
                  <a:pt x="2927" y="466"/>
                  <a:pt x="2927" y="466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3016" y="466"/>
                  <a:pt x="3016" y="466"/>
                  <a:pt x="3016" y="466"/>
                </a:cubicBezTo>
                <a:cubicBezTo>
                  <a:pt x="3016" y="464"/>
                  <a:pt x="3016" y="464"/>
                  <a:pt x="3016" y="464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3010" y="464"/>
                  <a:pt x="3010" y="464"/>
                  <a:pt x="3010" y="464"/>
                </a:cubicBezTo>
                <a:cubicBezTo>
                  <a:pt x="2970" y="464"/>
                  <a:pt x="2970" y="464"/>
                  <a:pt x="2970" y="464"/>
                </a:cubicBezTo>
                <a:cubicBezTo>
                  <a:pt x="2934" y="464"/>
                  <a:pt x="2934" y="464"/>
                  <a:pt x="2934" y="464"/>
                </a:cubicBezTo>
                <a:cubicBezTo>
                  <a:pt x="2949" y="454"/>
                  <a:pt x="2949" y="454"/>
                  <a:pt x="2949" y="454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moveTo>
                  <a:pt x="2996" y="457"/>
                </a:moveTo>
                <a:cubicBezTo>
                  <a:pt x="2996" y="481"/>
                  <a:pt x="2996" y="481"/>
                  <a:pt x="2996" y="481"/>
                </a:cubicBezTo>
                <a:cubicBezTo>
                  <a:pt x="2998" y="481"/>
                  <a:pt x="2998" y="481"/>
                  <a:pt x="2998" y="481"/>
                </a:cubicBezTo>
                <a:cubicBezTo>
                  <a:pt x="2998" y="457"/>
                  <a:pt x="2998" y="457"/>
                  <a:pt x="2998" y="457"/>
                </a:cubicBezTo>
                <a:moveTo>
                  <a:pt x="2965" y="481"/>
                </a:moveTo>
                <a:cubicBezTo>
                  <a:pt x="2967" y="481"/>
                  <a:pt x="2967" y="481"/>
                  <a:pt x="2967" y="481"/>
                </a:cubicBezTo>
                <a:cubicBezTo>
                  <a:pt x="2967" y="465"/>
                  <a:pt x="2967" y="465"/>
                  <a:pt x="2967" y="465"/>
                </a:cubicBezTo>
                <a:cubicBezTo>
                  <a:pt x="2965" y="465"/>
                  <a:pt x="2965" y="465"/>
                  <a:pt x="2965" y="465"/>
                </a:cubicBezTo>
                <a:lnTo>
                  <a:pt x="2965" y="481"/>
                </a:lnTo>
                <a:close/>
                <a:moveTo>
                  <a:pt x="2950" y="482"/>
                </a:moveTo>
                <a:cubicBezTo>
                  <a:pt x="2997" y="482"/>
                  <a:pt x="2997" y="482"/>
                  <a:pt x="2997" y="482"/>
                </a:cubicBezTo>
                <a:cubicBezTo>
                  <a:pt x="3013" y="494"/>
                  <a:pt x="3013" y="494"/>
                  <a:pt x="3013" y="494"/>
                </a:cubicBezTo>
                <a:cubicBezTo>
                  <a:pt x="3015" y="492"/>
                  <a:pt x="3015" y="492"/>
                  <a:pt x="3015" y="492"/>
                </a:cubicBezTo>
                <a:cubicBezTo>
                  <a:pt x="2997" y="480"/>
                  <a:pt x="2997" y="480"/>
                  <a:pt x="2997" y="480"/>
                </a:cubicBezTo>
                <a:cubicBezTo>
                  <a:pt x="2950" y="480"/>
                  <a:pt x="2950" y="480"/>
                  <a:pt x="2950" y="480"/>
                </a:cubicBezTo>
                <a:cubicBezTo>
                  <a:pt x="2950" y="482"/>
                  <a:pt x="2950" y="482"/>
                  <a:pt x="2950" y="482"/>
                </a:cubicBezTo>
                <a:moveTo>
                  <a:pt x="2929" y="490"/>
                </a:moveTo>
                <a:cubicBezTo>
                  <a:pt x="2932" y="490"/>
                  <a:pt x="2932" y="490"/>
                  <a:pt x="2932" y="490"/>
                </a:cubicBezTo>
                <a:cubicBezTo>
                  <a:pt x="2932" y="465"/>
                  <a:pt x="2932" y="465"/>
                  <a:pt x="2932" y="465"/>
                </a:cubicBezTo>
                <a:cubicBezTo>
                  <a:pt x="2929" y="465"/>
                  <a:pt x="2929" y="465"/>
                  <a:pt x="2929" y="465"/>
                </a:cubicBezTo>
                <a:lnTo>
                  <a:pt x="2929" y="490"/>
                </a:lnTo>
                <a:close/>
                <a:moveTo>
                  <a:pt x="3006" y="478"/>
                </a:moveTo>
                <a:cubicBezTo>
                  <a:pt x="3008" y="478"/>
                  <a:pt x="3008" y="478"/>
                  <a:pt x="3008" y="478"/>
                </a:cubicBezTo>
                <a:cubicBezTo>
                  <a:pt x="3008" y="465"/>
                  <a:pt x="3008" y="465"/>
                  <a:pt x="3008" y="465"/>
                </a:cubicBezTo>
                <a:cubicBezTo>
                  <a:pt x="3006" y="465"/>
                  <a:pt x="3006" y="465"/>
                  <a:pt x="3006" y="465"/>
                </a:cubicBezTo>
                <a:lnTo>
                  <a:pt x="3006" y="478"/>
                </a:lnTo>
                <a:close/>
                <a:moveTo>
                  <a:pt x="2974" y="448"/>
                </a:moveTo>
                <a:cubicBezTo>
                  <a:pt x="2991" y="459"/>
                  <a:pt x="2991" y="459"/>
                  <a:pt x="2991" y="459"/>
                </a:cubicBezTo>
                <a:cubicBezTo>
                  <a:pt x="2992" y="457"/>
                  <a:pt x="2992" y="457"/>
                  <a:pt x="2992" y="457"/>
                </a:cubicBezTo>
                <a:cubicBezTo>
                  <a:pt x="2976" y="446"/>
                  <a:pt x="2976" y="446"/>
                  <a:pt x="2976" y="446"/>
                </a:cubicBezTo>
                <a:moveTo>
                  <a:pt x="3008" y="446"/>
                </a:moveTo>
                <a:cubicBezTo>
                  <a:pt x="2993" y="456"/>
                  <a:pt x="2993" y="456"/>
                  <a:pt x="2993" y="456"/>
                </a:cubicBezTo>
                <a:cubicBezTo>
                  <a:pt x="2994" y="458"/>
                  <a:pt x="2994" y="458"/>
                  <a:pt x="2994" y="458"/>
                </a:cubicBezTo>
                <a:cubicBezTo>
                  <a:pt x="3009" y="448"/>
                  <a:pt x="3009" y="448"/>
                  <a:pt x="3009" y="448"/>
                </a:cubicBezTo>
                <a:moveTo>
                  <a:pt x="2965" y="463"/>
                </a:moveTo>
                <a:cubicBezTo>
                  <a:pt x="2967" y="463"/>
                  <a:pt x="2967" y="463"/>
                  <a:pt x="2967" y="463"/>
                </a:cubicBezTo>
                <a:cubicBezTo>
                  <a:pt x="2967" y="448"/>
                  <a:pt x="2967" y="448"/>
                  <a:pt x="2967" y="448"/>
                </a:cubicBezTo>
                <a:cubicBezTo>
                  <a:pt x="2965" y="448"/>
                  <a:pt x="2965" y="448"/>
                  <a:pt x="2965" y="448"/>
                </a:cubicBezTo>
                <a:lnTo>
                  <a:pt x="2965" y="463"/>
                </a:lnTo>
                <a:close/>
                <a:moveTo>
                  <a:pt x="2855" y="480"/>
                </a:moveTo>
                <a:cubicBezTo>
                  <a:pt x="2855" y="458"/>
                  <a:pt x="2855" y="458"/>
                  <a:pt x="2855" y="458"/>
                </a:cubicBezTo>
                <a:cubicBezTo>
                  <a:pt x="2894" y="458"/>
                  <a:pt x="2894" y="458"/>
                  <a:pt x="2894" y="458"/>
                </a:cubicBezTo>
                <a:cubicBezTo>
                  <a:pt x="2894" y="506"/>
                  <a:pt x="2894" y="506"/>
                  <a:pt x="2894" y="506"/>
                </a:cubicBezTo>
                <a:cubicBezTo>
                  <a:pt x="2896" y="506"/>
                  <a:pt x="2896" y="506"/>
                  <a:pt x="2896" y="506"/>
                </a:cubicBezTo>
                <a:cubicBezTo>
                  <a:pt x="2896" y="456"/>
                  <a:pt x="2896" y="456"/>
                  <a:pt x="2896" y="456"/>
                </a:cubicBezTo>
                <a:cubicBezTo>
                  <a:pt x="2853" y="456"/>
                  <a:pt x="2853" y="456"/>
                  <a:pt x="2853" y="456"/>
                </a:cubicBezTo>
                <a:cubicBezTo>
                  <a:pt x="2853" y="480"/>
                  <a:pt x="2853" y="480"/>
                  <a:pt x="2853" y="480"/>
                </a:cubicBezTo>
                <a:cubicBezTo>
                  <a:pt x="2855" y="480"/>
                  <a:pt x="2855" y="480"/>
                  <a:pt x="2855" y="480"/>
                </a:cubicBezTo>
                <a:moveTo>
                  <a:pt x="2871" y="504"/>
                </a:moveTo>
                <a:cubicBezTo>
                  <a:pt x="2871" y="487"/>
                  <a:pt x="2871" y="487"/>
                  <a:pt x="2871" y="487"/>
                </a:cubicBezTo>
                <a:cubicBezTo>
                  <a:pt x="2887" y="487"/>
                  <a:pt x="2887" y="487"/>
                  <a:pt x="2887" y="487"/>
                </a:cubicBezTo>
                <a:cubicBezTo>
                  <a:pt x="2887" y="506"/>
                  <a:pt x="2887" y="506"/>
                  <a:pt x="2887" y="506"/>
                </a:cubicBezTo>
                <a:cubicBezTo>
                  <a:pt x="2905" y="506"/>
                  <a:pt x="2905" y="506"/>
                  <a:pt x="2905" y="506"/>
                </a:cubicBezTo>
                <a:cubicBezTo>
                  <a:pt x="2905" y="538"/>
                  <a:pt x="2905" y="538"/>
                  <a:pt x="2905" y="538"/>
                </a:cubicBezTo>
                <a:cubicBezTo>
                  <a:pt x="2907" y="538"/>
                  <a:pt x="2907" y="538"/>
                  <a:pt x="2907" y="538"/>
                </a:cubicBezTo>
                <a:cubicBezTo>
                  <a:pt x="2907" y="504"/>
                  <a:pt x="2907" y="504"/>
                  <a:pt x="2907" y="504"/>
                </a:cubicBezTo>
                <a:cubicBezTo>
                  <a:pt x="2889" y="504"/>
                  <a:pt x="2889" y="504"/>
                  <a:pt x="2889" y="504"/>
                </a:cubicBezTo>
                <a:cubicBezTo>
                  <a:pt x="2889" y="484"/>
                  <a:pt x="2889" y="484"/>
                  <a:pt x="2889" y="484"/>
                </a:cubicBezTo>
                <a:cubicBezTo>
                  <a:pt x="2869" y="484"/>
                  <a:pt x="2869" y="484"/>
                  <a:pt x="2869" y="484"/>
                </a:cubicBezTo>
                <a:cubicBezTo>
                  <a:pt x="2869" y="504"/>
                  <a:pt x="2869" y="504"/>
                  <a:pt x="2869" y="504"/>
                </a:cubicBezTo>
                <a:cubicBezTo>
                  <a:pt x="2871" y="504"/>
                  <a:pt x="2871" y="504"/>
                  <a:pt x="2871" y="504"/>
                </a:cubicBezTo>
                <a:moveTo>
                  <a:pt x="2831" y="433"/>
                </a:moveTo>
                <a:cubicBezTo>
                  <a:pt x="2843" y="433"/>
                  <a:pt x="2843" y="433"/>
                  <a:pt x="2843" y="433"/>
                </a:cubicBezTo>
                <a:cubicBezTo>
                  <a:pt x="2843" y="418"/>
                  <a:pt x="2843" y="418"/>
                  <a:pt x="2843" y="418"/>
                </a:cubicBezTo>
                <a:cubicBezTo>
                  <a:pt x="2863" y="418"/>
                  <a:pt x="2863" y="418"/>
                  <a:pt x="2863" y="418"/>
                </a:cubicBezTo>
                <a:cubicBezTo>
                  <a:pt x="2863" y="457"/>
                  <a:pt x="2863" y="457"/>
                  <a:pt x="2863" y="457"/>
                </a:cubicBezTo>
                <a:cubicBezTo>
                  <a:pt x="2865" y="457"/>
                  <a:pt x="2865" y="457"/>
                  <a:pt x="2865" y="457"/>
                </a:cubicBezTo>
                <a:cubicBezTo>
                  <a:pt x="2865" y="416"/>
                  <a:pt x="2865" y="416"/>
                  <a:pt x="2865" y="416"/>
                </a:cubicBezTo>
                <a:cubicBezTo>
                  <a:pt x="2840" y="416"/>
                  <a:pt x="2840" y="416"/>
                  <a:pt x="2840" y="416"/>
                </a:cubicBezTo>
                <a:cubicBezTo>
                  <a:pt x="2840" y="430"/>
                  <a:pt x="2840" y="430"/>
                  <a:pt x="2840" y="430"/>
                </a:cubicBezTo>
                <a:cubicBezTo>
                  <a:pt x="2831" y="430"/>
                  <a:pt x="2831" y="430"/>
                  <a:pt x="2831" y="430"/>
                </a:cubicBezTo>
                <a:cubicBezTo>
                  <a:pt x="2831" y="433"/>
                  <a:pt x="2831" y="433"/>
                  <a:pt x="2831" y="433"/>
                </a:cubicBezTo>
                <a:moveTo>
                  <a:pt x="3049" y="650"/>
                </a:moveTo>
                <a:cubicBezTo>
                  <a:pt x="3049" y="568"/>
                  <a:pt x="3049" y="568"/>
                  <a:pt x="3049" y="568"/>
                </a:cubicBezTo>
                <a:cubicBezTo>
                  <a:pt x="3077" y="564"/>
                  <a:pt x="3077" y="564"/>
                  <a:pt x="3077" y="564"/>
                </a:cubicBezTo>
                <a:cubicBezTo>
                  <a:pt x="3077" y="651"/>
                  <a:pt x="3077" y="651"/>
                  <a:pt x="3077" y="651"/>
                </a:cubicBezTo>
                <a:cubicBezTo>
                  <a:pt x="3079" y="651"/>
                  <a:pt x="3079" y="651"/>
                  <a:pt x="3079" y="651"/>
                </a:cubicBezTo>
                <a:cubicBezTo>
                  <a:pt x="3079" y="561"/>
                  <a:pt x="3079" y="561"/>
                  <a:pt x="3079" y="561"/>
                </a:cubicBezTo>
                <a:cubicBezTo>
                  <a:pt x="3047" y="566"/>
                  <a:pt x="3047" y="566"/>
                  <a:pt x="3047" y="566"/>
                </a:cubicBezTo>
                <a:cubicBezTo>
                  <a:pt x="3047" y="650"/>
                  <a:pt x="3047" y="650"/>
                  <a:pt x="3047" y="650"/>
                </a:cubicBezTo>
                <a:cubicBezTo>
                  <a:pt x="3049" y="650"/>
                  <a:pt x="3049" y="650"/>
                  <a:pt x="3049" y="650"/>
                </a:cubicBezTo>
                <a:moveTo>
                  <a:pt x="3061" y="566"/>
                </a:moveTo>
                <a:cubicBezTo>
                  <a:pt x="3061" y="554"/>
                  <a:pt x="3061" y="554"/>
                  <a:pt x="3061" y="554"/>
                </a:cubicBezTo>
                <a:cubicBezTo>
                  <a:pt x="3081" y="549"/>
                  <a:pt x="3081" y="549"/>
                  <a:pt x="3081" y="549"/>
                </a:cubicBezTo>
                <a:cubicBezTo>
                  <a:pt x="3105" y="551"/>
                  <a:pt x="3105" y="551"/>
                  <a:pt x="3105" y="551"/>
                </a:cubicBezTo>
                <a:cubicBezTo>
                  <a:pt x="3105" y="561"/>
                  <a:pt x="3105" y="561"/>
                  <a:pt x="3105" y="561"/>
                </a:cubicBezTo>
                <a:cubicBezTo>
                  <a:pt x="3107" y="561"/>
                  <a:pt x="3107" y="561"/>
                  <a:pt x="3107" y="561"/>
                </a:cubicBezTo>
                <a:cubicBezTo>
                  <a:pt x="3107" y="549"/>
                  <a:pt x="3107" y="549"/>
                  <a:pt x="3107" y="549"/>
                </a:cubicBezTo>
                <a:cubicBezTo>
                  <a:pt x="3081" y="547"/>
                  <a:pt x="3081" y="547"/>
                  <a:pt x="3081" y="547"/>
                </a:cubicBezTo>
                <a:cubicBezTo>
                  <a:pt x="3059" y="552"/>
                  <a:pt x="3059" y="552"/>
                  <a:pt x="3059" y="552"/>
                </a:cubicBezTo>
                <a:cubicBezTo>
                  <a:pt x="3059" y="566"/>
                  <a:pt x="3059" y="566"/>
                  <a:pt x="3059" y="566"/>
                </a:cubicBezTo>
                <a:cubicBezTo>
                  <a:pt x="3061" y="566"/>
                  <a:pt x="3061" y="566"/>
                  <a:pt x="3061" y="566"/>
                </a:cubicBezTo>
                <a:moveTo>
                  <a:pt x="3093" y="652"/>
                </a:moveTo>
                <a:cubicBezTo>
                  <a:pt x="3094" y="575"/>
                  <a:pt x="3094" y="575"/>
                  <a:pt x="3094" y="575"/>
                </a:cubicBezTo>
                <a:cubicBezTo>
                  <a:pt x="3099" y="563"/>
                  <a:pt x="3099" y="563"/>
                  <a:pt x="3099" y="563"/>
                </a:cubicBezTo>
                <a:cubicBezTo>
                  <a:pt x="3117" y="561"/>
                  <a:pt x="3117" y="561"/>
                  <a:pt x="3117" y="561"/>
                </a:cubicBezTo>
                <a:cubicBezTo>
                  <a:pt x="3117" y="650"/>
                  <a:pt x="3117" y="650"/>
                  <a:pt x="3117" y="650"/>
                </a:cubicBezTo>
                <a:cubicBezTo>
                  <a:pt x="3119" y="650"/>
                  <a:pt x="3119" y="650"/>
                  <a:pt x="3119" y="650"/>
                </a:cubicBezTo>
                <a:cubicBezTo>
                  <a:pt x="3119" y="558"/>
                  <a:pt x="3119" y="558"/>
                  <a:pt x="3119" y="558"/>
                </a:cubicBezTo>
                <a:cubicBezTo>
                  <a:pt x="3098" y="561"/>
                  <a:pt x="3098" y="561"/>
                  <a:pt x="3098" y="561"/>
                </a:cubicBezTo>
                <a:cubicBezTo>
                  <a:pt x="3091" y="574"/>
                  <a:pt x="3091" y="574"/>
                  <a:pt x="3091" y="574"/>
                </a:cubicBezTo>
                <a:cubicBezTo>
                  <a:pt x="3091" y="652"/>
                  <a:pt x="3091" y="652"/>
                  <a:pt x="3091" y="652"/>
                </a:cubicBezTo>
                <a:cubicBezTo>
                  <a:pt x="3093" y="652"/>
                  <a:pt x="3093" y="652"/>
                  <a:pt x="3093" y="652"/>
                </a:cubicBezTo>
                <a:moveTo>
                  <a:pt x="3118" y="561"/>
                </a:moveTo>
                <a:cubicBezTo>
                  <a:pt x="3163" y="561"/>
                  <a:pt x="3163" y="561"/>
                  <a:pt x="3163" y="561"/>
                </a:cubicBezTo>
                <a:cubicBezTo>
                  <a:pt x="3163" y="572"/>
                  <a:pt x="3163" y="572"/>
                  <a:pt x="3163" y="572"/>
                </a:cubicBezTo>
                <a:cubicBezTo>
                  <a:pt x="3168" y="572"/>
                  <a:pt x="3168" y="572"/>
                  <a:pt x="3168" y="572"/>
                </a:cubicBezTo>
                <a:cubicBezTo>
                  <a:pt x="3168" y="671"/>
                  <a:pt x="3168" y="671"/>
                  <a:pt x="3168" y="671"/>
                </a:cubicBezTo>
                <a:cubicBezTo>
                  <a:pt x="3170" y="671"/>
                  <a:pt x="3170" y="671"/>
                  <a:pt x="3170" y="671"/>
                </a:cubicBezTo>
                <a:cubicBezTo>
                  <a:pt x="3170" y="570"/>
                  <a:pt x="3170" y="570"/>
                  <a:pt x="3170" y="570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65" y="558"/>
                  <a:pt x="3165" y="558"/>
                  <a:pt x="3165" y="558"/>
                </a:cubicBezTo>
                <a:cubicBezTo>
                  <a:pt x="3118" y="558"/>
                  <a:pt x="3118" y="558"/>
                  <a:pt x="3118" y="558"/>
                </a:cubicBezTo>
                <a:cubicBezTo>
                  <a:pt x="3118" y="561"/>
                  <a:pt x="3118" y="561"/>
                  <a:pt x="3118" y="561"/>
                </a:cubicBezTo>
                <a:moveTo>
                  <a:pt x="3093" y="575"/>
                </a:moveTo>
                <a:cubicBezTo>
                  <a:pt x="3118" y="571"/>
                  <a:pt x="3118" y="571"/>
                  <a:pt x="3118" y="571"/>
                </a:cubicBezTo>
                <a:cubicBezTo>
                  <a:pt x="3165" y="572"/>
                  <a:pt x="3165" y="572"/>
                  <a:pt x="3165" y="572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18" y="569"/>
                  <a:pt x="3118" y="569"/>
                  <a:pt x="3118" y="569"/>
                </a:cubicBezTo>
                <a:cubicBezTo>
                  <a:pt x="3093" y="573"/>
                  <a:pt x="3093" y="573"/>
                  <a:pt x="3093" y="573"/>
                </a:cubicBezTo>
                <a:cubicBezTo>
                  <a:pt x="3093" y="575"/>
                  <a:pt x="3093" y="575"/>
                  <a:pt x="3093" y="575"/>
                </a:cubicBezTo>
                <a:moveTo>
                  <a:pt x="3023" y="459"/>
                </a:moveTo>
                <a:cubicBezTo>
                  <a:pt x="3023" y="432"/>
                  <a:pt x="3023" y="432"/>
                  <a:pt x="3023" y="432"/>
                </a:cubicBezTo>
                <a:cubicBezTo>
                  <a:pt x="3037" y="432"/>
                  <a:pt x="3037" y="432"/>
                  <a:pt x="3037" y="432"/>
                </a:cubicBezTo>
                <a:cubicBezTo>
                  <a:pt x="3037" y="460"/>
                  <a:pt x="3037" y="460"/>
                  <a:pt x="3037" y="460"/>
                </a:cubicBezTo>
                <a:cubicBezTo>
                  <a:pt x="3042" y="460"/>
                  <a:pt x="3042" y="460"/>
                  <a:pt x="3042" y="460"/>
                </a:cubicBezTo>
                <a:cubicBezTo>
                  <a:pt x="3042" y="486"/>
                  <a:pt x="3042" y="486"/>
                  <a:pt x="3042" y="486"/>
                </a:cubicBezTo>
                <a:cubicBezTo>
                  <a:pt x="3049" y="486"/>
                  <a:pt x="3049" y="486"/>
                  <a:pt x="3049" y="486"/>
                </a:cubicBezTo>
                <a:cubicBezTo>
                  <a:pt x="3050" y="536"/>
                  <a:pt x="3050" y="536"/>
                  <a:pt x="3050" y="536"/>
                </a:cubicBezTo>
                <a:cubicBezTo>
                  <a:pt x="3052" y="536"/>
                  <a:pt x="3052" y="536"/>
                  <a:pt x="3052" y="536"/>
                </a:cubicBezTo>
                <a:cubicBezTo>
                  <a:pt x="3052" y="484"/>
                  <a:pt x="3052" y="484"/>
                  <a:pt x="3052" y="484"/>
                </a:cubicBezTo>
                <a:cubicBezTo>
                  <a:pt x="3045" y="484"/>
                  <a:pt x="3045" y="484"/>
                  <a:pt x="3045" y="484"/>
                </a:cubicBezTo>
                <a:cubicBezTo>
                  <a:pt x="3045" y="458"/>
                  <a:pt x="3045" y="458"/>
                  <a:pt x="3045" y="458"/>
                </a:cubicBezTo>
                <a:cubicBezTo>
                  <a:pt x="3039" y="458"/>
                  <a:pt x="3039" y="458"/>
                  <a:pt x="3039" y="458"/>
                </a:cubicBezTo>
                <a:cubicBezTo>
                  <a:pt x="3039" y="430"/>
                  <a:pt x="3039" y="430"/>
                  <a:pt x="3039" y="430"/>
                </a:cubicBezTo>
                <a:cubicBezTo>
                  <a:pt x="3020" y="430"/>
                  <a:pt x="3020" y="430"/>
                  <a:pt x="3020" y="430"/>
                </a:cubicBezTo>
                <a:cubicBezTo>
                  <a:pt x="3020" y="459"/>
                  <a:pt x="3020" y="459"/>
                  <a:pt x="3020" y="459"/>
                </a:cubicBezTo>
                <a:cubicBezTo>
                  <a:pt x="3023" y="459"/>
                  <a:pt x="3023" y="459"/>
                  <a:pt x="3023" y="459"/>
                </a:cubicBezTo>
                <a:moveTo>
                  <a:pt x="3044" y="464"/>
                </a:moveTo>
                <a:cubicBezTo>
                  <a:pt x="3025" y="464"/>
                  <a:pt x="3025" y="464"/>
                  <a:pt x="3025" y="464"/>
                </a:cubicBezTo>
                <a:cubicBezTo>
                  <a:pt x="3014" y="469"/>
                  <a:pt x="3014" y="469"/>
                  <a:pt x="3014" y="469"/>
                </a:cubicBezTo>
                <a:cubicBezTo>
                  <a:pt x="3015" y="471"/>
                  <a:pt x="3015" y="471"/>
                  <a:pt x="3015" y="471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44" y="466"/>
                  <a:pt x="3044" y="466"/>
                  <a:pt x="3044" y="466"/>
                </a:cubicBezTo>
                <a:cubicBezTo>
                  <a:pt x="3044" y="464"/>
                  <a:pt x="3044" y="464"/>
                  <a:pt x="3044" y="464"/>
                </a:cubicBezTo>
                <a:moveTo>
                  <a:pt x="3023" y="466"/>
                </a:moveTo>
                <a:cubicBezTo>
                  <a:pt x="3023" y="488"/>
                  <a:pt x="3023" y="488"/>
                  <a:pt x="3023" y="488"/>
                </a:cubicBezTo>
                <a:cubicBezTo>
                  <a:pt x="3027" y="487"/>
                  <a:pt x="3027" y="487"/>
                  <a:pt x="3027" y="487"/>
                </a:cubicBezTo>
                <a:cubicBezTo>
                  <a:pt x="3027" y="515"/>
                  <a:pt x="3027" y="515"/>
                  <a:pt x="3027" y="515"/>
                </a:cubicBezTo>
                <a:cubicBezTo>
                  <a:pt x="3030" y="515"/>
                  <a:pt x="3030" y="515"/>
                  <a:pt x="3030" y="515"/>
                </a:cubicBezTo>
                <a:cubicBezTo>
                  <a:pt x="3030" y="543"/>
                  <a:pt x="3030" y="543"/>
                  <a:pt x="3030" y="543"/>
                </a:cubicBezTo>
                <a:cubicBezTo>
                  <a:pt x="3038" y="543"/>
                  <a:pt x="3038" y="543"/>
                  <a:pt x="3038" y="543"/>
                </a:cubicBezTo>
                <a:cubicBezTo>
                  <a:pt x="3038" y="651"/>
                  <a:pt x="3038" y="651"/>
                  <a:pt x="3038" y="651"/>
                </a:cubicBezTo>
                <a:cubicBezTo>
                  <a:pt x="3041" y="651"/>
                  <a:pt x="3041" y="651"/>
                  <a:pt x="3041" y="651"/>
                </a:cubicBezTo>
                <a:cubicBezTo>
                  <a:pt x="3040" y="541"/>
                  <a:pt x="3040" y="541"/>
                  <a:pt x="3040" y="541"/>
                </a:cubicBezTo>
                <a:cubicBezTo>
                  <a:pt x="3032" y="541"/>
                  <a:pt x="3032" y="541"/>
                  <a:pt x="3032" y="541"/>
                </a:cubicBezTo>
                <a:cubicBezTo>
                  <a:pt x="3033" y="513"/>
                  <a:pt x="3033" y="513"/>
                  <a:pt x="3033" y="513"/>
                </a:cubicBezTo>
                <a:cubicBezTo>
                  <a:pt x="3029" y="513"/>
                  <a:pt x="3029" y="513"/>
                  <a:pt x="3029" y="513"/>
                </a:cubicBezTo>
                <a:cubicBezTo>
                  <a:pt x="3029" y="485"/>
                  <a:pt x="3029" y="485"/>
                  <a:pt x="3029" y="485"/>
                </a:cubicBezTo>
                <a:cubicBezTo>
                  <a:pt x="3025" y="485"/>
                  <a:pt x="3025" y="485"/>
                  <a:pt x="3025" y="485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23" y="466"/>
                  <a:pt x="3023" y="466"/>
                  <a:pt x="3023" y="466"/>
                </a:cubicBezTo>
                <a:moveTo>
                  <a:pt x="3015" y="491"/>
                </a:moveTo>
                <a:cubicBezTo>
                  <a:pt x="3023" y="487"/>
                  <a:pt x="3023" y="487"/>
                  <a:pt x="3023" y="487"/>
                </a:cubicBezTo>
                <a:cubicBezTo>
                  <a:pt x="3039" y="487"/>
                  <a:pt x="3039" y="487"/>
                  <a:pt x="3039" y="487"/>
                </a:cubicBezTo>
                <a:cubicBezTo>
                  <a:pt x="3039" y="485"/>
                  <a:pt x="3039" y="485"/>
                  <a:pt x="3039" y="485"/>
                </a:cubicBezTo>
                <a:cubicBezTo>
                  <a:pt x="3023" y="485"/>
                  <a:pt x="3023" y="485"/>
                  <a:pt x="3023" y="485"/>
                </a:cubicBezTo>
                <a:cubicBezTo>
                  <a:pt x="3014" y="489"/>
                  <a:pt x="3014" y="489"/>
                  <a:pt x="3014" y="489"/>
                </a:cubicBezTo>
                <a:cubicBezTo>
                  <a:pt x="3015" y="491"/>
                  <a:pt x="3015" y="491"/>
                  <a:pt x="3015" y="491"/>
                </a:cubicBezTo>
                <a:moveTo>
                  <a:pt x="3014" y="522"/>
                </a:moveTo>
                <a:cubicBezTo>
                  <a:pt x="3026" y="515"/>
                  <a:pt x="3026" y="515"/>
                  <a:pt x="3026" y="515"/>
                </a:cubicBezTo>
                <a:cubicBezTo>
                  <a:pt x="3050" y="515"/>
                  <a:pt x="3050" y="515"/>
                  <a:pt x="3050" y="515"/>
                </a:cubicBezTo>
                <a:cubicBezTo>
                  <a:pt x="3050" y="513"/>
                  <a:pt x="3050" y="513"/>
                  <a:pt x="3050" y="513"/>
                </a:cubicBezTo>
                <a:cubicBezTo>
                  <a:pt x="3026" y="513"/>
                  <a:pt x="3026" y="513"/>
                  <a:pt x="3026" y="513"/>
                </a:cubicBezTo>
                <a:cubicBezTo>
                  <a:pt x="3013" y="520"/>
                  <a:pt x="3013" y="520"/>
                  <a:pt x="3013" y="520"/>
                </a:cubicBezTo>
                <a:cubicBezTo>
                  <a:pt x="3014" y="522"/>
                  <a:pt x="3014" y="522"/>
                  <a:pt x="3014" y="522"/>
                </a:cubicBezTo>
                <a:moveTo>
                  <a:pt x="3014" y="551"/>
                </a:moveTo>
                <a:cubicBezTo>
                  <a:pt x="3029" y="543"/>
                  <a:pt x="3029" y="543"/>
                  <a:pt x="3029" y="543"/>
                </a:cubicBezTo>
                <a:cubicBezTo>
                  <a:pt x="3059" y="543"/>
                  <a:pt x="3059" y="543"/>
                  <a:pt x="3059" y="543"/>
                </a:cubicBezTo>
                <a:cubicBezTo>
                  <a:pt x="3059" y="541"/>
                  <a:pt x="3059" y="541"/>
                  <a:pt x="3059" y="541"/>
                </a:cubicBezTo>
                <a:cubicBezTo>
                  <a:pt x="3028" y="541"/>
                  <a:pt x="3028" y="541"/>
                  <a:pt x="3028" y="541"/>
                </a:cubicBezTo>
                <a:cubicBezTo>
                  <a:pt x="3013" y="549"/>
                  <a:pt x="3013" y="549"/>
                  <a:pt x="3013" y="549"/>
                </a:cubicBezTo>
                <a:cubicBezTo>
                  <a:pt x="3014" y="551"/>
                  <a:pt x="3014" y="551"/>
                  <a:pt x="3014" y="551"/>
                </a:cubicBezTo>
                <a:moveTo>
                  <a:pt x="3078" y="563"/>
                </a:moveTo>
                <a:cubicBezTo>
                  <a:pt x="3098" y="565"/>
                  <a:pt x="3098" y="565"/>
                  <a:pt x="3098" y="565"/>
                </a:cubicBezTo>
                <a:cubicBezTo>
                  <a:pt x="3098" y="562"/>
                  <a:pt x="3098" y="562"/>
                  <a:pt x="3098" y="562"/>
                </a:cubicBezTo>
                <a:cubicBezTo>
                  <a:pt x="3079" y="561"/>
                  <a:pt x="3079" y="561"/>
                  <a:pt x="3079" y="561"/>
                </a:cubicBezTo>
                <a:moveTo>
                  <a:pt x="3081" y="562"/>
                </a:moveTo>
                <a:cubicBezTo>
                  <a:pt x="3083" y="562"/>
                  <a:pt x="3083" y="562"/>
                  <a:pt x="3083" y="562"/>
                </a:cubicBezTo>
                <a:cubicBezTo>
                  <a:pt x="3083" y="548"/>
                  <a:pt x="3083" y="548"/>
                  <a:pt x="3083" y="548"/>
                </a:cubicBezTo>
                <a:cubicBezTo>
                  <a:pt x="3081" y="548"/>
                  <a:pt x="3081" y="548"/>
                  <a:pt x="3081" y="548"/>
                </a:cubicBezTo>
                <a:lnTo>
                  <a:pt x="3081" y="562"/>
                </a:lnTo>
                <a:close/>
                <a:moveTo>
                  <a:pt x="3022" y="652"/>
                </a:moveTo>
                <a:cubicBezTo>
                  <a:pt x="3081" y="652"/>
                  <a:pt x="3081" y="652"/>
                  <a:pt x="3081" y="652"/>
                </a:cubicBezTo>
                <a:cubicBezTo>
                  <a:pt x="3081" y="671"/>
                  <a:pt x="3081" y="671"/>
                  <a:pt x="3081" y="671"/>
                </a:cubicBezTo>
                <a:cubicBezTo>
                  <a:pt x="3083" y="671"/>
                  <a:pt x="3083" y="671"/>
                  <a:pt x="3083" y="671"/>
                </a:cubicBezTo>
                <a:cubicBezTo>
                  <a:pt x="3083" y="649"/>
                  <a:pt x="3083" y="649"/>
                  <a:pt x="3083" y="649"/>
                </a:cubicBezTo>
                <a:cubicBezTo>
                  <a:pt x="3022" y="649"/>
                  <a:pt x="3022" y="649"/>
                  <a:pt x="3022" y="649"/>
                </a:cubicBezTo>
                <a:cubicBezTo>
                  <a:pt x="3022" y="652"/>
                  <a:pt x="3022" y="652"/>
                  <a:pt x="3022" y="652"/>
                </a:cubicBezTo>
                <a:moveTo>
                  <a:pt x="3082" y="654"/>
                </a:moveTo>
                <a:cubicBezTo>
                  <a:pt x="3113" y="651"/>
                  <a:pt x="3113" y="651"/>
                  <a:pt x="3113" y="651"/>
                </a:cubicBezTo>
                <a:cubicBezTo>
                  <a:pt x="3168" y="651"/>
                  <a:pt x="3168" y="651"/>
                  <a:pt x="3168" y="651"/>
                </a:cubicBezTo>
                <a:cubicBezTo>
                  <a:pt x="3168" y="649"/>
                  <a:pt x="3168" y="649"/>
                  <a:pt x="3168" y="649"/>
                </a:cubicBezTo>
                <a:cubicBezTo>
                  <a:pt x="3113" y="649"/>
                  <a:pt x="3113" y="649"/>
                  <a:pt x="3113" y="649"/>
                </a:cubicBezTo>
                <a:cubicBezTo>
                  <a:pt x="3082" y="652"/>
                  <a:pt x="3082" y="652"/>
                  <a:pt x="3082" y="652"/>
                </a:cubicBezTo>
                <a:cubicBezTo>
                  <a:pt x="3082" y="654"/>
                  <a:pt x="3082" y="654"/>
                  <a:pt x="3082" y="654"/>
                </a:cubicBezTo>
                <a:moveTo>
                  <a:pt x="3169" y="616"/>
                </a:moveTo>
                <a:cubicBezTo>
                  <a:pt x="3189" y="616"/>
                  <a:pt x="3189" y="616"/>
                  <a:pt x="3189" y="616"/>
                </a:cubicBezTo>
                <a:cubicBezTo>
                  <a:pt x="3189" y="657"/>
                  <a:pt x="3189" y="657"/>
                  <a:pt x="3189" y="657"/>
                </a:cubicBezTo>
                <a:cubicBezTo>
                  <a:pt x="3191" y="657"/>
                  <a:pt x="3191" y="657"/>
                  <a:pt x="3191" y="657"/>
                </a:cubicBezTo>
                <a:cubicBezTo>
                  <a:pt x="3191" y="613"/>
                  <a:pt x="3191" y="613"/>
                  <a:pt x="3191" y="613"/>
                </a:cubicBezTo>
                <a:cubicBezTo>
                  <a:pt x="3169" y="613"/>
                  <a:pt x="3169" y="613"/>
                  <a:pt x="3169" y="613"/>
                </a:cubicBezTo>
                <a:cubicBezTo>
                  <a:pt x="3169" y="616"/>
                  <a:pt x="3169" y="616"/>
                  <a:pt x="3169" y="616"/>
                </a:cubicBezTo>
                <a:moveTo>
                  <a:pt x="3227" y="632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35" y="427"/>
                  <a:pt x="3235" y="427"/>
                  <a:pt x="3235" y="427"/>
                </a:cubicBezTo>
                <a:cubicBezTo>
                  <a:pt x="3235" y="631"/>
                  <a:pt x="3235" y="631"/>
                  <a:pt x="3235" y="631"/>
                </a:cubicBezTo>
                <a:cubicBezTo>
                  <a:pt x="3312" y="631"/>
                  <a:pt x="3312" y="631"/>
                  <a:pt x="3312" y="631"/>
                </a:cubicBezTo>
                <a:cubicBezTo>
                  <a:pt x="3312" y="424"/>
                  <a:pt x="3312" y="424"/>
                  <a:pt x="3312" y="424"/>
                </a:cubicBezTo>
                <a:cubicBezTo>
                  <a:pt x="3236" y="424"/>
                  <a:pt x="3236" y="424"/>
                  <a:pt x="3236" y="424"/>
                </a:cubicBezTo>
                <a:cubicBezTo>
                  <a:pt x="3236" y="426"/>
                  <a:pt x="3236" y="426"/>
                  <a:pt x="3236" y="426"/>
                </a:cubicBezTo>
                <a:cubicBezTo>
                  <a:pt x="3310" y="426"/>
                  <a:pt x="3310" y="426"/>
                  <a:pt x="3310" y="426"/>
                </a:cubicBezTo>
                <a:cubicBezTo>
                  <a:pt x="3310" y="629"/>
                  <a:pt x="3310" y="629"/>
                  <a:pt x="3310" y="629"/>
                </a:cubicBezTo>
                <a:cubicBezTo>
                  <a:pt x="3237" y="629"/>
                  <a:pt x="3237" y="629"/>
                  <a:pt x="3237" y="629"/>
                </a:cubicBezTo>
                <a:cubicBezTo>
                  <a:pt x="3237" y="423"/>
                  <a:pt x="3237" y="423"/>
                  <a:pt x="3237" y="423"/>
                </a:cubicBezTo>
                <a:cubicBezTo>
                  <a:pt x="3225" y="430"/>
                  <a:pt x="3225" y="430"/>
                  <a:pt x="3225" y="430"/>
                </a:cubicBezTo>
                <a:cubicBezTo>
                  <a:pt x="3225" y="632"/>
                  <a:pt x="3225" y="632"/>
                  <a:pt x="3225" y="632"/>
                </a:cubicBezTo>
                <a:cubicBezTo>
                  <a:pt x="3227" y="632"/>
                  <a:pt x="3227" y="632"/>
                  <a:pt x="3227" y="632"/>
                </a:cubicBezTo>
                <a:moveTo>
                  <a:pt x="3226" y="430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47" y="413"/>
                  <a:pt x="3247" y="413"/>
                  <a:pt x="3247" y="413"/>
                </a:cubicBezTo>
                <a:cubicBezTo>
                  <a:pt x="3300" y="413"/>
                  <a:pt x="3300" y="413"/>
                  <a:pt x="3300" y="413"/>
                </a:cubicBezTo>
                <a:cubicBezTo>
                  <a:pt x="3306" y="420"/>
                  <a:pt x="3306" y="420"/>
                  <a:pt x="3306" y="420"/>
                </a:cubicBezTo>
                <a:cubicBezTo>
                  <a:pt x="3242" y="420"/>
                  <a:pt x="3242" y="420"/>
                  <a:pt x="3242" y="42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7" y="431"/>
                  <a:pt x="3227" y="431"/>
                  <a:pt x="3227" y="431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42" y="422"/>
                  <a:pt x="3242" y="422"/>
                  <a:pt x="3242" y="422"/>
                </a:cubicBezTo>
                <a:cubicBezTo>
                  <a:pt x="3311" y="422"/>
                  <a:pt x="3311" y="422"/>
                  <a:pt x="3311" y="422"/>
                </a:cubicBezTo>
                <a:cubicBezTo>
                  <a:pt x="3301" y="410"/>
                  <a:pt x="3301" y="410"/>
                  <a:pt x="3301" y="410"/>
                </a:cubicBezTo>
                <a:cubicBezTo>
                  <a:pt x="3246" y="410"/>
                  <a:pt x="3246" y="410"/>
                  <a:pt x="3246" y="41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26" y="430"/>
                  <a:pt x="3226" y="430"/>
                  <a:pt x="3226" y="430"/>
                </a:cubicBezTo>
                <a:moveTo>
                  <a:pt x="3236" y="629"/>
                </a:moveTo>
                <a:cubicBezTo>
                  <a:pt x="3228" y="629"/>
                  <a:pt x="3228" y="629"/>
                  <a:pt x="3228" y="629"/>
                </a:cubicBezTo>
                <a:cubicBezTo>
                  <a:pt x="3218" y="635"/>
                  <a:pt x="3218" y="635"/>
                  <a:pt x="3218" y="635"/>
                </a:cubicBezTo>
                <a:cubicBezTo>
                  <a:pt x="3218" y="671"/>
                  <a:pt x="3218" y="671"/>
                  <a:pt x="3218" y="671"/>
                </a:cubicBezTo>
                <a:cubicBezTo>
                  <a:pt x="3220" y="671"/>
                  <a:pt x="3220" y="671"/>
                  <a:pt x="3220" y="671"/>
                </a:cubicBezTo>
                <a:cubicBezTo>
                  <a:pt x="3220" y="637"/>
                  <a:pt x="3220" y="637"/>
                  <a:pt x="3220" y="637"/>
                </a:cubicBezTo>
                <a:cubicBezTo>
                  <a:pt x="3229" y="632"/>
                  <a:pt x="3229" y="632"/>
                  <a:pt x="3229" y="632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236" y="629"/>
                  <a:pt x="3236" y="629"/>
                  <a:pt x="3236" y="629"/>
                </a:cubicBezTo>
                <a:moveTo>
                  <a:pt x="3316" y="631"/>
                </a:moveTo>
                <a:cubicBezTo>
                  <a:pt x="3336" y="631"/>
                  <a:pt x="3336" y="631"/>
                  <a:pt x="3336" y="631"/>
                </a:cubicBezTo>
                <a:cubicBezTo>
                  <a:pt x="3336" y="626"/>
                  <a:pt x="3336" y="626"/>
                  <a:pt x="3336" y="626"/>
                </a:cubicBezTo>
                <a:cubicBezTo>
                  <a:pt x="3346" y="626"/>
                  <a:pt x="3346" y="626"/>
                  <a:pt x="3346" y="626"/>
                </a:cubicBezTo>
                <a:cubicBezTo>
                  <a:pt x="3346" y="632"/>
                  <a:pt x="3346" y="632"/>
                  <a:pt x="3346" y="632"/>
                </a:cubicBezTo>
                <a:cubicBezTo>
                  <a:pt x="3352" y="632"/>
                  <a:pt x="3352" y="632"/>
                  <a:pt x="3352" y="632"/>
                </a:cubicBezTo>
                <a:cubicBezTo>
                  <a:pt x="3352" y="648"/>
                  <a:pt x="3352" y="648"/>
                  <a:pt x="3352" y="648"/>
                </a:cubicBezTo>
                <a:cubicBezTo>
                  <a:pt x="3354" y="651"/>
                  <a:pt x="3354" y="651"/>
                  <a:pt x="3354" y="651"/>
                </a:cubicBezTo>
                <a:cubicBezTo>
                  <a:pt x="3354" y="671"/>
                  <a:pt x="3354" y="671"/>
                  <a:pt x="3354" y="671"/>
                </a:cubicBezTo>
                <a:cubicBezTo>
                  <a:pt x="3357" y="671"/>
                  <a:pt x="3357" y="671"/>
                  <a:pt x="3357" y="671"/>
                </a:cubicBezTo>
                <a:cubicBezTo>
                  <a:pt x="3357" y="650"/>
                  <a:pt x="3357" y="650"/>
                  <a:pt x="3357" y="650"/>
                </a:cubicBezTo>
                <a:cubicBezTo>
                  <a:pt x="3354" y="647"/>
                  <a:pt x="3354" y="647"/>
                  <a:pt x="3354" y="647"/>
                </a:cubicBezTo>
                <a:cubicBezTo>
                  <a:pt x="3354" y="630"/>
                  <a:pt x="3354" y="630"/>
                  <a:pt x="3354" y="630"/>
                </a:cubicBezTo>
                <a:cubicBezTo>
                  <a:pt x="3348" y="630"/>
                  <a:pt x="3348" y="630"/>
                  <a:pt x="3348" y="630"/>
                </a:cubicBezTo>
                <a:cubicBezTo>
                  <a:pt x="3348" y="624"/>
                  <a:pt x="3348" y="624"/>
                  <a:pt x="3348" y="624"/>
                </a:cubicBezTo>
                <a:cubicBezTo>
                  <a:pt x="3334" y="624"/>
                  <a:pt x="3334" y="624"/>
                  <a:pt x="3334" y="624"/>
                </a:cubicBezTo>
                <a:cubicBezTo>
                  <a:pt x="3334" y="629"/>
                  <a:pt x="3334" y="629"/>
                  <a:pt x="3334" y="629"/>
                </a:cubicBezTo>
                <a:cubicBezTo>
                  <a:pt x="3316" y="629"/>
                  <a:pt x="3316" y="629"/>
                  <a:pt x="3316" y="629"/>
                </a:cubicBezTo>
                <a:cubicBezTo>
                  <a:pt x="3316" y="631"/>
                  <a:pt x="3316" y="631"/>
                  <a:pt x="3316" y="631"/>
                </a:cubicBezTo>
                <a:moveTo>
                  <a:pt x="3182" y="615"/>
                </a:moveTo>
                <a:cubicBezTo>
                  <a:pt x="3182" y="562"/>
                  <a:pt x="3182" y="562"/>
                  <a:pt x="3182" y="562"/>
                </a:cubicBezTo>
                <a:cubicBezTo>
                  <a:pt x="3197" y="559"/>
                  <a:pt x="3197" y="559"/>
                  <a:pt x="3197" y="559"/>
                </a:cubicBezTo>
                <a:cubicBezTo>
                  <a:pt x="3197" y="663"/>
                  <a:pt x="3197" y="663"/>
                  <a:pt x="3197" y="663"/>
                </a:cubicBezTo>
                <a:cubicBezTo>
                  <a:pt x="3200" y="663"/>
                  <a:pt x="3200" y="663"/>
                  <a:pt x="3200" y="663"/>
                </a:cubicBezTo>
                <a:cubicBezTo>
                  <a:pt x="3200" y="556"/>
                  <a:pt x="3200" y="556"/>
                  <a:pt x="3200" y="556"/>
                </a:cubicBezTo>
                <a:cubicBezTo>
                  <a:pt x="3180" y="560"/>
                  <a:pt x="3180" y="560"/>
                  <a:pt x="3180" y="560"/>
                </a:cubicBezTo>
                <a:cubicBezTo>
                  <a:pt x="3180" y="615"/>
                  <a:pt x="3180" y="615"/>
                  <a:pt x="3180" y="615"/>
                </a:cubicBezTo>
                <a:cubicBezTo>
                  <a:pt x="3182" y="615"/>
                  <a:pt x="3182" y="615"/>
                  <a:pt x="3182" y="615"/>
                </a:cubicBezTo>
                <a:moveTo>
                  <a:pt x="3199" y="559"/>
                </a:moveTo>
                <a:cubicBezTo>
                  <a:pt x="3226" y="559"/>
                  <a:pt x="3226" y="559"/>
                  <a:pt x="3226" y="559"/>
                </a:cubicBezTo>
                <a:cubicBezTo>
                  <a:pt x="3226" y="557"/>
                  <a:pt x="3226" y="557"/>
                  <a:pt x="3226" y="557"/>
                </a:cubicBezTo>
                <a:cubicBezTo>
                  <a:pt x="3199" y="557"/>
                  <a:pt x="3199" y="557"/>
                  <a:pt x="3199" y="557"/>
                </a:cubicBezTo>
                <a:lnTo>
                  <a:pt x="3199" y="559"/>
                </a:lnTo>
                <a:close/>
                <a:moveTo>
                  <a:pt x="3143" y="559"/>
                </a:moveTo>
                <a:cubicBezTo>
                  <a:pt x="3143" y="508"/>
                  <a:pt x="3143" y="508"/>
                  <a:pt x="3143" y="508"/>
                </a:cubicBezTo>
                <a:cubicBezTo>
                  <a:pt x="3201" y="508"/>
                  <a:pt x="3201" y="508"/>
                  <a:pt x="3201" y="508"/>
                </a:cubicBezTo>
                <a:cubicBezTo>
                  <a:pt x="3201" y="545"/>
                  <a:pt x="3201" y="545"/>
                  <a:pt x="3201" y="545"/>
                </a:cubicBezTo>
                <a:cubicBezTo>
                  <a:pt x="3203" y="545"/>
                  <a:pt x="3203" y="545"/>
                  <a:pt x="3203" y="545"/>
                </a:cubicBezTo>
                <a:cubicBezTo>
                  <a:pt x="3203" y="505"/>
                  <a:pt x="3203" y="505"/>
                  <a:pt x="3203" y="505"/>
                </a:cubicBezTo>
                <a:cubicBezTo>
                  <a:pt x="3141" y="505"/>
                  <a:pt x="3141" y="505"/>
                  <a:pt x="3141" y="505"/>
                </a:cubicBezTo>
                <a:cubicBezTo>
                  <a:pt x="3141" y="559"/>
                  <a:pt x="3141" y="559"/>
                  <a:pt x="3141" y="559"/>
                </a:cubicBezTo>
                <a:cubicBezTo>
                  <a:pt x="3143" y="559"/>
                  <a:pt x="3143" y="559"/>
                  <a:pt x="3143" y="559"/>
                </a:cubicBezTo>
                <a:moveTo>
                  <a:pt x="3177" y="506"/>
                </a:moveTo>
                <a:cubicBezTo>
                  <a:pt x="3177" y="475"/>
                  <a:pt x="3177" y="475"/>
                  <a:pt x="3177" y="475"/>
                </a:cubicBezTo>
                <a:cubicBezTo>
                  <a:pt x="3226" y="475"/>
                  <a:pt x="3226" y="475"/>
                  <a:pt x="3226" y="475"/>
                </a:cubicBezTo>
                <a:cubicBezTo>
                  <a:pt x="3226" y="472"/>
                  <a:pt x="3226" y="472"/>
                  <a:pt x="3226" y="472"/>
                </a:cubicBezTo>
                <a:cubicBezTo>
                  <a:pt x="3175" y="472"/>
                  <a:pt x="3175" y="472"/>
                  <a:pt x="3175" y="472"/>
                </a:cubicBezTo>
                <a:cubicBezTo>
                  <a:pt x="3175" y="506"/>
                  <a:pt x="3175" y="506"/>
                  <a:pt x="3175" y="506"/>
                </a:cubicBezTo>
                <a:cubicBezTo>
                  <a:pt x="3177" y="506"/>
                  <a:pt x="3177" y="506"/>
                  <a:pt x="3177" y="506"/>
                </a:cubicBezTo>
                <a:moveTo>
                  <a:pt x="3158" y="507"/>
                </a:moveTo>
                <a:cubicBezTo>
                  <a:pt x="3158" y="461"/>
                  <a:pt x="3158" y="461"/>
                  <a:pt x="3158" y="461"/>
                </a:cubicBezTo>
                <a:cubicBezTo>
                  <a:pt x="3169" y="461"/>
                  <a:pt x="3169" y="461"/>
                  <a:pt x="3169" y="461"/>
                </a:cubicBezTo>
                <a:cubicBezTo>
                  <a:pt x="3169" y="450"/>
                  <a:pt x="3169" y="450"/>
                  <a:pt x="3169" y="450"/>
                </a:cubicBezTo>
                <a:cubicBezTo>
                  <a:pt x="3182" y="450"/>
                  <a:pt x="3182" y="450"/>
                  <a:pt x="3182" y="450"/>
                </a:cubicBezTo>
                <a:cubicBezTo>
                  <a:pt x="3182" y="458"/>
                  <a:pt x="3182" y="458"/>
                  <a:pt x="3182" y="458"/>
                </a:cubicBezTo>
                <a:cubicBezTo>
                  <a:pt x="3199" y="458"/>
                  <a:pt x="3199" y="458"/>
                  <a:pt x="3199" y="458"/>
                </a:cubicBezTo>
                <a:cubicBezTo>
                  <a:pt x="3199" y="473"/>
                  <a:pt x="3199" y="473"/>
                  <a:pt x="3199" y="473"/>
                </a:cubicBezTo>
                <a:cubicBezTo>
                  <a:pt x="3201" y="473"/>
                  <a:pt x="3201" y="473"/>
                  <a:pt x="3201" y="473"/>
                </a:cubicBezTo>
                <a:cubicBezTo>
                  <a:pt x="3201" y="456"/>
                  <a:pt x="3201" y="456"/>
                  <a:pt x="3201" y="456"/>
                </a:cubicBezTo>
                <a:cubicBezTo>
                  <a:pt x="3184" y="456"/>
                  <a:pt x="3184" y="456"/>
                  <a:pt x="3184" y="456"/>
                </a:cubicBezTo>
                <a:cubicBezTo>
                  <a:pt x="3184" y="449"/>
                  <a:pt x="3184" y="449"/>
                  <a:pt x="3184" y="449"/>
                </a:cubicBezTo>
                <a:cubicBezTo>
                  <a:pt x="3184" y="448"/>
                  <a:pt x="3184" y="448"/>
                  <a:pt x="3184" y="448"/>
                </a:cubicBezTo>
                <a:cubicBezTo>
                  <a:pt x="3167" y="448"/>
                  <a:pt x="3167" y="448"/>
                  <a:pt x="3167" y="448"/>
                </a:cubicBezTo>
                <a:cubicBezTo>
                  <a:pt x="3167" y="459"/>
                  <a:pt x="3167" y="459"/>
                  <a:pt x="3167" y="459"/>
                </a:cubicBezTo>
                <a:cubicBezTo>
                  <a:pt x="3156" y="459"/>
                  <a:pt x="3156" y="459"/>
                  <a:pt x="3156" y="459"/>
                </a:cubicBezTo>
                <a:cubicBezTo>
                  <a:pt x="3156" y="507"/>
                  <a:pt x="3156" y="507"/>
                  <a:pt x="3156" y="507"/>
                </a:cubicBezTo>
                <a:cubicBezTo>
                  <a:pt x="3158" y="507"/>
                  <a:pt x="3158" y="507"/>
                  <a:pt x="3158" y="507"/>
                </a:cubicBezTo>
                <a:moveTo>
                  <a:pt x="3067" y="551"/>
                </a:moveTo>
                <a:cubicBezTo>
                  <a:pt x="3067" y="492"/>
                  <a:pt x="3067" y="492"/>
                  <a:pt x="3067" y="492"/>
                </a:cubicBezTo>
                <a:cubicBezTo>
                  <a:pt x="3077" y="486"/>
                  <a:pt x="3077" y="486"/>
                  <a:pt x="3077" y="486"/>
                </a:cubicBezTo>
                <a:cubicBezTo>
                  <a:pt x="3077" y="480"/>
                  <a:pt x="3077" y="480"/>
                  <a:pt x="3077" y="480"/>
                </a:cubicBezTo>
                <a:cubicBezTo>
                  <a:pt x="3091" y="461"/>
                  <a:pt x="3091" y="461"/>
                  <a:pt x="3091" y="461"/>
                </a:cubicBezTo>
                <a:cubicBezTo>
                  <a:pt x="3106" y="479"/>
                  <a:pt x="3106" y="479"/>
                  <a:pt x="3106" y="479"/>
                </a:cubicBezTo>
                <a:cubicBezTo>
                  <a:pt x="3106" y="487"/>
                  <a:pt x="3106" y="487"/>
                  <a:pt x="3106" y="487"/>
                </a:cubicBezTo>
                <a:cubicBezTo>
                  <a:pt x="3106" y="488"/>
                  <a:pt x="3106" y="488"/>
                  <a:pt x="3106" y="488"/>
                </a:cubicBezTo>
                <a:cubicBezTo>
                  <a:pt x="3112" y="491"/>
                  <a:pt x="3112" y="491"/>
                  <a:pt x="3112" y="491"/>
                </a:cubicBezTo>
                <a:cubicBezTo>
                  <a:pt x="3112" y="559"/>
                  <a:pt x="3112" y="559"/>
                  <a:pt x="3112" y="559"/>
                </a:cubicBezTo>
                <a:cubicBezTo>
                  <a:pt x="3114" y="559"/>
                  <a:pt x="3114" y="559"/>
                  <a:pt x="3114" y="559"/>
                </a:cubicBezTo>
                <a:cubicBezTo>
                  <a:pt x="3114" y="489"/>
                  <a:pt x="3114" y="489"/>
                  <a:pt x="3114" y="489"/>
                </a:cubicBezTo>
                <a:cubicBezTo>
                  <a:pt x="3108" y="487"/>
                  <a:pt x="3108" y="487"/>
                  <a:pt x="3108" y="487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091" y="458"/>
                  <a:pt x="3091" y="458"/>
                  <a:pt x="3091" y="458"/>
                </a:cubicBezTo>
                <a:cubicBezTo>
                  <a:pt x="3075" y="480"/>
                  <a:pt x="3075" y="480"/>
                  <a:pt x="3075" y="480"/>
                </a:cubicBezTo>
                <a:cubicBezTo>
                  <a:pt x="3075" y="485"/>
                  <a:pt x="3075" y="485"/>
                  <a:pt x="3075" y="485"/>
                </a:cubicBezTo>
                <a:cubicBezTo>
                  <a:pt x="3065" y="491"/>
                  <a:pt x="3065" y="491"/>
                  <a:pt x="3065" y="491"/>
                </a:cubicBezTo>
                <a:cubicBezTo>
                  <a:pt x="3065" y="551"/>
                  <a:pt x="3065" y="551"/>
                  <a:pt x="3065" y="551"/>
                </a:cubicBezTo>
                <a:cubicBezTo>
                  <a:pt x="3067" y="551"/>
                  <a:pt x="3067" y="551"/>
                  <a:pt x="3067" y="551"/>
                </a:cubicBezTo>
                <a:moveTo>
                  <a:pt x="3077" y="483"/>
                </a:moveTo>
                <a:cubicBezTo>
                  <a:pt x="3086" y="480"/>
                  <a:pt x="3086" y="480"/>
                  <a:pt x="3086" y="480"/>
                </a:cubicBezTo>
                <a:cubicBezTo>
                  <a:pt x="3107" y="481"/>
                  <a:pt x="3107" y="481"/>
                  <a:pt x="3107" y="481"/>
                </a:cubicBezTo>
                <a:cubicBezTo>
                  <a:pt x="3107" y="479"/>
                  <a:pt x="3107" y="479"/>
                  <a:pt x="3107" y="479"/>
                </a:cubicBezTo>
                <a:cubicBezTo>
                  <a:pt x="3086" y="478"/>
                  <a:pt x="3086" y="478"/>
                  <a:pt x="3086" y="478"/>
                </a:cubicBezTo>
                <a:cubicBezTo>
                  <a:pt x="3076" y="481"/>
                  <a:pt x="3076" y="481"/>
                  <a:pt x="3076" y="481"/>
                </a:cubicBezTo>
                <a:cubicBezTo>
                  <a:pt x="3077" y="483"/>
                  <a:pt x="3077" y="483"/>
                  <a:pt x="3077" y="483"/>
                </a:cubicBezTo>
                <a:moveTo>
                  <a:pt x="3004" y="439"/>
                </a:moveTo>
                <a:cubicBezTo>
                  <a:pt x="3004" y="423"/>
                  <a:pt x="3004" y="423"/>
                  <a:pt x="3004" y="423"/>
                </a:cubicBezTo>
                <a:cubicBezTo>
                  <a:pt x="3015" y="423"/>
                  <a:pt x="3015" y="423"/>
                  <a:pt x="3015" y="423"/>
                </a:cubicBezTo>
                <a:cubicBezTo>
                  <a:pt x="3015" y="410"/>
                  <a:pt x="3015" y="410"/>
                  <a:pt x="3015" y="410"/>
                </a:cubicBezTo>
                <a:cubicBezTo>
                  <a:pt x="3020" y="410"/>
                  <a:pt x="3020" y="410"/>
                  <a:pt x="3020" y="410"/>
                </a:cubicBezTo>
                <a:cubicBezTo>
                  <a:pt x="3020" y="397"/>
                  <a:pt x="3020" y="397"/>
                  <a:pt x="3020" y="397"/>
                </a:cubicBezTo>
                <a:cubicBezTo>
                  <a:pt x="3028" y="388"/>
                  <a:pt x="3028" y="388"/>
                  <a:pt x="3028" y="388"/>
                </a:cubicBezTo>
                <a:cubicBezTo>
                  <a:pt x="3037" y="397"/>
                  <a:pt x="3037" y="397"/>
                  <a:pt x="3037" y="397"/>
                </a:cubicBezTo>
                <a:cubicBezTo>
                  <a:pt x="3037" y="406"/>
                  <a:pt x="3037" y="406"/>
                  <a:pt x="3037" y="406"/>
                </a:cubicBezTo>
                <a:cubicBezTo>
                  <a:pt x="3037" y="407"/>
                  <a:pt x="3037" y="407"/>
                  <a:pt x="3037" y="407"/>
                </a:cubicBezTo>
                <a:cubicBezTo>
                  <a:pt x="3046" y="407"/>
                  <a:pt x="3046" y="407"/>
                  <a:pt x="3046" y="407"/>
                </a:cubicBezTo>
                <a:cubicBezTo>
                  <a:pt x="3046" y="450"/>
                  <a:pt x="3046" y="450"/>
                  <a:pt x="3046" y="450"/>
                </a:cubicBezTo>
                <a:cubicBezTo>
                  <a:pt x="3049" y="450"/>
                  <a:pt x="3049" y="450"/>
                  <a:pt x="3049" y="450"/>
                </a:cubicBezTo>
                <a:cubicBezTo>
                  <a:pt x="3049" y="404"/>
                  <a:pt x="3049" y="404"/>
                  <a:pt x="3049" y="404"/>
                </a:cubicBezTo>
                <a:cubicBezTo>
                  <a:pt x="3039" y="405"/>
                  <a:pt x="3039" y="405"/>
                  <a:pt x="3039" y="405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28" y="385"/>
                  <a:pt x="3028" y="385"/>
                  <a:pt x="3028" y="385"/>
                </a:cubicBezTo>
                <a:cubicBezTo>
                  <a:pt x="3018" y="397"/>
                  <a:pt x="3018" y="397"/>
                  <a:pt x="3018" y="397"/>
                </a:cubicBezTo>
                <a:cubicBezTo>
                  <a:pt x="3018" y="407"/>
                  <a:pt x="3018" y="407"/>
                  <a:pt x="3018" y="407"/>
                </a:cubicBezTo>
                <a:cubicBezTo>
                  <a:pt x="3012" y="407"/>
                  <a:pt x="3012" y="407"/>
                  <a:pt x="3012" y="407"/>
                </a:cubicBezTo>
                <a:cubicBezTo>
                  <a:pt x="3012" y="420"/>
                  <a:pt x="3012" y="420"/>
                  <a:pt x="3012" y="420"/>
                </a:cubicBezTo>
                <a:cubicBezTo>
                  <a:pt x="3002" y="420"/>
                  <a:pt x="3002" y="420"/>
                  <a:pt x="3002" y="420"/>
                </a:cubicBezTo>
                <a:cubicBezTo>
                  <a:pt x="3002" y="439"/>
                  <a:pt x="3002" y="439"/>
                  <a:pt x="3002" y="439"/>
                </a:cubicBezTo>
                <a:cubicBezTo>
                  <a:pt x="3004" y="439"/>
                  <a:pt x="3004" y="439"/>
                  <a:pt x="3004" y="439"/>
                </a:cubicBezTo>
                <a:moveTo>
                  <a:pt x="2853" y="417"/>
                </a:moveTo>
                <a:cubicBezTo>
                  <a:pt x="2853" y="401"/>
                  <a:pt x="2853" y="401"/>
                  <a:pt x="2853" y="401"/>
                </a:cubicBezTo>
                <a:cubicBezTo>
                  <a:pt x="2870" y="401"/>
                  <a:pt x="2870" y="401"/>
                  <a:pt x="2870" y="401"/>
                </a:cubicBezTo>
                <a:cubicBezTo>
                  <a:pt x="2870" y="428"/>
                  <a:pt x="2870" y="428"/>
                  <a:pt x="2870" y="428"/>
                </a:cubicBezTo>
                <a:cubicBezTo>
                  <a:pt x="2873" y="428"/>
                  <a:pt x="2873" y="428"/>
                  <a:pt x="2873" y="428"/>
                </a:cubicBezTo>
                <a:cubicBezTo>
                  <a:pt x="2873" y="398"/>
                  <a:pt x="2873" y="398"/>
                  <a:pt x="2873" y="398"/>
                </a:cubicBezTo>
                <a:cubicBezTo>
                  <a:pt x="2850" y="398"/>
                  <a:pt x="2850" y="398"/>
                  <a:pt x="2850" y="398"/>
                </a:cubicBezTo>
                <a:cubicBezTo>
                  <a:pt x="2850" y="417"/>
                  <a:pt x="2850" y="417"/>
                  <a:pt x="2850" y="417"/>
                </a:cubicBezTo>
                <a:cubicBezTo>
                  <a:pt x="2853" y="417"/>
                  <a:pt x="2853" y="417"/>
                  <a:pt x="2853" y="417"/>
                </a:cubicBezTo>
                <a:moveTo>
                  <a:pt x="2864" y="443"/>
                </a:moveTo>
                <a:cubicBezTo>
                  <a:pt x="2883" y="443"/>
                  <a:pt x="2883" y="443"/>
                  <a:pt x="2883" y="443"/>
                </a:cubicBezTo>
                <a:cubicBezTo>
                  <a:pt x="2883" y="428"/>
                  <a:pt x="2883" y="428"/>
                  <a:pt x="2883" y="428"/>
                </a:cubicBezTo>
                <a:cubicBezTo>
                  <a:pt x="2921" y="428"/>
                  <a:pt x="2921" y="428"/>
                  <a:pt x="2921" y="428"/>
                </a:cubicBezTo>
                <a:cubicBezTo>
                  <a:pt x="2921" y="437"/>
                  <a:pt x="2921" y="437"/>
                  <a:pt x="2921" y="437"/>
                </a:cubicBezTo>
                <a:cubicBezTo>
                  <a:pt x="2921" y="438"/>
                  <a:pt x="2921" y="438"/>
                  <a:pt x="2921" y="438"/>
                </a:cubicBezTo>
                <a:cubicBezTo>
                  <a:pt x="2937" y="438"/>
                  <a:pt x="2937" y="438"/>
                  <a:pt x="2937" y="438"/>
                </a:cubicBezTo>
                <a:cubicBezTo>
                  <a:pt x="2937" y="443"/>
                  <a:pt x="2937" y="443"/>
                  <a:pt x="2937" y="443"/>
                </a:cubicBezTo>
                <a:cubicBezTo>
                  <a:pt x="2949" y="443"/>
                  <a:pt x="2949" y="443"/>
                  <a:pt x="2949" y="443"/>
                </a:cubicBezTo>
                <a:cubicBezTo>
                  <a:pt x="2949" y="483"/>
                  <a:pt x="2949" y="483"/>
                  <a:pt x="2949" y="483"/>
                </a:cubicBezTo>
                <a:cubicBezTo>
                  <a:pt x="2951" y="483"/>
                  <a:pt x="2951" y="483"/>
                  <a:pt x="2951" y="483"/>
                </a:cubicBezTo>
                <a:cubicBezTo>
                  <a:pt x="2951" y="441"/>
                  <a:pt x="2951" y="441"/>
                  <a:pt x="2951" y="441"/>
                </a:cubicBezTo>
                <a:cubicBezTo>
                  <a:pt x="2939" y="441"/>
                  <a:pt x="2939" y="441"/>
                  <a:pt x="2939" y="441"/>
                </a:cubicBezTo>
                <a:cubicBezTo>
                  <a:pt x="2940" y="437"/>
                  <a:pt x="2940" y="437"/>
                  <a:pt x="2940" y="437"/>
                </a:cubicBezTo>
                <a:cubicBezTo>
                  <a:pt x="2940" y="436"/>
                  <a:pt x="2940" y="436"/>
                  <a:pt x="2940" y="436"/>
                </a:cubicBezTo>
                <a:cubicBezTo>
                  <a:pt x="2923" y="436"/>
                  <a:pt x="2923" y="436"/>
                  <a:pt x="2923" y="436"/>
                </a:cubicBezTo>
                <a:cubicBezTo>
                  <a:pt x="2923" y="425"/>
                  <a:pt x="2923" y="425"/>
                  <a:pt x="2923" y="425"/>
                </a:cubicBezTo>
                <a:cubicBezTo>
                  <a:pt x="2880" y="425"/>
                  <a:pt x="2880" y="425"/>
                  <a:pt x="2880" y="425"/>
                </a:cubicBezTo>
                <a:cubicBezTo>
                  <a:pt x="2880" y="441"/>
                  <a:pt x="2880" y="441"/>
                  <a:pt x="2880" y="441"/>
                </a:cubicBezTo>
                <a:cubicBezTo>
                  <a:pt x="2864" y="441"/>
                  <a:pt x="2864" y="441"/>
                  <a:pt x="2864" y="441"/>
                </a:cubicBezTo>
                <a:cubicBezTo>
                  <a:pt x="2864" y="443"/>
                  <a:pt x="2864" y="443"/>
                  <a:pt x="2864" y="443"/>
                </a:cubicBezTo>
                <a:moveTo>
                  <a:pt x="3048" y="423"/>
                </a:moveTo>
                <a:cubicBezTo>
                  <a:pt x="3063" y="423"/>
                  <a:pt x="3063" y="423"/>
                  <a:pt x="3063" y="423"/>
                </a:cubicBezTo>
                <a:cubicBezTo>
                  <a:pt x="3063" y="417"/>
                  <a:pt x="3063" y="417"/>
                  <a:pt x="3063" y="417"/>
                </a:cubicBezTo>
                <a:cubicBezTo>
                  <a:pt x="3078" y="417"/>
                  <a:pt x="3078" y="417"/>
                  <a:pt x="3078" y="417"/>
                </a:cubicBezTo>
                <a:cubicBezTo>
                  <a:pt x="3078" y="421"/>
                  <a:pt x="3078" y="421"/>
                  <a:pt x="3078" y="421"/>
                </a:cubicBezTo>
                <a:cubicBezTo>
                  <a:pt x="3088" y="421"/>
                  <a:pt x="3088" y="421"/>
                  <a:pt x="3088" y="421"/>
                </a:cubicBezTo>
                <a:cubicBezTo>
                  <a:pt x="3088" y="440"/>
                  <a:pt x="3088" y="440"/>
                  <a:pt x="3088" y="440"/>
                </a:cubicBezTo>
                <a:cubicBezTo>
                  <a:pt x="3102" y="440"/>
                  <a:pt x="3102" y="440"/>
                  <a:pt x="3102" y="440"/>
                </a:cubicBezTo>
                <a:cubicBezTo>
                  <a:pt x="3102" y="411"/>
                  <a:pt x="3102" y="411"/>
                  <a:pt x="3102" y="411"/>
                </a:cubicBezTo>
                <a:cubicBezTo>
                  <a:pt x="3107" y="411"/>
                  <a:pt x="3107" y="411"/>
                  <a:pt x="3107" y="411"/>
                </a:cubicBezTo>
                <a:cubicBezTo>
                  <a:pt x="3107" y="362"/>
                  <a:pt x="3107" y="362"/>
                  <a:pt x="3107" y="362"/>
                </a:cubicBezTo>
                <a:cubicBezTo>
                  <a:pt x="3125" y="362"/>
                  <a:pt x="3125" y="362"/>
                  <a:pt x="3125" y="362"/>
                </a:cubicBezTo>
                <a:cubicBezTo>
                  <a:pt x="3125" y="391"/>
                  <a:pt x="3125" y="391"/>
                  <a:pt x="3125" y="391"/>
                </a:cubicBezTo>
                <a:cubicBezTo>
                  <a:pt x="3152" y="391"/>
                  <a:pt x="3152" y="391"/>
                  <a:pt x="3152" y="391"/>
                </a:cubicBezTo>
                <a:cubicBezTo>
                  <a:pt x="3152" y="401"/>
                  <a:pt x="3152" y="401"/>
                  <a:pt x="3152" y="401"/>
                </a:cubicBezTo>
                <a:cubicBezTo>
                  <a:pt x="3154" y="401"/>
                  <a:pt x="3154" y="401"/>
                  <a:pt x="3154" y="401"/>
                </a:cubicBezTo>
                <a:cubicBezTo>
                  <a:pt x="3154" y="389"/>
                  <a:pt x="3154" y="389"/>
                  <a:pt x="3154" y="389"/>
                </a:cubicBezTo>
                <a:cubicBezTo>
                  <a:pt x="3127" y="389"/>
                  <a:pt x="3127" y="389"/>
                  <a:pt x="3127" y="389"/>
                </a:cubicBezTo>
                <a:cubicBezTo>
                  <a:pt x="3127" y="359"/>
                  <a:pt x="3127" y="359"/>
                  <a:pt x="3127" y="359"/>
                </a:cubicBezTo>
                <a:cubicBezTo>
                  <a:pt x="3104" y="359"/>
                  <a:pt x="3104" y="359"/>
                  <a:pt x="3104" y="359"/>
                </a:cubicBezTo>
                <a:cubicBezTo>
                  <a:pt x="3104" y="408"/>
                  <a:pt x="3104" y="408"/>
                  <a:pt x="3104" y="408"/>
                </a:cubicBezTo>
                <a:cubicBezTo>
                  <a:pt x="3100" y="408"/>
                  <a:pt x="3100" y="408"/>
                  <a:pt x="3100" y="408"/>
                </a:cubicBezTo>
                <a:cubicBezTo>
                  <a:pt x="3100" y="438"/>
                  <a:pt x="3100" y="438"/>
                  <a:pt x="3100" y="438"/>
                </a:cubicBezTo>
                <a:cubicBezTo>
                  <a:pt x="3090" y="438"/>
                  <a:pt x="3090" y="438"/>
                  <a:pt x="3090" y="438"/>
                </a:cubicBezTo>
                <a:cubicBezTo>
                  <a:pt x="3090" y="419"/>
                  <a:pt x="3090" y="419"/>
                  <a:pt x="3090" y="419"/>
                </a:cubicBezTo>
                <a:cubicBezTo>
                  <a:pt x="3080" y="419"/>
                  <a:pt x="3080" y="419"/>
                  <a:pt x="3080" y="419"/>
                </a:cubicBezTo>
                <a:cubicBezTo>
                  <a:pt x="3080" y="415"/>
                  <a:pt x="3080" y="415"/>
                  <a:pt x="3080" y="415"/>
                </a:cubicBezTo>
                <a:cubicBezTo>
                  <a:pt x="3060" y="415"/>
                  <a:pt x="3060" y="415"/>
                  <a:pt x="3060" y="415"/>
                </a:cubicBezTo>
                <a:cubicBezTo>
                  <a:pt x="3060" y="420"/>
                  <a:pt x="3060" y="420"/>
                  <a:pt x="3060" y="420"/>
                </a:cubicBezTo>
                <a:cubicBezTo>
                  <a:pt x="3048" y="420"/>
                  <a:pt x="3048" y="420"/>
                  <a:pt x="3048" y="420"/>
                </a:cubicBezTo>
                <a:cubicBezTo>
                  <a:pt x="3048" y="423"/>
                  <a:pt x="3048" y="423"/>
                  <a:pt x="3048" y="423"/>
                </a:cubicBezTo>
                <a:moveTo>
                  <a:pt x="3113" y="499"/>
                </a:moveTo>
                <a:cubicBezTo>
                  <a:pt x="3134" y="499"/>
                  <a:pt x="3134" y="499"/>
                  <a:pt x="3134" y="499"/>
                </a:cubicBezTo>
                <a:cubicBezTo>
                  <a:pt x="3134" y="483"/>
                  <a:pt x="3134" y="483"/>
                  <a:pt x="3134" y="483"/>
                </a:cubicBezTo>
                <a:cubicBezTo>
                  <a:pt x="3157" y="483"/>
                  <a:pt x="3157" y="483"/>
                  <a:pt x="3157" y="483"/>
                </a:cubicBezTo>
                <a:cubicBezTo>
                  <a:pt x="3157" y="481"/>
                  <a:pt x="3157" y="481"/>
                  <a:pt x="3157" y="481"/>
                </a:cubicBezTo>
                <a:cubicBezTo>
                  <a:pt x="3131" y="481"/>
                  <a:pt x="3131" y="481"/>
                  <a:pt x="3131" y="481"/>
                </a:cubicBezTo>
                <a:cubicBezTo>
                  <a:pt x="3131" y="497"/>
                  <a:pt x="3131" y="497"/>
                  <a:pt x="3131" y="497"/>
                </a:cubicBezTo>
                <a:cubicBezTo>
                  <a:pt x="3113" y="497"/>
                  <a:pt x="3113" y="497"/>
                  <a:pt x="3113" y="497"/>
                </a:cubicBezTo>
                <a:cubicBezTo>
                  <a:pt x="3113" y="499"/>
                  <a:pt x="3113" y="499"/>
                  <a:pt x="3113" y="499"/>
                </a:cubicBezTo>
                <a:moveTo>
                  <a:pt x="3143" y="478"/>
                </a:moveTo>
                <a:cubicBezTo>
                  <a:pt x="3143" y="405"/>
                  <a:pt x="3143" y="405"/>
                  <a:pt x="3143" y="405"/>
                </a:cubicBezTo>
                <a:cubicBezTo>
                  <a:pt x="3167" y="406"/>
                  <a:pt x="3167" y="406"/>
                  <a:pt x="3167" y="406"/>
                </a:cubicBezTo>
                <a:cubicBezTo>
                  <a:pt x="3167" y="392"/>
                  <a:pt x="3167" y="392"/>
                  <a:pt x="3167" y="392"/>
                </a:cubicBezTo>
                <a:cubicBezTo>
                  <a:pt x="3192" y="392"/>
                  <a:pt x="3192" y="392"/>
                  <a:pt x="3192" y="392"/>
                </a:cubicBezTo>
                <a:cubicBezTo>
                  <a:pt x="3192" y="406"/>
                  <a:pt x="3192" y="406"/>
                  <a:pt x="3192" y="406"/>
                </a:cubicBezTo>
                <a:cubicBezTo>
                  <a:pt x="3211" y="406"/>
                  <a:pt x="3211" y="406"/>
                  <a:pt x="3211" y="406"/>
                </a:cubicBezTo>
                <a:cubicBezTo>
                  <a:pt x="3211" y="473"/>
                  <a:pt x="3211" y="473"/>
                  <a:pt x="3211" y="473"/>
                </a:cubicBezTo>
                <a:cubicBezTo>
                  <a:pt x="3213" y="473"/>
                  <a:pt x="3213" y="473"/>
                  <a:pt x="3213" y="473"/>
                </a:cubicBezTo>
                <a:cubicBezTo>
                  <a:pt x="3213" y="404"/>
                  <a:pt x="3213" y="404"/>
                  <a:pt x="3213" y="404"/>
                </a:cubicBezTo>
                <a:cubicBezTo>
                  <a:pt x="3194" y="404"/>
                  <a:pt x="3194" y="404"/>
                  <a:pt x="3194" y="404"/>
                </a:cubicBezTo>
                <a:cubicBezTo>
                  <a:pt x="3194" y="390"/>
                  <a:pt x="3194" y="390"/>
                  <a:pt x="3194" y="390"/>
                </a:cubicBezTo>
                <a:cubicBezTo>
                  <a:pt x="3164" y="390"/>
                  <a:pt x="3164" y="390"/>
                  <a:pt x="3164" y="390"/>
                </a:cubicBezTo>
                <a:cubicBezTo>
                  <a:pt x="3164" y="403"/>
                  <a:pt x="3164" y="403"/>
                  <a:pt x="3164" y="403"/>
                </a:cubicBezTo>
                <a:cubicBezTo>
                  <a:pt x="3140" y="403"/>
                  <a:pt x="3140" y="403"/>
                  <a:pt x="3140" y="403"/>
                </a:cubicBezTo>
                <a:cubicBezTo>
                  <a:pt x="3140" y="478"/>
                  <a:pt x="3140" y="478"/>
                  <a:pt x="3140" y="478"/>
                </a:cubicBezTo>
                <a:cubicBezTo>
                  <a:pt x="3143" y="478"/>
                  <a:pt x="3143" y="478"/>
                  <a:pt x="3143" y="478"/>
                </a:cubicBezTo>
                <a:moveTo>
                  <a:pt x="3210" y="404"/>
                </a:moveTo>
                <a:cubicBezTo>
                  <a:pt x="3210" y="389"/>
                  <a:pt x="3210" y="389"/>
                  <a:pt x="3210" y="389"/>
                </a:cubicBezTo>
                <a:cubicBezTo>
                  <a:pt x="3226" y="389"/>
                  <a:pt x="3226" y="389"/>
                  <a:pt x="3226" y="389"/>
                </a:cubicBezTo>
                <a:cubicBezTo>
                  <a:pt x="3226" y="382"/>
                  <a:pt x="3226" y="382"/>
                  <a:pt x="3226" y="382"/>
                </a:cubicBezTo>
                <a:cubicBezTo>
                  <a:pt x="3256" y="382"/>
                  <a:pt x="3256" y="382"/>
                  <a:pt x="3256" y="382"/>
                </a:cubicBezTo>
                <a:cubicBezTo>
                  <a:pt x="3256" y="411"/>
                  <a:pt x="3256" y="411"/>
                  <a:pt x="3256" y="411"/>
                </a:cubicBezTo>
                <a:cubicBezTo>
                  <a:pt x="3258" y="411"/>
                  <a:pt x="3258" y="411"/>
                  <a:pt x="3258" y="411"/>
                </a:cubicBezTo>
                <a:cubicBezTo>
                  <a:pt x="3258" y="379"/>
                  <a:pt x="3258" y="379"/>
                  <a:pt x="3258" y="379"/>
                </a:cubicBezTo>
                <a:cubicBezTo>
                  <a:pt x="3223" y="379"/>
                  <a:pt x="3223" y="379"/>
                  <a:pt x="3223" y="379"/>
                </a:cubicBezTo>
                <a:cubicBezTo>
                  <a:pt x="3223" y="387"/>
                  <a:pt x="3223" y="387"/>
                  <a:pt x="3223" y="387"/>
                </a:cubicBezTo>
                <a:cubicBezTo>
                  <a:pt x="3208" y="387"/>
                  <a:pt x="3208" y="387"/>
                  <a:pt x="3208" y="387"/>
                </a:cubicBezTo>
                <a:cubicBezTo>
                  <a:pt x="3208" y="404"/>
                  <a:pt x="3208" y="404"/>
                  <a:pt x="3208" y="404"/>
                </a:cubicBezTo>
                <a:cubicBezTo>
                  <a:pt x="3210" y="404"/>
                  <a:pt x="3210" y="404"/>
                  <a:pt x="3210" y="404"/>
                </a:cubicBezTo>
                <a:moveTo>
                  <a:pt x="3311" y="513"/>
                </a:moveTo>
                <a:cubicBezTo>
                  <a:pt x="3328" y="513"/>
                  <a:pt x="3328" y="513"/>
                  <a:pt x="3328" y="513"/>
                </a:cubicBezTo>
                <a:cubicBezTo>
                  <a:pt x="3328" y="544"/>
                  <a:pt x="3328" y="544"/>
                  <a:pt x="3328" y="544"/>
                </a:cubicBezTo>
                <a:cubicBezTo>
                  <a:pt x="3338" y="544"/>
                  <a:pt x="3338" y="544"/>
                  <a:pt x="3338" y="544"/>
                </a:cubicBezTo>
                <a:cubicBezTo>
                  <a:pt x="3338" y="524"/>
                  <a:pt x="3338" y="524"/>
                  <a:pt x="3338" y="524"/>
                </a:cubicBezTo>
                <a:cubicBezTo>
                  <a:pt x="3360" y="524"/>
                  <a:pt x="3360" y="524"/>
                  <a:pt x="3360" y="524"/>
                </a:cubicBezTo>
                <a:cubicBezTo>
                  <a:pt x="3360" y="659"/>
                  <a:pt x="3360" y="659"/>
                  <a:pt x="3360" y="659"/>
                </a:cubicBezTo>
                <a:cubicBezTo>
                  <a:pt x="3362" y="659"/>
                  <a:pt x="3362" y="659"/>
                  <a:pt x="3362" y="659"/>
                </a:cubicBezTo>
                <a:cubicBezTo>
                  <a:pt x="3362" y="522"/>
                  <a:pt x="3362" y="522"/>
                  <a:pt x="3362" y="522"/>
                </a:cubicBezTo>
                <a:cubicBezTo>
                  <a:pt x="3336" y="522"/>
                  <a:pt x="3336" y="522"/>
                  <a:pt x="3336" y="522"/>
                </a:cubicBezTo>
                <a:cubicBezTo>
                  <a:pt x="3336" y="541"/>
                  <a:pt x="3336" y="541"/>
                  <a:pt x="3336" y="541"/>
                </a:cubicBezTo>
                <a:cubicBezTo>
                  <a:pt x="3330" y="541"/>
                  <a:pt x="3330" y="541"/>
                  <a:pt x="3330" y="541"/>
                </a:cubicBezTo>
                <a:cubicBezTo>
                  <a:pt x="3330" y="511"/>
                  <a:pt x="3330" y="511"/>
                  <a:pt x="3330" y="511"/>
                </a:cubicBezTo>
                <a:cubicBezTo>
                  <a:pt x="3311" y="511"/>
                  <a:pt x="3311" y="511"/>
                  <a:pt x="3311" y="511"/>
                </a:cubicBezTo>
                <a:cubicBezTo>
                  <a:pt x="3311" y="513"/>
                  <a:pt x="3311" y="513"/>
                  <a:pt x="3311" y="513"/>
                </a:cubicBezTo>
                <a:moveTo>
                  <a:pt x="3363" y="519"/>
                </a:moveTo>
                <a:cubicBezTo>
                  <a:pt x="3363" y="421"/>
                  <a:pt x="3363" y="421"/>
                  <a:pt x="3363" y="421"/>
                </a:cubicBezTo>
                <a:cubicBezTo>
                  <a:pt x="3366" y="418"/>
                  <a:pt x="3366" y="418"/>
                  <a:pt x="3366" y="418"/>
                </a:cubicBezTo>
                <a:cubicBezTo>
                  <a:pt x="3366" y="417"/>
                  <a:pt x="3366" y="417"/>
                  <a:pt x="3366" y="417"/>
                </a:cubicBezTo>
                <a:cubicBezTo>
                  <a:pt x="3366" y="412"/>
                  <a:pt x="3366" y="412"/>
                  <a:pt x="3366" y="412"/>
                </a:cubicBezTo>
                <a:cubicBezTo>
                  <a:pt x="3371" y="410"/>
                  <a:pt x="3371" y="410"/>
                  <a:pt x="3371" y="410"/>
                </a:cubicBezTo>
                <a:cubicBezTo>
                  <a:pt x="3379" y="410"/>
                  <a:pt x="3379" y="410"/>
                  <a:pt x="3379" y="410"/>
                </a:cubicBezTo>
                <a:cubicBezTo>
                  <a:pt x="3380" y="410"/>
                  <a:pt x="3380" y="410"/>
                  <a:pt x="3380" y="410"/>
                </a:cubicBezTo>
                <a:cubicBezTo>
                  <a:pt x="3380" y="404"/>
                  <a:pt x="3380" y="404"/>
                  <a:pt x="3380" y="404"/>
                </a:cubicBezTo>
                <a:cubicBezTo>
                  <a:pt x="3393" y="404"/>
                  <a:pt x="3393" y="404"/>
                  <a:pt x="3393" y="404"/>
                </a:cubicBezTo>
                <a:cubicBezTo>
                  <a:pt x="3393" y="412"/>
                  <a:pt x="3393" y="412"/>
                  <a:pt x="3393" y="412"/>
                </a:cubicBezTo>
                <a:cubicBezTo>
                  <a:pt x="3408" y="412"/>
                  <a:pt x="3408" y="412"/>
                  <a:pt x="3408" y="412"/>
                </a:cubicBezTo>
                <a:cubicBezTo>
                  <a:pt x="3408" y="404"/>
                  <a:pt x="3408" y="404"/>
                  <a:pt x="3408" y="404"/>
                </a:cubicBezTo>
                <a:cubicBezTo>
                  <a:pt x="3422" y="404"/>
                  <a:pt x="3422" y="404"/>
                  <a:pt x="3422" y="404"/>
                </a:cubicBezTo>
                <a:cubicBezTo>
                  <a:pt x="3423" y="411"/>
                  <a:pt x="3423" y="411"/>
                  <a:pt x="3423" y="411"/>
                </a:cubicBezTo>
                <a:cubicBezTo>
                  <a:pt x="3423" y="412"/>
                  <a:pt x="3423" y="412"/>
                  <a:pt x="3423" y="412"/>
                </a:cubicBezTo>
                <a:cubicBezTo>
                  <a:pt x="3447" y="412"/>
                  <a:pt x="3447" y="412"/>
                  <a:pt x="3447" y="412"/>
                </a:cubicBezTo>
                <a:cubicBezTo>
                  <a:pt x="3456" y="405"/>
                  <a:pt x="3456" y="405"/>
                  <a:pt x="3456" y="405"/>
                </a:cubicBezTo>
                <a:cubicBezTo>
                  <a:pt x="3456" y="400"/>
                  <a:pt x="3456" y="400"/>
                  <a:pt x="3456" y="400"/>
                </a:cubicBezTo>
                <a:cubicBezTo>
                  <a:pt x="3474" y="400"/>
                  <a:pt x="3474" y="400"/>
                  <a:pt x="3474" y="400"/>
                </a:cubicBezTo>
                <a:cubicBezTo>
                  <a:pt x="3473" y="408"/>
                  <a:pt x="3473" y="408"/>
                  <a:pt x="3473" y="408"/>
                </a:cubicBezTo>
                <a:cubicBezTo>
                  <a:pt x="3473" y="409"/>
                  <a:pt x="3473" y="409"/>
                  <a:pt x="3473" y="409"/>
                </a:cubicBezTo>
                <a:cubicBezTo>
                  <a:pt x="3495" y="409"/>
                  <a:pt x="3495" y="409"/>
                  <a:pt x="3495" y="409"/>
                </a:cubicBezTo>
                <a:cubicBezTo>
                  <a:pt x="3495" y="407"/>
                  <a:pt x="3495" y="407"/>
                  <a:pt x="3495" y="407"/>
                </a:cubicBezTo>
                <a:cubicBezTo>
                  <a:pt x="3476" y="407"/>
                  <a:pt x="3476" y="407"/>
                  <a:pt x="3476" y="407"/>
                </a:cubicBezTo>
                <a:cubicBezTo>
                  <a:pt x="3476" y="399"/>
                  <a:pt x="3476" y="399"/>
                  <a:pt x="3476" y="399"/>
                </a:cubicBezTo>
                <a:cubicBezTo>
                  <a:pt x="3476" y="398"/>
                  <a:pt x="3476" y="398"/>
                  <a:pt x="3476" y="398"/>
                </a:cubicBezTo>
                <a:cubicBezTo>
                  <a:pt x="3454" y="398"/>
                  <a:pt x="3454" y="398"/>
                  <a:pt x="3454" y="398"/>
                </a:cubicBezTo>
                <a:cubicBezTo>
                  <a:pt x="3454" y="404"/>
                  <a:pt x="3454" y="404"/>
                  <a:pt x="3454" y="404"/>
                </a:cubicBezTo>
                <a:cubicBezTo>
                  <a:pt x="3447" y="410"/>
                  <a:pt x="3447" y="410"/>
                  <a:pt x="3447" y="410"/>
                </a:cubicBezTo>
                <a:cubicBezTo>
                  <a:pt x="3425" y="410"/>
                  <a:pt x="3425" y="410"/>
                  <a:pt x="3425" y="410"/>
                </a:cubicBezTo>
                <a:cubicBezTo>
                  <a:pt x="3425" y="403"/>
                  <a:pt x="3425" y="403"/>
                  <a:pt x="3425" y="403"/>
                </a:cubicBezTo>
                <a:cubicBezTo>
                  <a:pt x="3424" y="402"/>
                  <a:pt x="3424" y="402"/>
                  <a:pt x="3424" y="402"/>
                </a:cubicBezTo>
                <a:cubicBezTo>
                  <a:pt x="3406" y="402"/>
                  <a:pt x="3406" y="402"/>
                  <a:pt x="3406" y="402"/>
                </a:cubicBezTo>
                <a:cubicBezTo>
                  <a:pt x="3406" y="410"/>
                  <a:pt x="3406" y="410"/>
                  <a:pt x="3406" y="410"/>
                </a:cubicBezTo>
                <a:cubicBezTo>
                  <a:pt x="3395" y="410"/>
                  <a:pt x="3395" y="410"/>
                  <a:pt x="3395" y="410"/>
                </a:cubicBezTo>
                <a:cubicBezTo>
                  <a:pt x="3395" y="402"/>
                  <a:pt x="3395" y="402"/>
                  <a:pt x="3395" y="402"/>
                </a:cubicBezTo>
                <a:cubicBezTo>
                  <a:pt x="3378" y="402"/>
                  <a:pt x="3378" y="402"/>
                  <a:pt x="3378" y="402"/>
                </a:cubicBezTo>
                <a:cubicBezTo>
                  <a:pt x="3378" y="408"/>
                  <a:pt x="3378" y="408"/>
                  <a:pt x="3378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7"/>
                  <a:pt x="3364" y="417"/>
                  <a:pt x="3364" y="417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519"/>
                  <a:pt x="3361" y="519"/>
                  <a:pt x="3361" y="519"/>
                </a:cubicBezTo>
                <a:cubicBezTo>
                  <a:pt x="3363" y="519"/>
                  <a:pt x="3363" y="519"/>
                  <a:pt x="3363" y="519"/>
                </a:cubicBezTo>
                <a:moveTo>
                  <a:pt x="3393" y="660"/>
                </a:moveTo>
                <a:cubicBezTo>
                  <a:pt x="3395" y="660"/>
                  <a:pt x="3395" y="660"/>
                  <a:pt x="3395" y="660"/>
                </a:cubicBezTo>
                <a:cubicBezTo>
                  <a:pt x="3395" y="416"/>
                  <a:pt x="3395" y="416"/>
                  <a:pt x="3395" y="416"/>
                </a:cubicBezTo>
                <a:cubicBezTo>
                  <a:pt x="3393" y="416"/>
                  <a:pt x="3393" y="416"/>
                  <a:pt x="3393" y="416"/>
                </a:cubicBezTo>
                <a:lnTo>
                  <a:pt x="3393" y="660"/>
                </a:lnTo>
                <a:close/>
                <a:moveTo>
                  <a:pt x="3428" y="616"/>
                </a:moveTo>
                <a:cubicBezTo>
                  <a:pt x="3431" y="616"/>
                  <a:pt x="3431" y="616"/>
                  <a:pt x="3431" y="616"/>
                </a:cubicBezTo>
                <a:cubicBezTo>
                  <a:pt x="3431" y="423"/>
                  <a:pt x="3431" y="423"/>
                  <a:pt x="3431" y="423"/>
                </a:cubicBezTo>
                <a:cubicBezTo>
                  <a:pt x="3428" y="423"/>
                  <a:pt x="3428" y="423"/>
                  <a:pt x="3428" y="423"/>
                </a:cubicBezTo>
                <a:lnTo>
                  <a:pt x="3428" y="616"/>
                </a:lnTo>
                <a:close/>
                <a:moveTo>
                  <a:pt x="3369" y="659"/>
                </a:moveTo>
                <a:cubicBezTo>
                  <a:pt x="3372" y="659"/>
                  <a:pt x="3372" y="659"/>
                  <a:pt x="3372" y="659"/>
                </a:cubicBezTo>
                <a:cubicBezTo>
                  <a:pt x="3372" y="410"/>
                  <a:pt x="3372" y="410"/>
                  <a:pt x="3372" y="410"/>
                </a:cubicBezTo>
                <a:cubicBezTo>
                  <a:pt x="3369" y="410"/>
                  <a:pt x="3369" y="410"/>
                  <a:pt x="3369" y="410"/>
                </a:cubicBezTo>
                <a:lnTo>
                  <a:pt x="3369" y="659"/>
                </a:lnTo>
                <a:close/>
                <a:moveTo>
                  <a:pt x="3496" y="418"/>
                </a:moveTo>
                <a:cubicBezTo>
                  <a:pt x="3474" y="418"/>
                  <a:pt x="3474" y="418"/>
                  <a:pt x="3474" y="418"/>
                </a:cubicBezTo>
                <a:cubicBezTo>
                  <a:pt x="3474" y="622"/>
                  <a:pt x="3474" y="622"/>
                  <a:pt x="3474" y="622"/>
                </a:cubicBezTo>
                <a:cubicBezTo>
                  <a:pt x="3476" y="622"/>
                  <a:pt x="3476" y="622"/>
                  <a:pt x="3476" y="622"/>
                </a:cubicBezTo>
                <a:cubicBezTo>
                  <a:pt x="3476" y="420"/>
                  <a:pt x="3476" y="420"/>
                  <a:pt x="3476" y="420"/>
                </a:cubicBezTo>
                <a:cubicBezTo>
                  <a:pt x="3496" y="420"/>
                  <a:pt x="3496" y="420"/>
                  <a:pt x="3496" y="420"/>
                </a:cubicBezTo>
                <a:cubicBezTo>
                  <a:pt x="3496" y="418"/>
                  <a:pt x="3496" y="418"/>
                  <a:pt x="3496" y="418"/>
                </a:cubicBezTo>
                <a:moveTo>
                  <a:pt x="3355" y="661"/>
                </a:moveTo>
                <a:cubicBezTo>
                  <a:pt x="3413" y="661"/>
                  <a:pt x="3413" y="661"/>
                  <a:pt x="3413" y="661"/>
                </a:cubicBezTo>
                <a:cubicBezTo>
                  <a:pt x="3413" y="630"/>
                  <a:pt x="3413" y="630"/>
                  <a:pt x="3413" y="630"/>
                </a:cubicBezTo>
                <a:cubicBezTo>
                  <a:pt x="3435" y="630"/>
                  <a:pt x="3435" y="630"/>
                  <a:pt x="3435" y="630"/>
                </a:cubicBezTo>
                <a:cubicBezTo>
                  <a:pt x="3448" y="618"/>
                  <a:pt x="3448" y="618"/>
                  <a:pt x="3448" y="618"/>
                </a:cubicBezTo>
                <a:cubicBezTo>
                  <a:pt x="3448" y="412"/>
                  <a:pt x="3448" y="412"/>
                  <a:pt x="3448" y="412"/>
                </a:cubicBezTo>
                <a:cubicBezTo>
                  <a:pt x="3445" y="412"/>
                  <a:pt x="3445" y="412"/>
                  <a:pt x="3445" y="412"/>
                </a:cubicBezTo>
                <a:cubicBezTo>
                  <a:pt x="3445" y="617"/>
                  <a:pt x="3445" y="617"/>
                  <a:pt x="3445" y="617"/>
                </a:cubicBezTo>
                <a:cubicBezTo>
                  <a:pt x="3434" y="628"/>
                  <a:pt x="3434" y="628"/>
                  <a:pt x="3434" y="628"/>
                </a:cubicBezTo>
                <a:cubicBezTo>
                  <a:pt x="3411" y="628"/>
                  <a:pt x="3411" y="628"/>
                  <a:pt x="3411" y="628"/>
                </a:cubicBezTo>
                <a:cubicBezTo>
                  <a:pt x="3411" y="659"/>
                  <a:pt x="3411" y="659"/>
                  <a:pt x="3411" y="659"/>
                </a:cubicBezTo>
                <a:cubicBezTo>
                  <a:pt x="3355" y="659"/>
                  <a:pt x="3355" y="659"/>
                  <a:pt x="3355" y="659"/>
                </a:cubicBezTo>
                <a:cubicBezTo>
                  <a:pt x="3355" y="661"/>
                  <a:pt x="3355" y="661"/>
                  <a:pt x="3355" y="661"/>
                </a:cubicBezTo>
                <a:moveTo>
                  <a:pt x="3497" y="671"/>
                </a:moveTo>
                <a:cubicBezTo>
                  <a:pt x="3497" y="188"/>
                  <a:pt x="3497" y="188"/>
                  <a:pt x="3497" y="188"/>
                </a:cubicBezTo>
                <a:cubicBezTo>
                  <a:pt x="3498" y="186"/>
                  <a:pt x="3498" y="186"/>
                  <a:pt x="3498" y="186"/>
                </a:cubicBezTo>
                <a:cubicBezTo>
                  <a:pt x="3498" y="185"/>
                  <a:pt x="3498" y="185"/>
                  <a:pt x="3498" y="185"/>
                </a:cubicBezTo>
                <a:cubicBezTo>
                  <a:pt x="3498" y="119"/>
                  <a:pt x="3498" y="119"/>
                  <a:pt x="3498" y="119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2" y="70"/>
                  <a:pt x="3502" y="70"/>
                  <a:pt x="3502" y="70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10" y="37"/>
                  <a:pt x="3510" y="37"/>
                  <a:pt x="3510" y="37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8" y="22"/>
                  <a:pt x="3518" y="22"/>
                  <a:pt x="3518" y="22"/>
                </a:cubicBezTo>
                <a:cubicBezTo>
                  <a:pt x="3523" y="14"/>
                  <a:pt x="3523" y="14"/>
                  <a:pt x="3523" y="14"/>
                </a:cubicBezTo>
                <a:cubicBezTo>
                  <a:pt x="3530" y="8"/>
                  <a:pt x="3530" y="8"/>
                  <a:pt x="3530" y="8"/>
                </a:cubicBezTo>
                <a:cubicBezTo>
                  <a:pt x="3538" y="4"/>
                  <a:pt x="3538" y="4"/>
                  <a:pt x="3538" y="4"/>
                </a:cubicBezTo>
                <a:cubicBezTo>
                  <a:pt x="3542" y="10"/>
                  <a:pt x="3542" y="10"/>
                  <a:pt x="3542" y="10"/>
                </a:cubicBezTo>
                <a:cubicBezTo>
                  <a:pt x="3543" y="12"/>
                  <a:pt x="3543" y="12"/>
                  <a:pt x="3543" y="12"/>
                </a:cubicBezTo>
                <a:cubicBezTo>
                  <a:pt x="3546" y="6"/>
                  <a:pt x="3546" y="6"/>
                  <a:pt x="3546" y="6"/>
                </a:cubicBezTo>
                <a:cubicBezTo>
                  <a:pt x="3548" y="10"/>
                  <a:pt x="3548" y="10"/>
                  <a:pt x="3548" y="10"/>
                </a:cubicBezTo>
                <a:cubicBezTo>
                  <a:pt x="3549" y="12"/>
                  <a:pt x="3549" y="12"/>
                  <a:pt x="3549" y="12"/>
                </a:cubicBezTo>
                <a:cubicBezTo>
                  <a:pt x="3551" y="8"/>
                  <a:pt x="3551" y="8"/>
                  <a:pt x="3551" y="8"/>
                </a:cubicBezTo>
                <a:cubicBezTo>
                  <a:pt x="3552" y="10"/>
                  <a:pt x="3552" y="10"/>
                  <a:pt x="3552" y="10"/>
                </a:cubicBezTo>
                <a:cubicBezTo>
                  <a:pt x="3553" y="13"/>
                  <a:pt x="3553" y="13"/>
                  <a:pt x="3553" y="13"/>
                </a:cubicBezTo>
                <a:cubicBezTo>
                  <a:pt x="3556" y="7"/>
                  <a:pt x="3556" y="7"/>
                  <a:pt x="3556" y="7"/>
                </a:cubicBezTo>
                <a:cubicBezTo>
                  <a:pt x="3557" y="11"/>
                  <a:pt x="3557" y="11"/>
                  <a:pt x="3557" y="11"/>
                </a:cubicBezTo>
                <a:cubicBezTo>
                  <a:pt x="3558" y="14"/>
                  <a:pt x="3558" y="14"/>
                  <a:pt x="3558" y="14"/>
                </a:cubicBezTo>
                <a:cubicBezTo>
                  <a:pt x="3560" y="7"/>
                  <a:pt x="3560" y="7"/>
                  <a:pt x="3560" y="7"/>
                </a:cubicBezTo>
                <a:cubicBezTo>
                  <a:pt x="3561" y="8"/>
                  <a:pt x="3561" y="8"/>
                  <a:pt x="3561" y="8"/>
                </a:cubicBezTo>
                <a:cubicBezTo>
                  <a:pt x="3562" y="10"/>
                  <a:pt x="3562" y="10"/>
                  <a:pt x="3562" y="10"/>
                </a:cubicBezTo>
                <a:cubicBezTo>
                  <a:pt x="3564" y="6"/>
                  <a:pt x="3564" y="6"/>
                  <a:pt x="3564" y="6"/>
                </a:cubicBezTo>
                <a:cubicBezTo>
                  <a:pt x="3572" y="15"/>
                  <a:pt x="3572" y="15"/>
                  <a:pt x="3572" y="15"/>
                </a:cubicBezTo>
                <a:cubicBezTo>
                  <a:pt x="3583" y="39"/>
                  <a:pt x="3583" y="39"/>
                  <a:pt x="3583" y="39"/>
                </a:cubicBezTo>
                <a:cubicBezTo>
                  <a:pt x="3586" y="62"/>
                  <a:pt x="3586" y="62"/>
                  <a:pt x="3586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113"/>
                  <a:pt x="3590" y="113"/>
                  <a:pt x="3590" y="113"/>
                </a:cubicBezTo>
                <a:cubicBezTo>
                  <a:pt x="3593" y="115"/>
                  <a:pt x="3593" y="115"/>
                  <a:pt x="3593" y="115"/>
                </a:cubicBezTo>
                <a:cubicBezTo>
                  <a:pt x="3593" y="181"/>
                  <a:pt x="3593" y="181"/>
                  <a:pt x="3593" y="181"/>
                </a:cubicBezTo>
                <a:cubicBezTo>
                  <a:pt x="3594" y="184"/>
                  <a:pt x="3594" y="184"/>
                  <a:pt x="3594" y="184"/>
                </a:cubicBezTo>
                <a:cubicBezTo>
                  <a:pt x="3594" y="271"/>
                  <a:pt x="3594" y="271"/>
                  <a:pt x="3594" y="271"/>
                </a:cubicBezTo>
                <a:cubicBezTo>
                  <a:pt x="3596" y="274"/>
                  <a:pt x="3596" y="274"/>
                  <a:pt x="3596" y="274"/>
                </a:cubicBezTo>
                <a:cubicBezTo>
                  <a:pt x="3596" y="656"/>
                  <a:pt x="3596" y="656"/>
                  <a:pt x="3596" y="656"/>
                </a:cubicBezTo>
                <a:cubicBezTo>
                  <a:pt x="3672" y="656"/>
                  <a:pt x="3672" y="656"/>
                  <a:pt x="3672" y="656"/>
                </a:cubicBezTo>
                <a:cubicBezTo>
                  <a:pt x="3685" y="664"/>
                  <a:pt x="3685" y="664"/>
                  <a:pt x="3685" y="664"/>
                </a:cubicBezTo>
                <a:cubicBezTo>
                  <a:pt x="3685" y="671"/>
                  <a:pt x="3685" y="671"/>
                  <a:pt x="3685" y="671"/>
                </a:cubicBezTo>
                <a:cubicBezTo>
                  <a:pt x="3687" y="671"/>
                  <a:pt x="3687" y="671"/>
                  <a:pt x="3687" y="671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73" y="654"/>
                  <a:pt x="3673" y="654"/>
                  <a:pt x="3673" y="654"/>
                </a:cubicBezTo>
                <a:cubicBezTo>
                  <a:pt x="3598" y="654"/>
                  <a:pt x="3598" y="654"/>
                  <a:pt x="3598" y="654"/>
                </a:cubicBezTo>
                <a:cubicBezTo>
                  <a:pt x="3598" y="274"/>
                  <a:pt x="3598" y="274"/>
                  <a:pt x="3598" y="274"/>
                </a:cubicBezTo>
                <a:cubicBezTo>
                  <a:pt x="3596" y="271"/>
                  <a:pt x="3596" y="271"/>
                  <a:pt x="3596" y="271"/>
                </a:cubicBezTo>
                <a:cubicBezTo>
                  <a:pt x="3596" y="184"/>
                  <a:pt x="3596" y="184"/>
                  <a:pt x="3596" y="184"/>
                </a:cubicBezTo>
                <a:cubicBezTo>
                  <a:pt x="3595" y="181"/>
                  <a:pt x="3595" y="181"/>
                  <a:pt x="3595" y="181"/>
                </a:cubicBezTo>
                <a:cubicBezTo>
                  <a:pt x="3595" y="114"/>
                  <a:pt x="3595" y="114"/>
                  <a:pt x="3595" y="114"/>
                </a:cubicBezTo>
                <a:cubicBezTo>
                  <a:pt x="3593" y="112"/>
                  <a:pt x="3593" y="112"/>
                  <a:pt x="3593" y="112"/>
                </a:cubicBezTo>
                <a:cubicBezTo>
                  <a:pt x="3591" y="65"/>
                  <a:pt x="3591" y="65"/>
                  <a:pt x="3591" y="65"/>
                </a:cubicBezTo>
                <a:cubicBezTo>
                  <a:pt x="3588" y="61"/>
                  <a:pt x="3588" y="61"/>
                  <a:pt x="3588" y="61"/>
                </a:cubicBezTo>
                <a:cubicBezTo>
                  <a:pt x="3585" y="38"/>
                  <a:pt x="3585" y="38"/>
                  <a:pt x="3585" y="38"/>
                </a:cubicBezTo>
                <a:cubicBezTo>
                  <a:pt x="3574" y="13"/>
                  <a:pt x="3574" y="13"/>
                  <a:pt x="3574" y="13"/>
                </a:cubicBezTo>
                <a:cubicBezTo>
                  <a:pt x="3563" y="3"/>
                  <a:pt x="3563" y="3"/>
                  <a:pt x="3563" y="3"/>
                </a:cubicBezTo>
                <a:cubicBezTo>
                  <a:pt x="3562" y="5"/>
                  <a:pt x="3562" y="5"/>
                  <a:pt x="3562" y="5"/>
                </a:cubicBezTo>
                <a:cubicBezTo>
                  <a:pt x="3561" y="3"/>
                  <a:pt x="3561" y="3"/>
                  <a:pt x="3561" y="3"/>
                </a:cubicBezTo>
                <a:cubicBezTo>
                  <a:pt x="3560" y="1"/>
                  <a:pt x="3560" y="1"/>
                  <a:pt x="3560" y="1"/>
                </a:cubicBezTo>
                <a:cubicBezTo>
                  <a:pt x="3558" y="7"/>
                  <a:pt x="3558" y="7"/>
                  <a:pt x="3558" y="7"/>
                </a:cubicBezTo>
                <a:cubicBezTo>
                  <a:pt x="3557" y="4"/>
                  <a:pt x="3557" y="4"/>
                  <a:pt x="3557" y="4"/>
                </a:cubicBezTo>
                <a:cubicBezTo>
                  <a:pt x="3556" y="0"/>
                  <a:pt x="3556" y="0"/>
                  <a:pt x="3556" y="0"/>
                </a:cubicBezTo>
                <a:cubicBezTo>
                  <a:pt x="3553" y="7"/>
                  <a:pt x="3553" y="7"/>
                  <a:pt x="3553" y="7"/>
                </a:cubicBezTo>
                <a:cubicBezTo>
                  <a:pt x="3552" y="4"/>
                  <a:pt x="3552" y="4"/>
                  <a:pt x="3552" y="4"/>
                </a:cubicBezTo>
                <a:cubicBezTo>
                  <a:pt x="3551" y="1"/>
                  <a:pt x="3551" y="1"/>
                  <a:pt x="3551" y="1"/>
                </a:cubicBezTo>
                <a:cubicBezTo>
                  <a:pt x="3549" y="7"/>
                  <a:pt x="3549" y="7"/>
                  <a:pt x="3549" y="7"/>
                </a:cubicBezTo>
                <a:cubicBezTo>
                  <a:pt x="3547" y="3"/>
                  <a:pt x="3547" y="3"/>
                  <a:pt x="3547" y="3"/>
                </a:cubicBezTo>
                <a:cubicBezTo>
                  <a:pt x="3546" y="1"/>
                  <a:pt x="3546" y="1"/>
                  <a:pt x="3546" y="1"/>
                </a:cubicBezTo>
                <a:cubicBezTo>
                  <a:pt x="3543" y="7"/>
                  <a:pt x="3543" y="7"/>
                  <a:pt x="3543" y="7"/>
                </a:cubicBezTo>
                <a:cubicBezTo>
                  <a:pt x="3540" y="2"/>
                  <a:pt x="3540" y="2"/>
                  <a:pt x="3540" y="2"/>
                </a:cubicBezTo>
                <a:cubicBezTo>
                  <a:pt x="3539" y="1"/>
                  <a:pt x="3539" y="1"/>
                  <a:pt x="3539" y="1"/>
                </a:cubicBezTo>
                <a:cubicBezTo>
                  <a:pt x="3529" y="7"/>
                  <a:pt x="3529" y="7"/>
                  <a:pt x="3529" y="7"/>
                </a:cubicBezTo>
                <a:cubicBezTo>
                  <a:pt x="3521" y="13"/>
                  <a:pt x="3521" y="13"/>
                  <a:pt x="3521" y="13"/>
                </a:cubicBezTo>
                <a:cubicBezTo>
                  <a:pt x="3516" y="21"/>
                  <a:pt x="3516" y="21"/>
                  <a:pt x="3516" y="21"/>
                </a:cubicBezTo>
                <a:cubicBezTo>
                  <a:pt x="3511" y="33"/>
                  <a:pt x="3511" y="33"/>
                  <a:pt x="3511" y="33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3" y="65"/>
                  <a:pt x="3503" y="65"/>
                  <a:pt x="3503" y="65"/>
                </a:cubicBezTo>
                <a:cubicBezTo>
                  <a:pt x="3500" y="69"/>
                  <a:pt x="3500" y="69"/>
                  <a:pt x="3500" y="69"/>
                </a:cubicBezTo>
                <a:cubicBezTo>
                  <a:pt x="3500" y="70"/>
                  <a:pt x="3500" y="70"/>
                  <a:pt x="3500" y="70"/>
                </a:cubicBezTo>
                <a:cubicBezTo>
                  <a:pt x="3498" y="115"/>
                  <a:pt x="3498" y="115"/>
                  <a:pt x="3498" y="115"/>
                </a:cubicBezTo>
                <a:cubicBezTo>
                  <a:pt x="3496" y="118"/>
                  <a:pt x="3496" y="118"/>
                  <a:pt x="3496" y="118"/>
                </a:cubicBezTo>
                <a:cubicBezTo>
                  <a:pt x="3496" y="119"/>
                  <a:pt x="3496" y="119"/>
                  <a:pt x="3496" y="119"/>
                </a:cubicBezTo>
                <a:cubicBezTo>
                  <a:pt x="3496" y="185"/>
                  <a:pt x="3496" y="185"/>
                  <a:pt x="3496" y="185"/>
                </a:cubicBezTo>
                <a:cubicBezTo>
                  <a:pt x="3495" y="187"/>
                  <a:pt x="3495" y="187"/>
                  <a:pt x="3495" y="187"/>
                </a:cubicBezTo>
                <a:cubicBezTo>
                  <a:pt x="3494" y="187"/>
                  <a:pt x="3494" y="187"/>
                  <a:pt x="3494" y="187"/>
                </a:cubicBezTo>
                <a:cubicBezTo>
                  <a:pt x="3494" y="671"/>
                  <a:pt x="3494" y="671"/>
                  <a:pt x="3494" y="671"/>
                </a:cubicBezTo>
                <a:cubicBezTo>
                  <a:pt x="3497" y="671"/>
                  <a:pt x="3497" y="671"/>
                  <a:pt x="3497" y="671"/>
                </a:cubicBezTo>
                <a:moveTo>
                  <a:pt x="3458" y="621"/>
                </a:moveTo>
                <a:cubicBezTo>
                  <a:pt x="3446" y="624"/>
                  <a:pt x="3446" y="624"/>
                  <a:pt x="3446" y="624"/>
                </a:cubicBezTo>
                <a:cubicBezTo>
                  <a:pt x="3446" y="671"/>
                  <a:pt x="3446" y="671"/>
                  <a:pt x="3446" y="671"/>
                </a:cubicBezTo>
                <a:cubicBezTo>
                  <a:pt x="3448" y="671"/>
                  <a:pt x="3448" y="671"/>
                  <a:pt x="3448" y="671"/>
                </a:cubicBezTo>
                <a:cubicBezTo>
                  <a:pt x="3448" y="626"/>
                  <a:pt x="3448" y="626"/>
                  <a:pt x="3448" y="626"/>
                </a:cubicBezTo>
                <a:cubicBezTo>
                  <a:pt x="3459" y="623"/>
                  <a:pt x="3459" y="623"/>
                  <a:pt x="3459" y="623"/>
                </a:cubicBezTo>
                <a:cubicBezTo>
                  <a:pt x="3458" y="621"/>
                  <a:pt x="3458" y="621"/>
                  <a:pt x="3458" y="621"/>
                </a:cubicBezTo>
                <a:moveTo>
                  <a:pt x="3495" y="621"/>
                </a:moveTo>
                <a:cubicBezTo>
                  <a:pt x="3457" y="621"/>
                  <a:pt x="3457" y="621"/>
                  <a:pt x="3457" y="621"/>
                </a:cubicBezTo>
                <a:cubicBezTo>
                  <a:pt x="3457" y="671"/>
                  <a:pt x="3457" y="671"/>
                  <a:pt x="3457" y="671"/>
                </a:cubicBezTo>
                <a:cubicBezTo>
                  <a:pt x="3459" y="671"/>
                  <a:pt x="3459" y="671"/>
                  <a:pt x="3459" y="671"/>
                </a:cubicBezTo>
                <a:cubicBezTo>
                  <a:pt x="3459" y="624"/>
                  <a:pt x="3459" y="624"/>
                  <a:pt x="3459" y="624"/>
                </a:cubicBezTo>
                <a:cubicBezTo>
                  <a:pt x="3495" y="624"/>
                  <a:pt x="3495" y="624"/>
                  <a:pt x="3495" y="624"/>
                </a:cubicBezTo>
                <a:cubicBezTo>
                  <a:pt x="3495" y="621"/>
                  <a:pt x="3495" y="621"/>
                  <a:pt x="3495" y="621"/>
                </a:cubicBezTo>
                <a:moveTo>
                  <a:pt x="3478" y="671"/>
                </a:moveTo>
                <a:cubicBezTo>
                  <a:pt x="3481" y="671"/>
                  <a:pt x="3481" y="671"/>
                  <a:pt x="3481" y="671"/>
                </a:cubicBezTo>
                <a:cubicBezTo>
                  <a:pt x="3481" y="623"/>
                  <a:pt x="3481" y="623"/>
                  <a:pt x="3481" y="623"/>
                </a:cubicBezTo>
                <a:cubicBezTo>
                  <a:pt x="3478" y="623"/>
                  <a:pt x="3478" y="623"/>
                  <a:pt x="3478" y="623"/>
                </a:cubicBezTo>
                <a:lnTo>
                  <a:pt x="3478" y="671"/>
                </a:lnTo>
                <a:close/>
                <a:moveTo>
                  <a:pt x="3418" y="671"/>
                </a:moveTo>
                <a:cubicBezTo>
                  <a:pt x="3421" y="671"/>
                  <a:pt x="3421" y="671"/>
                  <a:pt x="3421" y="671"/>
                </a:cubicBezTo>
                <a:cubicBezTo>
                  <a:pt x="3421" y="628"/>
                  <a:pt x="3421" y="628"/>
                  <a:pt x="3421" y="628"/>
                </a:cubicBezTo>
                <a:cubicBezTo>
                  <a:pt x="3418" y="628"/>
                  <a:pt x="3418" y="628"/>
                  <a:pt x="3418" y="628"/>
                </a:cubicBezTo>
                <a:lnTo>
                  <a:pt x="3418" y="671"/>
                </a:lnTo>
                <a:close/>
                <a:moveTo>
                  <a:pt x="3537" y="4"/>
                </a:moveTo>
                <a:cubicBezTo>
                  <a:pt x="3537" y="4"/>
                  <a:pt x="3529" y="22"/>
                  <a:pt x="3528" y="27"/>
                </a:cubicBezTo>
                <a:cubicBezTo>
                  <a:pt x="3529" y="27"/>
                  <a:pt x="3529" y="27"/>
                  <a:pt x="3529" y="27"/>
                </a:cubicBezTo>
                <a:cubicBezTo>
                  <a:pt x="3528" y="26"/>
                  <a:pt x="3528" y="26"/>
                  <a:pt x="3528" y="26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17" y="57"/>
                  <a:pt x="3517" y="57"/>
                  <a:pt x="3517" y="57"/>
                </a:cubicBezTo>
                <a:cubicBezTo>
                  <a:pt x="3515" y="58"/>
                  <a:pt x="3515" y="58"/>
                  <a:pt x="3515" y="58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12" y="105"/>
                  <a:pt x="3512" y="105"/>
                  <a:pt x="3512" y="105"/>
                </a:cubicBezTo>
                <a:cubicBezTo>
                  <a:pt x="3510" y="107"/>
                  <a:pt x="3510" y="107"/>
                  <a:pt x="3510" y="107"/>
                </a:cubicBezTo>
                <a:cubicBezTo>
                  <a:pt x="3510" y="108"/>
                  <a:pt x="3510" y="108"/>
                  <a:pt x="3510" y="108"/>
                </a:cubicBezTo>
                <a:cubicBezTo>
                  <a:pt x="3510" y="175"/>
                  <a:pt x="3510" y="175"/>
                  <a:pt x="3510" y="175"/>
                </a:cubicBezTo>
                <a:cubicBezTo>
                  <a:pt x="3507" y="180"/>
                  <a:pt x="3507" y="180"/>
                  <a:pt x="3507" y="180"/>
                </a:cubicBezTo>
                <a:cubicBezTo>
                  <a:pt x="3507" y="181"/>
                  <a:pt x="3507" y="181"/>
                  <a:pt x="3507" y="181"/>
                </a:cubicBezTo>
                <a:cubicBezTo>
                  <a:pt x="3508" y="671"/>
                  <a:pt x="3508" y="671"/>
                  <a:pt x="3508" y="671"/>
                </a:cubicBezTo>
                <a:cubicBezTo>
                  <a:pt x="3510" y="671"/>
                  <a:pt x="3510" y="671"/>
                  <a:pt x="3510" y="671"/>
                </a:cubicBezTo>
                <a:cubicBezTo>
                  <a:pt x="3509" y="181"/>
                  <a:pt x="3509" y="181"/>
                  <a:pt x="3509" y="181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09"/>
                  <a:pt x="3512" y="109"/>
                  <a:pt x="3512" y="109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6" y="60"/>
                  <a:pt x="3516" y="60"/>
                  <a:pt x="3516" y="60"/>
                </a:cubicBezTo>
                <a:cubicBezTo>
                  <a:pt x="3518" y="59"/>
                  <a:pt x="3518" y="59"/>
                  <a:pt x="3518" y="59"/>
                </a:cubicBezTo>
                <a:cubicBezTo>
                  <a:pt x="3519" y="59"/>
                  <a:pt x="3519" y="59"/>
                  <a:pt x="3519" y="59"/>
                </a:cubicBezTo>
                <a:cubicBezTo>
                  <a:pt x="3525" y="31"/>
                  <a:pt x="3525" y="31"/>
                  <a:pt x="3525" y="31"/>
                </a:cubicBezTo>
                <a:cubicBezTo>
                  <a:pt x="3529" y="28"/>
                  <a:pt x="3529" y="28"/>
                  <a:pt x="3529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1" y="25"/>
                  <a:pt x="3533" y="20"/>
                  <a:pt x="3535" y="14"/>
                </a:cubicBezTo>
                <a:cubicBezTo>
                  <a:pt x="3537" y="9"/>
                  <a:pt x="3539" y="5"/>
                  <a:pt x="3539" y="5"/>
                </a:cubicBezTo>
                <a:cubicBezTo>
                  <a:pt x="3537" y="4"/>
                  <a:pt x="3537" y="4"/>
                  <a:pt x="3537" y="4"/>
                </a:cubicBezTo>
                <a:moveTo>
                  <a:pt x="3540" y="56"/>
                </a:moveTo>
                <a:cubicBezTo>
                  <a:pt x="3540" y="38"/>
                  <a:pt x="3540" y="38"/>
                  <a:pt x="3540" y="38"/>
                </a:cubicBezTo>
                <a:cubicBezTo>
                  <a:pt x="3538" y="36"/>
                  <a:pt x="3538" y="36"/>
                  <a:pt x="3538" y="36"/>
                </a:cubicBezTo>
                <a:cubicBezTo>
                  <a:pt x="3538" y="26"/>
                  <a:pt x="3538" y="26"/>
                  <a:pt x="3538" y="26"/>
                </a:cubicBezTo>
                <a:cubicBezTo>
                  <a:pt x="3575" y="30"/>
                  <a:pt x="3575" y="30"/>
                  <a:pt x="3575" y="30"/>
                </a:cubicBezTo>
                <a:cubicBezTo>
                  <a:pt x="3576" y="40"/>
                  <a:pt x="3576" y="40"/>
                  <a:pt x="3576" y="40"/>
                </a:cubicBezTo>
                <a:cubicBezTo>
                  <a:pt x="3577" y="42"/>
                  <a:pt x="3577" y="42"/>
                  <a:pt x="3577" y="42"/>
                </a:cubicBezTo>
                <a:cubicBezTo>
                  <a:pt x="3579" y="60"/>
                  <a:pt x="3579" y="60"/>
                  <a:pt x="3579" y="60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1" y="105"/>
                  <a:pt x="3581" y="105"/>
                  <a:pt x="3581" y="105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0" y="653"/>
                  <a:pt x="3580" y="653"/>
                  <a:pt x="3580" y="653"/>
                </a:cubicBezTo>
                <a:cubicBezTo>
                  <a:pt x="3553" y="653"/>
                  <a:pt x="3553" y="653"/>
                  <a:pt x="3553" y="653"/>
                </a:cubicBezTo>
                <a:cubicBezTo>
                  <a:pt x="3545" y="661"/>
                  <a:pt x="3545" y="661"/>
                  <a:pt x="3545" y="661"/>
                </a:cubicBezTo>
                <a:cubicBezTo>
                  <a:pt x="3525" y="661"/>
                  <a:pt x="3525" y="661"/>
                  <a:pt x="3525" y="661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7" y="672"/>
                  <a:pt x="3517" y="672"/>
                  <a:pt x="3517" y="672"/>
                </a:cubicBezTo>
                <a:cubicBezTo>
                  <a:pt x="3526" y="663"/>
                  <a:pt x="3526" y="663"/>
                  <a:pt x="3526" y="663"/>
                </a:cubicBezTo>
                <a:cubicBezTo>
                  <a:pt x="3546" y="663"/>
                  <a:pt x="3546" y="663"/>
                  <a:pt x="3546" y="663"/>
                </a:cubicBezTo>
                <a:cubicBezTo>
                  <a:pt x="3554" y="655"/>
                  <a:pt x="3554" y="655"/>
                  <a:pt x="3554" y="655"/>
                </a:cubicBezTo>
                <a:cubicBezTo>
                  <a:pt x="3582" y="655"/>
                  <a:pt x="3582" y="655"/>
                  <a:pt x="3582" y="655"/>
                </a:cubicBezTo>
                <a:cubicBezTo>
                  <a:pt x="3582" y="105"/>
                  <a:pt x="3582" y="105"/>
                  <a:pt x="3582" y="105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80" y="41"/>
                  <a:pt x="3580" y="41"/>
                  <a:pt x="3580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77" y="28"/>
                  <a:pt x="3577" y="28"/>
                  <a:pt x="3577" y="28"/>
                </a:cubicBezTo>
                <a:cubicBezTo>
                  <a:pt x="3535" y="24"/>
                  <a:pt x="3535" y="24"/>
                  <a:pt x="3535" y="24"/>
                </a:cubicBezTo>
                <a:cubicBezTo>
                  <a:pt x="3535" y="37"/>
                  <a:pt x="3535" y="37"/>
                  <a:pt x="3535" y="37"/>
                </a:cubicBezTo>
                <a:cubicBezTo>
                  <a:pt x="3538" y="39"/>
                  <a:pt x="3538" y="39"/>
                  <a:pt x="3538" y="39"/>
                </a:cubicBezTo>
                <a:cubicBezTo>
                  <a:pt x="3538" y="56"/>
                  <a:pt x="3538" y="56"/>
                  <a:pt x="3538" y="56"/>
                </a:cubicBezTo>
                <a:cubicBezTo>
                  <a:pt x="3540" y="56"/>
                  <a:pt x="3540" y="56"/>
                  <a:pt x="3540" y="56"/>
                </a:cubicBezTo>
                <a:moveTo>
                  <a:pt x="3531" y="48"/>
                </a:moveTo>
                <a:cubicBezTo>
                  <a:pt x="3531" y="58"/>
                  <a:pt x="3531" y="58"/>
                  <a:pt x="3531" y="58"/>
                </a:cubicBezTo>
                <a:cubicBezTo>
                  <a:pt x="3535" y="60"/>
                  <a:pt x="3535" y="60"/>
                  <a:pt x="3535" y="60"/>
                </a:cubicBezTo>
                <a:cubicBezTo>
                  <a:pt x="3534" y="662"/>
                  <a:pt x="3534" y="662"/>
                  <a:pt x="3534" y="662"/>
                </a:cubicBezTo>
                <a:cubicBezTo>
                  <a:pt x="3537" y="662"/>
                  <a:pt x="3537" y="662"/>
                  <a:pt x="3537" y="662"/>
                </a:cubicBezTo>
                <a:cubicBezTo>
                  <a:pt x="3537" y="58"/>
                  <a:pt x="3537" y="58"/>
                  <a:pt x="3537" y="58"/>
                </a:cubicBezTo>
                <a:cubicBezTo>
                  <a:pt x="3533" y="57"/>
                  <a:pt x="3533" y="57"/>
                  <a:pt x="3533" y="57"/>
                </a:cubicBezTo>
                <a:cubicBezTo>
                  <a:pt x="3533" y="48"/>
                  <a:pt x="3533" y="48"/>
                  <a:pt x="3533" y="48"/>
                </a:cubicBezTo>
                <a:cubicBezTo>
                  <a:pt x="3531" y="48"/>
                  <a:pt x="3531" y="48"/>
                  <a:pt x="3531" y="48"/>
                </a:cubicBezTo>
                <a:moveTo>
                  <a:pt x="3498" y="118"/>
                </a:moveTo>
                <a:cubicBezTo>
                  <a:pt x="3513" y="108"/>
                  <a:pt x="3513" y="108"/>
                  <a:pt x="3513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37" y="108"/>
                  <a:pt x="3537" y="108"/>
                  <a:pt x="3537" y="108"/>
                </a:cubicBezTo>
                <a:cubicBezTo>
                  <a:pt x="3540" y="106"/>
                  <a:pt x="3540" y="106"/>
                  <a:pt x="3540" y="106"/>
                </a:cubicBezTo>
                <a:cubicBezTo>
                  <a:pt x="3577" y="109"/>
                  <a:pt x="3577" y="109"/>
                  <a:pt x="3577" y="109"/>
                </a:cubicBezTo>
                <a:cubicBezTo>
                  <a:pt x="3580" y="112"/>
                  <a:pt x="3580" y="112"/>
                  <a:pt x="3580" y="112"/>
                </a:cubicBezTo>
                <a:cubicBezTo>
                  <a:pt x="3592" y="114"/>
                  <a:pt x="3592" y="114"/>
                  <a:pt x="3592" y="114"/>
                </a:cubicBezTo>
                <a:cubicBezTo>
                  <a:pt x="3592" y="112"/>
                  <a:pt x="3592" y="112"/>
                  <a:pt x="3592" y="112"/>
                </a:cubicBezTo>
                <a:cubicBezTo>
                  <a:pt x="3581" y="110"/>
                  <a:pt x="3581" y="110"/>
                  <a:pt x="3581" y="110"/>
                </a:cubicBezTo>
                <a:cubicBezTo>
                  <a:pt x="3578" y="107"/>
                  <a:pt x="3578" y="107"/>
                  <a:pt x="3578" y="107"/>
                </a:cubicBezTo>
                <a:cubicBezTo>
                  <a:pt x="3539" y="104"/>
                  <a:pt x="3539" y="104"/>
                  <a:pt x="3539" y="104"/>
                </a:cubicBezTo>
                <a:cubicBezTo>
                  <a:pt x="3536" y="106"/>
                  <a:pt x="3536" y="106"/>
                  <a:pt x="3536" y="106"/>
                </a:cubicBezTo>
                <a:cubicBezTo>
                  <a:pt x="3520" y="106"/>
                  <a:pt x="3520" y="106"/>
                  <a:pt x="3520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497" y="116"/>
                  <a:pt x="3497" y="116"/>
                  <a:pt x="3497" y="116"/>
                </a:cubicBezTo>
                <a:cubicBezTo>
                  <a:pt x="3498" y="118"/>
                  <a:pt x="3498" y="118"/>
                  <a:pt x="3498" y="118"/>
                </a:cubicBezTo>
                <a:moveTo>
                  <a:pt x="3497" y="188"/>
                </a:moveTo>
                <a:cubicBezTo>
                  <a:pt x="3509" y="181"/>
                  <a:pt x="3509" y="181"/>
                  <a:pt x="3509" y="181"/>
                </a:cubicBezTo>
                <a:cubicBezTo>
                  <a:pt x="3536" y="176"/>
                  <a:pt x="3536" y="176"/>
                  <a:pt x="3536" y="176"/>
                </a:cubicBezTo>
                <a:cubicBezTo>
                  <a:pt x="3578" y="179"/>
                  <a:pt x="3578" y="179"/>
                  <a:pt x="3578" y="179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93" y="184"/>
                  <a:pt x="3593" y="184"/>
                  <a:pt x="3593" y="184"/>
                </a:cubicBezTo>
                <a:cubicBezTo>
                  <a:pt x="3594" y="181"/>
                  <a:pt x="3594" y="181"/>
                  <a:pt x="3594" y="181"/>
                </a:cubicBezTo>
                <a:cubicBezTo>
                  <a:pt x="3582" y="180"/>
                  <a:pt x="3582" y="180"/>
                  <a:pt x="3582" y="180"/>
                </a:cubicBezTo>
                <a:cubicBezTo>
                  <a:pt x="3580" y="177"/>
                  <a:pt x="3580" y="177"/>
                  <a:pt x="3580" y="177"/>
                </a:cubicBezTo>
                <a:cubicBezTo>
                  <a:pt x="3579" y="177"/>
                  <a:pt x="3579" y="177"/>
                  <a:pt x="3579" y="177"/>
                </a:cubicBezTo>
                <a:cubicBezTo>
                  <a:pt x="3536" y="173"/>
                  <a:pt x="3536" y="173"/>
                  <a:pt x="3536" y="173"/>
                </a:cubicBezTo>
                <a:cubicBezTo>
                  <a:pt x="3508" y="179"/>
                  <a:pt x="3508" y="179"/>
                  <a:pt x="3508" y="179"/>
                </a:cubicBezTo>
                <a:cubicBezTo>
                  <a:pt x="3495" y="186"/>
                  <a:pt x="3495" y="186"/>
                  <a:pt x="3495" y="186"/>
                </a:cubicBezTo>
                <a:cubicBezTo>
                  <a:pt x="3497" y="188"/>
                  <a:pt x="3497" y="188"/>
                  <a:pt x="3497" y="188"/>
                </a:cubicBezTo>
                <a:moveTo>
                  <a:pt x="3597" y="482"/>
                </a:moveTo>
                <a:cubicBezTo>
                  <a:pt x="3613" y="477"/>
                  <a:pt x="3613" y="477"/>
                  <a:pt x="3613" y="477"/>
                </a:cubicBezTo>
                <a:cubicBezTo>
                  <a:pt x="3660" y="477"/>
                  <a:pt x="3660" y="477"/>
                  <a:pt x="3660" y="477"/>
                </a:cubicBezTo>
                <a:cubicBezTo>
                  <a:pt x="3661" y="627"/>
                  <a:pt x="3661" y="627"/>
                  <a:pt x="3661" y="627"/>
                </a:cubicBezTo>
                <a:cubicBezTo>
                  <a:pt x="3676" y="627"/>
                  <a:pt x="3676" y="627"/>
                  <a:pt x="3676" y="627"/>
                </a:cubicBezTo>
                <a:cubicBezTo>
                  <a:pt x="3680" y="622"/>
                  <a:pt x="3680" y="622"/>
                  <a:pt x="3680" y="622"/>
                </a:cubicBezTo>
                <a:cubicBezTo>
                  <a:pt x="3696" y="622"/>
                  <a:pt x="3696" y="622"/>
                  <a:pt x="3696" y="622"/>
                </a:cubicBezTo>
                <a:cubicBezTo>
                  <a:pt x="3696" y="447"/>
                  <a:pt x="3696" y="447"/>
                  <a:pt x="3696" y="447"/>
                </a:cubicBezTo>
                <a:cubicBezTo>
                  <a:pt x="3700" y="440"/>
                  <a:pt x="3700" y="440"/>
                  <a:pt x="3700" y="440"/>
                </a:cubicBezTo>
                <a:cubicBezTo>
                  <a:pt x="3701" y="414"/>
                  <a:pt x="3701" y="414"/>
                  <a:pt x="3701" y="414"/>
                </a:cubicBezTo>
                <a:cubicBezTo>
                  <a:pt x="3703" y="411"/>
                  <a:pt x="3703" y="411"/>
                  <a:pt x="3703" y="411"/>
                </a:cubicBezTo>
                <a:cubicBezTo>
                  <a:pt x="3704" y="411"/>
                  <a:pt x="3704" y="411"/>
                  <a:pt x="3704" y="411"/>
                </a:cubicBezTo>
                <a:cubicBezTo>
                  <a:pt x="3706" y="387"/>
                  <a:pt x="3706" y="387"/>
                  <a:pt x="3706" y="387"/>
                </a:cubicBezTo>
                <a:cubicBezTo>
                  <a:pt x="3708" y="385"/>
                  <a:pt x="3708" y="385"/>
                  <a:pt x="3708" y="385"/>
                </a:cubicBezTo>
                <a:cubicBezTo>
                  <a:pt x="3709" y="385"/>
                  <a:pt x="3709" y="385"/>
                  <a:pt x="3709" y="385"/>
                </a:cubicBezTo>
                <a:cubicBezTo>
                  <a:pt x="3713" y="376"/>
                  <a:pt x="3713" y="376"/>
                  <a:pt x="3713" y="376"/>
                </a:cubicBezTo>
                <a:cubicBezTo>
                  <a:pt x="3714" y="378"/>
                  <a:pt x="3714" y="378"/>
                  <a:pt x="3714" y="378"/>
                </a:cubicBezTo>
                <a:cubicBezTo>
                  <a:pt x="3715" y="382"/>
                  <a:pt x="3715" y="382"/>
                  <a:pt x="3715" y="382"/>
                </a:cubicBezTo>
                <a:cubicBezTo>
                  <a:pt x="3717" y="375"/>
                  <a:pt x="3717" y="375"/>
                  <a:pt x="3717" y="375"/>
                </a:cubicBezTo>
                <a:cubicBezTo>
                  <a:pt x="3718" y="375"/>
                  <a:pt x="3718" y="375"/>
                  <a:pt x="3718" y="375"/>
                </a:cubicBezTo>
                <a:cubicBezTo>
                  <a:pt x="3719" y="378"/>
                  <a:pt x="3719" y="378"/>
                  <a:pt x="3719" y="378"/>
                </a:cubicBezTo>
                <a:cubicBezTo>
                  <a:pt x="3721" y="372"/>
                  <a:pt x="3721" y="372"/>
                  <a:pt x="3721" y="372"/>
                </a:cubicBezTo>
                <a:cubicBezTo>
                  <a:pt x="3722" y="376"/>
                  <a:pt x="3722" y="376"/>
                  <a:pt x="3722" y="376"/>
                </a:cubicBezTo>
                <a:cubicBezTo>
                  <a:pt x="3723" y="379"/>
                  <a:pt x="3723" y="379"/>
                  <a:pt x="3723" y="379"/>
                </a:cubicBezTo>
                <a:cubicBezTo>
                  <a:pt x="3726" y="373"/>
                  <a:pt x="3726" y="373"/>
                  <a:pt x="3726" y="373"/>
                </a:cubicBezTo>
                <a:cubicBezTo>
                  <a:pt x="3727" y="376"/>
                  <a:pt x="3727" y="376"/>
                  <a:pt x="3727" y="376"/>
                </a:cubicBezTo>
                <a:cubicBezTo>
                  <a:pt x="3728" y="379"/>
                  <a:pt x="3728" y="379"/>
                  <a:pt x="3728" y="379"/>
                </a:cubicBezTo>
                <a:cubicBezTo>
                  <a:pt x="3730" y="373"/>
                  <a:pt x="3730" y="373"/>
                  <a:pt x="3730" y="373"/>
                </a:cubicBezTo>
                <a:cubicBezTo>
                  <a:pt x="3730" y="377"/>
                  <a:pt x="3730" y="377"/>
                  <a:pt x="3730" y="377"/>
                </a:cubicBezTo>
                <a:cubicBezTo>
                  <a:pt x="3731" y="381"/>
                  <a:pt x="3731" y="381"/>
                  <a:pt x="3731" y="381"/>
                </a:cubicBezTo>
                <a:cubicBezTo>
                  <a:pt x="3734" y="373"/>
                  <a:pt x="3734" y="373"/>
                  <a:pt x="3734" y="373"/>
                </a:cubicBezTo>
                <a:cubicBezTo>
                  <a:pt x="3735" y="376"/>
                  <a:pt x="3735" y="376"/>
                  <a:pt x="3735" y="376"/>
                </a:cubicBezTo>
                <a:cubicBezTo>
                  <a:pt x="3736" y="378"/>
                  <a:pt x="3736" y="378"/>
                  <a:pt x="3736" y="378"/>
                </a:cubicBezTo>
                <a:cubicBezTo>
                  <a:pt x="3739" y="373"/>
                  <a:pt x="3739" y="373"/>
                  <a:pt x="3739" y="373"/>
                </a:cubicBezTo>
                <a:cubicBezTo>
                  <a:pt x="3739" y="375"/>
                  <a:pt x="3739" y="375"/>
                  <a:pt x="3739" y="375"/>
                </a:cubicBezTo>
                <a:cubicBezTo>
                  <a:pt x="3740" y="378"/>
                  <a:pt x="3740" y="378"/>
                  <a:pt x="3740" y="378"/>
                </a:cubicBezTo>
                <a:cubicBezTo>
                  <a:pt x="3743" y="371"/>
                  <a:pt x="3743" y="371"/>
                  <a:pt x="3743" y="371"/>
                </a:cubicBezTo>
                <a:cubicBezTo>
                  <a:pt x="3745" y="376"/>
                  <a:pt x="3745" y="376"/>
                  <a:pt x="3745" y="376"/>
                </a:cubicBezTo>
                <a:cubicBezTo>
                  <a:pt x="3746" y="378"/>
                  <a:pt x="3746" y="378"/>
                  <a:pt x="3746" y="378"/>
                </a:cubicBezTo>
                <a:cubicBezTo>
                  <a:pt x="3749" y="373"/>
                  <a:pt x="3749" y="373"/>
                  <a:pt x="3749" y="373"/>
                </a:cubicBezTo>
                <a:cubicBezTo>
                  <a:pt x="3750" y="377"/>
                  <a:pt x="3750" y="377"/>
                  <a:pt x="3750" y="377"/>
                </a:cubicBezTo>
                <a:cubicBezTo>
                  <a:pt x="3751" y="380"/>
                  <a:pt x="3751" y="380"/>
                  <a:pt x="3751" y="380"/>
                </a:cubicBezTo>
                <a:cubicBezTo>
                  <a:pt x="3754" y="374"/>
                  <a:pt x="3754" y="374"/>
                  <a:pt x="3754" y="374"/>
                </a:cubicBezTo>
                <a:cubicBezTo>
                  <a:pt x="3759" y="386"/>
                  <a:pt x="3759" y="386"/>
                  <a:pt x="3759" y="386"/>
                </a:cubicBezTo>
                <a:cubicBezTo>
                  <a:pt x="3762" y="387"/>
                  <a:pt x="3762" y="387"/>
                  <a:pt x="3762" y="387"/>
                </a:cubicBezTo>
                <a:cubicBezTo>
                  <a:pt x="3765" y="410"/>
                  <a:pt x="3765" y="410"/>
                  <a:pt x="3765" y="410"/>
                </a:cubicBezTo>
                <a:cubicBezTo>
                  <a:pt x="3768" y="413"/>
                  <a:pt x="3768" y="413"/>
                  <a:pt x="3768" y="413"/>
                </a:cubicBezTo>
                <a:cubicBezTo>
                  <a:pt x="3769" y="438"/>
                  <a:pt x="3769" y="438"/>
                  <a:pt x="3769" y="438"/>
                </a:cubicBezTo>
                <a:cubicBezTo>
                  <a:pt x="3771" y="442"/>
                  <a:pt x="3771" y="442"/>
                  <a:pt x="3771" y="442"/>
                </a:cubicBezTo>
                <a:cubicBezTo>
                  <a:pt x="3771" y="625"/>
                  <a:pt x="3771" y="625"/>
                  <a:pt x="3771" y="625"/>
                </a:cubicBezTo>
                <a:cubicBezTo>
                  <a:pt x="3774" y="625"/>
                  <a:pt x="3774" y="625"/>
                  <a:pt x="3774" y="625"/>
                </a:cubicBezTo>
                <a:cubicBezTo>
                  <a:pt x="3774" y="441"/>
                  <a:pt x="3774" y="441"/>
                  <a:pt x="3774" y="441"/>
                </a:cubicBezTo>
                <a:cubicBezTo>
                  <a:pt x="3771" y="437"/>
                  <a:pt x="3771" y="437"/>
                  <a:pt x="3771" y="437"/>
                </a:cubicBezTo>
                <a:cubicBezTo>
                  <a:pt x="3770" y="413"/>
                  <a:pt x="3770" y="413"/>
                  <a:pt x="3770" y="413"/>
                </a:cubicBezTo>
                <a:cubicBezTo>
                  <a:pt x="3767" y="409"/>
                  <a:pt x="3767" y="409"/>
                  <a:pt x="3767" y="409"/>
                </a:cubicBezTo>
                <a:cubicBezTo>
                  <a:pt x="3764" y="386"/>
                  <a:pt x="3764" y="386"/>
                  <a:pt x="3764" y="386"/>
                </a:cubicBezTo>
                <a:cubicBezTo>
                  <a:pt x="3761" y="384"/>
                  <a:pt x="3761" y="384"/>
                  <a:pt x="3761" y="384"/>
                </a:cubicBezTo>
                <a:cubicBezTo>
                  <a:pt x="3753" y="368"/>
                  <a:pt x="3753" y="368"/>
                  <a:pt x="3753" y="368"/>
                </a:cubicBezTo>
                <a:cubicBezTo>
                  <a:pt x="3751" y="374"/>
                  <a:pt x="3751" y="374"/>
                  <a:pt x="3751" y="374"/>
                </a:cubicBezTo>
                <a:cubicBezTo>
                  <a:pt x="3750" y="370"/>
                  <a:pt x="3750" y="370"/>
                  <a:pt x="3750" y="370"/>
                </a:cubicBezTo>
                <a:cubicBezTo>
                  <a:pt x="3749" y="368"/>
                  <a:pt x="3749" y="368"/>
                  <a:pt x="3749" y="368"/>
                </a:cubicBezTo>
                <a:cubicBezTo>
                  <a:pt x="3746" y="373"/>
                  <a:pt x="3746" y="373"/>
                  <a:pt x="3746" y="373"/>
                </a:cubicBezTo>
                <a:cubicBezTo>
                  <a:pt x="3744" y="368"/>
                  <a:pt x="3744" y="368"/>
                  <a:pt x="3744" y="368"/>
                </a:cubicBezTo>
                <a:cubicBezTo>
                  <a:pt x="3743" y="366"/>
                  <a:pt x="3743" y="366"/>
                  <a:pt x="3743" y="366"/>
                </a:cubicBezTo>
                <a:cubicBezTo>
                  <a:pt x="3741" y="372"/>
                  <a:pt x="3741" y="372"/>
                  <a:pt x="3741" y="372"/>
                </a:cubicBezTo>
                <a:cubicBezTo>
                  <a:pt x="3740" y="370"/>
                  <a:pt x="3740" y="370"/>
                  <a:pt x="3740" y="370"/>
                </a:cubicBezTo>
                <a:cubicBezTo>
                  <a:pt x="3739" y="367"/>
                  <a:pt x="3739" y="367"/>
                  <a:pt x="3739" y="367"/>
                </a:cubicBezTo>
                <a:cubicBezTo>
                  <a:pt x="3737" y="372"/>
                  <a:pt x="3737" y="372"/>
                  <a:pt x="3737" y="372"/>
                </a:cubicBezTo>
                <a:cubicBezTo>
                  <a:pt x="3735" y="370"/>
                  <a:pt x="3735" y="370"/>
                  <a:pt x="3735" y="370"/>
                </a:cubicBezTo>
                <a:cubicBezTo>
                  <a:pt x="3734" y="367"/>
                  <a:pt x="3734" y="367"/>
                  <a:pt x="3734" y="367"/>
                </a:cubicBezTo>
                <a:cubicBezTo>
                  <a:pt x="3732" y="373"/>
                  <a:pt x="3732" y="373"/>
                  <a:pt x="3732" y="373"/>
                </a:cubicBezTo>
                <a:cubicBezTo>
                  <a:pt x="3731" y="367"/>
                  <a:pt x="3731" y="367"/>
                  <a:pt x="3731" y="367"/>
                </a:cubicBezTo>
                <a:cubicBezTo>
                  <a:pt x="3729" y="367"/>
                  <a:pt x="3729" y="367"/>
                  <a:pt x="3729" y="367"/>
                </a:cubicBezTo>
                <a:cubicBezTo>
                  <a:pt x="3728" y="372"/>
                  <a:pt x="3728" y="372"/>
                  <a:pt x="3728" y="372"/>
                </a:cubicBezTo>
                <a:cubicBezTo>
                  <a:pt x="3727" y="370"/>
                  <a:pt x="3727" y="370"/>
                  <a:pt x="3727" y="370"/>
                </a:cubicBezTo>
                <a:cubicBezTo>
                  <a:pt x="3726" y="367"/>
                  <a:pt x="3726" y="367"/>
                  <a:pt x="3726" y="367"/>
                </a:cubicBezTo>
                <a:cubicBezTo>
                  <a:pt x="3723" y="373"/>
                  <a:pt x="3723" y="373"/>
                  <a:pt x="3723" y="373"/>
                </a:cubicBezTo>
                <a:cubicBezTo>
                  <a:pt x="3722" y="369"/>
                  <a:pt x="3722" y="369"/>
                  <a:pt x="3722" y="369"/>
                </a:cubicBezTo>
                <a:cubicBezTo>
                  <a:pt x="3721" y="366"/>
                  <a:pt x="3721" y="366"/>
                  <a:pt x="3721" y="366"/>
                </a:cubicBezTo>
                <a:cubicBezTo>
                  <a:pt x="3719" y="372"/>
                  <a:pt x="3719" y="372"/>
                  <a:pt x="3719" y="372"/>
                </a:cubicBezTo>
                <a:cubicBezTo>
                  <a:pt x="3718" y="371"/>
                  <a:pt x="3718" y="371"/>
                  <a:pt x="3718" y="371"/>
                </a:cubicBezTo>
                <a:cubicBezTo>
                  <a:pt x="3717" y="368"/>
                  <a:pt x="3717" y="368"/>
                  <a:pt x="3717" y="368"/>
                </a:cubicBezTo>
                <a:cubicBezTo>
                  <a:pt x="3715" y="374"/>
                  <a:pt x="3715" y="374"/>
                  <a:pt x="3715" y="374"/>
                </a:cubicBezTo>
                <a:cubicBezTo>
                  <a:pt x="3715" y="372"/>
                  <a:pt x="3715" y="372"/>
                  <a:pt x="3715" y="372"/>
                </a:cubicBezTo>
                <a:cubicBezTo>
                  <a:pt x="3714" y="370"/>
                  <a:pt x="3714" y="370"/>
                  <a:pt x="3714" y="370"/>
                </a:cubicBezTo>
                <a:cubicBezTo>
                  <a:pt x="3707" y="384"/>
                  <a:pt x="3707" y="384"/>
                  <a:pt x="3707" y="384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1" y="410"/>
                  <a:pt x="3701" y="410"/>
                  <a:pt x="3701" y="410"/>
                </a:cubicBezTo>
                <a:cubicBezTo>
                  <a:pt x="3699" y="413"/>
                  <a:pt x="3699" y="413"/>
                  <a:pt x="3699" y="413"/>
                </a:cubicBezTo>
                <a:cubicBezTo>
                  <a:pt x="3699" y="414"/>
                  <a:pt x="3699" y="414"/>
                  <a:pt x="3699" y="414"/>
                </a:cubicBezTo>
                <a:cubicBezTo>
                  <a:pt x="3698" y="439"/>
                  <a:pt x="3698" y="439"/>
                  <a:pt x="3698" y="439"/>
                </a:cubicBezTo>
                <a:cubicBezTo>
                  <a:pt x="3693" y="446"/>
                  <a:pt x="3693" y="446"/>
                  <a:pt x="3693" y="446"/>
                </a:cubicBezTo>
                <a:cubicBezTo>
                  <a:pt x="3694" y="619"/>
                  <a:pt x="3694" y="619"/>
                  <a:pt x="3694" y="619"/>
                </a:cubicBezTo>
                <a:cubicBezTo>
                  <a:pt x="3679" y="620"/>
                  <a:pt x="3679" y="620"/>
                  <a:pt x="3679" y="620"/>
                </a:cubicBezTo>
                <a:cubicBezTo>
                  <a:pt x="3675" y="625"/>
                  <a:pt x="3675" y="625"/>
                  <a:pt x="3675" y="625"/>
                </a:cubicBezTo>
                <a:cubicBezTo>
                  <a:pt x="3663" y="625"/>
                  <a:pt x="3663" y="625"/>
                  <a:pt x="3663" y="625"/>
                </a:cubicBezTo>
                <a:cubicBezTo>
                  <a:pt x="3663" y="475"/>
                  <a:pt x="3663" y="475"/>
                  <a:pt x="3663" y="475"/>
                </a:cubicBezTo>
                <a:cubicBezTo>
                  <a:pt x="3612" y="475"/>
                  <a:pt x="3612" y="475"/>
                  <a:pt x="3612" y="475"/>
                </a:cubicBezTo>
                <a:cubicBezTo>
                  <a:pt x="3596" y="480"/>
                  <a:pt x="3596" y="480"/>
                  <a:pt x="3596" y="480"/>
                </a:cubicBezTo>
                <a:cubicBezTo>
                  <a:pt x="3597" y="482"/>
                  <a:pt x="3597" y="482"/>
                  <a:pt x="3597" y="482"/>
                </a:cubicBezTo>
                <a:moveTo>
                  <a:pt x="3611" y="620"/>
                </a:moveTo>
                <a:cubicBezTo>
                  <a:pt x="3614" y="620"/>
                  <a:pt x="3614" y="620"/>
                  <a:pt x="3614" y="620"/>
                </a:cubicBezTo>
                <a:cubicBezTo>
                  <a:pt x="3614" y="476"/>
                  <a:pt x="3614" y="476"/>
                  <a:pt x="3614" y="476"/>
                </a:cubicBezTo>
                <a:cubicBezTo>
                  <a:pt x="3611" y="476"/>
                  <a:pt x="3611" y="476"/>
                  <a:pt x="3611" y="476"/>
                </a:cubicBezTo>
                <a:lnTo>
                  <a:pt x="3611" y="620"/>
                </a:lnTo>
                <a:close/>
                <a:moveTo>
                  <a:pt x="3759" y="412"/>
                </a:moveTo>
                <a:cubicBezTo>
                  <a:pt x="3759" y="392"/>
                  <a:pt x="3759" y="392"/>
                  <a:pt x="3759" y="392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17" y="385"/>
                  <a:pt x="3717" y="385"/>
                  <a:pt x="3717" y="385"/>
                </a:cubicBezTo>
                <a:cubicBezTo>
                  <a:pt x="3717" y="628"/>
                  <a:pt x="3717" y="628"/>
                  <a:pt x="3717" y="628"/>
                </a:cubicBezTo>
                <a:cubicBezTo>
                  <a:pt x="3719" y="628"/>
                  <a:pt x="3719" y="628"/>
                  <a:pt x="3719" y="628"/>
                </a:cubicBezTo>
                <a:cubicBezTo>
                  <a:pt x="3719" y="387"/>
                  <a:pt x="3719" y="387"/>
                  <a:pt x="3719" y="387"/>
                </a:cubicBezTo>
                <a:cubicBezTo>
                  <a:pt x="3753" y="387"/>
                  <a:pt x="3753" y="387"/>
                  <a:pt x="3753" y="387"/>
                </a:cubicBezTo>
                <a:cubicBezTo>
                  <a:pt x="3757" y="393"/>
                  <a:pt x="3757" y="393"/>
                  <a:pt x="3757" y="393"/>
                </a:cubicBezTo>
                <a:cubicBezTo>
                  <a:pt x="3757" y="412"/>
                  <a:pt x="3757" y="412"/>
                  <a:pt x="3757" y="412"/>
                </a:cubicBezTo>
                <a:cubicBezTo>
                  <a:pt x="3759" y="412"/>
                  <a:pt x="3759" y="412"/>
                  <a:pt x="3759" y="412"/>
                </a:cubicBezTo>
                <a:moveTo>
                  <a:pt x="3752" y="615"/>
                </a:moveTo>
                <a:cubicBezTo>
                  <a:pt x="3754" y="615"/>
                  <a:pt x="3754" y="615"/>
                  <a:pt x="3754" y="615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52" y="385"/>
                  <a:pt x="3752" y="385"/>
                  <a:pt x="3752" y="385"/>
                </a:cubicBezTo>
                <a:lnTo>
                  <a:pt x="3752" y="615"/>
                </a:lnTo>
                <a:close/>
                <a:moveTo>
                  <a:pt x="3707" y="418"/>
                </a:moveTo>
                <a:cubicBezTo>
                  <a:pt x="3707" y="457"/>
                  <a:pt x="3707" y="457"/>
                  <a:pt x="3707" y="457"/>
                </a:cubicBezTo>
                <a:cubicBezTo>
                  <a:pt x="3704" y="459"/>
                  <a:pt x="3704" y="459"/>
                  <a:pt x="3704" y="459"/>
                </a:cubicBezTo>
                <a:cubicBezTo>
                  <a:pt x="3704" y="613"/>
                  <a:pt x="3704" y="613"/>
                  <a:pt x="3704" y="613"/>
                </a:cubicBezTo>
                <a:cubicBezTo>
                  <a:pt x="3706" y="613"/>
                  <a:pt x="3706" y="613"/>
                  <a:pt x="3706" y="613"/>
                </a:cubicBezTo>
                <a:cubicBezTo>
                  <a:pt x="3706" y="461"/>
                  <a:pt x="3706" y="461"/>
                  <a:pt x="3706" y="461"/>
                </a:cubicBezTo>
                <a:cubicBezTo>
                  <a:pt x="3709" y="459"/>
                  <a:pt x="3709" y="459"/>
                  <a:pt x="3709" y="459"/>
                </a:cubicBezTo>
                <a:cubicBezTo>
                  <a:pt x="3709" y="458"/>
                  <a:pt x="3709" y="458"/>
                  <a:pt x="3709" y="458"/>
                </a:cubicBezTo>
                <a:cubicBezTo>
                  <a:pt x="3709" y="418"/>
                  <a:pt x="3709" y="418"/>
                  <a:pt x="3709" y="418"/>
                </a:cubicBezTo>
                <a:cubicBezTo>
                  <a:pt x="3707" y="418"/>
                  <a:pt x="3707" y="418"/>
                  <a:pt x="3707" y="418"/>
                </a:cubicBezTo>
                <a:moveTo>
                  <a:pt x="3704" y="620"/>
                </a:moveTo>
                <a:cubicBezTo>
                  <a:pt x="3704" y="631"/>
                  <a:pt x="3704" y="631"/>
                  <a:pt x="3704" y="631"/>
                </a:cubicBezTo>
                <a:cubicBezTo>
                  <a:pt x="3716" y="631"/>
                  <a:pt x="3716" y="631"/>
                  <a:pt x="3716" y="631"/>
                </a:cubicBezTo>
                <a:cubicBezTo>
                  <a:pt x="3725" y="622"/>
                  <a:pt x="3725" y="622"/>
                  <a:pt x="3725" y="622"/>
                </a:cubicBezTo>
                <a:cubicBezTo>
                  <a:pt x="3749" y="622"/>
                  <a:pt x="3749" y="622"/>
                  <a:pt x="3749" y="622"/>
                </a:cubicBezTo>
                <a:cubicBezTo>
                  <a:pt x="3749" y="617"/>
                  <a:pt x="3749" y="617"/>
                  <a:pt x="3749" y="617"/>
                </a:cubicBezTo>
                <a:cubicBezTo>
                  <a:pt x="3760" y="617"/>
                  <a:pt x="3760" y="617"/>
                  <a:pt x="3760" y="617"/>
                </a:cubicBezTo>
                <a:cubicBezTo>
                  <a:pt x="3760" y="629"/>
                  <a:pt x="3760" y="629"/>
                  <a:pt x="3760" y="629"/>
                </a:cubicBezTo>
                <a:cubicBezTo>
                  <a:pt x="3777" y="624"/>
                  <a:pt x="3777" y="624"/>
                  <a:pt x="3777" y="624"/>
                </a:cubicBezTo>
                <a:cubicBezTo>
                  <a:pt x="3879" y="624"/>
                  <a:pt x="3879" y="624"/>
                  <a:pt x="3879" y="624"/>
                </a:cubicBezTo>
                <a:cubicBezTo>
                  <a:pt x="3879" y="657"/>
                  <a:pt x="3879" y="657"/>
                  <a:pt x="3879" y="657"/>
                </a:cubicBezTo>
                <a:cubicBezTo>
                  <a:pt x="3881" y="657"/>
                  <a:pt x="3881" y="657"/>
                  <a:pt x="3881" y="657"/>
                </a:cubicBezTo>
                <a:cubicBezTo>
                  <a:pt x="3881" y="622"/>
                  <a:pt x="3881" y="622"/>
                  <a:pt x="3881" y="622"/>
                </a:cubicBezTo>
                <a:cubicBezTo>
                  <a:pt x="3777" y="622"/>
                  <a:pt x="3777" y="622"/>
                  <a:pt x="3777" y="622"/>
                </a:cubicBezTo>
                <a:cubicBezTo>
                  <a:pt x="3762" y="626"/>
                  <a:pt x="3762" y="626"/>
                  <a:pt x="3762" y="626"/>
                </a:cubicBezTo>
                <a:cubicBezTo>
                  <a:pt x="3762" y="616"/>
                  <a:pt x="3762" y="616"/>
                  <a:pt x="3762" y="616"/>
                </a:cubicBezTo>
                <a:cubicBezTo>
                  <a:pt x="3762" y="615"/>
                  <a:pt x="3762" y="615"/>
                  <a:pt x="3762" y="615"/>
                </a:cubicBezTo>
                <a:cubicBezTo>
                  <a:pt x="3747" y="615"/>
                  <a:pt x="3747" y="615"/>
                  <a:pt x="3747" y="615"/>
                </a:cubicBezTo>
                <a:cubicBezTo>
                  <a:pt x="3747" y="620"/>
                  <a:pt x="3747" y="620"/>
                  <a:pt x="3747" y="620"/>
                </a:cubicBezTo>
                <a:cubicBezTo>
                  <a:pt x="3724" y="620"/>
                  <a:pt x="3724" y="620"/>
                  <a:pt x="3724" y="620"/>
                </a:cubicBezTo>
                <a:cubicBezTo>
                  <a:pt x="3715" y="629"/>
                  <a:pt x="3715" y="629"/>
                  <a:pt x="3715" y="629"/>
                </a:cubicBezTo>
                <a:cubicBezTo>
                  <a:pt x="3706" y="629"/>
                  <a:pt x="3706" y="629"/>
                  <a:pt x="3706" y="629"/>
                </a:cubicBezTo>
                <a:cubicBezTo>
                  <a:pt x="3706" y="620"/>
                  <a:pt x="3706" y="620"/>
                  <a:pt x="3706" y="620"/>
                </a:cubicBezTo>
                <a:cubicBezTo>
                  <a:pt x="3704" y="620"/>
                  <a:pt x="3704" y="620"/>
                  <a:pt x="3704" y="620"/>
                </a:cubicBezTo>
                <a:moveTo>
                  <a:pt x="3597" y="444"/>
                </a:moveTo>
                <a:cubicBezTo>
                  <a:pt x="3609" y="444"/>
                  <a:pt x="3609" y="444"/>
                  <a:pt x="3609" y="444"/>
                </a:cubicBezTo>
                <a:cubicBezTo>
                  <a:pt x="3609" y="461"/>
                  <a:pt x="3609" y="461"/>
                  <a:pt x="3609" y="461"/>
                </a:cubicBezTo>
                <a:cubicBezTo>
                  <a:pt x="3618" y="470"/>
                  <a:pt x="3618" y="470"/>
                  <a:pt x="3618" y="470"/>
                </a:cubicBezTo>
                <a:cubicBezTo>
                  <a:pt x="3632" y="470"/>
                  <a:pt x="3632" y="470"/>
                  <a:pt x="3632" y="470"/>
                </a:cubicBezTo>
                <a:cubicBezTo>
                  <a:pt x="3632" y="434"/>
                  <a:pt x="3632" y="434"/>
                  <a:pt x="3632" y="434"/>
                </a:cubicBezTo>
                <a:cubicBezTo>
                  <a:pt x="3668" y="434"/>
                  <a:pt x="3668" y="434"/>
                  <a:pt x="3668" y="434"/>
                </a:cubicBezTo>
                <a:cubicBezTo>
                  <a:pt x="3668" y="452"/>
                  <a:pt x="3668" y="452"/>
                  <a:pt x="3668" y="452"/>
                </a:cubicBezTo>
                <a:cubicBezTo>
                  <a:pt x="3694" y="452"/>
                  <a:pt x="3694" y="452"/>
                  <a:pt x="3694" y="452"/>
                </a:cubicBezTo>
                <a:cubicBezTo>
                  <a:pt x="3694" y="450"/>
                  <a:pt x="3694" y="450"/>
                  <a:pt x="3694" y="450"/>
                </a:cubicBezTo>
                <a:cubicBezTo>
                  <a:pt x="3671" y="450"/>
                  <a:pt x="3671" y="450"/>
                  <a:pt x="3671" y="450"/>
                </a:cubicBezTo>
                <a:cubicBezTo>
                  <a:pt x="3671" y="432"/>
                  <a:pt x="3671" y="432"/>
                  <a:pt x="3671" y="432"/>
                </a:cubicBezTo>
                <a:cubicBezTo>
                  <a:pt x="3630" y="432"/>
                  <a:pt x="3630" y="432"/>
                  <a:pt x="3630" y="432"/>
                </a:cubicBezTo>
                <a:cubicBezTo>
                  <a:pt x="3630" y="468"/>
                  <a:pt x="3630" y="468"/>
                  <a:pt x="3630" y="468"/>
                </a:cubicBezTo>
                <a:cubicBezTo>
                  <a:pt x="3619" y="468"/>
                  <a:pt x="3619" y="468"/>
                  <a:pt x="3619" y="468"/>
                </a:cubicBezTo>
                <a:cubicBezTo>
                  <a:pt x="3612" y="460"/>
                  <a:pt x="3612" y="460"/>
                  <a:pt x="3612" y="460"/>
                </a:cubicBezTo>
                <a:cubicBezTo>
                  <a:pt x="3612" y="442"/>
                  <a:pt x="3612" y="442"/>
                  <a:pt x="3612" y="442"/>
                </a:cubicBezTo>
                <a:cubicBezTo>
                  <a:pt x="3597" y="442"/>
                  <a:pt x="3597" y="442"/>
                  <a:pt x="3597" y="442"/>
                </a:cubicBezTo>
                <a:cubicBezTo>
                  <a:pt x="3597" y="444"/>
                  <a:pt x="3597" y="444"/>
                  <a:pt x="3597" y="444"/>
                </a:cubicBezTo>
                <a:moveTo>
                  <a:pt x="3797" y="564"/>
                </a:moveTo>
                <a:cubicBezTo>
                  <a:pt x="3797" y="333"/>
                  <a:pt x="3797" y="333"/>
                  <a:pt x="3797" y="333"/>
                </a:cubicBezTo>
                <a:cubicBezTo>
                  <a:pt x="3809" y="322"/>
                  <a:pt x="3809" y="322"/>
                  <a:pt x="3809" y="322"/>
                </a:cubicBezTo>
                <a:cubicBezTo>
                  <a:pt x="3809" y="315"/>
                  <a:pt x="3809" y="315"/>
                  <a:pt x="3809" y="315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20" y="306"/>
                  <a:pt x="3820" y="306"/>
                  <a:pt x="3820" y="306"/>
                </a:cubicBezTo>
                <a:cubicBezTo>
                  <a:pt x="3831" y="298"/>
                  <a:pt x="3831" y="298"/>
                  <a:pt x="3831" y="298"/>
                </a:cubicBezTo>
                <a:cubicBezTo>
                  <a:pt x="3842" y="305"/>
                  <a:pt x="3842" y="305"/>
                  <a:pt x="3842" y="305"/>
                </a:cubicBezTo>
                <a:cubicBezTo>
                  <a:pt x="3852" y="311"/>
                  <a:pt x="3852" y="311"/>
                  <a:pt x="3852" y="311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65" y="328"/>
                  <a:pt x="3865" y="328"/>
                  <a:pt x="3865" y="328"/>
                </a:cubicBezTo>
                <a:cubicBezTo>
                  <a:pt x="3865" y="439"/>
                  <a:pt x="3865" y="439"/>
                  <a:pt x="3865" y="439"/>
                </a:cubicBezTo>
                <a:cubicBezTo>
                  <a:pt x="3867" y="439"/>
                  <a:pt x="3867" y="439"/>
                  <a:pt x="3867" y="439"/>
                </a:cubicBezTo>
                <a:cubicBezTo>
                  <a:pt x="3867" y="327"/>
                  <a:pt x="3867" y="327"/>
                  <a:pt x="3867" y="327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43" y="303"/>
                  <a:pt x="3843" y="303"/>
                  <a:pt x="3843" y="303"/>
                </a:cubicBezTo>
                <a:cubicBezTo>
                  <a:pt x="3831" y="295"/>
                  <a:pt x="3831" y="295"/>
                  <a:pt x="3831" y="295"/>
                </a:cubicBezTo>
                <a:cubicBezTo>
                  <a:pt x="3819" y="304"/>
                  <a:pt x="3819" y="304"/>
                  <a:pt x="3819" y="304"/>
                </a:cubicBezTo>
                <a:cubicBezTo>
                  <a:pt x="3812" y="311"/>
                  <a:pt x="3812" y="311"/>
                  <a:pt x="3812" y="311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7" y="313"/>
                  <a:pt x="3807" y="313"/>
                  <a:pt x="3807" y="313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795" y="332"/>
                  <a:pt x="3795" y="332"/>
                  <a:pt x="3795" y="332"/>
                </a:cubicBezTo>
                <a:cubicBezTo>
                  <a:pt x="3795" y="564"/>
                  <a:pt x="3795" y="564"/>
                  <a:pt x="3795" y="564"/>
                </a:cubicBezTo>
                <a:cubicBezTo>
                  <a:pt x="3797" y="564"/>
                  <a:pt x="3797" y="564"/>
                  <a:pt x="3797" y="564"/>
                </a:cubicBezTo>
                <a:moveTo>
                  <a:pt x="3797" y="333"/>
                </a:moveTo>
                <a:cubicBezTo>
                  <a:pt x="3819" y="324"/>
                  <a:pt x="3819" y="324"/>
                  <a:pt x="3819" y="324"/>
                </a:cubicBezTo>
                <a:cubicBezTo>
                  <a:pt x="3866" y="328"/>
                  <a:pt x="3866" y="328"/>
                  <a:pt x="3866" y="328"/>
                </a:cubicBezTo>
                <a:cubicBezTo>
                  <a:pt x="3866" y="325"/>
                  <a:pt x="3866" y="325"/>
                  <a:pt x="3866" y="325"/>
                </a:cubicBezTo>
                <a:cubicBezTo>
                  <a:pt x="3818" y="322"/>
                  <a:pt x="3818" y="322"/>
                  <a:pt x="3818" y="322"/>
                </a:cubicBezTo>
                <a:cubicBezTo>
                  <a:pt x="3796" y="331"/>
                  <a:pt x="3796" y="331"/>
                  <a:pt x="3796" y="331"/>
                </a:cubicBezTo>
                <a:cubicBezTo>
                  <a:pt x="3797" y="333"/>
                  <a:pt x="3797" y="333"/>
                  <a:pt x="3797" y="333"/>
                </a:cubicBezTo>
                <a:moveTo>
                  <a:pt x="3830" y="298"/>
                </a:moveTo>
                <a:cubicBezTo>
                  <a:pt x="3831" y="270"/>
                  <a:pt x="3831" y="270"/>
                  <a:pt x="3831" y="270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4" y="297"/>
                  <a:pt x="3834" y="297"/>
                  <a:pt x="3834" y="297"/>
                </a:cubicBezTo>
                <a:cubicBezTo>
                  <a:pt x="3832" y="242"/>
                  <a:pt x="3832" y="242"/>
                  <a:pt x="3832" y="242"/>
                </a:cubicBezTo>
                <a:cubicBezTo>
                  <a:pt x="3830" y="242"/>
                  <a:pt x="3830" y="242"/>
                  <a:pt x="3830" y="242"/>
                </a:cubicBezTo>
                <a:cubicBezTo>
                  <a:pt x="3827" y="297"/>
                  <a:pt x="3827" y="297"/>
                  <a:pt x="3827" y="297"/>
                </a:cubicBezTo>
                <a:cubicBezTo>
                  <a:pt x="3830" y="298"/>
                  <a:pt x="3830" y="298"/>
                  <a:pt x="3830" y="298"/>
                </a:cubicBezTo>
                <a:moveTo>
                  <a:pt x="3809" y="315"/>
                </a:moveTo>
                <a:cubicBezTo>
                  <a:pt x="3823" y="311"/>
                  <a:pt x="3823" y="311"/>
                  <a:pt x="3823" y="311"/>
                </a:cubicBezTo>
                <a:cubicBezTo>
                  <a:pt x="3853" y="313"/>
                  <a:pt x="3853" y="313"/>
                  <a:pt x="3853" y="313"/>
                </a:cubicBezTo>
                <a:cubicBezTo>
                  <a:pt x="3853" y="311"/>
                  <a:pt x="3853" y="311"/>
                  <a:pt x="3853" y="311"/>
                </a:cubicBezTo>
                <a:cubicBezTo>
                  <a:pt x="3823" y="309"/>
                  <a:pt x="3823" y="309"/>
                  <a:pt x="3823" y="309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9" y="315"/>
                  <a:pt x="3809" y="315"/>
                  <a:pt x="3809" y="315"/>
                </a:cubicBezTo>
                <a:moveTo>
                  <a:pt x="3830" y="296"/>
                </a:moveTo>
                <a:cubicBezTo>
                  <a:pt x="3822" y="308"/>
                  <a:pt x="3822" y="308"/>
                  <a:pt x="3822" y="308"/>
                </a:cubicBezTo>
                <a:cubicBezTo>
                  <a:pt x="3822" y="316"/>
                  <a:pt x="3822" y="316"/>
                  <a:pt x="3822" y="316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545"/>
                  <a:pt x="3819" y="545"/>
                  <a:pt x="3819" y="545"/>
                </a:cubicBezTo>
                <a:cubicBezTo>
                  <a:pt x="3835" y="545"/>
                  <a:pt x="3835" y="545"/>
                  <a:pt x="3835" y="545"/>
                </a:cubicBezTo>
                <a:cubicBezTo>
                  <a:pt x="3835" y="542"/>
                  <a:pt x="3835" y="542"/>
                  <a:pt x="3835" y="542"/>
                </a:cubicBezTo>
                <a:cubicBezTo>
                  <a:pt x="3821" y="542"/>
                  <a:pt x="3821" y="542"/>
                  <a:pt x="3821" y="542"/>
                </a:cubicBezTo>
                <a:cubicBezTo>
                  <a:pt x="3821" y="323"/>
                  <a:pt x="3821" y="323"/>
                  <a:pt x="3821" y="323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09"/>
                  <a:pt x="3824" y="309"/>
                  <a:pt x="3824" y="309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0" y="296"/>
                  <a:pt x="3830" y="296"/>
                  <a:pt x="3830" y="296"/>
                </a:cubicBezTo>
                <a:moveTo>
                  <a:pt x="3773" y="593"/>
                </a:moveTo>
                <a:cubicBezTo>
                  <a:pt x="3794" y="593"/>
                  <a:pt x="3794" y="593"/>
                  <a:pt x="3794" y="593"/>
                </a:cubicBezTo>
                <a:cubicBezTo>
                  <a:pt x="3794" y="565"/>
                  <a:pt x="3794" y="565"/>
                  <a:pt x="3794" y="565"/>
                </a:cubicBezTo>
                <a:cubicBezTo>
                  <a:pt x="3814" y="565"/>
                  <a:pt x="3814" y="565"/>
                  <a:pt x="3814" y="565"/>
                </a:cubicBezTo>
                <a:cubicBezTo>
                  <a:pt x="3814" y="622"/>
                  <a:pt x="3814" y="622"/>
                  <a:pt x="3814" y="622"/>
                </a:cubicBezTo>
                <a:cubicBezTo>
                  <a:pt x="3816" y="622"/>
                  <a:pt x="3816" y="622"/>
                  <a:pt x="3816" y="622"/>
                </a:cubicBezTo>
                <a:cubicBezTo>
                  <a:pt x="3816" y="563"/>
                  <a:pt x="3816" y="563"/>
                  <a:pt x="3816" y="563"/>
                </a:cubicBezTo>
                <a:cubicBezTo>
                  <a:pt x="3791" y="563"/>
                  <a:pt x="3791" y="563"/>
                  <a:pt x="3791" y="563"/>
                </a:cubicBezTo>
                <a:cubicBezTo>
                  <a:pt x="3791" y="591"/>
                  <a:pt x="3791" y="591"/>
                  <a:pt x="3791" y="591"/>
                </a:cubicBezTo>
                <a:cubicBezTo>
                  <a:pt x="3773" y="591"/>
                  <a:pt x="3773" y="591"/>
                  <a:pt x="3773" y="591"/>
                </a:cubicBezTo>
                <a:cubicBezTo>
                  <a:pt x="3773" y="593"/>
                  <a:pt x="3773" y="593"/>
                  <a:pt x="3773" y="593"/>
                </a:cubicBezTo>
                <a:moveTo>
                  <a:pt x="3837" y="621"/>
                </a:moveTo>
                <a:cubicBezTo>
                  <a:pt x="3837" y="447"/>
                  <a:pt x="3837" y="447"/>
                  <a:pt x="3837" y="447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6" y="448"/>
                  <a:pt x="3836" y="448"/>
                  <a:pt x="3836" y="448"/>
                </a:cubicBezTo>
                <a:cubicBezTo>
                  <a:pt x="3836" y="448"/>
                  <a:pt x="3837" y="448"/>
                  <a:pt x="3839" y="447"/>
                </a:cubicBezTo>
                <a:cubicBezTo>
                  <a:pt x="3845" y="444"/>
                  <a:pt x="3860" y="439"/>
                  <a:pt x="3879" y="439"/>
                </a:cubicBezTo>
                <a:cubicBezTo>
                  <a:pt x="3886" y="439"/>
                  <a:pt x="3893" y="440"/>
                  <a:pt x="3901" y="442"/>
                </a:cubicBezTo>
                <a:cubicBezTo>
                  <a:pt x="3905" y="443"/>
                  <a:pt x="3906" y="444"/>
                  <a:pt x="3907" y="444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6"/>
                  <a:pt x="3907" y="446"/>
                  <a:pt x="3907" y="446"/>
                </a:cubicBezTo>
                <a:cubicBezTo>
                  <a:pt x="3941" y="445"/>
                  <a:pt x="3941" y="445"/>
                  <a:pt x="3941" y="445"/>
                </a:cubicBezTo>
                <a:cubicBezTo>
                  <a:pt x="3943" y="453"/>
                  <a:pt x="3943" y="453"/>
                  <a:pt x="3943" y="453"/>
                </a:cubicBezTo>
                <a:cubicBezTo>
                  <a:pt x="3944" y="454"/>
                  <a:pt x="3944" y="454"/>
                  <a:pt x="3944" y="454"/>
                </a:cubicBezTo>
                <a:cubicBezTo>
                  <a:pt x="3945" y="454"/>
                  <a:pt x="3945" y="454"/>
                  <a:pt x="3945" y="454"/>
                </a:cubicBezTo>
                <a:cubicBezTo>
                  <a:pt x="3950" y="453"/>
                  <a:pt x="3956" y="453"/>
                  <a:pt x="3961" y="453"/>
                </a:cubicBezTo>
                <a:cubicBezTo>
                  <a:pt x="3972" y="453"/>
                  <a:pt x="3981" y="454"/>
                  <a:pt x="3988" y="455"/>
                </a:cubicBezTo>
                <a:cubicBezTo>
                  <a:pt x="3995" y="456"/>
                  <a:pt x="4000" y="457"/>
                  <a:pt x="4000" y="457"/>
                </a:cubicBezTo>
                <a:cubicBezTo>
                  <a:pt x="4000" y="456"/>
                  <a:pt x="4000" y="456"/>
                  <a:pt x="4000" y="456"/>
                </a:cubicBezTo>
                <a:cubicBezTo>
                  <a:pt x="3999" y="456"/>
                  <a:pt x="3999" y="456"/>
                  <a:pt x="3999" y="456"/>
                </a:cubicBezTo>
                <a:cubicBezTo>
                  <a:pt x="3998" y="659"/>
                  <a:pt x="3998" y="659"/>
                  <a:pt x="3998" y="659"/>
                </a:cubicBezTo>
                <a:cubicBezTo>
                  <a:pt x="4001" y="659"/>
                  <a:pt x="4001" y="659"/>
                  <a:pt x="4001" y="659"/>
                </a:cubicBezTo>
                <a:cubicBezTo>
                  <a:pt x="4001" y="455"/>
                  <a:pt x="4001" y="455"/>
                  <a:pt x="4001" y="455"/>
                </a:cubicBezTo>
                <a:cubicBezTo>
                  <a:pt x="4000" y="455"/>
                  <a:pt x="4000" y="455"/>
                  <a:pt x="4000" y="455"/>
                </a:cubicBezTo>
                <a:cubicBezTo>
                  <a:pt x="4000" y="455"/>
                  <a:pt x="3983" y="451"/>
                  <a:pt x="3961" y="451"/>
                </a:cubicBezTo>
                <a:cubicBezTo>
                  <a:pt x="3956" y="451"/>
                  <a:pt x="3950" y="451"/>
                  <a:pt x="3944" y="452"/>
                </a:cubicBezTo>
                <a:cubicBezTo>
                  <a:pt x="3945" y="453"/>
                  <a:pt x="3945" y="453"/>
                  <a:pt x="3945" y="453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43"/>
                  <a:pt x="3943" y="443"/>
                  <a:pt x="3943" y="443"/>
                </a:cubicBezTo>
                <a:cubicBezTo>
                  <a:pt x="3909" y="443"/>
                  <a:pt x="3909" y="443"/>
                  <a:pt x="3909" y="443"/>
                </a:cubicBezTo>
                <a:cubicBezTo>
                  <a:pt x="3909" y="445"/>
                  <a:pt x="3909" y="445"/>
                  <a:pt x="3909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4"/>
                  <a:pt x="3909" y="443"/>
                  <a:pt x="3908" y="442"/>
                </a:cubicBezTo>
                <a:cubicBezTo>
                  <a:pt x="3907" y="441"/>
                  <a:pt x="3905" y="441"/>
                  <a:pt x="3902" y="440"/>
                </a:cubicBezTo>
                <a:cubicBezTo>
                  <a:pt x="3894" y="438"/>
                  <a:pt x="3886" y="437"/>
                  <a:pt x="3879" y="437"/>
                </a:cubicBezTo>
                <a:cubicBezTo>
                  <a:pt x="3853" y="437"/>
                  <a:pt x="3835" y="446"/>
                  <a:pt x="3835" y="446"/>
                </a:cubicBezTo>
                <a:cubicBezTo>
                  <a:pt x="3834" y="447"/>
                  <a:pt x="3834" y="447"/>
                  <a:pt x="3834" y="447"/>
                </a:cubicBezTo>
                <a:cubicBezTo>
                  <a:pt x="3834" y="621"/>
                  <a:pt x="3834" y="621"/>
                  <a:pt x="3834" y="621"/>
                </a:cubicBezTo>
                <a:cubicBezTo>
                  <a:pt x="3837" y="621"/>
                  <a:pt x="3837" y="621"/>
                  <a:pt x="3837" y="621"/>
                </a:cubicBezTo>
                <a:moveTo>
                  <a:pt x="3906" y="607"/>
                </a:moveTo>
                <a:cubicBezTo>
                  <a:pt x="3908" y="607"/>
                  <a:pt x="3908" y="607"/>
                  <a:pt x="3908" y="607"/>
                </a:cubicBezTo>
                <a:cubicBezTo>
                  <a:pt x="3908" y="443"/>
                  <a:pt x="3908" y="443"/>
                  <a:pt x="3908" y="443"/>
                </a:cubicBezTo>
                <a:cubicBezTo>
                  <a:pt x="3906" y="443"/>
                  <a:pt x="3906" y="443"/>
                  <a:pt x="3906" y="443"/>
                </a:cubicBezTo>
                <a:lnTo>
                  <a:pt x="3906" y="607"/>
                </a:lnTo>
                <a:close/>
                <a:moveTo>
                  <a:pt x="3943" y="607"/>
                </a:moveTo>
                <a:cubicBezTo>
                  <a:pt x="3946" y="607"/>
                  <a:pt x="3946" y="607"/>
                  <a:pt x="3946" y="607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52"/>
                  <a:pt x="3943" y="452"/>
                  <a:pt x="3943" y="452"/>
                </a:cubicBezTo>
                <a:lnTo>
                  <a:pt x="3943" y="607"/>
                </a:lnTo>
                <a:close/>
                <a:moveTo>
                  <a:pt x="3860" y="623"/>
                </a:moveTo>
                <a:cubicBezTo>
                  <a:pt x="3860" y="608"/>
                  <a:pt x="3860" y="608"/>
                  <a:pt x="3860" y="608"/>
                </a:cubicBezTo>
                <a:cubicBezTo>
                  <a:pt x="3999" y="608"/>
                  <a:pt x="3999" y="608"/>
                  <a:pt x="3999" y="608"/>
                </a:cubicBezTo>
                <a:cubicBezTo>
                  <a:pt x="3999" y="606"/>
                  <a:pt x="3999" y="606"/>
                  <a:pt x="3999" y="606"/>
                </a:cubicBezTo>
                <a:cubicBezTo>
                  <a:pt x="3858" y="606"/>
                  <a:pt x="3858" y="606"/>
                  <a:pt x="3858" y="606"/>
                </a:cubicBezTo>
                <a:cubicBezTo>
                  <a:pt x="3858" y="623"/>
                  <a:pt x="3858" y="623"/>
                  <a:pt x="3858" y="623"/>
                </a:cubicBezTo>
                <a:cubicBezTo>
                  <a:pt x="3860" y="623"/>
                  <a:pt x="3860" y="623"/>
                  <a:pt x="3860" y="623"/>
                </a:cubicBezTo>
                <a:moveTo>
                  <a:pt x="4017" y="671"/>
                </a:moveTo>
                <a:cubicBezTo>
                  <a:pt x="4017" y="537"/>
                  <a:pt x="4017" y="537"/>
                  <a:pt x="4017" y="537"/>
                </a:cubicBezTo>
                <a:cubicBezTo>
                  <a:pt x="4098" y="537"/>
                  <a:pt x="4098" y="537"/>
                  <a:pt x="4098" y="537"/>
                </a:cubicBezTo>
                <a:cubicBezTo>
                  <a:pt x="4098" y="653"/>
                  <a:pt x="4098" y="653"/>
                  <a:pt x="4098" y="653"/>
                </a:cubicBezTo>
                <a:cubicBezTo>
                  <a:pt x="4101" y="653"/>
                  <a:pt x="4101" y="653"/>
                  <a:pt x="4101" y="653"/>
                </a:cubicBezTo>
                <a:cubicBezTo>
                  <a:pt x="4101" y="535"/>
                  <a:pt x="4101" y="535"/>
                  <a:pt x="4101" y="535"/>
                </a:cubicBezTo>
                <a:cubicBezTo>
                  <a:pt x="4015" y="535"/>
                  <a:pt x="4015" y="535"/>
                  <a:pt x="4015" y="535"/>
                </a:cubicBezTo>
                <a:cubicBezTo>
                  <a:pt x="4015" y="671"/>
                  <a:pt x="4015" y="671"/>
                  <a:pt x="4015" y="671"/>
                </a:cubicBezTo>
                <a:cubicBezTo>
                  <a:pt x="4017" y="671"/>
                  <a:pt x="4017" y="671"/>
                  <a:pt x="4017" y="671"/>
                </a:cubicBezTo>
                <a:moveTo>
                  <a:pt x="4025" y="536"/>
                </a:moveTo>
                <a:cubicBezTo>
                  <a:pt x="4025" y="470"/>
                  <a:pt x="4025" y="470"/>
                  <a:pt x="4025" y="470"/>
                </a:cubicBezTo>
                <a:cubicBezTo>
                  <a:pt x="4029" y="470"/>
                  <a:pt x="4029" y="470"/>
                  <a:pt x="4029" y="470"/>
                </a:cubicBezTo>
                <a:cubicBezTo>
                  <a:pt x="4030" y="470"/>
                  <a:pt x="4030" y="470"/>
                  <a:pt x="4030" y="470"/>
                </a:cubicBezTo>
                <a:cubicBezTo>
                  <a:pt x="4030" y="432"/>
                  <a:pt x="4030" y="432"/>
                  <a:pt x="4030" y="432"/>
                </a:cubicBezTo>
                <a:cubicBezTo>
                  <a:pt x="4041" y="430"/>
                  <a:pt x="4041" y="430"/>
                  <a:pt x="4041" y="430"/>
                </a:cubicBezTo>
                <a:cubicBezTo>
                  <a:pt x="4041" y="421"/>
                  <a:pt x="4041" y="421"/>
                  <a:pt x="4041" y="421"/>
                </a:cubicBezTo>
                <a:cubicBezTo>
                  <a:pt x="4059" y="405"/>
                  <a:pt x="4059" y="405"/>
                  <a:pt x="4059" y="405"/>
                </a:cubicBezTo>
                <a:cubicBezTo>
                  <a:pt x="4080" y="423"/>
                  <a:pt x="4080" y="423"/>
                  <a:pt x="4080" y="423"/>
                </a:cubicBezTo>
                <a:cubicBezTo>
                  <a:pt x="4080" y="430"/>
                  <a:pt x="4080" y="430"/>
                  <a:pt x="4080" y="430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8" y="433"/>
                  <a:pt x="4088" y="433"/>
                  <a:pt x="4088" y="433"/>
                </a:cubicBezTo>
                <a:cubicBezTo>
                  <a:pt x="4088" y="469"/>
                  <a:pt x="4088" y="469"/>
                  <a:pt x="4088" y="469"/>
                </a:cubicBezTo>
                <a:cubicBezTo>
                  <a:pt x="4093" y="471"/>
                  <a:pt x="4093" y="471"/>
                  <a:pt x="4093" y="471"/>
                </a:cubicBezTo>
                <a:cubicBezTo>
                  <a:pt x="4093" y="493"/>
                  <a:pt x="4093" y="493"/>
                  <a:pt x="4093" y="493"/>
                </a:cubicBezTo>
                <a:cubicBezTo>
                  <a:pt x="4103" y="493"/>
                  <a:pt x="4103" y="493"/>
                  <a:pt x="4103" y="493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4105" y="653"/>
                  <a:pt x="4105" y="653"/>
                  <a:pt x="4105" y="653"/>
                </a:cubicBezTo>
                <a:cubicBezTo>
                  <a:pt x="4105" y="491"/>
                  <a:pt x="4105" y="491"/>
                  <a:pt x="4105" y="491"/>
                </a:cubicBezTo>
                <a:cubicBezTo>
                  <a:pt x="4095" y="491"/>
                  <a:pt x="4095" y="491"/>
                  <a:pt x="4095" y="491"/>
                </a:cubicBezTo>
                <a:cubicBezTo>
                  <a:pt x="4095" y="469"/>
                  <a:pt x="4095" y="469"/>
                  <a:pt x="4095" y="469"/>
                </a:cubicBezTo>
                <a:cubicBezTo>
                  <a:pt x="4090" y="467"/>
                  <a:pt x="4090" y="467"/>
                  <a:pt x="4090" y="467"/>
                </a:cubicBezTo>
                <a:cubicBezTo>
                  <a:pt x="4090" y="431"/>
                  <a:pt x="4090" y="431"/>
                  <a:pt x="4090" y="431"/>
                </a:cubicBezTo>
                <a:cubicBezTo>
                  <a:pt x="4082" y="429"/>
                  <a:pt x="4082" y="429"/>
                  <a:pt x="4082" y="429"/>
                </a:cubicBezTo>
                <a:cubicBezTo>
                  <a:pt x="4082" y="423"/>
                  <a:pt x="4082" y="423"/>
                  <a:pt x="4082" y="423"/>
                </a:cubicBezTo>
                <a:cubicBezTo>
                  <a:pt x="4082" y="422"/>
                  <a:pt x="4082" y="422"/>
                  <a:pt x="4082" y="422"/>
                </a:cubicBezTo>
                <a:cubicBezTo>
                  <a:pt x="4059" y="403"/>
                  <a:pt x="4059" y="403"/>
                  <a:pt x="4059" y="403"/>
                </a:cubicBezTo>
                <a:cubicBezTo>
                  <a:pt x="4038" y="420"/>
                  <a:pt x="4038" y="420"/>
                  <a:pt x="4038" y="420"/>
                </a:cubicBezTo>
                <a:cubicBezTo>
                  <a:pt x="4038" y="428"/>
                  <a:pt x="4038" y="428"/>
                  <a:pt x="4038" y="428"/>
                </a:cubicBezTo>
                <a:cubicBezTo>
                  <a:pt x="4028" y="430"/>
                  <a:pt x="4028" y="430"/>
                  <a:pt x="4028" y="430"/>
                </a:cubicBezTo>
                <a:cubicBezTo>
                  <a:pt x="4028" y="467"/>
                  <a:pt x="4028" y="467"/>
                  <a:pt x="4028" y="467"/>
                </a:cubicBezTo>
                <a:cubicBezTo>
                  <a:pt x="4024" y="468"/>
                  <a:pt x="4024" y="468"/>
                  <a:pt x="4024" y="468"/>
                </a:cubicBezTo>
                <a:cubicBezTo>
                  <a:pt x="4023" y="468"/>
                  <a:pt x="4023" y="468"/>
                  <a:pt x="4023" y="468"/>
                </a:cubicBezTo>
                <a:cubicBezTo>
                  <a:pt x="4023" y="536"/>
                  <a:pt x="4023" y="536"/>
                  <a:pt x="4023" y="536"/>
                </a:cubicBezTo>
                <a:cubicBezTo>
                  <a:pt x="4025" y="536"/>
                  <a:pt x="4025" y="536"/>
                  <a:pt x="4025" y="536"/>
                </a:cubicBezTo>
                <a:moveTo>
                  <a:pt x="4103" y="518"/>
                </a:moveTo>
                <a:cubicBezTo>
                  <a:pt x="4127" y="518"/>
                  <a:pt x="4127" y="518"/>
                  <a:pt x="4127" y="518"/>
                </a:cubicBezTo>
                <a:cubicBezTo>
                  <a:pt x="4127" y="656"/>
                  <a:pt x="4127" y="656"/>
                  <a:pt x="4127" y="656"/>
                </a:cubicBezTo>
                <a:cubicBezTo>
                  <a:pt x="4129" y="656"/>
                  <a:pt x="4129" y="656"/>
                  <a:pt x="4129" y="656"/>
                </a:cubicBezTo>
                <a:cubicBezTo>
                  <a:pt x="4129" y="516"/>
                  <a:pt x="4129" y="516"/>
                  <a:pt x="4129" y="516"/>
                </a:cubicBezTo>
                <a:cubicBezTo>
                  <a:pt x="4103" y="516"/>
                  <a:pt x="4103" y="516"/>
                  <a:pt x="4103" y="516"/>
                </a:cubicBezTo>
                <a:cubicBezTo>
                  <a:pt x="4103" y="518"/>
                  <a:pt x="4103" y="518"/>
                  <a:pt x="4103" y="518"/>
                </a:cubicBezTo>
                <a:moveTo>
                  <a:pt x="4137" y="538"/>
                </a:moveTo>
                <a:cubicBezTo>
                  <a:pt x="4137" y="484"/>
                  <a:pt x="4137" y="484"/>
                  <a:pt x="4137" y="484"/>
                </a:cubicBezTo>
                <a:cubicBezTo>
                  <a:pt x="4148" y="484"/>
                  <a:pt x="4148" y="484"/>
                  <a:pt x="4148" y="484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55" y="497"/>
                  <a:pt x="4155" y="497"/>
                  <a:pt x="4155" y="497"/>
                </a:cubicBezTo>
                <a:cubicBezTo>
                  <a:pt x="4179" y="497"/>
                  <a:pt x="4179" y="497"/>
                  <a:pt x="4179" y="497"/>
                </a:cubicBezTo>
                <a:cubicBezTo>
                  <a:pt x="4179" y="495"/>
                  <a:pt x="4179" y="495"/>
                  <a:pt x="4179" y="495"/>
                </a:cubicBezTo>
                <a:cubicBezTo>
                  <a:pt x="4156" y="495"/>
                  <a:pt x="4156" y="495"/>
                  <a:pt x="4156" y="495"/>
                </a:cubicBezTo>
                <a:cubicBezTo>
                  <a:pt x="4151" y="489"/>
                  <a:pt x="4151" y="489"/>
                  <a:pt x="4151" y="489"/>
                </a:cubicBezTo>
                <a:cubicBezTo>
                  <a:pt x="4150" y="482"/>
                  <a:pt x="4150" y="482"/>
                  <a:pt x="4150" y="482"/>
                </a:cubicBezTo>
                <a:cubicBezTo>
                  <a:pt x="4149" y="481"/>
                  <a:pt x="4149" y="481"/>
                  <a:pt x="4149" y="481"/>
                </a:cubicBezTo>
                <a:cubicBezTo>
                  <a:pt x="4135" y="481"/>
                  <a:pt x="4135" y="481"/>
                  <a:pt x="4135" y="481"/>
                </a:cubicBezTo>
                <a:cubicBezTo>
                  <a:pt x="4135" y="538"/>
                  <a:pt x="4135" y="538"/>
                  <a:pt x="4135" y="538"/>
                </a:cubicBezTo>
                <a:cubicBezTo>
                  <a:pt x="4137" y="538"/>
                  <a:pt x="4137" y="538"/>
                  <a:pt x="4137" y="538"/>
                </a:cubicBezTo>
                <a:moveTo>
                  <a:pt x="4000" y="493"/>
                </a:moveTo>
                <a:cubicBezTo>
                  <a:pt x="4024" y="493"/>
                  <a:pt x="4024" y="493"/>
                  <a:pt x="4024" y="493"/>
                </a:cubicBezTo>
                <a:cubicBezTo>
                  <a:pt x="4024" y="491"/>
                  <a:pt x="4024" y="491"/>
                  <a:pt x="4024" y="491"/>
                </a:cubicBezTo>
                <a:cubicBezTo>
                  <a:pt x="4000" y="491"/>
                  <a:pt x="4000" y="491"/>
                  <a:pt x="4000" y="491"/>
                </a:cubicBezTo>
                <a:lnTo>
                  <a:pt x="4000" y="493"/>
                </a:lnTo>
                <a:close/>
                <a:moveTo>
                  <a:pt x="205" y="504"/>
                </a:moveTo>
                <a:cubicBezTo>
                  <a:pt x="207" y="504"/>
                  <a:pt x="207" y="504"/>
                  <a:pt x="207" y="504"/>
                </a:cubicBezTo>
                <a:cubicBezTo>
                  <a:pt x="207" y="491"/>
                  <a:pt x="207" y="491"/>
                  <a:pt x="207" y="491"/>
                </a:cubicBezTo>
                <a:cubicBezTo>
                  <a:pt x="205" y="491"/>
                  <a:pt x="205" y="491"/>
                  <a:pt x="205" y="491"/>
                </a:cubicBezTo>
                <a:lnTo>
                  <a:pt x="205" y="504"/>
                </a:lnTo>
                <a:close/>
                <a:moveTo>
                  <a:pt x="203" y="509"/>
                </a:moveTo>
                <a:cubicBezTo>
                  <a:pt x="207" y="505"/>
                  <a:pt x="207" y="505"/>
                  <a:pt x="207" y="505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3" y="508"/>
                  <a:pt x="213" y="508"/>
                  <a:pt x="213" y="508"/>
                </a:cubicBezTo>
                <a:cubicBezTo>
                  <a:pt x="207" y="501"/>
                  <a:pt x="207" y="501"/>
                  <a:pt x="207" y="501"/>
                </a:cubicBezTo>
                <a:cubicBezTo>
                  <a:pt x="201" y="507"/>
                  <a:pt x="201" y="507"/>
                  <a:pt x="201" y="507"/>
                </a:cubicBezTo>
                <a:cubicBezTo>
                  <a:pt x="203" y="509"/>
                  <a:pt x="203" y="509"/>
                  <a:pt x="203" y="509"/>
                </a:cubicBezTo>
                <a:moveTo>
                  <a:pt x="364" y="536"/>
                </a:moveTo>
                <a:cubicBezTo>
                  <a:pt x="387" y="536"/>
                  <a:pt x="387" y="536"/>
                  <a:pt x="387" y="536"/>
                </a:cubicBezTo>
                <a:cubicBezTo>
                  <a:pt x="401" y="543"/>
                  <a:pt x="401" y="543"/>
                  <a:pt x="401" y="543"/>
                </a:cubicBezTo>
                <a:cubicBezTo>
                  <a:pt x="402" y="541"/>
                  <a:pt x="402" y="541"/>
                  <a:pt x="402" y="541"/>
                </a:cubicBezTo>
                <a:cubicBezTo>
                  <a:pt x="387" y="534"/>
                  <a:pt x="387" y="534"/>
                  <a:pt x="387" y="534"/>
                </a:cubicBezTo>
                <a:cubicBezTo>
                  <a:pt x="364" y="534"/>
                  <a:pt x="364" y="534"/>
                  <a:pt x="364" y="534"/>
                </a:cubicBezTo>
                <a:cubicBezTo>
                  <a:pt x="364" y="536"/>
                  <a:pt x="364" y="536"/>
                  <a:pt x="364" y="536"/>
                </a:cubicBezTo>
                <a:moveTo>
                  <a:pt x="387" y="522"/>
                </a:moveTo>
                <a:cubicBezTo>
                  <a:pt x="401" y="531"/>
                  <a:pt x="401" y="531"/>
                  <a:pt x="401" y="531"/>
                </a:cubicBezTo>
                <a:cubicBezTo>
                  <a:pt x="402" y="529"/>
                  <a:pt x="402" y="529"/>
                  <a:pt x="402" y="529"/>
                </a:cubicBezTo>
                <a:cubicBezTo>
                  <a:pt x="388" y="520"/>
                  <a:pt x="388" y="520"/>
                  <a:pt x="388" y="520"/>
                </a:cubicBezTo>
                <a:moveTo>
                  <a:pt x="421" y="642"/>
                </a:moveTo>
                <a:cubicBezTo>
                  <a:pt x="471" y="642"/>
                  <a:pt x="471" y="642"/>
                  <a:pt x="471" y="642"/>
                </a:cubicBezTo>
                <a:cubicBezTo>
                  <a:pt x="471" y="671"/>
                  <a:pt x="471" y="671"/>
                  <a:pt x="471" y="671"/>
                </a:cubicBezTo>
                <a:cubicBezTo>
                  <a:pt x="473" y="671"/>
                  <a:pt x="473" y="671"/>
                  <a:pt x="473" y="671"/>
                </a:cubicBezTo>
                <a:cubicBezTo>
                  <a:pt x="473" y="640"/>
                  <a:pt x="473" y="640"/>
                  <a:pt x="473" y="640"/>
                </a:cubicBezTo>
                <a:cubicBezTo>
                  <a:pt x="421" y="640"/>
                  <a:pt x="421" y="640"/>
                  <a:pt x="421" y="640"/>
                </a:cubicBezTo>
                <a:cubicBezTo>
                  <a:pt x="421" y="642"/>
                  <a:pt x="421" y="642"/>
                  <a:pt x="421" y="642"/>
                </a:cubicBezTo>
                <a:moveTo>
                  <a:pt x="481" y="628"/>
                </a:moveTo>
                <a:cubicBezTo>
                  <a:pt x="522" y="628"/>
                  <a:pt x="522" y="628"/>
                  <a:pt x="522" y="628"/>
                </a:cubicBezTo>
                <a:cubicBezTo>
                  <a:pt x="522" y="626"/>
                  <a:pt x="522" y="626"/>
                  <a:pt x="522" y="626"/>
                </a:cubicBezTo>
                <a:cubicBezTo>
                  <a:pt x="481" y="626"/>
                  <a:pt x="481" y="626"/>
                  <a:pt x="481" y="626"/>
                </a:cubicBezTo>
                <a:lnTo>
                  <a:pt x="481" y="628"/>
                </a:lnTo>
                <a:close/>
                <a:moveTo>
                  <a:pt x="156" y="507"/>
                </a:move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66" y="507"/>
                  <a:pt x="170" y="509"/>
                </a:cubicBezTo>
                <a:cubicBezTo>
                  <a:pt x="173" y="510"/>
                  <a:pt x="174" y="510"/>
                  <a:pt x="176" y="511"/>
                </a:cubicBezTo>
                <a:cubicBezTo>
                  <a:pt x="178" y="512"/>
                  <a:pt x="180" y="512"/>
                  <a:pt x="182" y="512"/>
                </a:cubicBezTo>
                <a:cubicBezTo>
                  <a:pt x="184" y="512"/>
                  <a:pt x="184" y="512"/>
                  <a:pt x="184" y="512"/>
                </a:cubicBezTo>
                <a:cubicBezTo>
                  <a:pt x="190" y="512"/>
                  <a:pt x="200" y="510"/>
                  <a:pt x="200" y="510"/>
                </a:cubicBezTo>
                <a:cubicBezTo>
                  <a:pt x="200" y="508"/>
                  <a:pt x="200" y="508"/>
                  <a:pt x="200" y="508"/>
                </a:cubicBezTo>
                <a:cubicBezTo>
                  <a:pt x="200" y="508"/>
                  <a:pt x="190" y="510"/>
                  <a:pt x="184" y="510"/>
                </a:cubicBezTo>
                <a:cubicBezTo>
                  <a:pt x="182" y="510"/>
                  <a:pt x="182" y="510"/>
                  <a:pt x="182" y="510"/>
                </a:cubicBezTo>
                <a:cubicBezTo>
                  <a:pt x="180" y="510"/>
                  <a:pt x="178" y="510"/>
                  <a:pt x="177" y="509"/>
                </a:cubicBezTo>
                <a:cubicBezTo>
                  <a:pt x="175" y="508"/>
                  <a:pt x="174" y="507"/>
                  <a:pt x="171" y="507"/>
                </a:cubicBezTo>
                <a:cubicBezTo>
                  <a:pt x="166" y="505"/>
                  <a:pt x="157" y="505"/>
                  <a:pt x="156" y="505"/>
                </a:cubicBezTo>
                <a:cubicBezTo>
                  <a:pt x="156" y="505"/>
                  <a:pt x="156" y="505"/>
                  <a:pt x="156" y="505"/>
                </a:cubicBezTo>
                <a:cubicBezTo>
                  <a:pt x="156" y="507"/>
                  <a:pt x="156" y="507"/>
                  <a:pt x="156" y="507"/>
                </a:cubicBezTo>
                <a:moveTo>
                  <a:pt x="209" y="505"/>
                </a:moveTo>
                <a:cubicBezTo>
                  <a:pt x="211" y="504"/>
                  <a:pt x="217" y="501"/>
                  <a:pt x="224" y="499"/>
                </a:cubicBezTo>
                <a:cubicBezTo>
                  <a:pt x="230" y="496"/>
                  <a:pt x="238" y="494"/>
                  <a:pt x="242" y="494"/>
                </a:cubicBezTo>
                <a:cubicBezTo>
                  <a:pt x="244" y="495"/>
                  <a:pt x="244" y="495"/>
                  <a:pt x="244" y="495"/>
                </a:cubicBezTo>
                <a:cubicBezTo>
                  <a:pt x="244" y="492"/>
                  <a:pt x="244" y="492"/>
                  <a:pt x="244" y="492"/>
                </a:cubicBezTo>
                <a:cubicBezTo>
                  <a:pt x="244" y="492"/>
                  <a:pt x="243" y="492"/>
                  <a:pt x="242" y="492"/>
                </a:cubicBezTo>
                <a:cubicBezTo>
                  <a:pt x="237" y="492"/>
                  <a:pt x="230" y="494"/>
                  <a:pt x="223" y="497"/>
                </a:cubicBezTo>
                <a:cubicBezTo>
                  <a:pt x="216" y="499"/>
                  <a:pt x="210" y="502"/>
                  <a:pt x="207" y="503"/>
                </a:cubicBezTo>
                <a:cubicBezTo>
                  <a:pt x="209" y="505"/>
                  <a:pt x="209" y="505"/>
                  <a:pt x="209" y="505"/>
                </a:cubicBezTo>
                <a:moveTo>
                  <a:pt x="294" y="488"/>
                </a:moveTo>
                <a:cubicBezTo>
                  <a:pt x="295" y="488"/>
                  <a:pt x="295" y="488"/>
                  <a:pt x="295" y="488"/>
                </a:cubicBezTo>
                <a:cubicBezTo>
                  <a:pt x="301" y="488"/>
                  <a:pt x="307" y="490"/>
                  <a:pt x="313" y="492"/>
                </a:cubicBezTo>
                <a:cubicBezTo>
                  <a:pt x="315" y="493"/>
                  <a:pt x="318" y="494"/>
                  <a:pt x="319" y="495"/>
                </a:cubicBezTo>
                <a:cubicBezTo>
                  <a:pt x="321" y="496"/>
                  <a:pt x="322" y="497"/>
                  <a:pt x="322" y="497"/>
                </a:cubicBezTo>
                <a:cubicBezTo>
                  <a:pt x="323" y="495"/>
                  <a:pt x="323" y="495"/>
                  <a:pt x="323" y="495"/>
                </a:cubicBezTo>
                <a:cubicBezTo>
                  <a:pt x="323" y="495"/>
                  <a:pt x="307" y="486"/>
                  <a:pt x="295" y="486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294" y="488"/>
                  <a:pt x="294" y="488"/>
                  <a:pt x="294" y="488"/>
                </a:cubicBezTo>
                <a:moveTo>
                  <a:pt x="370" y="497"/>
                </a:moveTo>
                <a:cubicBezTo>
                  <a:pt x="371" y="497"/>
                  <a:pt x="371" y="497"/>
                  <a:pt x="371" y="497"/>
                </a:cubicBezTo>
                <a:cubicBezTo>
                  <a:pt x="372" y="496"/>
                  <a:pt x="377" y="496"/>
                  <a:pt x="382" y="496"/>
                </a:cubicBezTo>
                <a:cubicBezTo>
                  <a:pt x="388" y="496"/>
                  <a:pt x="394" y="496"/>
                  <a:pt x="401" y="499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395" y="494"/>
                  <a:pt x="388" y="493"/>
                  <a:pt x="382" y="493"/>
                </a:cubicBezTo>
                <a:cubicBezTo>
                  <a:pt x="375" y="493"/>
                  <a:pt x="369" y="495"/>
                  <a:pt x="369" y="495"/>
                </a:cubicBezTo>
                <a:cubicBezTo>
                  <a:pt x="370" y="497"/>
                  <a:pt x="370" y="497"/>
                  <a:pt x="370" y="497"/>
                </a:cubicBezTo>
                <a:moveTo>
                  <a:pt x="482" y="457"/>
                </a:moveTo>
                <a:cubicBezTo>
                  <a:pt x="482" y="457"/>
                  <a:pt x="483" y="457"/>
                  <a:pt x="484" y="456"/>
                </a:cubicBezTo>
                <a:cubicBezTo>
                  <a:pt x="487" y="454"/>
                  <a:pt x="494" y="449"/>
                  <a:pt x="500" y="449"/>
                </a:cubicBezTo>
                <a:cubicBezTo>
                  <a:pt x="501" y="449"/>
                  <a:pt x="501" y="449"/>
                  <a:pt x="501" y="449"/>
                </a:cubicBezTo>
                <a:cubicBezTo>
                  <a:pt x="502" y="449"/>
                  <a:pt x="502" y="449"/>
                  <a:pt x="502" y="449"/>
                </a:cubicBezTo>
                <a:cubicBezTo>
                  <a:pt x="504" y="449"/>
                  <a:pt x="506" y="449"/>
                  <a:pt x="508" y="449"/>
                </a:cubicBezTo>
                <a:cubicBezTo>
                  <a:pt x="513" y="449"/>
                  <a:pt x="518" y="450"/>
                  <a:pt x="527" y="454"/>
                </a:cubicBezTo>
                <a:cubicBezTo>
                  <a:pt x="527" y="452"/>
                  <a:pt x="527" y="452"/>
                  <a:pt x="527" y="452"/>
                </a:cubicBezTo>
                <a:cubicBezTo>
                  <a:pt x="519" y="448"/>
                  <a:pt x="513" y="447"/>
                  <a:pt x="508" y="447"/>
                </a:cubicBezTo>
                <a:cubicBezTo>
                  <a:pt x="505" y="447"/>
                  <a:pt x="503" y="447"/>
                  <a:pt x="502" y="447"/>
                </a:cubicBezTo>
                <a:cubicBezTo>
                  <a:pt x="501" y="447"/>
                  <a:pt x="501" y="447"/>
                  <a:pt x="501" y="447"/>
                </a:cubicBezTo>
                <a:cubicBezTo>
                  <a:pt x="500" y="447"/>
                  <a:pt x="500" y="447"/>
                  <a:pt x="500" y="447"/>
                </a:cubicBezTo>
                <a:cubicBezTo>
                  <a:pt x="491" y="447"/>
                  <a:pt x="481" y="456"/>
                  <a:pt x="481" y="456"/>
                </a:cubicBezTo>
                <a:cubicBezTo>
                  <a:pt x="482" y="457"/>
                  <a:pt x="482" y="457"/>
                  <a:pt x="482" y="457"/>
                </a:cubicBezTo>
                <a:moveTo>
                  <a:pt x="568" y="430"/>
                </a:moveTo>
                <a:cubicBezTo>
                  <a:pt x="568" y="430"/>
                  <a:pt x="569" y="429"/>
                  <a:pt x="571" y="428"/>
                </a:cubicBezTo>
                <a:cubicBezTo>
                  <a:pt x="576" y="426"/>
                  <a:pt x="588" y="420"/>
                  <a:pt x="598" y="420"/>
                </a:cubicBezTo>
                <a:cubicBezTo>
                  <a:pt x="601" y="420"/>
                  <a:pt x="602" y="420"/>
                  <a:pt x="604" y="421"/>
                </a:cubicBezTo>
                <a:cubicBezTo>
                  <a:pt x="605" y="419"/>
                  <a:pt x="605" y="419"/>
                  <a:pt x="605" y="419"/>
                </a:cubicBezTo>
                <a:cubicBezTo>
                  <a:pt x="603" y="418"/>
                  <a:pt x="601" y="418"/>
                  <a:pt x="598" y="418"/>
                </a:cubicBezTo>
                <a:cubicBezTo>
                  <a:pt x="583" y="418"/>
                  <a:pt x="567" y="428"/>
                  <a:pt x="567" y="428"/>
                </a:cubicBezTo>
                <a:cubicBezTo>
                  <a:pt x="568" y="430"/>
                  <a:pt x="568" y="430"/>
                  <a:pt x="568" y="430"/>
                </a:cubicBezTo>
                <a:moveTo>
                  <a:pt x="628" y="405"/>
                </a:moveTo>
                <a:cubicBezTo>
                  <a:pt x="628" y="393"/>
                  <a:pt x="628" y="393"/>
                  <a:pt x="628" y="393"/>
                </a:cubicBezTo>
                <a:cubicBezTo>
                  <a:pt x="675" y="394"/>
                  <a:pt x="675" y="394"/>
                  <a:pt x="675" y="394"/>
                </a:cubicBezTo>
                <a:cubicBezTo>
                  <a:pt x="675" y="406"/>
                  <a:pt x="675" y="406"/>
                  <a:pt x="675" y="406"/>
                </a:cubicBezTo>
                <a:cubicBezTo>
                  <a:pt x="677" y="406"/>
                  <a:pt x="677" y="406"/>
                  <a:pt x="677" y="406"/>
                </a:cubicBezTo>
                <a:cubicBezTo>
                  <a:pt x="677" y="391"/>
                  <a:pt x="677" y="391"/>
                  <a:pt x="677" y="391"/>
                </a:cubicBezTo>
                <a:cubicBezTo>
                  <a:pt x="625" y="391"/>
                  <a:pt x="625" y="391"/>
                  <a:pt x="625" y="391"/>
                </a:cubicBezTo>
                <a:cubicBezTo>
                  <a:pt x="625" y="405"/>
                  <a:pt x="625" y="405"/>
                  <a:pt x="625" y="405"/>
                </a:cubicBezTo>
                <a:cubicBezTo>
                  <a:pt x="628" y="405"/>
                  <a:pt x="628" y="405"/>
                  <a:pt x="628" y="405"/>
                </a:cubicBezTo>
                <a:moveTo>
                  <a:pt x="701" y="436"/>
                </a:moveTo>
                <a:cubicBezTo>
                  <a:pt x="701" y="436"/>
                  <a:pt x="703" y="436"/>
                  <a:pt x="705" y="436"/>
                </a:cubicBezTo>
                <a:cubicBezTo>
                  <a:pt x="708" y="437"/>
                  <a:pt x="712" y="438"/>
                  <a:pt x="715" y="439"/>
                </a:cubicBezTo>
                <a:cubicBezTo>
                  <a:pt x="717" y="440"/>
                  <a:pt x="718" y="440"/>
                  <a:pt x="720" y="440"/>
                </a:cubicBezTo>
                <a:cubicBezTo>
                  <a:pt x="721" y="441"/>
                  <a:pt x="721" y="441"/>
                  <a:pt x="721" y="441"/>
                </a:cubicBezTo>
                <a:cubicBezTo>
                  <a:pt x="722" y="441"/>
                  <a:pt x="722" y="441"/>
                  <a:pt x="722" y="441"/>
                </a:cubicBezTo>
                <a:cubicBezTo>
                  <a:pt x="732" y="441"/>
                  <a:pt x="747" y="442"/>
                  <a:pt x="755" y="443"/>
                </a:cubicBezTo>
                <a:cubicBezTo>
                  <a:pt x="763" y="445"/>
                  <a:pt x="769" y="452"/>
                  <a:pt x="775" y="454"/>
                </a:cubicBezTo>
                <a:cubicBezTo>
                  <a:pt x="782" y="456"/>
                  <a:pt x="788" y="456"/>
                  <a:pt x="793" y="456"/>
                </a:cubicBezTo>
                <a:cubicBezTo>
                  <a:pt x="795" y="456"/>
                  <a:pt x="796" y="456"/>
                  <a:pt x="798" y="456"/>
                </a:cubicBezTo>
                <a:cubicBezTo>
                  <a:pt x="798" y="456"/>
                  <a:pt x="799" y="456"/>
                  <a:pt x="799" y="456"/>
                </a:cubicBezTo>
                <a:cubicBezTo>
                  <a:pt x="800" y="454"/>
                  <a:pt x="800" y="454"/>
                  <a:pt x="800" y="454"/>
                </a:cubicBezTo>
                <a:cubicBezTo>
                  <a:pt x="799" y="454"/>
                  <a:pt x="799" y="454"/>
                  <a:pt x="798" y="454"/>
                </a:cubicBezTo>
                <a:cubicBezTo>
                  <a:pt x="796" y="454"/>
                  <a:pt x="795" y="454"/>
                  <a:pt x="793" y="454"/>
                </a:cubicBezTo>
                <a:cubicBezTo>
                  <a:pt x="788" y="454"/>
                  <a:pt x="782" y="454"/>
                  <a:pt x="776" y="452"/>
                </a:cubicBezTo>
                <a:cubicBezTo>
                  <a:pt x="770" y="450"/>
                  <a:pt x="764" y="443"/>
                  <a:pt x="755" y="441"/>
                </a:cubicBezTo>
                <a:cubicBezTo>
                  <a:pt x="747" y="440"/>
                  <a:pt x="73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0" y="438"/>
                  <a:pt x="719" y="438"/>
                </a:cubicBezTo>
                <a:cubicBezTo>
                  <a:pt x="716" y="437"/>
                  <a:pt x="712" y="436"/>
                  <a:pt x="708" y="435"/>
                </a:cubicBezTo>
                <a:cubicBezTo>
                  <a:pt x="707" y="435"/>
                  <a:pt x="705" y="434"/>
                  <a:pt x="704" y="434"/>
                </a:cubicBezTo>
                <a:cubicBezTo>
                  <a:pt x="703" y="434"/>
                  <a:pt x="702" y="433"/>
                  <a:pt x="701" y="433"/>
                </a:cubicBezTo>
                <a:cubicBezTo>
                  <a:pt x="701" y="436"/>
                  <a:pt x="701" y="436"/>
                  <a:pt x="701" y="436"/>
                </a:cubicBezTo>
                <a:moveTo>
                  <a:pt x="699" y="446"/>
                </a:moveTo>
                <a:cubicBezTo>
                  <a:pt x="717" y="451"/>
                  <a:pt x="717" y="451"/>
                  <a:pt x="717" y="451"/>
                </a:cubicBezTo>
                <a:cubicBezTo>
                  <a:pt x="717" y="540"/>
                  <a:pt x="717" y="540"/>
                  <a:pt x="717" y="540"/>
                </a:cubicBezTo>
                <a:cubicBezTo>
                  <a:pt x="719" y="540"/>
                  <a:pt x="719" y="540"/>
                  <a:pt x="719" y="540"/>
                </a:cubicBezTo>
                <a:cubicBezTo>
                  <a:pt x="719" y="450"/>
                  <a:pt x="719" y="450"/>
                  <a:pt x="719" y="450"/>
                </a:cubicBezTo>
                <a:cubicBezTo>
                  <a:pt x="699" y="444"/>
                  <a:pt x="699" y="444"/>
                  <a:pt x="699" y="444"/>
                </a:cubicBezTo>
                <a:cubicBezTo>
                  <a:pt x="699" y="446"/>
                  <a:pt x="699" y="446"/>
                  <a:pt x="699" y="446"/>
                </a:cubicBezTo>
                <a:moveTo>
                  <a:pt x="852" y="606"/>
                </a:moveTo>
                <a:cubicBezTo>
                  <a:pt x="901" y="606"/>
                  <a:pt x="901" y="606"/>
                  <a:pt x="901" y="606"/>
                </a:cubicBezTo>
                <a:cubicBezTo>
                  <a:pt x="901" y="604"/>
                  <a:pt x="901" y="604"/>
                  <a:pt x="901" y="604"/>
                </a:cubicBezTo>
                <a:cubicBezTo>
                  <a:pt x="852" y="604"/>
                  <a:pt x="852" y="604"/>
                  <a:pt x="852" y="604"/>
                </a:cubicBezTo>
                <a:lnTo>
                  <a:pt x="852" y="606"/>
                </a:lnTo>
                <a:close/>
                <a:moveTo>
                  <a:pt x="883" y="592"/>
                </a:moveTo>
                <a:cubicBezTo>
                  <a:pt x="901" y="592"/>
                  <a:pt x="901" y="592"/>
                  <a:pt x="901" y="592"/>
                </a:cubicBezTo>
                <a:cubicBezTo>
                  <a:pt x="901" y="590"/>
                  <a:pt x="901" y="590"/>
                  <a:pt x="901" y="590"/>
                </a:cubicBezTo>
                <a:cubicBezTo>
                  <a:pt x="883" y="590"/>
                  <a:pt x="883" y="590"/>
                  <a:pt x="883" y="590"/>
                </a:cubicBezTo>
                <a:lnTo>
                  <a:pt x="883" y="592"/>
                </a:lnTo>
                <a:close/>
                <a:moveTo>
                  <a:pt x="873" y="621"/>
                </a:moveTo>
                <a:cubicBezTo>
                  <a:pt x="902" y="621"/>
                  <a:pt x="902" y="621"/>
                  <a:pt x="902" y="621"/>
                </a:cubicBezTo>
                <a:cubicBezTo>
                  <a:pt x="902" y="618"/>
                  <a:pt x="902" y="618"/>
                  <a:pt x="902" y="618"/>
                </a:cubicBezTo>
                <a:cubicBezTo>
                  <a:pt x="873" y="618"/>
                  <a:pt x="873" y="618"/>
                  <a:pt x="873" y="618"/>
                </a:cubicBezTo>
                <a:lnTo>
                  <a:pt x="873" y="621"/>
                </a:lnTo>
                <a:close/>
                <a:moveTo>
                  <a:pt x="875" y="637"/>
                </a:moveTo>
                <a:cubicBezTo>
                  <a:pt x="901" y="637"/>
                  <a:pt x="901" y="637"/>
                  <a:pt x="901" y="637"/>
                </a:cubicBezTo>
                <a:cubicBezTo>
                  <a:pt x="901" y="635"/>
                  <a:pt x="901" y="635"/>
                  <a:pt x="901" y="635"/>
                </a:cubicBezTo>
                <a:cubicBezTo>
                  <a:pt x="875" y="635"/>
                  <a:pt x="875" y="635"/>
                  <a:pt x="875" y="635"/>
                </a:cubicBezTo>
                <a:lnTo>
                  <a:pt x="875" y="637"/>
                </a:lnTo>
                <a:close/>
                <a:moveTo>
                  <a:pt x="876" y="654"/>
                </a:moveTo>
                <a:cubicBezTo>
                  <a:pt x="901" y="654"/>
                  <a:pt x="901" y="654"/>
                  <a:pt x="901" y="654"/>
                </a:cubicBezTo>
                <a:cubicBezTo>
                  <a:pt x="901" y="652"/>
                  <a:pt x="901" y="652"/>
                  <a:pt x="901" y="652"/>
                </a:cubicBezTo>
                <a:cubicBezTo>
                  <a:pt x="876" y="652"/>
                  <a:pt x="876" y="652"/>
                  <a:pt x="876" y="652"/>
                </a:cubicBezTo>
                <a:lnTo>
                  <a:pt x="876" y="654"/>
                </a:lnTo>
                <a:close/>
                <a:moveTo>
                  <a:pt x="763" y="550"/>
                </a:moveTo>
                <a:cubicBezTo>
                  <a:pt x="792" y="550"/>
                  <a:pt x="792" y="550"/>
                  <a:pt x="792" y="550"/>
                </a:cubicBezTo>
                <a:cubicBezTo>
                  <a:pt x="792" y="548"/>
                  <a:pt x="792" y="548"/>
                  <a:pt x="792" y="548"/>
                </a:cubicBezTo>
                <a:cubicBezTo>
                  <a:pt x="763" y="548"/>
                  <a:pt x="763" y="548"/>
                  <a:pt x="763" y="548"/>
                </a:cubicBezTo>
                <a:lnTo>
                  <a:pt x="763" y="550"/>
                </a:lnTo>
                <a:close/>
                <a:moveTo>
                  <a:pt x="763" y="563"/>
                </a:moveTo>
                <a:cubicBezTo>
                  <a:pt x="793" y="563"/>
                  <a:pt x="793" y="563"/>
                  <a:pt x="793" y="563"/>
                </a:cubicBezTo>
                <a:cubicBezTo>
                  <a:pt x="793" y="561"/>
                  <a:pt x="793" y="561"/>
                  <a:pt x="793" y="561"/>
                </a:cubicBezTo>
                <a:cubicBezTo>
                  <a:pt x="763" y="561"/>
                  <a:pt x="763" y="561"/>
                  <a:pt x="763" y="561"/>
                </a:cubicBezTo>
                <a:lnTo>
                  <a:pt x="763" y="563"/>
                </a:lnTo>
                <a:close/>
                <a:moveTo>
                  <a:pt x="763" y="581"/>
                </a:moveTo>
                <a:cubicBezTo>
                  <a:pt x="792" y="581"/>
                  <a:pt x="792" y="581"/>
                  <a:pt x="792" y="581"/>
                </a:cubicBezTo>
                <a:cubicBezTo>
                  <a:pt x="792" y="579"/>
                  <a:pt x="792" y="579"/>
                  <a:pt x="792" y="579"/>
                </a:cubicBezTo>
                <a:cubicBezTo>
                  <a:pt x="763" y="579"/>
                  <a:pt x="763" y="579"/>
                  <a:pt x="763" y="579"/>
                </a:cubicBezTo>
                <a:lnTo>
                  <a:pt x="763" y="581"/>
                </a:lnTo>
                <a:close/>
                <a:moveTo>
                  <a:pt x="763" y="597"/>
                </a:moveTo>
                <a:cubicBezTo>
                  <a:pt x="792" y="597"/>
                  <a:pt x="792" y="597"/>
                  <a:pt x="792" y="597"/>
                </a:cubicBezTo>
                <a:cubicBezTo>
                  <a:pt x="792" y="595"/>
                  <a:pt x="792" y="595"/>
                  <a:pt x="792" y="595"/>
                </a:cubicBezTo>
                <a:cubicBezTo>
                  <a:pt x="763" y="595"/>
                  <a:pt x="763" y="595"/>
                  <a:pt x="763" y="595"/>
                </a:cubicBezTo>
                <a:lnTo>
                  <a:pt x="763" y="597"/>
                </a:lnTo>
                <a:close/>
                <a:moveTo>
                  <a:pt x="659" y="615"/>
                </a:moveTo>
                <a:cubicBezTo>
                  <a:pt x="661" y="615"/>
                  <a:pt x="661" y="615"/>
                  <a:pt x="661" y="615"/>
                </a:cubicBezTo>
                <a:cubicBezTo>
                  <a:pt x="661" y="603"/>
                  <a:pt x="661" y="603"/>
                  <a:pt x="661" y="603"/>
                </a:cubicBezTo>
                <a:cubicBezTo>
                  <a:pt x="659" y="603"/>
                  <a:pt x="659" y="603"/>
                  <a:pt x="659" y="603"/>
                </a:cubicBezTo>
                <a:lnTo>
                  <a:pt x="659" y="615"/>
                </a:lnTo>
                <a:close/>
                <a:moveTo>
                  <a:pt x="659" y="630"/>
                </a:moveTo>
                <a:cubicBezTo>
                  <a:pt x="661" y="630"/>
                  <a:pt x="661" y="630"/>
                  <a:pt x="661" y="630"/>
                </a:cubicBezTo>
                <a:cubicBezTo>
                  <a:pt x="661" y="618"/>
                  <a:pt x="661" y="618"/>
                  <a:pt x="661" y="618"/>
                </a:cubicBezTo>
                <a:cubicBezTo>
                  <a:pt x="659" y="618"/>
                  <a:pt x="659" y="618"/>
                  <a:pt x="659" y="618"/>
                </a:cubicBezTo>
                <a:lnTo>
                  <a:pt x="659" y="630"/>
                </a:lnTo>
                <a:close/>
                <a:moveTo>
                  <a:pt x="659" y="647"/>
                </a:moveTo>
                <a:cubicBezTo>
                  <a:pt x="661" y="647"/>
                  <a:pt x="661" y="647"/>
                  <a:pt x="661" y="647"/>
                </a:cubicBezTo>
                <a:cubicBezTo>
                  <a:pt x="661" y="636"/>
                  <a:pt x="661" y="636"/>
                  <a:pt x="661" y="636"/>
                </a:cubicBezTo>
                <a:cubicBezTo>
                  <a:pt x="659" y="636"/>
                  <a:pt x="659" y="636"/>
                  <a:pt x="659" y="636"/>
                </a:cubicBezTo>
                <a:lnTo>
                  <a:pt x="659" y="647"/>
                </a:lnTo>
                <a:close/>
                <a:moveTo>
                  <a:pt x="659" y="671"/>
                </a:moveTo>
                <a:cubicBezTo>
                  <a:pt x="661" y="671"/>
                  <a:pt x="661" y="671"/>
                  <a:pt x="661" y="671"/>
                </a:cubicBezTo>
                <a:cubicBezTo>
                  <a:pt x="661" y="654"/>
                  <a:pt x="661" y="654"/>
                  <a:pt x="661" y="654"/>
                </a:cubicBezTo>
                <a:cubicBezTo>
                  <a:pt x="659" y="654"/>
                  <a:pt x="659" y="654"/>
                  <a:pt x="659" y="654"/>
                </a:cubicBezTo>
                <a:lnTo>
                  <a:pt x="659" y="671"/>
                </a:lnTo>
                <a:close/>
                <a:moveTo>
                  <a:pt x="900" y="671"/>
                </a:moveTo>
                <a:cubicBezTo>
                  <a:pt x="903" y="671"/>
                  <a:pt x="903" y="671"/>
                  <a:pt x="903" y="671"/>
                </a:cubicBezTo>
                <a:cubicBezTo>
                  <a:pt x="903" y="577"/>
                  <a:pt x="903" y="577"/>
                  <a:pt x="903" y="577"/>
                </a:cubicBezTo>
                <a:cubicBezTo>
                  <a:pt x="900" y="577"/>
                  <a:pt x="900" y="577"/>
                  <a:pt x="900" y="577"/>
                </a:cubicBezTo>
                <a:lnTo>
                  <a:pt x="900" y="671"/>
                </a:lnTo>
                <a:close/>
                <a:moveTo>
                  <a:pt x="698" y="672"/>
                </a:moveTo>
                <a:cubicBezTo>
                  <a:pt x="700" y="672"/>
                  <a:pt x="700" y="672"/>
                  <a:pt x="700" y="672"/>
                </a:cubicBezTo>
                <a:cubicBezTo>
                  <a:pt x="700" y="582"/>
                  <a:pt x="700" y="582"/>
                  <a:pt x="700" y="582"/>
                </a:cubicBezTo>
                <a:cubicBezTo>
                  <a:pt x="698" y="582"/>
                  <a:pt x="698" y="582"/>
                  <a:pt x="698" y="582"/>
                </a:cubicBezTo>
                <a:lnTo>
                  <a:pt x="698" y="672"/>
                </a:lnTo>
                <a:close/>
                <a:moveTo>
                  <a:pt x="967" y="446"/>
                </a:moveTo>
                <a:cubicBezTo>
                  <a:pt x="982" y="434"/>
                  <a:pt x="982" y="434"/>
                  <a:pt x="982" y="434"/>
                </a:cubicBezTo>
                <a:cubicBezTo>
                  <a:pt x="981" y="433"/>
                  <a:pt x="981" y="433"/>
                  <a:pt x="981" y="433"/>
                </a:cubicBezTo>
                <a:cubicBezTo>
                  <a:pt x="966" y="444"/>
                  <a:pt x="966" y="444"/>
                  <a:pt x="966" y="444"/>
                </a:cubicBezTo>
                <a:moveTo>
                  <a:pt x="964" y="562"/>
                </a:moveTo>
                <a:cubicBezTo>
                  <a:pt x="964" y="562"/>
                  <a:pt x="964" y="562"/>
                  <a:pt x="964" y="560"/>
                </a:cubicBezTo>
                <a:cubicBezTo>
                  <a:pt x="964" y="558"/>
                  <a:pt x="963" y="553"/>
                  <a:pt x="959" y="549"/>
                </a:cubicBezTo>
                <a:cubicBezTo>
                  <a:pt x="955" y="544"/>
                  <a:pt x="948" y="541"/>
                  <a:pt x="934" y="540"/>
                </a:cubicBezTo>
                <a:cubicBezTo>
                  <a:pt x="934" y="542"/>
                  <a:pt x="934" y="542"/>
                  <a:pt x="934" y="542"/>
                </a:cubicBezTo>
                <a:cubicBezTo>
                  <a:pt x="947" y="543"/>
                  <a:pt x="954" y="546"/>
                  <a:pt x="958" y="550"/>
                </a:cubicBezTo>
                <a:cubicBezTo>
                  <a:pt x="961" y="554"/>
                  <a:pt x="962" y="558"/>
                  <a:pt x="962" y="560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4" y="562"/>
                  <a:pt x="964" y="562"/>
                  <a:pt x="964" y="562"/>
                </a:cubicBezTo>
                <a:moveTo>
                  <a:pt x="990" y="671"/>
                </a:moveTo>
                <a:cubicBezTo>
                  <a:pt x="992" y="671"/>
                  <a:pt x="992" y="671"/>
                  <a:pt x="992" y="671"/>
                </a:cubicBezTo>
                <a:cubicBezTo>
                  <a:pt x="992" y="599"/>
                  <a:pt x="992" y="599"/>
                  <a:pt x="992" y="599"/>
                </a:cubicBezTo>
                <a:cubicBezTo>
                  <a:pt x="990" y="599"/>
                  <a:pt x="990" y="599"/>
                  <a:pt x="990" y="599"/>
                </a:cubicBezTo>
                <a:lnTo>
                  <a:pt x="990" y="671"/>
                </a:lnTo>
                <a:close/>
                <a:moveTo>
                  <a:pt x="1006" y="653"/>
                </a:moveTo>
                <a:cubicBezTo>
                  <a:pt x="1008" y="653"/>
                  <a:pt x="1008" y="653"/>
                  <a:pt x="1008" y="653"/>
                </a:cubicBezTo>
                <a:cubicBezTo>
                  <a:pt x="1008" y="605"/>
                  <a:pt x="1008" y="605"/>
                  <a:pt x="1008" y="605"/>
                </a:cubicBezTo>
                <a:cubicBezTo>
                  <a:pt x="1006" y="605"/>
                  <a:pt x="1006" y="605"/>
                  <a:pt x="1006" y="605"/>
                </a:cubicBezTo>
                <a:lnTo>
                  <a:pt x="1006" y="653"/>
                </a:lnTo>
                <a:close/>
                <a:moveTo>
                  <a:pt x="963" y="671"/>
                </a:moveTo>
                <a:cubicBezTo>
                  <a:pt x="963" y="660"/>
                  <a:pt x="963" y="660"/>
                  <a:pt x="963" y="660"/>
                </a:cubicBezTo>
                <a:cubicBezTo>
                  <a:pt x="911" y="660"/>
                  <a:pt x="911" y="660"/>
                  <a:pt x="911" y="660"/>
                </a:cubicBezTo>
                <a:cubicBezTo>
                  <a:pt x="911" y="671"/>
                  <a:pt x="911" y="671"/>
                  <a:pt x="911" y="671"/>
                </a:cubicBezTo>
                <a:cubicBezTo>
                  <a:pt x="913" y="671"/>
                  <a:pt x="913" y="671"/>
                  <a:pt x="913" y="671"/>
                </a:cubicBezTo>
                <a:cubicBezTo>
                  <a:pt x="913" y="662"/>
                  <a:pt x="913" y="662"/>
                  <a:pt x="913" y="662"/>
                </a:cubicBezTo>
                <a:cubicBezTo>
                  <a:pt x="961" y="662"/>
                  <a:pt x="961" y="662"/>
                  <a:pt x="961" y="662"/>
                </a:cubicBezTo>
                <a:cubicBezTo>
                  <a:pt x="961" y="671"/>
                  <a:pt x="961" y="671"/>
                  <a:pt x="961" y="671"/>
                </a:cubicBezTo>
                <a:cubicBezTo>
                  <a:pt x="963" y="671"/>
                  <a:pt x="963" y="671"/>
                  <a:pt x="963" y="671"/>
                </a:cubicBezTo>
                <a:moveTo>
                  <a:pt x="1126" y="395"/>
                </a:moveTo>
                <a:cubicBezTo>
                  <a:pt x="1126" y="413"/>
                  <a:pt x="1126" y="413"/>
                  <a:pt x="1126" y="413"/>
                </a:cubicBezTo>
                <a:cubicBezTo>
                  <a:pt x="1128" y="413"/>
                  <a:pt x="1128" y="413"/>
                  <a:pt x="1128" y="413"/>
                </a:cubicBezTo>
                <a:cubicBezTo>
                  <a:pt x="1128" y="395"/>
                  <a:pt x="1128" y="395"/>
                  <a:pt x="1128" y="395"/>
                </a:cubicBezTo>
                <a:moveTo>
                  <a:pt x="982" y="409"/>
                </a:moveTo>
                <a:cubicBezTo>
                  <a:pt x="1032" y="409"/>
                  <a:pt x="1032" y="409"/>
                  <a:pt x="1032" y="409"/>
                </a:cubicBezTo>
                <a:cubicBezTo>
                  <a:pt x="1032" y="407"/>
                  <a:pt x="1032" y="407"/>
                  <a:pt x="1032" y="407"/>
                </a:cubicBezTo>
                <a:cubicBezTo>
                  <a:pt x="982" y="407"/>
                  <a:pt x="982" y="407"/>
                  <a:pt x="982" y="407"/>
                </a:cubicBezTo>
                <a:lnTo>
                  <a:pt x="982" y="409"/>
                </a:lnTo>
                <a:close/>
                <a:moveTo>
                  <a:pt x="996" y="537"/>
                </a:moveTo>
                <a:cubicBezTo>
                  <a:pt x="998" y="537"/>
                  <a:pt x="998" y="537"/>
                  <a:pt x="998" y="537"/>
                </a:cubicBezTo>
                <a:cubicBezTo>
                  <a:pt x="998" y="423"/>
                  <a:pt x="998" y="423"/>
                  <a:pt x="998" y="423"/>
                </a:cubicBezTo>
                <a:cubicBezTo>
                  <a:pt x="996" y="423"/>
                  <a:pt x="996" y="423"/>
                  <a:pt x="996" y="423"/>
                </a:cubicBezTo>
                <a:lnTo>
                  <a:pt x="996" y="537"/>
                </a:lnTo>
                <a:close/>
                <a:moveTo>
                  <a:pt x="1009" y="559"/>
                </a:moveTo>
                <a:cubicBezTo>
                  <a:pt x="1011" y="559"/>
                  <a:pt x="1011" y="559"/>
                  <a:pt x="1011" y="559"/>
                </a:cubicBezTo>
                <a:cubicBezTo>
                  <a:pt x="1011" y="423"/>
                  <a:pt x="1011" y="423"/>
                  <a:pt x="1011" y="423"/>
                </a:cubicBezTo>
                <a:cubicBezTo>
                  <a:pt x="1009" y="423"/>
                  <a:pt x="1009" y="423"/>
                  <a:pt x="1009" y="423"/>
                </a:cubicBezTo>
                <a:lnTo>
                  <a:pt x="1009" y="559"/>
                </a:lnTo>
                <a:close/>
                <a:moveTo>
                  <a:pt x="1022" y="570"/>
                </a:moveTo>
                <a:cubicBezTo>
                  <a:pt x="1024" y="570"/>
                  <a:pt x="1024" y="570"/>
                  <a:pt x="1024" y="570"/>
                </a:cubicBezTo>
                <a:cubicBezTo>
                  <a:pt x="1024" y="423"/>
                  <a:pt x="1024" y="423"/>
                  <a:pt x="1024" y="423"/>
                </a:cubicBezTo>
                <a:cubicBezTo>
                  <a:pt x="1022" y="423"/>
                  <a:pt x="1022" y="423"/>
                  <a:pt x="1022" y="423"/>
                </a:cubicBezTo>
                <a:lnTo>
                  <a:pt x="1022" y="570"/>
                </a:lnTo>
                <a:close/>
                <a:moveTo>
                  <a:pt x="992" y="571"/>
                </a:moveTo>
                <a:cubicBezTo>
                  <a:pt x="1031" y="571"/>
                  <a:pt x="1031" y="571"/>
                  <a:pt x="1031" y="571"/>
                </a:cubicBezTo>
                <a:cubicBezTo>
                  <a:pt x="1031" y="569"/>
                  <a:pt x="1031" y="569"/>
                  <a:pt x="1031" y="569"/>
                </a:cubicBezTo>
                <a:cubicBezTo>
                  <a:pt x="992" y="569"/>
                  <a:pt x="992" y="569"/>
                  <a:pt x="992" y="569"/>
                </a:cubicBezTo>
                <a:lnTo>
                  <a:pt x="992" y="571"/>
                </a:lnTo>
                <a:close/>
                <a:moveTo>
                  <a:pt x="989" y="569"/>
                </a:moveTo>
                <a:cubicBezTo>
                  <a:pt x="992" y="569"/>
                  <a:pt x="992" y="569"/>
                  <a:pt x="992" y="569"/>
                </a:cubicBezTo>
                <a:cubicBezTo>
                  <a:pt x="992" y="554"/>
                  <a:pt x="992" y="554"/>
                  <a:pt x="992" y="554"/>
                </a:cubicBezTo>
                <a:cubicBezTo>
                  <a:pt x="989" y="554"/>
                  <a:pt x="989" y="554"/>
                  <a:pt x="989" y="554"/>
                </a:cubicBezTo>
                <a:lnTo>
                  <a:pt x="989" y="569"/>
                </a:lnTo>
                <a:close/>
                <a:moveTo>
                  <a:pt x="1190" y="642"/>
                </a:moveTo>
                <a:cubicBezTo>
                  <a:pt x="1192" y="642"/>
                  <a:pt x="1192" y="642"/>
                  <a:pt x="1192" y="642"/>
                </a:cubicBezTo>
                <a:cubicBezTo>
                  <a:pt x="1192" y="420"/>
                  <a:pt x="1192" y="420"/>
                  <a:pt x="1192" y="420"/>
                </a:cubicBezTo>
                <a:cubicBezTo>
                  <a:pt x="1190" y="420"/>
                  <a:pt x="1190" y="420"/>
                  <a:pt x="1190" y="420"/>
                </a:cubicBezTo>
                <a:lnTo>
                  <a:pt x="1190" y="642"/>
                </a:lnTo>
                <a:close/>
                <a:moveTo>
                  <a:pt x="1162" y="401"/>
                </a:moveTo>
                <a:cubicBezTo>
                  <a:pt x="1240" y="401"/>
                  <a:pt x="1240" y="401"/>
                  <a:pt x="1240" y="401"/>
                </a:cubicBezTo>
                <a:cubicBezTo>
                  <a:pt x="1240" y="399"/>
                  <a:pt x="1240" y="399"/>
                  <a:pt x="1240" y="399"/>
                </a:cubicBezTo>
                <a:cubicBezTo>
                  <a:pt x="1162" y="399"/>
                  <a:pt x="1162" y="399"/>
                  <a:pt x="1162" y="399"/>
                </a:cubicBezTo>
                <a:lnTo>
                  <a:pt x="1162" y="401"/>
                </a:lnTo>
                <a:close/>
                <a:moveTo>
                  <a:pt x="1207" y="622"/>
                </a:moveTo>
                <a:cubicBezTo>
                  <a:pt x="1210" y="622"/>
                  <a:pt x="1210" y="622"/>
                  <a:pt x="1210" y="622"/>
                </a:cubicBezTo>
                <a:cubicBezTo>
                  <a:pt x="1210" y="421"/>
                  <a:pt x="1210" y="421"/>
                  <a:pt x="1210" y="421"/>
                </a:cubicBezTo>
                <a:cubicBezTo>
                  <a:pt x="1207" y="421"/>
                  <a:pt x="1207" y="421"/>
                  <a:pt x="1207" y="421"/>
                </a:cubicBezTo>
                <a:lnTo>
                  <a:pt x="1207" y="622"/>
                </a:lnTo>
                <a:close/>
                <a:moveTo>
                  <a:pt x="1226" y="479"/>
                </a:moveTo>
                <a:cubicBezTo>
                  <a:pt x="1228" y="479"/>
                  <a:pt x="1228" y="479"/>
                  <a:pt x="1228" y="479"/>
                </a:cubicBezTo>
                <a:cubicBezTo>
                  <a:pt x="1228" y="421"/>
                  <a:pt x="1228" y="421"/>
                  <a:pt x="1228" y="421"/>
                </a:cubicBezTo>
                <a:cubicBezTo>
                  <a:pt x="1226" y="421"/>
                  <a:pt x="1226" y="421"/>
                  <a:pt x="1226" y="421"/>
                </a:cubicBezTo>
                <a:lnTo>
                  <a:pt x="1226" y="479"/>
                </a:lnTo>
                <a:close/>
                <a:moveTo>
                  <a:pt x="1171" y="653"/>
                </a:moveTo>
                <a:cubicBezTo>
                  <a:pt x="1174" y="653"/>
                  <a:pt x="1174" y="653"/>
                  <a:pt x="1174" y="653"/>
                </a:cubicBezTo>
                <a:cubicBezTo>
                  <a:pt x="1174" y="420"/>
                  <a:pt x="1174" y="420"/>
                  <a:pt x="1174" y="420"/>
                </a:cubicBezTo>
                <a:cubicBezTo>
                  <a:pt x="1171" y="420"/>
                  <a:pt x="1171" y="420"/>
                  <a:pt x="1171" y="420"/>
                </a:cubicBezTo>
                <a:lnTo>
                  <a:pt x="1171" y="653"/>
                </a:lnTo>
                <a:close/>
                <a:moveTo>
                  <a:pt x="1232" y="671"/>
                </a:moveTo>
                <a:cubicBezTo>
                  <a:pt x="1234" y="671"/>
                  <a:pt x="1234" y="671"/>
                  <a:pt x="1234" y="671"/>
                </a:cubicBezTo>
                <a:cubicBezTo>
                  <a:pt x="1234" y="512"/>
                  <a:pt x="1234" y="512"/>
                  <a:pt x="1234" y="512"/>
                </a:cubicBezTo>
                <a:cubicBezTo>
                  <a:pt x="1232" y="512"/>
                  <a:pt x="1232" y="512"/>
                  <a:pt x="1232" y="512"/>
                </a:cubicBezTo>
                <a:lnTo>
                  <a:pt x="1232" y="671"/>
                </a:lnTo>
                <a:close/>
                <a:moveTo>
                  <a:pt x="1357" y="670"/>
                </a:moveTo>
                <a:cubicBezTo>
                  <a:pt x="1359" y="670"/>
                  <a:pt x="1359" y="670"/>
                  <a:pt x="1359" y="670"/>
                </a:cubicBezTo>
                <a:cubicBezTo>
                  <a:pt x="1359" y="577"/>
                  <a:pt x="1359" y="577"/>
                  <a:pt x="1359" y="577"/>
                </a:cubicBezTo>
                <a:cubicBezTo>
                  <a:pt x="1357" y="577"/>
                  <a:pt x="1357" y="577"/>
                  <a:pt x="1357" y="577"/>
                </a:cubicBezTo>
                <a:lnTo>
                  <a:pt x="1357" y="670"/>
                </a:lnTo>
                <a:close/>
                <a:moveTo>
                  <a:pt x="1058" y="401"/>
                </a:moveTo>
                <a:cubicBezTo>
                  <a:pt x="1076" y="377"/>
                  <a:pt x="1102" y="374"/>
                  <a:pt x="1117" y="374"/>
                </a:cubicBezTo>
                <a:cubicBezTo>
                  <a:pt x="1118" y="374"/>
                  <a:pt x="1119" y="374"/>
                  <a:pt x="1120" y="374"/>
                </a:cubicBezTo>
                <a:cubicBezTo>
                  <a:pt x="1132" y="374"/>
                  <a:pt x="1142" y="375"/>
                  <a:pt x="1150" y="376"/>
                </a:cubicBezTo>
                <a:cubicBezTo>
                  <a:pt x="1158" y="377"/>
                  <a:pt x="1163" y="378"/>
                  <a:pt x="1163" y="378"/>
                </a:cubicBezTo>
                <a:cubicBezTo>
                  <a:pt x="1164" y="376"/>
                  <a:pt x="1164" y="376"/>
                  <a:pt x="1164" y="376"/>
                </a:cubicBezTo>
                <a:cubicBezTo>
                  <a:pt x="1164" y="376"/>
                  <a:pt x="1143" y="372"/>
                  <a:pt x="1120" y="372"/>
                </a:cubicBezTo>
                <a:cubicBezTo>
                  <a:pt x="1119" y="372"/>
                  <a:pt x="1118" y="372"/>
                  <a:pt x="1117" y="372"/>
                </a:cubicBezTo>
                <a:cubicBezTo>
                  <a:pt x="1102" y="372"/>
                  <a:pt x="1075" y="375"/>
                  <a:pt x="1056" y="399"/>
                </a:cubicBezTo>
                <a:cubicBezTo>
                  <a:pt x="1058" y="401"/>
                  <a:pt x="1058" y="401"/>
                  <a:pt x="1058" y="401"/>
                </a:cubicBezTo>
                <a:moveTo>
                  <a:pt x="1236" y="380"/>
                </a:move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7" y="380"/>
                  <a:pt x="1239" y="379"/>
                  <a:pt x="1250" y="378"/>
                </a:cubicBezTo>
                <a:cubicBezTo>
                  <a:pt x="1251" y="378"/>
                  <a:pt x="1251" y="378"/>
                  <a:pt x="1251" y="378"/>
                </a:cubicBezTo>
                <a:cubicBezTo>
                  <a:pt x="1256" y="378"/>
                  <a:pt x="1258" y="379"/>
                  <a:pt x="1260" y="380"/>
                </a:cubicBezTo>
                <a:cubicBezTo>
                  <a:pt x="1262" y="382"/>
                  <a:pt x="1264" y="383"/>
                  <a:pt x="1268" y="384"/>
                </a:cubicBezTo>
                <a:cubicBezTo>
                  <a:pt x="1273" y="385"/>
                  <a:pt x="1274" y="385"/>
                  <a:pt x="1276" y="386"/>
                </a:cubicBezTo>
                <a:cubicBezTo>
                  <a:pt x="1278" y="387"/>
                  <a:pt x="1281" y="388"/>
                  <a:pt x="1289" y="391"/>
                </a:cubicBezTo>
                <a:cubicBezTo>
                  <a:pt x="1305" y="398"/>
                  <a:pt x="1320" y="404"/>
                  <a:pt x="1328" y="404"/>
                </a:cubicBezTo>
                <a:cubicBezTo>
                  <a:pt x="1334" y="404"/>
                  <a:pt x="1336" y="404"/>
                  <a:pt x="1337" y="405"/>
                </a:cubicBezTo>
                <a:cubicBezTo>
                  <a:pt x="1339" y="405"/>
                  <a:pt x="1341" y="406"/>
                  <a:pt x="1347" y="408"/>
                </a:cubicBezTo>
                <a:cubicBezTo>
                  <a:pt x="1350" y="410"/>
                  <a:pt x="1352" y="410"/>
                  <a:pt x="1354" y="410"/>
                </a:cubicBezTo>
                <a:cubicBezTo>
                  <a:pt x="1357" y="410"/>
                  <a:pt x="1359" y="409"/>
                  <a:pt x="1363" y="409"/>
                </a:cubicBezTo>
                <a:cubicBezTo>
                  <a:pt x="1366" y="409"/>
                  <a:pt x="1370" y="410"/>
                  <a:pt x="1377" y="412"/>
                </a:cubicBezTo>
                <a:cubicBezTo>
                  <a:pt x="1396" y="417"/>
                  <a:pt x="1404" y="424"/>
                  <a:pt x="1414" y="428"/>
                </a:cubicBezTo>
                <a:cubicBezTo>
                  <a:pt x="1423" y="433"/>
                  <a:pt x="1422" y="433"/>
                  <a:pt x="1432" y="433"/>
                </a:cubicBezTo>
                <a:cubicBezTo>
                  <a:pt x="1433" y="434"/>
                  <a:pt x="1435" y="434"/>
                  <a:pt x="1436" y="434"/>
                </a:cubicBezTo>
                <a:cubicBezTo>
                  <a:pt x="1441" y="434"/>
                  <a:pt x="1445" y="433"/>
                  <a:pt x="1450" y="433"/>
                </a:cubicBezTo>
                <a:cubicBezTo>
                  <a:pt x="1454" y="433"/>
                  <a:pt x="1458" y="434"/>
                  <a:pt x="1463" y="435"/>
                </a:cubicBezTo>
                <a:cubicBezTo>
                  <a:pt x="1464" y="433"/>
                  <a:pt x="1464" y="433"/>
                  <a:pt x="1464" y="433"/>
                </a:cubicBezTo>
                <a:cubicBezTo>
                  <a:pt x="1459" y="431"/>
                  <a:pt x="1454" y="431"/>
                  <a:pt x="1450" y="431"/>
                </a:cubicBezTo>
                <a:cubicBezTo>
                  <a:pt x="1445" y="431"/>
                  <a:pt x="1440" y="431"/>
                  <a:pt x="1436" y="431"/>
                </a:cubicBezTo>
                <a:cubicBezTo>
                  <a:pt x="1435" y="431"/>
                  <a:pt x="1434" y="431"/>
                  <a:pt x="1432" y="431"/>
                </a:cubicBezTo>
                <a:cubicBezTo>
                  <a:pt x="1422" y="430"/>
                  <a:pt x="1424" y="431"/>
                  <a:pt x="1415" y="426"/>
                </a:cubicBezTo>
                <a:cubicBezTo>
                  <a:pt x="1405" y="422"/>
                  <a:pt x="1397" y="415"/>
                  <a:pt x="1377" y="409"/>
                </a:cubicBezTo>
                <a:cubicBezTo>
                  <a:pt x="1371" y="407"/>
                  <a:pt x="1366" y="407"/>
                  <a:pt x="1363" y="407"/>
                </a:cubicBezTo>
                <a:cubicBezTo>
                  <a:pt x="1359" y="407"/>
                  <a:pt x="1357" y="408"/>
                  <a:pt x="1354" y="408"/>
                </a:cubicBezTo>
                <a:cubicBezTo>
                  <a:pt x="1352" y="408"/>
                  <a:pt x="1350" y="407"/>
                  <a:pt x="1347" y="406"/>
                </a:cubicBezTo>
                <a:cubicBezTo>
                  <a:pt x="1342" y="404"/>
                  <a:pt x="1340" y="403"/>
                  <a:pt x="1338" y="403"/>
                </a:cubicBezTo>
                <a:cubicBezTo>
                  <a:pt x="1336" y="402"/>
                  <a:pt x="1334" y="402"/>
                  <a:pt x="1328" y="402"/>
                </a:cubicBezTo>
                <a:cubicBezTo>
                  <a:pt x="1321" y="402"/>
                  <a:pt x="1305" y="396"/>
                  <a:pt x="1290" y="389"/>
                </a:cubicBezTo>
                <a:cubicBezTo>
                  <a:pt x="1282" y="386"/>
                  <a:pt x="1279" y="385"/>
                  <a:pt x="1277" y="384"/>
                </a:cubicBezTo>
                <a:cubicBezTo>
                  <a:pt x="1274" y="383"/>
                  <a:pt x="1273" y="383"/>
                  <a:pt x="1269" y="382"/>
                </a:cubicBezTo>
                <a:cubicBezTo>
                  <a:pt x="1265" y="381"/>
                  <a:pt x="1263" y="380"/>
                  <a:pt x="1261" y="379"/>
                </a:cubicBezTo>
                <a:cubicBezTo>
                  <a:pt x="1259" y="377"/>
                  <a:pt x="1257" y="376"/>
                  <a:pt x="1251" y="376"/>
                </a:cubicBezTo>
                <a:cubicBezTo>
                  <a:pt x="1250" y="376"/>
                  <a:pt x="1250" y="376"/>
                  <a:pt x="1250" y="376"/>
                </a:cubicBezTo>
                <a:cubicBezTo>
                  <a:pt x="1237" y="377"/>
                  <a:pt x="1236" y="378"/>
                  <a:pt x="1235" y="378"/>
                </a:cubicBezTo>
                <a:cubicBezTo>
                  <a:pt x="1236" y="380"/>
                  <a:pt x="1236" y="380"/>
                  <a:pt x="1236" y="380"/>
                </a:cubicBezTo>
                <a:moveTo>
                  <a:pt x="1403" y="536"/>
                </a:moveTo>
                <a:cubicBezTo>
                  <a:pt x="1405" y="536"/>
                  <a:pt x="1405" y="536"/>
                  <a:pt x="1405" y="536"/>
                </a:cubicBezTo>
                <a:cubicBezTo>
                  <a:pt x="1405" y="526"/>
                  <a:pt x="1405" y="526"/>
                  <a:pt x="1405" y="526"/>
                </a:cubicBezTo>
                <a:cubicBezTo>
                  <a:pt x="1403" y="526"/>
                  <a:pt x="1403" y="526"/>
                  <a:pt x="1403" y="526"/>
                </a:cubicBezTo>
                <a:lnTo>
                  <a:pt x="1403" y="536"/>
                </a:lnTo>
                <a:close/>
                <a:moveTo>
                  <a:pt x="1477" y="602"/>
                </a:moveTo>
                <a:cubicBezTo>
                  <a:pt x="1479" y="602"/>
                  <a:pt x="1479" y="602"/>
                  <a:pt x="1479" y="602"/>
                </a:cubicBezTo>
                <a:cubicBezTo>
                  <a:pt x="1479" y="551"/>
                  <a:pt x="1479" y="551"/>
                  <a:pt x="1479" y="551"/>
                </a:cubicBezTo>
                <a:cubicBezTo>
                  <a:pt x="1477" y="551"/>
                  <a:pt x="1477" y="551"/>
                  <a:pt x="1477" y="551"/>
                </a:cubicBezTo>
                <a:lnTo>
                  <a:pt x="1477" y="602"/>
                </a:lnTo>
                <a:close/>
                <a:moveTo>
                  <a:pt x="1448" y="671"/>
                </a:moveTo>
                <a:cubicBezTo>
                  <a:pt x="1450" y="671"/>
                  <a:pt x="1450" y="671"/>
                  <a:pt x="1450" y="671"/>
                </a:cubicBezTo>
                <a:cubicBezTo>
                  <a:pt x="1450" y="638"/>
                  <a:pt x="1450" y="638"/>
                  <a:pt x="1450" y="638"/>
                </a:cubicBezTo>
                <a:cubicBezTo>
                  <a:pt x="1448" y="638"/>
                  <a:pt x="1448" y="638"/>
                  <a:pt x="1448" y="638"/>
                </a:cubicBezTo>
                <a:lnTo>
                  <a:pt x="1448" y="671"/>
                </a:lnTo>
                <a:close/>
                <a:moveTo>
                  <a:pt x="1552" y="654"/>
                </a:moveTo>
                <a:cubicBezTo>
                  <a:pt x="1554" y="654"/>
                  <a:pt x="1554" y="654"/>
                  <a:pt x="1554" y="654"/>
                </a:cubicBezTo>
                <a:cubicBezTo>
                  <a:pt x="1554" y="630"/>
                  <a:pt x="1554" y="630"/>
                  <a:pt x="1554" y="630"/>
                </a:cubicBezTo>
                <a:cubicBezTo>
                  <a:pt x="1552" y="630"/>
                  <a:pt x="1552" y="630"/>
                  <a:pt x="1552" y="630"/>
                </a:cubicBezTo>
                <a:lnTo>
                  <a:pt x="1552" y="654"/>
                </a:lnTo>
                <a:close/>
                <a:moveTo>
                  <a:pt x="1819" y="625"/>
                </a:moveTo>
                <a:cubicBezTo>
                  <a:pt x="1822" y="625"/>
                  <a:pt x="1822" y="625"/>
                  <a:pt x="1822" y="625"/>
                </a:cubicBezTo>
                <a:cubicBezTo>
                  <a:pt x="1822" y="532"/>
                  <a:pt x="1822" y="532"/>
                  <a:pt x="1822" y="532"/>
                </a:cubicBezTo>
                <a:cubicBezTo>
                  <a:pt x="1819" y="532"/>
                  <a:pt x="1819" y="532"/>
                  <a:pt x="1819" y="532"/>
                </a:cubicBezTo>
                <a:lnTo>
                  <a:pt x="1819" y="625"/>
                </a:lnTo>
                <a:close/>
                <a:moveTo>
                  <a:pt x="1853" y="530"/>
                </a:moveTo>
                <a:cubicBezTo>
                  <a:pt x="1874" y="530"/>
                  <a:pt x="1874" y="530"/>
                  <a:pt x="1874" y="530"/>
                </a:cubicBezTo>
                <a:cubicBezTo>
                  <a:pt x="1874" y="528"/>
                  <a:pt x="1874" y="528"/>
                  <a:pt x="1874" y="528"/>
                </a:cubicBezTo>
                <a:cubicBezTo>
                  <a:pt x="1853" y="528"/>
                  <a:pt x="1853" y="528"/>
                  <a:pt x="1853" y="528"/>
                </a:cubicBezTo>
                <a:lnTo>
                  <a:pt x="1853" y="530"/>
                </a:lnTo>
                <a:close/>
                <a:moveTo>
                  <a:pt x="1853" y="613"/>
                </a:moveTo>
                <a:cubicBezTo>
                  <a:pt x="1874" y="613"/>
                  <a:pt x="1874" y="613"/>
                  <a:pt x="1874" y="613"/>
                </a:cubicBezTo>
                <a:cubicBezTo>
                  <a:pt x="1874" y="611"/>
                  <a:pt x="1874" y="611"/>
                  <a:pt x="1874" y="611"/>
                </a:cubicBezTo>
                <a:cubicBezTo>
                  <a:pt x="1853" y="611"/>
                  <a:pt x="1853" y="611"/>
                  <a:pt x="1853" y="611"/>
                </a:cubicBezTo>
                <a:lnTo>
                  <a:pt x="1853" y="613"/>
                </a:lnTo>
                <a:close/>
                <a:moveTo>
                  <a:pt x="1910" y="471"/>
                </a:moveTo>
                <a:cubicBezTo>
                  <a:pt x="1998" y="471"/>
                  <a:pt x="1998" y="471"/>
                  <a:pt x="1998" y="471"/>
                </a:cubicBezTo>
                <a:cubicBezTo>
                  <a:pt x="1998" y="468"/>
                  <a:pt x="1998" y="468"/>
                  <a:pt x="1998" y="468"/>
                </a:cubicBezTo>
                <a:cubicBezTo>
                  <a:pt x="1910" y="468"/>
                  <a:pt x="1910" y="468"/>
                  <a:pt x="1910" y="468"/>
                </a:cubicBezTo>
                <a:lnTo>
                  <a:pt x="1910" y="471"/>
                </a:lnTo>
                <a:close/>
                <a:moveTo>
                  <a:pt x="1921" y="638"/>
                </a:moveTo>
                <a:cubicBezTo>
                  <a:pt x="1923" y="638"/>
                  <a:pt x="1923" y="638"/>
                  <a:pt x="1923" y="638"/>
                </a:cubicBezTo>
                <a:cubicBezTo>
                  <a:pt x="1923" y="469"/>
                  <a:pt x="1923" y="469"/>
                  <a:pt x="1923" y="469"/>
                </a:cubicBezTo>
                <a:cubicBezTo>
                  <a:pt x="1921" y="469"/>
                  <a:pt x="1921" y="469"/>
                  <a:pt x="1921" y="469"/>
                </a:cubicBezTo>
                <a:lnTo>
                  <a:pt x="1921" y="638"/>
                </a:lnTo>
                <a:close/>
                <a:moveTo>
                  <a:pt x="1984" y="470"/>
                </a:moveTo>
                <a:cubicBezTo>
                  <a:pt x="1984" y="637"/>
                  <a:pt x="1984" y="637"/>
                  <a:pt x="1984" y="637"/>
                </a:cubicBezTo>
                <a:cubicBezTo>
                  <a:pt x="1986" y="637"/>
                  <a:pt x="1986" y="637"/>
                  <a:pt x="1986" y="637"/>
                </a:cubicBezTo>
                <a:cubicBezTo>
                  <a:pt x="1986" y="470"/>
                  <a:pt x="1986" y="470"/>
                  <a:pt x="1986" y="470"/>
                </a:cubicBezTo>
                <a:moveTo>
                  <a:pt x="2076" y="570"/>
                </a:moveTo>
                <a:cubicBezTo>
                  <a:pt x="2078" y="570"/>
                  <a:pt x="2078" y="570"/>
                  <a:pt x="2078" y="570"/>
                </a:cubicBezTo>
                <a:cubicBezTo>
                  <a:pt x="2078" y="450"/>
                  <a:pt x="2078" y="450"/>
                  <a:pt x="2078" y="450"/>
                </a:cubicBezTo>
                <a:cubicBezTo>
                  <a:pt x="2076" y="450"/>
                  <a:pt x="2076" y="450"/>
                  <a:pt x="2076" y="450"/>
                </a:cubicBezTo>
                <a:lnTo>
                  <a:pt x="2076" y="570"/>
                </a:lnTo>
                <a:close/>
                <a:moveTo>
                  <a:pt x="2136" y="518"/>
                </a:moveTo>
                <a:cubicBezTo>
                  <a:pt x="2138" y="518"/>
                  <a:pt x="2138" y="518"/>
                  <a:pt x="2138" y="518"/>
                </a:cubicBezTo>
                <a:cubicBezTo>
                  <a:pt x="2138" y="482"/>
                  <a:pt x="2138" y="482"/>
                  <a:pt x="2138" y="482"/>
                </a:cubicBezTo>
                <a:cubicBezTo>
                  <a:pt x="2136" y="482"/>
                  <a:pt x="2136" y="482"/>
                  <a:pt x="2136" y="482"/>
                </a:cubicBezTo>
                <a:lnTo>
                  <a:pt x="2136" y="518"/>
                </a:lnTo>
                <a:close/>
                <a:moveTo>
                  <a:pt x="2179" y="618"/>
                </a:moveTo>
                <a:cubicBezTo>
                  <a:pt x="2181" y="618"/>
                  <a:pt x="2181" y="618"/>
                  <a:pt x="2181" y="618"/>
                </a:cubicBezTo>
                <a:cubicBezTo>
                  <a:pt x="2181" y="482"/>
                  <a:pt x="2181" y="482"/>
                  <a:pt x="2181" y="482"/>
                </a:cubicBezTo>
                <a:cubicBezTo>
                  <a:pt x="2179" y="482"/>
                  <a:pt x="2179" y="482"/>
                  <a:pt x="2179" y="482"/>
                </a:cubicBezTo>
                <a:lnTo>
                  <a:pt x="2179" y="618"/>
                </a:lnTo>
                <a:close/>
                <a:moveTo>
                  <a:pt x="2157" y="504"/>
                </a:moveTo>
                <a:cubicBezTo>
                  <a:pt x="2159" y="504"/>
                  <a:pt x="2159" y="504"/>
                  <a:pt x="2159" y="504"/>
                </a:cubicBezTo>
                <a:cubicBezTo>
                  <a:pt x="2159" y="482"/>
                  <a:pt x="2159" y="482"/>
                  <a:pt x="2159" y="482"/>
                </a:cubicBezTo>
                <a:cubicBezTo>
                  <a:pt x="2157" y="482"/>
                  <a:pt x="2157" y="482"/>
                  <a:pt x="2157" y="482"/>
                </a:cubicBezTo>
                <a:lnTo>
                  <a:pt x="2157" y="504"/>
                </a:lnTo>
                <a:close/>
                <a:moveTo>
                  <a:pt x="2323" y="622"/>
                </a:moveTo>
                <a:cubicBezTo>
                  <a:pt x="2325" y="622"/>
                  <a:pt x="2325" y="622"/>
                  <a:pt x="2325" y="622"/>
                </a:cubicBezTo>
                <a:cubicBezTo>
                  <a:pt x="2325" y="410"/>
                  <a:pt x="2325" y="410"/>
                  <a:pt x="2325" y="410"/>
                </a:cubicBezTo>
                <a:cubicBezTo>
                  <a:pt x="2323" y="410"/>
                  <a:pt x="2323" y="410"/>
                  <a:pt x="2323" y="410"/>
                </a:cubicBezTo>
                <a:lnTo>
                  <a:pt x="2323" y="622"/>
                </a:lnTo>
                <a:close/>
                <a:moveTo>
                  <a:pt x="2214" y="463"/>
                </a:moveTo>
                <a:cubicBezTo>
                  <a:pt x="2217" y="463"/>
                  <a:pt x="2217" y="463"/>
                  <a:pt x="2217" y="463"/>
                </a:cubicBezTo>
                <a:cubicBezTo>
                  <a:pt x="2217" y="397"/>
                  <a:pt x="2217" y="397"/>
                  <a:pt x="2217" y="397"/>
                </a:cubicBezTo>
                <a:cubicBezTo>
                  <a:pt x="2214" y="397"/>
                  <a:pt x="2214" y="397"/>
                  <a:pt x="2214" y="397"/>
                </a:cubicBezTo>
                <a:lnTo>
                  <a:pt x="2214" y="463"/>
                </a:lnTo>
                <a:close/>
                <a:moveTo>
                  <a:pt x="2688" y="671"/>
                </a:moveTo>
                <a:cubicBezTo>
                  <a:pt x="2690" y="671"/>
                  <a:pt x="2690" y="671"/>
                  <a:pt x="2690" y="671"/>
                </a:cubicBezTo>
                <a:cubicBezTo>
                  <a:pt x="2690" y="639"/>
                  <a:pt x="2690" y="639"/>
                  <a:pt x="2690" y="639"/>
                </a:cubicBezTo>
                <a:cubicBezTo>
                  <a:pt x="2688" y="639"/>
                  <a:pt x="2688" y="639"/>
                  <a:pt x="2688" y="639"/>
                </a:cubicBezTo>
                <a:lnTo>
                  <a:pt x="2688" y="671"/>
                </a:lnTo>
                <a:close/>
                <a:moveTo>
                  <a:pt x="2696" y="671"/>
                </a:moveTo>
                <a:cubicBezTo>
                  <a:pt x="2699" y="671"/>
                  <a:pt x="2699" y="671"/>
                  <a:pt x="2699" y="671"/>
                </a:cubicBezTo>
                <a:cubicBezTo>
                  <a:pt x="2699" y="639"/>
                  <a:pt x="2699" y="639"/>
                  <a:pt x="2699" y="639"/>
                </a:cubicBezTo>
                <a:cubicBezTo>
                  <a:pt x="2696" y="639"/>
                  <a:pt x="2696" y="639"/>
                  <a:pt x="2696" y="639"/>
                </a:cubicBezTo>
                <a:lnTo>
                  <a:pt x="2696" y="671"/>
                </a:lnTo>
                <a:close/>
                <a:moveTo>
                  <a:pt x="2484" y="654"/>
                </a:moveTo>
                <a:cubicBezTo>
                  <a:pt x="2504" y="654"/>
                  <a:pt x="2504" y="654"/>
                  <a:pt x="2504" y="654"/>
                </a:cubicBezTo>
                <a:cubicBezTo>
                  <a:pt x="2504" y="652"/>
                  <a:pt x="2504" y="652"/>
                  <a:pt x="2504" y="652"/>
                </a:cubicBezTo>
                <a:cubicBezTo>
                  <a:pt x="2484" y="652"/>
                  <a:pt x="2484" y="652"/>
                  <a:pt x="2484" y="652"/>
                </a:cubicBezTo>
                <a:lnTo>
                  <a:pt x="2484" y="654"/>
                </a:lnTo>
                <a:close/>
                <a:moveTo>
                  <a:pt x="3327" y="630"/>
                </a:moveTo>
                <a:cubicBezTo>
                  <a:pt x="3330" y="630"/>
                  <a:pt x="3330" y="630"/>
                  <a:pt x="3330" y="630"/>
                </a:cubicBezTo>
                <a:cubicBezTo>
                  <a:pt x="3330" y="552"/>
                  <a:pt x="3330" y="552"/>
                  <a:pt x="3330" y="552"/>
                </a:cubicBezTo>
                <a:cubicBezTo>
                  <a:pt x="3327" y="552"/>
                  <a:pt x="3327" y="552"/>
                  <a:pt x="3327" y="552"/>
                </a:cubicBezTo>
                <a:lnTo>
                  <a:pt x="3327" y="630"/>
                </a:lnTo>
                <a:close/>
                <a:moveTo>
                  <a:pt x="3597" y="645"/>
                </a:moveTo>
                <a:cubicBezTo>
                  <a:pt x="3845" y="645"/>
                  <a:pt x="3845" y="645"/>
                  <a:pt x="3845" y="645"/>
                </a:cubicBezTo>
                <a:cubicBezTo>
                  <a:pt x="3845" y="648"/>
                  <a:pt x="3845" y="648"/>
                  <a:pt x="3845" y="648"/>
                </a:cubicBezTo>
                <a:cubicBezTo>
                  <a:pt x="3859" y="648"/>
                  <a:pt x="3859" y="648"/>
                  <a:pt x="3859" y="648"/>
                </a:cubicBezTo>
                <a:cubicBezTo>
                  <a:pt x="3859" y="651"/>
                  <a:pt x="3859" y="651"/>
                  <a:pt x="3859" y="651"/>
                </a:cubicBezTo>
                <a:cubicBezTo>
                  <a:pt x="3861" y="651"/>
                  <a:pt x="3861" y="651"/>
                  <a:pt x="3861" y="651"/>
                </a:cubicBezTo>
                <a:cubicBezTo>
                  <a:pt x="3861" y="645"/>
                  <a:pt x="3861" y="645"/>
                  <a:pt x="3861" y="645"/>
                </a:cubicBezTo>
                <a:cubicBezTo>
                  <a:pt x="3847" y="645"/>
                  <a:pt x="3847" y="645"/>
                  <a:pt x="3847" y="645"/>
                </a:cubicBezTo>
                <a:cubicBezTo>
                  <a:pt x="3847" y="643"/>
                  <a:pt x="3847" y="643"/>
                  <a:pt x="3847" y="643"/>
                </a:cubicBezTo>
                <a:cubicBezTo>
                  <a:pt x="3597" y="643"/>
                  <a:pt x="3597" y="643"/>
                  <a:pt x="3597" y="643"/>
                </a:cubicBezTo>
                <a:cubicBezTo>
                  <a:pt x="3597" y="645"/>
                  <a:pt x="3597" y="645"/>
                  <a:pt x="3597" y="645"/>
                </a:cubicBezTo>
                <a:moveTo>
                  <a:pt x="3849" y="659"/>
                </a:moveTo>
                <a:cubicBezTo>
                  <a:pt x="4015" y="659"/>
                  <a:pt x="4015" y="659"/>
                  <a:pt x="4015" y="659"/>
                </a:cubicBezTo>
                <a:cubicBezTo>
                  <a:pt x="4015" y="657"/>
                  <a:pt x="4015" y="657"/>
                  <a:pt x="4015" y="657"/>
                </a:cubicBezTo>
                <a:cubicBezTo>
                  <a:pt x="3849" y="657"/>
                  <a:pt x="3849" y="657"/>
                  <a:pt x="3849" y="657"/>
                </a:cubicBezTo>
                <a:lnTo>
                  <a:pt x="3849" y="659"/>
                </a:lnTo>
                <a:close/>
                <a:moveTo>
                  <a:pt x="4031" y="657"/>
                </a:moveTo>
                <a:cubicBezTo>
                  <a:pt x="4034" y="657"/>
                  <a:pt x="4034" y="657"/>
                  <a:pt x="4034" y="657"/>
                </a:cubicBezTo>
                <a:cubicBezTo>
                  <a:pt x="4034" y="537"/>
                  <a:pt x="4034" y="537"/>
                  <a:pt x="4034" y="537"/>
                </a:cubicBezTo>
                <a:cubicBezTo>
                  <a:pt x="4031" y="537"/>
                  <a:pt x="4031" y="537"/>
                  <a:pt x="4031" y="537"/>
                </a:cubicBezTo>
                <a:lnTo>
                  <a:pt x="4031" y="657"/>
                </a:lnTo>
                <a:close/>
                <a:moveTo>
                  <a:pt x="4065" y="536"/>
                </a:moveTo>
                <a:cubicBezTo>
                  <a:pt x="4065" y="504"/>
                  <a:pt x="4065" y="504"/>
                  <a:pt x="4065" y="504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536"/>
                  <a:pt x="4078" y="536"/>
                  <a:pt x="4078" y="536"/>
                </a:cubicBezTo>
                <a:cubicBezTo>
                  <a:pt x="4081" y="536"/>
                  <a:pt x="4081" y="536"/>
                  <a:pt x="4081" y="536"/>
                </a:cubicBezTo>
                <a:cubicBezTo>
                  <a:pt x="4081" y="498"/>
                  <a:pt x="4081" y="498"/>
                  <a:pt x="4081" y="498"/>
                </a:cubicBezTo>
                <a:cubicBezTo>
                  <a:pt x="4063" y="502"/>
                  <a:pt x="4063" y="502"/>
                  <a:pt x="4063" y="502"/>
                </a:cubicBezTo>
                <a:cubicBezTo>
                  <a:pt x="4063" y="536"/>
                  <a:pt x="4063" y="536"/>
                  <a:pt x="4063" y="536"/>
                </a:cubicBezTo>
                <a:cubicBezTo>
                  <a:pt x="4065" y="536"/>
                  <a:pt x="4065" y="536"/>
                  <a:pt x="4065" y="536"/>
                </a:cubicBezTo>
                <a:moveTo>
                  <a:pt x="4048" y="536"/>
                </a:moveTo>
                <a:cubicBezTo>
                  <a:pt x="4051" y="536"/>
                  <a:pt x="4051" y="536"/>
                  <a:pt x="4051" y="536"/>
                </a:cubicBezTo>
                <a:cubicBezTo>
                  <a:pt x="4051" y="432"/>
                  <a:pt x="4051" y="432"/>
                  <a:pt x="4051" y="432"/>
                </a:cubicBezTo>
                <a:cubicBezTo>
                  <a:pt x="4048" y="432"/>
                  <a:pt x="4048" y="432"/>
                  <a:pt x="4048" y="432"/>
                </a:cubicBezTo>
                <a:lnTo>
                  <a:pt x="4048" y="536"/>
                </a:lnTo>
                <a:close/>
                <a:moveTo>
                  <a:pt x="4028" y="535"/>
                </a:moveTo>
                <a:cubicBezTo>
                  <a:pt x="4030" y="535"/>
                  <a:pt x="4030" y="535"/>
                  <a:pt x="4030" y="535"/>
                </a:cubicBezTo>
                <a:cubicBezTo>
                  <a:pt x="4030" y="474"/>
                  <a:pt x="4030" y="474"/>
                  <a:pt x="4030" y="474"/>
                </a:cubicBezTo>
                <a:cubicBezTo>
                  <a:pt x="4028" y="474"/>
                  <a:pt x="4028" y="474"/>
                  <a:pt x="4028" y="474"/>
                </a:cubicBezTo>
                <a:lnTo>
                  <a:pt x="4028" y="535"/>
                </a:lnTo>
                <a:close/>
                <a:moveTo>
                  <a:pt x="4030" y="438"/>
                </a:moveTo>
                <a:cubicBezTo>
                  <a:pt x="4049" y="435"/>
                  <a:pt x="4049" y="435"/>
                  <a:pt x="4049" y="435"/>
                </a:cubicBezTo>
                <a:cubicBezTo>
                  <a:pt x="4049" y="432"/>
                  <a:pt x="4049" y="432"/>
                  <a:pt x="4049" y="432"/>
                </a:cubicBezTo>
                <a:cubicBezTo>
                  <a:pt x="4029" y="435"/>
                  <a:pt x="4029" y="435"/>
                  <a:pt x="4029" y="435"/>
                </a:cubicBezTo>
                <a:moveTo>
                  <a:pt x="4115" y="657"/>
                </a:moveTo>
                <a:cubicBezTo>
                  <a:pt x="4117" y="657"/>
                  <a:pt x="4117" y="657"/>
                  <a:pt x="4117" y="657"/>
                </a:cubicBezTo>
                <a:cubicBezTo>
                  <a:pt x="4117" y="531"/>
                  <a:pt x="4117" y="531"/>
                  <a:pt x="4117" y="531"/>
                </a:cubicBezTo>
                <a:cubicBezTo>
                  <a:pt x="4115" y="531"/>
                  <a:pt x="4115" y="531"/>
                  <a:pt x="4115" y="531"/>
                </a:cubicBezTo>
                <a:lnTo>
                  <a:pt x="4115" y="657"/>
                </a:lnTo>
                <a:close/>
                <a:moveTo>
                  <a:pt x="4033" y="550"/>
                </a:moveTo>
                <a:cubicBezTo>
                  <a:pt x="4099" y="550"/>
                  <a:pt x="4099" y="550"/>
                  <a:pt x="4099" y="550"/>
                </a:cubicBezTo>
                <a:cubicBezTo>
                  <a:pt x="4099" y="548"/>
                  <a:pt x="4099" y="548"/>
                  <a:pt x="4099" y="548"/>
                </a:cubicBezTo>
                <a:cubicBezTo>
                  <a:pt x="4033" y="548"/>
                  <a:pt x="4033" y="548"/>
                  <a:pt x="4033" y="548"/>
                </a:cubicBezTo>
                <a:moveTo>
                  <a:pt x="4016" y="659"/>
                </a:moveTo>
                <a:cubicBezTo>
                  <a:pt x="4060" y="659"/>
                  <a:pt x="4060" y="659"/>
                  <a:pt x="4060" y="659"/>
                </a:cubicBezTo>
                <a:cubicBezTo>
                  <a:pt x="4060" y="662"/>
                  <a:pt x="4060" y="662"/>
                  <a:pt x="4060" y="662"/>
                </a:cubicBezTo>
                <a:cubicBezTo>
                  <a:pt x="4106" y="662"/>
                  <a:pt x="4106" y="662"/>
                  <a:pt x="4106" y="662"/>
                </a:cubicBezTo>
                <a:cubicBezTo>
                  <a:pt x="4106" y="666"/>
                  <a:pt x="4106" y="666"/>
                  <a:pt x="4106" y="666"/>
                </a:cubicBezTo>
                <a:cubicBezTo>
                  <a:pt x="4158" y="666"/>
                  <a:pt x="4158" y="666"/>
                  <a:pt x="4158" y="666"/>
                </a:cubicBezTo>
                <a:cubicBezTo>
                  <a:pt x="4158" y="664"/>
                  <a:pt x="4158" y="664"/>
                  <a:pt x="4158" y="664"/>
                </a:cubicBezTo>
                <a:cubicBezTo>
                  <a:pt x="4108" y="664"/>
                  <a:pt x="4108" y="664"/>
                  <a:pt x="4108" y="664"/>
                </a:cubicBezTo>
                <a:cubicBezTo>
                  <a:pt x="4108" y="659"/>
                  <a:pt x="4108" y="659"/>
                  <a:pt x="4108" y="659"/>
                </a:cubicBezTo>
                <a:cubicBezTo>
                  <a:pt x="4063" y="659"/>
                  <a:pt x="4063" y="659"/>
                  <a:pt x="4063" y="659"/>
                </a:cubicBezTo>
                <a:cubicBezTo>
                  <a:pt x="4063" y="656"/>
                  <a:pt x="4063" y="656"/>
                  <a:pt x="4063" y="656"/>
                </a:cubicBezTo>
                <a:cubicBezTo>
                  <a:pt x="4016" y="656"/>
                  <a:pt x="4016" y="656"/>
                  <a:pt x="4016" y="656"/>
                </a:cubicBezTo>
                <a:cubicBezTo>
                  <a:pt x="4016" y="659"/>
                  <a:pt x="4016" y="659"/>
                  <a:pt x="4016" y="659"/>
                </a:cubicBezTo>
                <a:moveTo>
                  <a:pt x="1465" y="456"/>
                </a:moveTo>
                <a:cubicBezTo>
                  <a:pt x="1465" y="422"/>
                  <a:pt x="1465" y="422"/>
                  <a:pt x="1465" y="422"/>
                </a:cubicBezTo>
                <a:cubicBezTo>
                  <a:pt x="1470" y="422"/>
                  <a:pt x="1470" y="422"/>
                  <a:pt x="1470" y="422"/>
                </a:cubicBezTo>
                <a:cubicBezTo>
                  <a:pt x="1470" y="415"/>
                  <a:pt x="1470" y="415"/>
                  <a:pt x="1470" y="415"/>
                </a:cubicBezTo>
                <a:cubicBezTo>
                  <a:pt x="1480" y="415"/>
                  <a:pt x="1480" y="415"/>
                  <a:pt x="1480" y="415"/>
                </a:cubicBezTo>
                <a:cubicBezTo>
                  <a:pt x="1484" y="422"/>
                  <a:pt x="1484" y="422"/>
                  <a:pt x="1484" y="422"/>
                </a:cubicBezTo>
                <a:cubicBezTo>
                  <a:pt x="1484" y="458"/>
                  <a:pt x="1484" y="458"/>
                  <a:pt x="1484" y="458"/>
                </a:cubicBezTo>
                <a:cubicBezTo>
                  <a:pt x="1486" y="458"/>
                  <a:pt x="1486" y="458"/>
                  <a:pt x="1486" y="458"/>
                </a:cubicBezTo>
                <a:cubicBezTo>
                  <a:pt x="1486" y="421"/>
                  <a:pt x="1486" y="421"/>
                  <a:pt x="1486" y="421"/>
                </a:cubicBezTo>
                <a:cubicBezTo>
                  <a:pt x="1481" y="413"/>
                  <a:pt x="1481" y="413"/>
                  <a:pt x="1481" y="413"/>
                </a:cubicBezTo>
                <a:cubicBezTo>
                  <a:pt x="1468" y="413"/>
                  <a:pt x="1468" y="413"/>
                  <a:pt x="1468" y="413"/>
                </a:cubicBezTo>
                <a:cubicBezTo>
                  <a:pt x="1468" y="419"/>
                  <a:pt x="1468" y="419"/>
                  <a:pt x="1468" y="419"/>
                </a:cubicBezTo>
                <a:cubicBezTo>
                  <a:pt x="1463" y="419"/>
                  <a:pt x="1463" y="419"/>
                  <a:pt x="1463" y="419"/>
                </a:cubicBezTo>
                <a:cubicBezTo>
                  <a:pt x="1463" y="456"/>
                  <a:pt x="1463" y="456"/>
                  <a:pt x="1463" y="456"/>
                </a:cubicBezTo>
                <a:cubicBezTo>
                  <a:pt x="1465" y="456"/>
                  <a:pt x="1465" y="456"/>
                  <a:pt x="1465" y="456"/>
                </a:cubicBezTo>
                <a:moveTo>
                  <a:pt x="1494" y="454"/>
                </a:moveTo>
                <a:cubicBezTo>
                  <a:pt x="1494" y="419"/>
                  <a:pt x="1494" y="419"/>
                  <a:pt x="1494" y="419"/>
                </a:cubicBezTo>
                <a:cubicBezTo>
                  <a:pt x="1506" y="419"/>
                  <a:pt x="1506" y="419"/>
                  <a:pt x="1506" y="419"/>
                </a:cubicBezTo>
                <a:cubicBezTo>
                  <a:pt x="1506" y="411"/>
                  <a:pt x="1506" y="411"/>
                  <a:pt x="1506" y="411"/>
                </a:cubicBezTo>
                <a:cubicBezTo>
                  <a:pt x="1515" y="411"/>
                  <a:pt x="1515" y="411"/>
                  <a:pt x="1515" y="411"/>
                </a:cubicBezTo>
                <a:cubicBezTo>
                  <a:pt x="1515" y="417"/>
                  <a:pt x="1515" y="417"/>
                  <a:pt x="1515" y="417"/>
                </a:cubicBezTo>
                <a:cubicBezTo>
                  <a:pt x="1515" y="418"/>
                  <a:pt x="1515" y="418"/>
                  <a:pt x="1515" y="418"/>
                </a:cubicBezTo>
                <a:cubicBezTo>
                  <a:pt x="1528" y="418"/>
                  <a:pt x="1528" y="418"/>
                  <a:pt x="1528" y="418"/>
                </a:cubicBezTo>
                <a:cubicBezTo>
                  <a:pt x="1528" y="462"/>
                  <a:pt x="1528" y="462"/>
                  <a:pt x="1528" y="462"/>
                </a:cubicBezTo>
                <a:cubicBezTo>
                  <a:pt x="1515" y="462"/>
                  <a:pt x="1515" y="462"/>
                  <a:pt x="1515" y="462"/>
                </a:cubicBezTo>
                <a:cubicBezTo>
                  <a:pt x="1515" y="464"/>
                  <a:pt x="1515" y="464"/>
                  <a:pt x="1515" y="464"/>
                </a:cubicBezTo>
                <a:cubicBezTo>
                  <a:pt x="1530" y="464"/>
                  <a:pt x="1530" y="464"/>
                  <a:pt x="1530" y="464"/>
                </a:cubicBezTo>
                <a:cubicBezTo>
                  <a:pt x="1530" y="416"/>
                  <a:pt x="1530" y="416"/>
                  <a:pt x="1530" y="416"/>
                </a:cubicBezTo>
                <a:cubicBezTo>
                  <a:pt x="1517" y="416"/>
                  <a:pt x="1517" y="416"/>
                  <a:pt x="1517" y="416"/>
                </a:cubicBezTo>
                <a:cubicBezTo>
                  <a:pt x="1517" y="410"/>
                  <a:pt x="1517" y="410"/>
                  <a:pt x="1517" y="410"/>
                </a:cubicBezTo>
                <a:cubicBezTo>
                  <a:pt x="1517" y="409"/>
                  <a:pt x="1517" y="409"/>
                  <a:pt x="1517" y="409"/>
                </a:cubicBezTo>
                <a:cubicBezTo>
                  <a:pt x="1504" y="409"/>
                  <a:pt x="1504" y="409"/>
                  <a:pt x="1504" y="409"/>
                </a:cubicBezTo>
                <a:cubicBezTo>
                  <a:pt x="1504" y="417"/>
                  <a:pt x="1504" y="417"/>
                  <a:pt x="1504" y="417"/>
                </a:cubicBezTo>
                <a:cubicBezTo>
                  <a:pt x="1491" y="417"/>
                  <a:pt x="1491" y="417"/>
                  <a:pt x="1491" y="417"/>
                </a:cubicBezTo>
                <a:cubicBezTo>
                  <a:pt x="1491" y="454"/>
                  <a:pt x="1491" y="454"/>
                  <a:pt x="1491" y="454"/>
                </a:cubicBezTo>
                <a:cubicBezTo>
                  <a:pt x="1494" y="454"/>
                  <a:pt x="1494" y="454"/>
                  <a:pt x="1494" y="454"/>
                </a:cubicBezTo>
                <a:moveTo>
                  <a:pt x="1523" y="417"/>
                </a:moveTo>
                <a:cubicBezTo>
                  <a:pt x="1523" y="398"/>
                  <a:pt x="1523" y="398"/>
                  <a:pt x="1523" y="398"/>
                </a:cubicBezTo>
                <a:cubicBezTo>
                  <a:pt x="1537" y="395"/>
                  <a:pt x="1537" y="395"/>
                  <a:pt x="1537" y="395"/>
                </a:cubicBezTo>
                <a:cubicBezTo>
                  <a:pt x="1537" y="439"/>
                  <a:pt x="1537" y="439"/>
                  <a:pt x="1537" y="439"/>
                </a:cubicBezTo>
                <a:cubicBezTo>
                  <a:pt x="1539" y="439"/>
                  <a:pt x="1539" y="439"/>
                  <a:pt x="1539" y="439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21" y="396"/>
                  <a:pt x="1521" y="396"/>
                  <a:pt x="1521" y="396"/>
                </a:cubicBezTo>
                <a:cubicBezTo>
                  <a:pt x="1521" y="417"/>
                  <a:pt x="1521" y="417"/>
                  <a:pt x="1521" y="417"/>
                </a:cubicBezTo>
                <a:cubicBezTo>
                  <a:pt x="1523" y="417"/>
                  <a:pt x="1523" y="417"/>
                  <a:pt x="1523" y="417"/>
                </a:cubicBezTo>
                <a:moveTo>
                  <a:pt x="1539" y="395"/>
                </a:moveTo>
                <a:cubicBezTo>
                  <a:pt x="1550" y="396"/>
                  <a:pt x="1550" y="396"/>
                  <a:pt x="1550" y="396"/>
                </a:cubicBezTo>
                <a:cubicBezTo>
                  <a:pt x="1550" y="437"/>
                  <a:pt x="1550" y="437"/>
                  <a:pt x="1550" y="437"/>
                </a:cubicBezTo>
                <a:cubicBezTo>
                  <a:pt x="1552" y="437"/>
                  <a:pt x="1552" y="437"/>
                  <a:pt x="1552" y="437"/>
                </a:cubicBezTo>
                <a:cubicBezTo>
                  <a:pt x="1552" y="394"/>
                  <a:pt x="1552" y="394"/>
                  <a:pt x="1552" y="394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39" y="395"/>
                  <a:pt x="1539" y="395"/>
                  <a:pt x="1539" y="395"/>
                </a:cubicBezTo>
                <a:moveTo>
                  <a:pt x="1475" y="510"/>
                </a:moveTo>
                <a:cubicBezTo>
                  <a:pt x="1475" y="497"/>
                  <a:pt x="1475" y="497"/>
                  <a:pt x="1475" y="497"/>
                </a:cubicBezTo>
                <a:cubicBezTo>
                  <a:pt x="1508" y="497"/>
                  <a:pt x="1508" y="497"/>
                  <a:pt x="1508" y="497"/>
                </a:cubicBezTo>
                <a:cubicBezTo>
                  <a:pt x="1508" y="509"/>
                  <a:pt x="1508" y="509"/>
                  <a:pt x="1508" y="509"/>
                </a:cubicBezTo>
                <a:cubicBezTo>
                  <a:pt x="1510" y="509"/>
                  <a:pt x="1510" y="509"/>
                  <a:pt x="1510" y="509"/>
                </a:cubicBezTo>
                <a:cubicBezTo>
                  <a:pt x="1510" y="495"/>
                  <a:pt x="1510" y="495"/>
                  <a:pt x="1510" y="495"/>
                </a:cubicBezTo>
                <a:cubicBezTo>
                  <a:pt x="1472" y="495"/>
                  <a:pt x="1472" y="495"/>
                  <a:pt x="1472" y="495"/>
                </a:cubicBezTo>
                <a:cubicBezTo>
                  <a:pt x="1472" y="510"/>
                  <a:pt x="1472" y="510"/>
                  <a:pt x="1472" y="510"/>
                </a:cubicBezTo>
                <a:cubicBezTo>
                  <a:pt x="1475" y="510"/>
                  <a:pt x="1475" y="510"/>
                  <a:pt x="1475" y="510"/>
                </a:cubicBezTo>
                <a:moveTo>
                  <a:pt x="1552" y="422"/>
                </a:moveTo>
                <a:cubicBezTo>
                  <a:pt x="1552" y="422"/>
                  <a:pt x="1569" y="418"/>
                  <a:pt x="1572" y="417"/>
                </a:cubicBezTo>
                <a:cubicBezTo>
                  <a:pt x="1572" y="417"/>
                  <a:pt x="1572" y="417"/>
                  <a:pt x="1572" y="417"/>
                </a:cubicBezTo>
                <a:cubicBezTo>
                  <a:pt x="1573" y="416"/>
                  <a:pt x="1574" y="416"/>
                  <a:pt x="1574" y="415"/>
                </a:cubicBezTo>
                <a:cubicBezTo>
                  <a:pt x="1575" y="415"/>
                  <a:pt x="1575" y="415"/>
                  <a:pt x="1576" y="414"/>
                </a:cubicBezTo>
                <a:cubicBezTo>
                  <a:pt x="1577" y="414"/>
                  <a:pt x="1580" y="413"/>
                  <a:pt x="1584" y="413"/>
                </a:cubicBezTo>
                <a:cubicBezTo>
                  <a:pt x="1590" y="412"/>
                  <a:pt x="1592" y="412"/>
                  <a:pt x="1594" y="412"/>
                </a:cubicBezTo>
                <a:cubicBezTo>
                  <a:pt x="1595" y="411"/>
                  <a:pt x="1597" y="411"/>
                  <a:pt x="1601" y="409"/>
                </a:cubicBezTo>
                <a:cubicBezTo>
                  <a:pt x="1611" y="405"/>
                  <a:pt x="1620" y="398"/>
                  <a:pt x="1624" y="396"/>
                </a:cubicBezTo>
                <a:cubicBezTo>
                  <a:pt x="1626" y="395"/>
                  <a:pt x="1631" y="391"/>
                  <a:pt x="1636" y="387"/>
                </a:cubicBezTo>
                <a:cubicBezTo>
                  <a:pt x="1640" y="384"/>
                  <a:pt x="1644" y="380"/>
                  <a:pt x="1644" y="380"/>
                </a:cubicBezTo>
                <a:cubicBezTo>
                  <a:pt x="1643" y="379"/>
                  <a:pt x="1643" y="379"/>
                  <a:pt x="1643" y="379"/>
                </a:cubicBezTo>
                <a:cubicBezTo>
                  <a:pt x="1644" y="380"/>
                  <a:pt x="1644" y="380"/>
                  <a:pt x="1644" y="380"/>
                </a:cubicBezTo>
                <a:cubicBezTo>
                  <a:pt x="1653" y="375"/>
                  <a:pt x="1669" y="373"/>
                  <a:pt x="1682" y="372"/>
                </a:cubicBezTo>
                <a:cubicBezTo>
                  <a:pt x="1691" y="371"/>
                  <a:pt x="1697" y="370"/>
                  <a:pt x="1703" y="370"/>
                </a:cubicBezTo>
                <a:cubicBezTo>
                  <a:pt x="1706" y="370"/>
                  <a:pt x="1709" y="370"/>
                  <a:pt x="1712" y="370"/>
                </a:cubicBezTo>
                <a:cubicBezTo>
                  <a:pt x="1725" y="372"/>
                  <a:pt x="1731" y="377"/>
                  <a:pt x="1738" y="380"/>
                </a:cubicBezTo>
                <a:cubicBezTo>
                  <a:pt x="1741" y="381"/>
                  <a:pt x="1742" y="382"/>
                  <a:pt x="1744" y="384"/>
                </a:cubicBezTo>
                <a:cubicBezTo>
                  <a:pt x="1745" y="385"/>
                  <a:pt x="1747" y="386"/>
                  <a:pt x="1751" y="388"/>
                </a:cubicBezTo>
                <a:cubicBezTo>
                  <a:pt x="1756" y="389"/>
                  <a:pt x="1759" y="391"/>
                  <a:pt x="1762" y="392"/>
                </a:cubicBezTo>
                <a:cubicBezTo>
                  <a:pt x="1765" y="394"/>
                  <a:pt x="1767" y="395"/>
                  <a:pt x="1767" y="395"/>
                </a:cubicBezTo>
                <a:cubicBezTo>
                  <a:pt x="1768" y="393"/>
                  <a:pt x="1768" y="393"/>
                  <a:pt x="1768" y="393"/>
                </a:cubicBezTo>
                <a:cubicBezTo>
                  <a:pt x="1768" y="393"/>
                  <a:pt x="1761" y="389"/>
                  <a:pt x="1752" y="386"/>
                </a:cubicBezTo>
                <a:cubicBezTo>
                  <a:pt x="1748" y="384"/>
                  <a:pt x="1746" y="383"/>
                  <a:pt x="1745" y="382"/>
                </a:cubicBezTo>
                <a:cubicBezTo>
                  <a:pt x="1744" y="381"/>
                  <a:pt x="1742" y="379"/>
                  <a:pt x="1739" y="378"/>
                </a:cubicBezTo>
                <a:cubicBezTo>
                  <a:pt x="1732" y="375"/>
                  <a:pt x="1726" y="370"/>
                  <a:pt x="1712" y="368"/>
                </a:cubicBezTo>
                <a:cubicBezTo>
                  <a:pt x="1709" y="368"/>
                  <a:pt x="1706" y="368"/>
                  <a:pt x="1703" y="368"/>
                </a:cubicBezTo>
                <a:cubicBezTo>
                  <a:pt x="1697" y="368"/>
                  <a:pt x="1691" y="369"/>
                  <a:pt x="1682" y="369"/>
                </a:cubicBezTo>
                <a:cubicBezTo>
                  <a:pt x="1669" y="371"/>
                  <a:pt x="1653" y="372"/>
                  <a:pt x="1643" y="378"/>
                </a:cubicBezTo>
                <a:cubicBezTo>
                  <a:pt x="1643" y="378"/>
                  <a:pt x="1643" y="378"/>
                  <a:pt x="1643" y="378"/>
                </a:cubicBezTo>
                <a:cubicBezTo>
                  <a:pt x="1642" y="378"/>
                  <a:pt x="1642" y="378"/>
                  <a:pt x="1642" y="378"/>
                </a:cubicBezTo>
                <a:cubicBezTo>
                  <a:pt x="1642" y="378"/>
                  <a:pt x="1639" y="382"/>
                  <a:pt x="1634" y="386"/>
                </a:cubicBezTo>
                <a:cubicBezTo>
                  <a:pt x="1630" y="389"/>
                  <a:pt x="1625" y="393"/>
                  <a:pt x="1623" y="394"/>
                </a:cubicBezTo>
                <a:cubicBezTo>
                  <a:pt x="1618" y="396"/>
                  <a:pt x="1610" y="403"/>
                  <a:pt x="1601" y="407"/>
                </a:cubicBezTo>
                <a:cubicBezTo>
                  <a:pt x="1596" y="409"/>
                  <a:pt x="1595" y="409"/>
                  <a:pt x="1593" y="410"/>
                </a:cubicBezTo>
                <a:cubicBezTo>
                  <a:pt x="1592" y="410"/>
                  <a:pt x="1590" y="410"/>
                  <a:pt x="1584" y="410"/>
                </a:cubicBezTo>
                <a:cubicBezTo>
                  <a:pt x="1578" y="411"/>
                  <a:pt x="1576" y="412"/>
                  <a:pt x="1574" y="413"/>
                </a:cubicBezTo>
                <a:cubicBezTo>
                  <a:pt x="1573" y="413"/>
                  <a:pt x="1573" y="413"/>
                  <a:pt x="1573" y="414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2" y="415"/>
                  <a:pt x="1572" y="415"/>
                  <a:pt x="1572" y="415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0" y="415"/>
                  <a:pt x="1565" y="417"/>
                  <a:pt x="1560" y="418"/>
                </a:cubicBezTo>
                <a:cubicBezTo>
                  <a:pt x="1556" y="419"/>
                  <a:pt x="1551" y="420"/>
                  <a:pt x="1551" y="420"/>
                </a:cubicBezTo>
                <a:cubicBezTo>
                  <a:pt x="1552" y="422"/>
                  <a:pt x="1552" y="422"/>
                  <a:pt x="1552" y="422"/>
                </a:cubicBezTo>
                <a:moveTo>
                  <a:pt x="1768" y="394"/>
                </a:moveTo>
                <a:cubicBezTo>
                  <a:pt x="1768" y="378"/>
                  <a:pt x="1768" y="378"/>
                  <a:pt x="1768" y="378"/>
                </a:cubicBezTo>
                <a:cubicBezTo>
                  <a:pt x="1789" y="378"/>
                  <a:pt x="1789" y="378"/>
                  <a:pt x="1789" y="378"/>
                </a:cubicBezTo>
                <a:cubicBezTo>
                  <a:pt x="1789" y="393"/>
                  <a:pt x="1789" y="393"/>
                  <a:pt x="1789" y="393"/>
                </a:cubicBezTo>
                <a:cubicBezTo>
                  <a:pt x="1791" y="393"/>
                  <a:pt x="1791" y="393"/>
                  <a:pt x="1791" y="393"/>
                </a:cubicBezTo>
                <a:cubicBezTo>
                  <a:pt x="1791" y="375"/>
                  <a:pt x="1791" y="375"/>
                  <a:pt x="1791" y="375"/>
                </a:cubicBezTo>
                <a:cubicBezTo>
                  <a:pt x="1765" y="375"/>
                  <a:pt x="1765" y="375"/>
                  <a:pt x="1765" y="375"/>
                </a:cubicBezTo>
                <a:cubicBezTo>
                  <a:pt x="1765" y="394"/>
                  <a:pt x="1765" y="394"/>
                  <a:pt x="1765" y="394"/>
                </a:cubicBezTo>
                <a:cubicBezTo>
                  <a:pt x="1768" y="394"/>
                  <a:pt x="1768" y="394"/>
                  <a:pt x="1768" y="394"/>
                </a:cubicBezTo>
                <a:moveTo>
                  <a:pt x="1854" y="435"/>
                </a:moveTo>
                <a:cubicBezTo>
                  <a:pt x="1854" y="403"/>
                  <a:pt x="1854" y="403"/>
                  <a:pt x="1854" y="403"/>
                </a:cubicBezTo>
                <a:cubicBezTo>
                  <a:pt x="1860" y="402"/>
                  <a:pt x="1860" y="402"/>
                  <a:pt x="1860" y="402"/>
                </a:cubicBezTo>
                <a:cubicBezTo>
                  <a:pt x="1881" y="403"/>
                  <a:pt x="1881" y="403"/>
                  <a:pt x="1881" y="403"/>
                </a:cubicBezTo>
                <a:cubicBezTo>
                  <a:pt x="1881" y="434"/>
                  <a:pt x="1881" y="434"/>
                  <a:pt x="1881" y="434"/>
                </a:cubicBezTo>
                <a:cubicBezTo>
                  <a:pt x="1883" y="434"/>
                  <a:pt x="1883" y="434"/>
                  <a:pt x="1883" y="434"/>
                </a:cubicBezTo>
                <a:cubicBezTo>
                  <a:pt x="1883" y="401"/>
                  <a:pt x="1883" y="401"/>
                  <a:pt x="1883" y="401"/>
                </a:cubicBezTo>
                <a:cubicBezTo>
                  <a:pt x="1860" y="399"/>
                  <a:pt x="1860" y="399"/>
                  <a:pt x="1860" y="399"/>
                </a:cubicBezTo>
                <a:cubicBezTo>
                  <a:pt x="1853" y="402"/>
                  <a:pt x="1853" y="402"/>
                  <a:pt x="1853" y="402"/>
                </a:cubicBezTo>
                <a:cubicBezTo>
                  <a:pt x="1852" y="402"/>
                  <a:pt x="1852" y="402"/>
                  <a:pt x="1852" y="402"/>
                </a:cubicBezTo>
                <a:cubicBezTo>
                  <a:pt x="1852" y="435"/>
                  <a:pt x="1852" y="435"/>
                  <a:pt x="1852" y="435"/>
                </a:cubicBezTo>
                <a:cubicBezTo>
                  <a:pt x="1854" y="435"/>
                  <a:pt x="1854" y="435"/>
                  <a:pt x="1854" y="435"/>
                </a:cubicBezTo>
                <a:moveTo>
                  <a:pt x="1810" y="401"/>
                </a:move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0" y="401"/>
                  <a:pt x="1810" y="401"/>
                </a:cubicBez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1" y="401"/>
                  <a:pt x="1817" y="404"/>
                </a:cubicBezTo>
                <a:cubicBezTo>
                  <a:pt x="1819" y="405"/>
                  <a:pt x="1821" y="406"/>
                  <a:pt x="1822" y="407"/>
                </a:cubicBezTo>
                <a:cubicBezTo>
                  <a:pt x="1824" y="408"/>
                  <a:pt x="1825" y="409"/>
                  <a:pt x="1827" y="409"/>
                </a:cubicBezTo>
                <a:cubicBezTo>
                  <a:pt x="1829" y="409"/>
                  <a:pt x="1829" y="409"/>
                  <a:pt x="1829" y="409"/>
                </a:cubicBezTo>
                <a:cubicBezTo>
                  <a:pt x="1830" y="409"/>
                  <a:pt x="1832" y="409"/>
                  <a:pt x="1833" y="409"/>
                </a:cubicBezTo>
                <a:cubicBezTo>
                  <a:pt x="1837" y="409"/>
                  <a:pt x="1839" y="409"/>
                  <a:pt x="1844" y="410"/>
                </a:cubicBezTo>
                <a:cubicBezTo>
                  <a:pt x="1847" y="410"/>
                  <a:pt x="1849" y="411"/>
                  <a:pt x="1850" y="411"/>
                </a:cubicBezTo>
                <a:cubicBezTo>
                  <a:pt x="1852" y="411"/>
                  <a:pt x="1852" y="412"/>
                  <a:pt x="1852" y="412"/>
                </a:cubicBezTo>
                <a:cubicBezTo>
                  <a:pt x="1853" y="409"/>
                  <a:pt x="1853" y="409"/>
                  <a:pt x="1853" y="409"/>
                </a:cubicBezTo>
                <a:cubicBezTo>
                  <a:pt x="1853" y="409"/>
                  <a:pt x="1850" y="409"/>
                  <a:pt x="1844" y="408"/>
                </a:cubicBezTo>
                <a:cubicBezTo>
                  <a:pt x="1840" y="407"/>
                  <a:pt x="1837" y="406"/>
                  <a:pt x="1833" y="406"/>
                </a:cubicBezTo>
                <a:cubicBezTo>
                  <a:pt x="1832" y="406"/>
                  <a:pt x="1830" y="406"/>
                  <a:pt x="1829" y="406"/>
                </a:cubicBezTo>
                <a:cubicBezTo>
                  <a:pt x="1827" y="406"/>
                  <a:pt x="1827" y="406"/>
                  <a:pt x="1827" y="406"/>
                </a:cubicBezTo>
                <a:cubicBezTo>
                  <a:pt x="1825" y="406"/>
                  <a:pt x="1825" y="406"/>
                  <a:pt x="1823" y="405"/>
                </a:cubicBezTo>
                <a:cubicBezTo>
                  <a:pt x="1822" y="405"/>
                  <a:pt x="1821" y="403"/>
                  <a:pt x="1818" y="402"/>
                </a:cubicBezTo>
                <a:cubicBezTo>
                  <a:pt x="1812" y="399"/>
                  <a:pt x="1810" y="399"/>
                  <a:pt x="1809" y="399"/>
                </a:cubicBezTo>
                <a:cubicBezTo>
                  <a:pt x="1809" y="399"/>
                  <a:pt x="1809" y="399"/>
                  <a:pt x="1809" y="399"/>
                </a:cubicBezTo>
                <a:cubicBezTo>
                  <a:pt x="1810" y="401"/>
                  <a:pt x="1810" y="401"/>
                  <a:pt x="1810" y="401"/>
                </a:cubicBezTo>
                <a:moveTo>
                  <a:pt x="1828" y="408"/>
                </a:moveTo>
                <a:cubicBezTo>
                  <a:pt x="1828" y="392"/>
                  <a:pt x="1828" y="392"/>
                  <a:pt x="1828" y="392"/>
                </a:cubicBezTo>
                <a:cubicBezTo>
                  <a:pt x="1839" y="392"/>
                  <a:pt x="1839" y="392"/>
                  <a:pt x="1839" y="392"/>
                </a:cubicBezTo>
                <a:cubicBezTo>
                  <a:pt x="1839" y="389"/>
                  <a:pt x="1839" y="389"/>
                  <a:pt x="1839" y="389"/>
                </a:cubicBezTo>
                <a:cubicBezTo>
                  <a:pt x="1850" y="389"/>
                  <a:pt x="1850" y="389"/>
                  <a:pt x="1850" y="389"/>
                </a:cubicBezTo>
                <a:cubicBezTo>
                  <a:pt x="1850" y="393"/>
                  <a:pt x="1850" y="393"/>
                  <a:pt x="1850" y="393"/>
                </a:cubicBezTo>
                <a:cubicBezTo>
                  <a:pt x="1858" y="393"/>
                  <a:pt x="1858" y="393"/>
                  <a:pt x="1858" y="393"/>
                </a:cubicBezTo>
                <a:cubicBezTo>
                  <a:pt x="1858" y="401"/>
                  <a:pt x="1858" y="401"/>
                  <a:pt x="1858" y="401"/>
                </a:cubicBezTo>
                <a:cubicBezTo>
                  <a:pt x="1860" y="401"/>
                  <a:pt x="1860" y="401"/>
                  <a:pt x="1860" y="401"/>
                </a:cubicBezTo>
                <a:cubicBezTo>
                  <a:pt x="1860" y="392"/>
                  <a:pt x="1860" y="392"/>
                  <a:pt x="1860" y="392"/>
                </a:cubicBezTo>
                <a:cubicBezTo>
                  <a:pt x="1860" y="391"/>
                  <a:pt x="1860" y="391"/>
                  <a:pt x="1860" y="391"/>
                </a:cubicBezTo>
                <a:cubicBezTo>
                  <a:pt x="1852" y="391"/>
                  <a:pt x="1852" y="391"/>
                  <a:pt x="1852" y="391"/>
                </a:cubicBezTo>
                <a:cubicBezTo>
                  <a:pt x="1852" y="386"/>
                  <a:pt x="1852" y="386"/>
                  <a:pt x="1852" y="386"/>
                </a:cubicBezTo>
                <a:cubicBezTo>
                  <a:pt x="1837" y="386"/>
                  <a:pt x="1837" y="386"/>
                  <a:pt x="1837" y="386"/>
                </a:cubicBezTo>
                <a:cubicBezTo>
                  <a:pt x="1837" y="390"/>
                  <a:pt x="1837" y="390"/>
                  <a:pt x="1837" y="390"/>
                </a:cubicBezTo>
                <a:cubicBezTo>
                  <a:pt x="1826" y="390"/>
                  <a:pt x="1826" y="390"/>
                  <a:pt x="1826" y="390"/>
                </a:cubicBezTo>
                <a:cubicBezTo>
                  <a:pt x="1826" y="408"/>
                  <a:pt x="1826" y="408"/>
                  <a:pt x="1826" y="408"/>
                </a:cubicBezTo>
                <a:cubicBezTo>
                  <a:pt x="1828" y="408"/>
                  <a:pt x="1828" y="408"/>
                  <a:pt x="1828" y="408"/>
                </a:cubicBezTo>
                <a:moveTo>
                  <a:pt x="1859" y="427"/>
                </a:moveTo>
                <a:cubicBezTo>
                  <a:pt x="1861" y="427"/>
                  <a:pt x="1861" y="427"/>
                  <a:pt x="1861" y="427"/>
                </a:cubicBezTo>
                <a:cubicBezTo>
                  <a:pt x="1861" y="401"/>
                  <a:pt x="1861" y="401"/>
                  <a:pt x="1861" y="401"/>
                </a:cubicBezTo>
                <a:cubicBezTo>
                  <a:pt x="1859" y="401"/>
                  <a:pt x="1859" y="401"/>
                  <a:pt x="1859" y="401"/>
                </a:cubicBezTo>
                <a:lnTo>
                  <a:pt x="1859" y="427"/>
                </a:lnTo>
                <a:close/>
                <a:moveTo>
                  <a:pt x="1485" y="440"/>
                </a:moveTo>
                <a:cubicBezTo>
                  <a:pt x="1492" y="440"/>
                  <a:pt x="1492" y="440"/>
                  <a:pt x="1492" y="440"/>
                </a:cubicBezTo>
                <a:cubicBezTo>
                  <a:pt x="1492" y="438"/>
                  <a:pt x="1492" y="438"/>
                  <a:pt x="1492" y="438"/>
                </a:cubicBezTo>
                <a:cubicBezTo>
                  <a:pt x="1485" y="438"/>
                  <a:pt x="1485" y="438"/>
                  <a:pt x="1485" y="438"/>
                </a:cubicBezTo>
                <a:lnTo>
                  <a:pt x="1485" y="440"/>
                </a:lnTo>
                <a:close/>
                <a:moveTo>
                  <a:pt x="1603" y="510"/>
                </a:moveTo>
                <a:cubicBezTo>
                  <a:pt x="1603" y="501"/>
                  <a:pt x="1603" y="501"/>
                  <a:pt x="1603" y="501"/>
                </a:cubicBezTo>
                <a:cubicBezTo>
                  <a:pt x="1624" y="501"/>
                  <a:pt x="1624" y="501"/>
                  <a:pt x="1624" y="501"/>
                </a:cubicBezTo>
                <a:cubicBezTo>
                  <a:pt x="1624" y="517"/>
                  <a:pt x="1624" y="517"/>
                  <a:pt x="1624" y="517"/>
                </a:cubicBezTo>
                <a:cubicBezTo>
                  <a:pt x="1626" y="517"/>
                  <a:pt x="1626" y="517"/>
                  <a:pt x="1626" y="51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01" y="499"/>
                  <a:pt x="1601" y="499"/>
                  <a:pt x="1601" y="499"/>
                </a:cubicBezTo>
                <a:cubicBezTo>
                  <a:pt x="1601" y="510"/>
                  <a:pt x="1601" y="510"/>
                  <a:pt x="1601" y="510"/>
                </a:cubicBezTo>
                <a:cubicBezTo>
                  <a:pt x="1603" y="510"/>
                  <a:pt x="1603" y="510"/>
                  <a:pt x="1603" y="510"/>
                </a:cubicBezTo>
                <a:moveTo>
                  <a:pt x="1625" y="501"/>
                </a:moveTo>
                <a:cubicBezTo>
                  <a:pt x="1633" y="508"/>
                  <a:pt x="1633" y="508"/>
                  <a:pt x="1633" y="508"/>
                </a:cubicBezTo>
                <a:cubicBezTo>
                  <a:pt x="1633" y="544"/>
                  <a:pt x="1633" y="544"/>
                  <a:pt x="1633" y="544"/>
                </a:cubicBezTo>
                <a:cubicBezTo>
                  <a:pt x="1635" y="544"/>
                  <a:pt x="1635" y="544"/>
                  <a:pt x="1635" y="544"/>
                </a:cubicBezTo>
                <a:cubicBezTo>
                  <a:pt x="1635" y="507"/>
                  <a:pt x="1635" y="507"/>
                  <a:pt x="1635" y="50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25" y="501"/>
                  <a:pt x="1625" y="501"/>
                  <a:pt x="1625" y="501"/>
                </a:cubicBezTo>
                <a:moveTo>
                  <a:pt x="2022" y="519"/>
                </a:moveTo>
                <a:cubicBezTo>
                  <a:pt x="2022" y="440"/>
                  <a:pt x="2022" y="440"/>
                  <a:pt x="2022" y="440"/>
                </a:cubicBezTo>
                <a:cubicBezTo>
                  <a:pt x="2033" y="440"/>
                  <a:pt x="2033" y="440"/>
                  <a:pt x="2033" y="440"/>
                </a:cubicBezTo>
                <a:cubicBezTo>
                  <a:pt x="2033" y="433"/>
                  <a:pt x="2033" y="433"/>
                  <a:pt x="2033" y="433"/>
                </a:cubicBezTo>
                <a:cubicBezTo>
                  <a:pt x="2047" y="433"/>
                  <a:pt x="2047" y="433"/>
                  <a:pt x="2047" y="433"/>
                </a:cubicBezTo>
                <a:cubicBezTo>
                  <a:pt x="2047" y="431"/>
                  <a:pt x="2047" y="431"/>
                  <a:pt x="2047" y="431"/>
                </a:cubicBezTo>
                <a:cubicBezTo>
                  <a:pt x="2031" y="431"/>
                  <a:pt x="2031" y="431"/>
                  <a:pt x="2031" y="431"/>
                </a:cubicBezTo>
                <a:cubicBezTo>
                  <a:pt x="2031" y="438"/>
                  <a:pt x="2031" y="438"/>
                  <a:pt x="2031" y="438"/>
                </a:cubicBezTo>
                <a:cubicBezTo>
                  <a:pt x="2020" y="438"/>
                  <a:pt x="2020" y="438"/>
                  <a:pt x="2020" y="438"/>
                </a:cubicBezTo>
                <a:cubicBezTo>
                  <a:pt x="2020" y="519"/>
                  <a:pt x="2020" y="519"/>
                  <a:pt x="2020" y="519"/>
                </a:cubicBezTo>
                <a:cubicBezTo>
                  <a:pt x="2022" y="519"/>
                  <a:pt x="2022" y="519"/>
                  <a:pt x="2022" y="519"/>
                </a:cubicBezTo>
                <a:moveTo>
                  <a:pt x="2028" y="545"/>
                </a:moveTo>
                <a:cubicBezTo>
                  <a:pt x="2030" y="545"/>
                  <a:pt x="2030" y="545"/>
                  <a:pt x="2030" y="545"/>
                </a:cubicBezTo>
                <a:cubicBezTo>
                  <a:pt x="2030" y="465"/>
                  <a:pt x="2030" y="465"/>
                  <a:pt x="2030" y="465"/>
                </a:cubicBezTo>
                <a:cubicBezTo>
                  <a:pt x="2028" y="465"/>
                  <a:pt x="2028" y="465"/>
                  <a:pt x="2028" y="465"/>
                </a:cubicBezTo>
                <a:lnTo>
                  <a:pt x="2028" y="545"/>
                </a:lnTo>
                <a:close/>
                <a:moveTo>
                  <a:pt x="1883" y="420"/>
                </a:moveTo>
                <a:cubicBezTo>
                  <a:pt x="1883" y="420"/>
                  <a:pt x="1905" y="416"/>
                  <a:pt x="1911" y="415"/>
                </a:cubicBezTo>
                <a:cubicBezTo>
                  <a:pt x="1928" y="412"/>
                  <a:pt x="1938" y="411"/>
                  <a:pt x="1945" y="411"/>
                </a:cubicBezTo>
                <a:cubicBezTo>
                  <a:pt x="1957" y="411"/>
                  <a:pt x="1961" y="413"/>
                  <a:pt x="1969" y="415"/>
                </a:cubicBezTo>
                <a:cubicBezTo>
                  <a:pt x="1983" y="417"/>
                  <a:pt x="1990" y="417"/>
                  <a:pt x="2004" y="418"/>
                </a:cubicBezTo>
                <a:cubicBezTo>
                  <a:pt x="2007" y="419"/>
                  <a:pt x="2009" y="419"/>
                  <a:pt x="2011" y="419"/>
                </a:cubicBezTo>
                <a:cubicBezTo>
                  <a:pt x="2019" y="419"/>
                  <a:pt x="2021" y="417"/>
                  <a:pt x="2024" y="416"/>
                </a:cubicBezTo>
                <a:cubicBezTo>
                  <a:pt x="2026" y="416"/>
                  <a:pt x="2027" y="414"/>
                  <a:pt x="2029" y="413"/>
                </a:cubicBezTo>
                <a:cubicBezTo>
                  <a:pt x="2031" y="412"/>
                  <a:pt x="2033" y="411"/>
                  <a:pt x="2035" y="411"/>
                </a:cubicBezTo>
                <a:cubicBezTo>
                  <a:pt x="2036" y="411"/>
                  <a:pt x="2036" y="411"/>
                  <a:pt x="2036" y="411"/>
                </a:cubicBezTo>
                <a:cubicBezTo>
                  <a:pt x="2038" y="412"/>
                  <a:pt x="2041" y="412"/>
                  <a:pt x="2043" y="412"/>
                </a:cubicBezTo>
                <a:cubicBezTo>
                  <a:pt x="2045" y="412"/>
                  <a:pt x="2047" y="412"/>
                  <a:pt x="2047" y="412"/>
                </a:cubicBezTo>
                <a:cubicBezTo>
                  <a:pt x="2047" y="409"/>
                  <a:pt x="2047" y="409"/>
                  <a:pt x="2047" y="409"/>
                </a:cubicBezTo>
                <a:cubicBezTo>
                  <a:pt x="2047" y="409"/>
                  <a:pt x="2045" y="409"/>
                  <a:pt x="2043" y="409"/>
                </a:cubicBezTo>
                <a:cubicBezTo>
                  <a:pt x="2041" y="409"/>
                  <a:pt x="2038" y="409"/>
                  <a:pt x="2036" y="409"/>
                </a:cubicBezTo>
                <a:cubicBezTo>
                  <a:pt x="2035" y="409"/>
                  <a:pt x="2035" y="409"/>
                  <a:pt x="2035" y="409"/>
                </a:cubicBezTo>
                <a:cubicBezTo>
                  <a:pt x="2032" y="409"/>
                  <a:pt x="2030" y="410"/>
                  <a:pt x="2028" y="412"/>
                </a:cubicBezTo>
                <a:cubicBezTo>
                  <a:pt x="2026" y="413"/>
                  <a:pt x="2025" y="414"/>
                  <a:pt x="2023" y="414"/>
                </a:cubicBezTo>
                <a:cubicBezTo>
                  <a:pt x="2020" y="415"/>
                  <a:pt x="2019" y="417"/>
                  <a:pt x="2011" y="417"/>
                </a:cubicBezTo>
                <a:cubicBezTo>
                  <a:pt x="2009" y="417"/>
                  <a:pt x="2007" y="417"/>
                  <a:pt x="2004" y="416"/>
                </a:cubicBezTo>
                <a:cubicBezTo>
                  <a:pt x="1991" y="415"/>
                  <a:pt x="1983" y="415"/>
                  <a:pt x="1969" y="412"/>
                </a:cubicBezTo>
                <a:cubicBezTo>
                  <a:pt x="1961" y="411"/>
                  <a:pt x="1957" y="408"/>
                  <a:pt x="1945" y="408"/>
                </a:cubicBezTo>
                <a:cubicBezTo>
                  <a:pt x="1938" y="408"/>
                  <a:pt x="1927" y="409"/>
                  <a:pt x="1911" y="413"/>
                </a:cubicBezTo>
                <a:cubicBezTo>
                  <a:pt x="1908" y="413"/>
                  <a:pt x="1901" y="415"/>
                  <a:pt x="1894" y="416"/>
                </a:cubicBezTo>
                <a:cubicBezTo>
                  <a:pt x="1888" y="417"/>
                  <a:pt x="1882" y="418"/>
                  <a:pt x="1882" y="418"/>
                </a:cubicBezTo>
                <a:cubicBezTo>
                  <a:pt x="1883" y="420"/>
                  <a:pt x="1883" y="420"/>
                  <a:pt x="1883" y="420"/>
                </a:cubicBezTo>
                <a:moveTo>
                  <a:pt x="2084" y="402"/>
                </a:moveTo>
                <a:cubicBezTo>
                  <a:pt x="2087" y="397"/>
                  <a:pt x="2096" y="393"/>
                  <a:pt x="2102" y="392"/>
                </a:cubicBezTo>
                <a:cubicBezTo>
                  <a:pt x="2108" y="390"/>
                  <a:pt x="2112" y="389"/>
                  <a:pt x="2120" y="389"/>
                </a:cubicBezTo>
                <a:cubicBezTo>
                  <a:pt x="2128" y="388"/>
                  <a:pt x="2139" y="383"/>
                  <a:pt x="2142" y="381"/>
                </a:cubicBezTo>
                <a:cubicBezTo>
                  <a:pt x="2146" y="380"/>
                  <a:pt x="2157" y="372"/>
                  <a:pt x="2160" y="370"/>
                </a:cubicBezTo>
                <a:cubicBezTo>
                  <a:pt x="2161" y="368"/>
                  <a:pt x="2164" y="365"/>
                  <a:pt x="2168" y="362"/>
                </a:cubicBezTo>
                <a:cubicBezTo>
                  <a:pt x="2172" y="359"/>
                  <a:pt x="2176" y="356"/>
                  <a:pt x="2181" y="355"/>
                </a:cubicBezTo>
                <a:cubicBezTo>
                  <a:pt x="2186" y="354"/>
                  <a:pt x="2189" y="351"/>
                  <a:pt x="2193" y="348"/>
                </a:cubicBezTo>
                <a:cubicBezTo>
                  <a:pt x="2197" y="345"/>
                  <a:pt x="2201" y="343"/>
                  <a:pt x="2207" y="343"/>
                </a:cubicBezTo>
                <a:cubicBezTo>
                  <a:pt x="2209" y="343"/>
                  <a:pt x="2209" y="343"/>
                  <a:pt x="2209" y="343"/>
                </a:cubicBezTo>
                <a:cubicBezTo>
                  <a:pt x="2210" y="343"/>
                  <a:pt x="2211" y="343"/>
                  <a:pt x="2212" y="343"/>
                </a:cubicBezTo>
                <a:cubicBezTo>
                  <a:pt x="2214" y="343"/>
                  <a:pt x="2216" y="343"/>
                  <a:pt x="2217" y="342"/>
                </a:cubicBezTo>
                <a:cubicBezTo>
                  <a:pt x="2220" y="341"/>
                  <a:pt x="2220" y="340"/>
                  <a:pt x="2221" y="339"/>
                </a:cubicBezTo>
                <a:cubicBezTo>
                  <a:pt x="2222" y="338"/>
                  <a:pt x="2224" y="336"/>
                  <a:pt x="2227" y="336"/>
                </a:cubicBezTo>
                <a:cubicBezTo>
                  <a:pt x="2232" y="334"/>
                  <a:pt x="2235" y="331"/>
                  <a:pt x="2238" y="329"/>
                </a:cubicBezTo>
                <a:cubicBezTo>
                  <a:pt x="2239" y="328"/>
                  <a:pt x="2240" y="327"/>
                  <a:pt x="2241" y="326"/>
                </a:cubicBezTo>
                <a:cubicBezTo>
                  <a:pt x="2241" y="325"/>
                  <a:pt x="2242" y="325"/>
                  <a:pt x="2243" y="325"/>
                </a:cubicBezTo>
                <a:cubicBezTo>
                  <a:pt x="2246" y="325"/>
                  <a:pt x="2247" y="324"/>
                  <a:pt x="2248" y="324"/>
                </a:cubicBezTo>
                <a:cubicBezTo>
                  <a:pt x="2248" y="324"/>
                  <a:pt x="2250" y="323"/>
                  <a:pt x="2253" y="323"/>
                </a:cubicBezTo>
                <a:cubicBezTo>
                  <a:pt x="2255" y="323"/>
                  <a:pt x="2257" y="323"/>
                  <a:pt x="2260" y="323"/>
                </a:cubicBezTo>
                <a:cubicBezTo>
                  <a:pt x="2262" y="324"/>
                  <a:pt x="2264" y="324"/>
                  <a:pt x="2266" y="324"/>
                </a:cubicBezTo>
                <a:cubicBezTo>
                  <a:pt x="2278" y="324"/>
                  <a:pt x="2286" y="321"/>
                  <a:pt x="2290" y="321"/>
                </a:cubicBezTo>
                <a:cubicBezTo>
                  <a:pt x="2293" y="321"/>
                  <a:pt x="2297" y="319"/>
                  <a:pt x="2300" y="317"/>
                </a:cubicBezTo>
                <a:cubicBezTo>
                  <a:pt x="2303" y="316"/>
                  <a:pt x="2306" y="314"/>
                  <a:pt x="2308" y="313"/>
                </a:cubicBezTo>
                <a:cubicBezTo>
                  <a:pt x="2312" y="312"/>
                  <a:pt x="2317" y="309"/>
                  <a:pt x="2326" y="309"/>
                </a:cubicBezTo>
                <a:cubicBezTo>
                  <a:pt x="2328" y="309"/>
                  <a:pt x="2328" y="309"/>
                  <a:pt x="2328" y="309"/>
                </a:cubicBezTo>
                <a:cubicBezTo>
                  <a:pt x="2329" y="309"/>
                  <a:pt x="2330" y="309"/>
                  <a:pt x="2332" y="309"/>
                </a:cubicBezTo>
                <a:cubicBezTo>
                  <a:pt x="2340" y="309"/>
                  <a:pt x="2351" y="308"/>
                  <a:pt x="2358" y="308"/>
                </a:cubicBezTo>
                <a:cubicBezTo>
                  <a:pt x="2359" y="308"/>
                  <a:pt x="2360" y="308"/>
                  <a:pt x="2361" y="308"/>
                </a:cubicBezTo>
                <a:cubicBezTo>
                  <a:pt x="2364" y="308"/>
                  <a:pt x="2374" y="311"/>
                  <a:pt x="2383" y="313"/>
                </a:cubicBezTo>
                <a:cubicBezTo>
                  <a:pt x="2392" y="315"/>
                  <a:pt x="2401" y="318"/>
                  <a:pt x="2404" y="318"/>
                </a:cubicBezTo>
                <a:cubicBezTo>
                  <a:pt x="2409" y="319"/>
                  <a:pt x="2427" y="321"/>
                  <a:pt x="2434" y="323"/>
                </a:cubicBezTo>
                <a:cubicBezTo>
                  <a:pt x="2442" y="324"/>
                  <a:pt x="2459" y="325"/>
                  <a:pt x="2469" y="330"/>
                </a:cubicBezTo>
                <a:cubicBezTo>
                  <a:pt x="2480" y="335"/>
                  <a:pt x="2492" y="336"/>
                  <a:pt x="2499" y="338"/>
                </a:cubicBezTo>
                <a:cubicBezTo>
                  <a:pt x="2503" y="339"/>
                  <a:pt x="2511" y="339"/>
                  <a:pt x="2519" y="340"/>
                </a:cubicBezTo>
                <a:cubicBezTo>
                  <a:pt x="2528" y="341"/>
                  <a:pt x="2536" y="342"/>
                  <a:pt x="2540" y="343"/>
                </a:cubicBezTo>
                <a:cubicBezTo>
                  <a:pt x="2544" y="344"/>
                  <a:pt x="2547" y="344"/>
                  <a:pt x="2551" y="344"/>
                </a:cubicBezTo>
                <a:cubicBezTo>
                  <a:pt x="2554" y="344"/>
                  <a:pt x="2557" y="344"/>
                  <a:pt x="2561" y="344"/>
                </a:cubicBezTo>
                <a:cubicBezTo>
                  <a:pt x="2566" y="343"/>
                  <a:pt x="2574" y="342"/>
                  <a:pt x="2583" y="342"/>
                </a:cubicBezTo>
                <a:cubicBezTo>
                  <a:pt x="2587" y="342"/>
                  <a:pt x="2591" y="342"/>
                  <a:pt x="2595" y="343"/>
                </a:cubicBezTo>
                <a:cubicBezTo>
                  <a:pt x="2600" y="344"/>
                  <a:pt x="2604" y="344"/>
                  <a:pt x="2608" y="344"/>
                </a:cubicBezTo>
                <a:cubicBezTo>
                  <a:pt x="2615" y="344"/>
                  <a:pt x="2620" y="343"/>
                  <a:pt x="2620" y="343"/>
                </a:cubicBezTo>
                <a:cubicBezTo>
                  <a:pt x="2620" y="341"/>
                  <a:pt x="2620" y="341"/>
                  <a:pt x="2620" y="341"/>
                </a:cubicBezTo>
                <a:cubicBezTo>
                  <a:pt x="2620" y="341"/>
                  <a:pt x="2619" y="341"/>
                  <a:pt x="2616" y="341"/>
                </a:cubicBezTo>
                <a:cubicBezTo>
                  <a:pt x="2614" y="342"/>
                  <a:pt x="2611" y="342"/>
                  <a:pt x="2608" y="342"/>
                </a:cubicBezTo>
                <a:cubicBezTo>
                  <a:pt x="2604" y="342"/>
                  <a:pt x="2600" y="342"/>
                  <a:pt x="2596" y="341"/>
                </a:cubicBezTo>
                <a:cubicBezTo>
                  <a:pt x="2591" y="340"/>
                  <a:pt x="2587" y="340"/>
                  <a:pt x="2583" y="340"/>
                </a:cubicBezTo>
                <a:cubicBezTo>
                  <a:pt x="2574" y="340"/>
                  <a:pt x="2566" y="341"/>
                  <a:pt x="2561" y="342"/>
                </a:cubicBezTo>
                <a:cubicBezTo>
                  <a:pt x="2557" y="342"/>
                  <a:pt x="2554" y="342"/>
                  <a:pt x="2551" y="342"/>
                </a:cubicBezTo>
                <a:cubicBezTo>
                  <a:pt x="2548" y="342"/>
                  <a:pt x="2545" y="342"/>
                  <a:pt x="2541" y="341"/>
                </a:cubicBezTo>
                <a:cubicBezTo>
                  <a:pt x="2536" y="340"/>
                  <a:pt x="2528" y="339"/>
                  <a:pt x="2519" y="338"/>
                </a:cubicBezTo>
                <a:cubicBezTo>
                  <a:pt x="2511" y="337"/>
                  <a:pt x="2503" y="336"/>
                  <a:pt x="2500" y="336"/>
                </a:cubicBezTo>
                <a:cubicBezTo>
                  <a:pt x="2493" y="334"/>
                  <a:pt x="2481" y="333"/>
                  <a:pt x="2470" y="328"/>
                </a:cubicBezTo>
                <a:cubicBezTo>
                  <a:pt x="2460" y="322"/>
                  <a:pt x="2443" y="322"/>
                  <a:pt x="2435" y="320"/>
                </a:cubicBezTo>
                <a:cubicBezTo>
                  <a:pt x="2427" y="319"/>
                  <a:pt x="2409" y="317"/>
                  <a:pt x="2404" y="316"/>
                </a:cubicBezTo>
                <a:cubicBezTo>
                  <a:pt x="2402" y="316"/>
                  <a:pt x="2393" y="313"/>
                  <a:pt x="2383" y="311"/>
                </a:cubicBezTo>
                <a:cubicBezTo>
                  <a:pt x="2374" y="309"/>
                  <a:pt x="2365" y="306"/>
                  <a:pt x="2361" y="306"/>
                </a:cubicBezTo>
                <a:cubicBezTo>
                  <a:pt x="2360" y="306"/>
                  <a:pt x="2359" y="306"/>
                  <a:pt x="2358" y="306"/>
                </a:cubicBezTo>
                <a:cubicBezTo>
                  <a:pt x="2351" y="306"/>
                  <a:pt x="2340" y="307"/>
                  <a:pt x="2332" y="307"/>
                </a:cubicBezTo>
                <a:cubicBezTo>
                  <a:pt x="2330" y="307"/>
                  <a:pt x="2329" y="307"/>
                  <a:pt x="2328" y="307"/>
                </a:cubicBezTo>
                <a:cubicBezTo>
                  <a:pt x="2326" y="307"/>
                  <a:pt x="2326" y="307"/>
                  <a:pt x="2326" y="307"/>
                </a:cubicBezTo>
                <a:cubicBezTo>
                  <a:pt x="2317" y="307"/>
                  <a:pt x="2311" y="311"/>
                  <a:pt x="2307" y="311"/>
                </a:cubicBezTo>
                <a:cubicBezTo>
                  <a:pt x="2305" y="312"/>
                  <a:pt x="2302" y="314"/>
                  <a:pt x="2299" y="316"/>
                </a:cubicBezTo>
                <a:cubicBezTo>
                  <a:pt x="2296" y="317"/>
                  <a:pt x="2292" y="319"/>
                  <a:pt x="2290" y="319"/>
                </a:cubicBezTo>
                <a:cubicBezTo>
                  <a:pt x="2285" y="319"/>
                  <a:pt x="2278" y="321"/>
                  <a:pt x="2266" y="321"/>
                </a:cubicBezTo>
                <a:cubicBezTo>
                  <a:pt x="2264" y="321"/>
                  <a:pt x="2262" y="321"/>
                  <a:pt x="2260" y="321"/>
                </a:cubicBezTo>
                <a:cubicBezTo>
                  <a:pt x="2257" y="321"/>
                  <a:pt x="2255" y="321"/>
                  <a:pt x="2253" y="321"/>
                </a:cubicBezTo>
                <a:cubicBezTo>
                  <a:pt x="2249" y="321"/>
                  <a:pt x="2248" y="321"/>
                  <a:pt x="2247" y="322"/>
                </a:cubicBezTo>
                <a:cubicBezTo>
                  <a:pt x="2245" y="323"/>
                  <a:pt x="2245" y="323"/>
                  <a:pt x="2243" y="323"/>
                </a:cubicBezTo>
                <a:cubicBezTo>
                  <a:pt x="2242" y="323"/>
                  <a:pt x="2240" y="324"/>
                  <a:pt x="2239" y="324"/>
                </a:cubicBezTo>
                <a:cubicBezTo>
                  <a:pt x="2236" y="327"/>
                  <a:pt x="2234" y="332"/>
                  <a:pt x="2226" y="333"/>
                </a:cubicBezTo>
                <a:cubicBezTo>
                  <a:pt x="2222" y="335"/>
                  <a:pt x="2220" y="337"/>
                  <a:pt x="2219" y="338"/>
                </a:cubicBezTo>
                <a:cubicBezTo>
                  <a:pt x="2218" y="339"/>
                  <a:pt x="2218" y="340"/>
                  <a:pt x="2217" y="340"/>
                </a:cubicBezTo>
                <a:cubicBezTo>
                  <a:pt x="2216" y="341"/>
                  <a:pt x="2214" y="341"/>
                  <a:pt x="2212" y="341"/>
                </a:cubicBezTo>
                <a:cubicBezTo>
                  <a:pt x="2211" y="341"/>
                  <a:pt x="2210" y="341"/>
                  <a:pt x="2209" y="341"/>
                </a:cubicBezTo>
                <a:cubicBezTo>
                  <a:pt x="2207" y="341"/>
                  <a:pt x="2207" y="341"/>
                  <a:pt x="2207" y="341"/>
                </a:cubicBezTo>
                <a:cubicBezTo>
                  <a:pt x="2201" y="341"/>
                  <a:pt x="2196" y="343"/>
                  <a:pt x="2192" y="346"/>
                </a:cubicBezTo>
                <a:cubicBezTo>
                  <a:pt x="2188" y="349"/>
                  <a:pt x="2185" y="352"/>
                  <a:pt x="2181" y="353"/>
                </a:cubicBezTo>
                <a:cubicBezTo>
                  <a:pt x="2175" y="354"/>
                  <a:pt x="2171" y="357"/>
                  <a:pt x="2167" y="360"/>
                </a:cubicBezTo>
                <a:cubicBezTo>
                  <a:pt x="2163" y="364"/>
                  <a:pt x="2160" y="367"/>
                  <a:pt x="2158" y="368"/>
                </a:cubicBezTo>
                <a:cubicBezTo>
                  <a:pt x="2155" y="370"/>
                  <a:pt x="2144" y="378"/>
                  <a:pt x="2141" y="380"/>
                </a:cubicBezTo>
                <a:cubicBezTo>
                  <a:pt x="2138" y="381"/>
                  <a:pt x="2127" y="386"/>
                  <a:pt x="2119" y="386"/>
                </a:cubicBezTo>
                <a:cubicBezTo>
                  <a:pt x="2112" y="387"/>
                  <a:pt x="2108" y="388"/>
                  <a:pt x="2102" y="389"/>
                </a:cubicBezTo>
                <a:cubicBezTo>
                  <a:pt x="2096" y="391"/>
                  <a:pt x="2085" y="394"/>
                  <a:pt x="2082" y="401"/>
                </a:cubicBezTo>
                <a:cubicBezTo>
                  <a:pt x="2084" y="402"/>
                  <a:pt x="2084" y="402"/>
                  <a:pt x="2084" y="402"/>
                </a:cubicBezTo>
                <a:moveTo>
                  <a:pt x="2684" y="332"/>
                </a:moveTo>
                <a:cubicBezTo>
                  <a:pt x="2684" y="332"/>
                  <a:pt x="2686" y="332"/>
                  <a:pt x="2689" y="333"/>
                </a:cubicBezTo>
                <a:cubicBezTo>
                  <a:pt x="2692" y="333"/>
                  <a:pt x="2696" y="334"/>
                  <a:pt x="2699" y="335"/>
                </a:cubicBezTo>
                <a:cubicBezTo>
                  <a:pt x="2703" y="336"/>
                  <a:pt x="2704" y="337"/>
                  <a:pt x="2706" y="337"/>
                </a:cubicBezTo>
                <a:cubicBezTo>
                  <a:pt x="2707" y="338"/>
                  <a:pt x="2709" y="339"/>
                  <a:pt x="2712" y="341"/>
                </a:cubicBezTo>
                <a:cubicBezTo>
                  <a:pt x="2719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35" y="339"/>
                  <a:pt x="2745" y="338"/>
                  <a:pt x="2752" y="338"/>
                </a:cubicBezTo>
                <a:cubicBezTo>
                  <a:pt x="2754" y="338"/>
                  <a:pt x="2756" y="338"/>
                  <a:pt x="2757" y="338"/>
                </a:cubicBezTo>
                <a:cubicBezTo>
                  <a:pt x="2758" y="338"/>
                  <a:pt x="2759" y="338"/>
                  <a:pt x="2759" y="338"/>
                </a:cubicBezTo>
                <a:cubicBezTo>
                  <a:pt x="2759" y="336"/>
                  <a:pt x="2759" y="336"/>
                  <a:pt x="2759" y="336"/>
                </a:cubicBezTo>
                <a:cubicBezTo>
                  <a:pt x="2759" y="336"/>
                  <a:pt x="2756" y="336"/>
                  <a:pt x="2752" y="336"/>
                </a:cubicBezTo>
                <a:cubicBezTo>
                  <a:pt x="2745" y="336"/>
                  <a:pt x="2734" y="337"/>
                  <a:pt x="2723" y="343"/>
                </a:cubicBezTo>
                <a:cubicBezTo>
                  <a:pt x="2724" y="344"/>
                  <a:pt x="2724" y="344"/>
                  <a:pt x="2724" y="344"/>
                </a:cubicBezTo>
                <a:cubicBezTo>
                  <a:pt x="2724" y="343"/>
                  <a:pt x="2724" y="343"/>
                  <a:pt x="2724" y="343"/>
                </a:cubicBezTo>
                <a:cubicBezTo>
                  <a:pt x="2723" y="343"/>
                  <a:pt x="2723" y="343"/>
                  <a:pt x="2723" y="343"/>
                </a:cubicBezTo>
                <a:cubicBezTo>
                  <a:pt x="2722" y="343"/>
                  <a:pt x="2718" y="342"/>
                  <a:pt x="2713" y="339"/>
                </a:cubicBezTo>
                <a:cubicBezTo>
                  <a:pt x="2710" y="337"/>
                  <a:pt x="2708" y="336"/>
                  <a:pt x="2707" y="335"/>
                </a:cubicBezTo>
                <a:cubicBezTo>
                  <a:pt x="2705" y="335"/>
                  <a:pt x="2704" y="334"/>
                  <a:pt x="2700" y="333"/>
                </a:cubicBezTo>
                <a:cubicBezTo>
                  <a:pt x="2692" y="331"/>
                  <a:pt x="2684" y="330"/>
                  <a:pt x="2684" y="330"/>
                </a:cubicBezTo>
                <a:cubicBezTo>
                  <a:pt x="2684" y="332"/>
                  <a:pt x="2684" y="332"/>
                  <a:pt x="2684" y="332"/>
                </a:cubicBezTo>
                <a:moveTo>
                  <a:pt x="2831" y="344"/>
                </a:moveTo>
                <a:cubicBezTo>
                  <a:pt x="2832" y="344"/>
                  <a:pt x="2832" y="344"/>
                  <a:pt x="2832" y="344"/>
                </a:cubicBezTo>
                <a:cubicBezTo>
                  <a:pt x="2833" y="344"/>
                  <a:pt x="2836" y="343"/>
                  <a:pt x="2840" y="343"/>
                </a:cubicBezTo>
                <a:cubicBezTo>
                  <a:pt x="2846" y="343"/>
                  <a:pt x="2853" y="344"/>
                  <a:pt x="2861" y="349"/>
                </a:cubicBezTo>
                <a:cubicBezTo>
                  <a:pt x="2862" y="349"/>
                  <a:pt x="2863" y="349"/>
                  <a:pt x="2864" y="349"/>
                </a:cubicBezTo>
                <a:cubicBezTo>
                  <a:pt x="2866" y="349"/>
                  <a:pt x="2868" y="349"/>
                  <a:pt x="2869" y="348"/>
                </a:cubicBezTo>
                <a:cubicBezTo>
                  <a:pt x="2871" y="347"/>
                  <a:pt x="2873" y="347"/>
                  <a:pt x="2874" y="347"/>
                </a:cubicBezTo>
                <a:cubicBezTo>
                  <a:pt x="2876" y="347"/>
                  <a:pt x="2877" y="346"/>
                  <a:pt x="2879" y="345"/>
                </a:cubicBezTo>
                <a:cubicBezTo>
                  <a:pt x="2881" y="345"/>
                  <a:pt x="2883" y="344"/>
                  <a:pt x="2886" y="344"/>
                </a:cubicBezTo>
                <a:cubicBezTo>
                  <a:pt x="2887" y="344"/>
                  <a:pt x="2889" y="344"/>
                  <a:pt x="2890" y="344"/>
                </a:cubicBezTo>
                <a:cubicBezTo>
                  <a:pt x="2899" y="346"/>
                  <a:pt x="2901" y="347"/>
                  <a:pt x="2906" y="349"/>
                </a:cubicBezTo>
                <a:cubicBezTo>
                  <a:pt x="2909" y="351"/>
                  <a:pt x="2909" y="351"/>
                  <a:pt x="2911" y="353"/>
                </a:cubicBezTo>
                <a:cubicBezTo>
                  <a:pt x="2912" y="354"/>
                  <a:pt x="2914" y="355"/>
                  <a:pt x="2919" y="357"/>
                </a:cubicBezTo>
                <a:cubicBezTo>
                  <a:pt x="2929" y="361"/>
                  <a:pt x="2931" y="359"/>
                  <a:pt x="2941" y="362"/>
                </a:cubicBezTo>
                <a:cubicBezTo>
                  <a:pt x="2951" y="365"/>
                  <a:pt x="2964" y="365"/>
                  <a:pt x="2972" y="367"/>
                </a:cubicBezTo>
                <a:cubicBezTo>
                  <a:pt x="2976" y="369"/>
                  <a:pt x="2977" y="369"/>
                  <a:pt x="2978" y="369"/>
                </a:cubicBezTo>
                <a:cubicBezTo>
                  <a:pt x="2980" y="370"/>
                  <a:pt x="2982" y="370"/>
                  <a:pt x="2990" y="371"/>
                </a:cubicBezTo>
                <a:cubicBezTo>
                  <a:pt x="2993" y="372"/>
                  <a:pt x="2995" y="372"/>
                  <a:pt x="2997" y="372"/>
                </a:cubicBezTo>
                <a:cubicBezTo>
                  <a:pt x="3004" y="372"/>
                  <a:pt x="3008" y="371"/>
                  <a:pt x="3012" y="371"/>
                </a:cubicBezTo>
                <a:cubicBezTo>
                  <a:pt x="3013" y="371"/>
                  <a:pt x="3014" y="371"/>
                  <a:pt x="3015" y="371"/>
                </a:cubicBezTo>
                <a:cubicBezTo>
                  <a:pt x="3016" y="371"/>
                  <a:pt x="3017" y="371"/>
                  <a:pt x="3018" y="371"/>
                </a:cubicBezTo>
                <a:cubicBezTo>
                  <a:pt x="3021" y="371"/>
                  <a:pt x="3025" y="370"/>
                  <a:pt x="3028" y="368"/>
                </a:cubicBezTo>
                <a:cubicBezTo>
                  <a:pt x="3031" y="367"/>
                  <a:pt x="3034" y="366"/>
                  <a:pt x="3036" y="366"/>
                </a:cubicBezTo>
                <a:cubicBezTo>
                  <a:pt x="3037" y="366"/>
                  <a:pt x="3037" y="366"/>
                  <a:pt x="3037" y="366"/>
                </a:cubicBezTo>
                <a:cubicBezTo>
                  <a:pt x="3042" y="367"/>
                  <a:pt x="3049" y="367"/>
                  <a:pt x="3052" y="367"/>
                </a:cubicBezTo>
                <a:cubicBezTo>
                  <a:pt x="3052" y="367"/>
                  <a:pt x="3052" y="367"/>
                  <a:pt x="3052" y="367"/>
                </a:cubicBezTo>
                <a:cubicBezTo>
                  <a:pt x="3053" y="367"/>
                  <a:pt x="3055" y="368"/>
                  <a:pt x="3057" y="369"/>
                </a:cubicBezTo>
                <a:cubicBezTo>
                  <a:pt x="3059" y="370"/>
                  <a:pt x="3061" y="372"/>
                  <a:pt x="3061" y="374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6" y="377"/>
                  <a:pt x="3070" y="378"/>
                  <a:pt x="3074" y="379"/>
                </a:cubicBezTo>
                <a:cubicBezTo>
                  <a:pt x="3078" y="380"/>
                  <a:pt x="3081" y="380"/>
                  <a:pt x="3082" y="381"/>
                </a:cubicBezTo>
                <a:cubicBezTo>
                  <a:pt x="3083" y="379"/>
                  <a:pt x="3083" y="379"/>
                  <a:pt x="3083" y="379"/>
                </a:cubicBezTo>
                <a:cubicBezTo>
                  <a:pt x="3081" y="378"/>
                  <a:pt x="3078" y="378"/>
                  <a:pt x="3074" y="377"/>
                </a:cubicBezTo>
                <a:cubicBezTo>
                  <a:pt x="3071" y="376"/>
                  <a:pt x="3067" y="375"/>
                  <a:pt x="3063" y="373"/>
                </a:cubicBezTo>
                <a:cubicBezTo>
                  <a:pt x="3062" y="374"/>
                  <a:pt x="3062" y="374"/>
                  <a:pt x="3062" y="374"/>
                </a:cubicBezTo>
                <a:cubicBezTo>
                  <a:pt x="3064" y="373"/>
                  <a:pt x="3064" y="373"/>
                  <a:pt x="3064" y="373"/>
                </a:cubicBezTo>
                <a:cubicBezTo>
                  <a:pt x="3063" y="371"/>
                  <a:pt x="3060" y="368"/>
                  <a:pt x="3058" y="367"/>
                </a:cubicBezTo>
                <a:cubicBezTo>
                  <a:pt x="3056" y="366"/>
                  <a:pt x="3055" y="366"/>
                  <a:pt x="3054" y="365"/>
                </a:cubicBezTo>
                <a:cubicBezTo>
                  <a:pt x="3053" y="365"/>
                  <a:pt x="3053" y="365"/>
                  <a:pt x="3052" y="365"/>
                </a:cubicBezTo>
                <a:cubicBezTo>
                  <a:pt x="3049" y="365"/>
                  <a:pt x="3042" y="364"/>
                  <a:pt x="3037" y="364"/>
                </a:cubicBezTo>
                <a:cubicBezTo>
                  <a:pt x="3036" y="364"/>
                  <a:pt x="3036" y="364"/>
                  <a:pt x="3036" y="364"/>
                </a:cubicBezTo>
                <a:cubicBezTo>
                  <a:pt x="3033" y="364"/>
                  <a:pt x="3030" y="365"/>
                  <a:pt x="3027" y="366"/>
                </a:cubicBezTo>
                <a:cubicBezTo>
                  <a:pt x="3024" y="368"/>
                  <a:pt x="3021" y="369"/>
                  <a:pt x="3018" y="369"/>
                </a:cubicBezTo>
                <a:cubicBezTo>
                  <a:pt x="3017" y="369"/>
                  <a:pt x="3016" y="369"/>
                  <a:pt x="3016" y="369"/>
                </a:cubicBezTo>
                <a:cubicBezTo>
                  <a:pt x="3014" y="368"/>
                  <a:pt x="3013" y="368"/>
                  <a:pt x="3012" y="368"/>
                </a:cubicBezTo>
                <a:cubicBezTo>
                  <a:pt x="3007" y="368"/>
                  <a:pt x="3004" y="370"/>
                  <a:pt x="2997" y="370"/>
                </a:cubicBezTo>
                <a:cubicBezTo>
                  <a:pt x="2995" y="370"/>
                  <a:pt x="2993" y="370"/>
                  <a:pt x="2990" y="369"/>
                </a:cubicBezTo>
                <a:cubicBezTo>
                  <a:pt x="2982" y="368"/>
                  <a:pt x="2980" y="368"/>
                  <a:pt x="2979" y="367"/>
                </a:cubicBezTo>
                <a:cubicBezTo>
                  <a:pt x="2978" y="367"/>
                  <a:pt x="2977" y="366"/>
                  <a:pt x="2973" y="365"/>
                </a:cubicBezTo>
                <a:cubicBezTo>
                  <a:pt x="2964" y="362"/>
                  <a:pt x="2951" y="363"/>
                  <a:pt x="2941" y="360"/>
                </a:cubicBezTo>
                <a:cubicBezTo>
                  <a:pt x="2931" y="357"/>
                  <a:pt x="2929" y="359"/>
                  <a:pt x="2920" y="355"/>
                </a:cubicBezTo>
                <a:cubicBezTo>
                  <a:pt x="2915" y="353"/>
                  <a:pt x="2913" y="352"/>
                  <a:pt x="2912" y="351"/>
                </a:cubicBezTo>
                <a:cubicBezTo>
                  <a:pt x="2911" y="350"/>
                  <a:pt x="2910" y="349"/>
                  <a:pt x="2907" y="347"/>
                </a:cubicBezTo>
                <a:cubicBezTo>
                  <a:pt x="2902" y="345"/>
                  <a:pt x="2899" y="344"/>
                  <a:pt x="2891" y="342"/>
                </a:cubicBezTo>
                <a:cubicBezTo>
                  <a:pt x="2889" y="342"/>
                  <a:pt x="2888" y="342"/>
                  <a:pt x="2886" y="342"/>
                </a:cubicBezTo>
                <a:cubicBezTo>
                  <a:pt x="2883" y="342"/>
                  <a:pt x="2881" y="342"/>
                  <a:pt x="2878" y="343"/>
                </a:cubicBezTo>
                <a:cubicBezTo>
                  <a:pt x="2876" y="344"/>
                  <a:pt x="2875" y="345"/>
                  <a:pt x="2874" y="345"/>
                </a:cubicBezTo>
                <a:cubicBezTo>
                  <a:pt x="2872" y="345"/>
                  <a:pt x="2870" y="345"/>
                  <a:pt x="2869" y="346"/>
                </a:cubicBezTo>
                <a:cubicBezTo>
                  <a:pt x="2867" y="347"/>
                  <a:pt x="2865" y="347"/>
                  <a:pt x="2864" y="347"/>
                </a:cubicBezTo>
                <a:cubicBezTo>
                  <a:pt x="2862" y="347"/>
                  <a:pt x="2862" y="347"/>
                  <a:pt x="2862" y="347"/>
                </a:cubicBezTo>
                <a:cubicBezTo>
                  <a:pt x="2854" y="342"/>
                  <a:pt x="2846" y="341"/>
                  <a:pt x="2840" y="341"/>
                </a:cubicBezTo>
                <a:cubicBezTo>
                  <a:pt x="2834" y="341"/>
                  <a:pt x="2831" y="342"/>
                  <a:pt x="2831" y="342"/>
                </a:cubicBezTo>
                <a:cubicBezTo>
                  <a:pt x="2831" y="344"/>
                  <a:pt x="2831" y="344"/>
                  <a:pt x="2831" y="344"/>
                </a:cubicBezTo>
                <a:moveTo>
                  <a:pt x="3127" y="391"/>
                </a:moveTo>
                <a:cubicBezTo>
                  <a:pt x="3127" y="391"/>
                  <a:pt x="3141" y="387"/>
                  <a:pt x="3149" y="382"/>
                </a:cubicBezTo>
                <a:cubicBezTo>
                  <a:pt x="3155" y="378"/>
                  <a:pt x="3155" y="378"/>
                  <a:pt x="3162" y="374"/>
                </a:cubicBezTo>
                <a:cubicBezTo>
                  <a:pt x="3170" y="371"/>
                  <a:pt x="3173" y="367"/>
                  <a:pt x="3178" y="365"/>
                </a:cubicBezTo>
                <a:cubicBezTo>
                  <a:pt x="3181" y="365"/>
                  <a:pt x="3183" y="362"/>
                  <a:pt x="3185" y="360"/>
                </a:cubicBezTo>
                <a:cubicBezTo>
                  <a:pt x="3187" y="358"/>
                  <a:pt x="3189" y="356"/>
                  <a:pt x="3192" y="356"/>
                </a:cubicBezTo>
                <a:cubicBezTo>
                  <a:pt x="3194" y="356"/>
                  <a:pt x="3197" y="355"/>
                  <a:pt x="3199" y="354"/>
                </a:cubicBezTo>
                <a:cubicBezTo>
                  <a:pt x="3201" y="353"/>
                  <a:pt x="3203" y="352"/>
                  <a:pt x="3207" y="352"/>
                </a:cubicBezTo>
                <a:cubicBezTo>
                  <a:pt x="3207" y="352"/>
                  <a:pt x="3208" y="352"/>
                  <a:pt x="3209" y="352"/>
                </a:cubicBezTo>
                <a:cubicBezTo>
                  <a:pt x="3213" y="353"/>
                  <a:pt x="3213" y="353"/>
                  <a:pt x="3214" y="353"/>
                </a:cubicBezTo>
                <a:cubicBezTo>
                  <a:pt x="3215" y="354"/>
                  <a:pt x="3217" y="355"/>
                  <a:pt x="3223" y="355"/>
                </a:cubicBezTo>
                <a:cubicBezTo>
                  <a:pt x="3232" y="356"/>
                  <a:pt x="3239" y="357"/>
                  <a:pt x="3245" y="357"/>
                </a:cubicBezTo>
                <a:cubicBezTo>
                  <a:pt x="3246" y="357"/>
                  <a:pt x="3247" y="357"/>
                  <a:pt x="3248" y="357"/>
                </a:cubicBezTo>
                <a:cubicBezTo>
                  <a:pt x="3257" y="356"/>
                  <a:pt x="3267" y="352"/>
                  <a:pt x="3273" y="353"/>
                </a:cubicBezTo>
                <a:cubicBezTo>
                  <a:pt x="3279" y="352"/>
                  <a:pt x="3284" y="354"/>
                  <a:pt x="3293" y="354"/>
                </a:cubicBezTo>
                <a:cubicBezTo>
                  <a:pt x="3301" y="354"/>
                  <a:pt x="3308" y="351"/>
                  <a:pt x="3314" y="350"/>
                </a:cubicBezTo>
                <a:cubicBezTo>
                  <a:pt x="3317" y="350"/>
                  <a:pt x="3323" y="347"/>
                  <a:pt x="3329" y="344"/>
                </a:cubicBezTo>
                <a:cubicBezTo>
                  <a:pt x="3335" y="341"/>
                  <a:pt x="3342" y="338"/>
                  <a:pt x="3347" y="338"/>
                </a:cubicBezTo>
                <a:cubicBezTo>
                  <a:pt x="3348" y="338"/>
                  <a:pt x="3348" y="338"/>
                  <a:pt x="3348" y="338"/>
                </a:cubicBezTo>
                <a:cubicBezTo>
                  <a:pt x="3349" y="339"/>
                  <a:pt x="3350" y="339"/>
                  <a:pt x="3351" y="339"/>
                </a:cubicBezTo>
                <a:cubicBezTo>
                  <a:pt x="3361" y="339"/>
                  <a:pt x="3371" y="335"/>
                  <a:pt x="3377" y="335"/>
                </a:cubicBezTo>
                <a:cubicBezTo>
                  <a:pt x="3377" y="335"/>
                  <a:pt x="3377" y="335"/>
                  <a:pt x="3377" y="335"/>
                </a:cubicBezTo>
                <a:cubicBezTo>
                  <a:pt x="3378" y="335"/>
                  <a:pt x="3379" y="335"/>
                  <a:pt x="3380" y="335"/>
                </a:cubicBezTo>
                <a:cubicBezTo>
                  <a:pt x="3382" y="335"/>
                  <a:pt x="3383" y="335"/>
                  <a:pt x="3384" y="334"/>
                </a:cubicBezTo>
                <a:cubicBezTo>
                  <a:pt x="3386" y="334"/>
                  <a:pt x="3388" y="333"/>
                  <a:pt x="3393" y="333"/>
                </a:cubicBezTo>
                <a:cubicBezTo>
                  <a:pt x="3403" y="332"/>
                  <a:pt x="3407" y="329"/>
                  <a:pt x="3411" y="329"/>
                </a:cubicBezTo>
                <a:cubicBezTo>
                  <a:pt x="3411" y="329"/>
                  <a:pt x="3411" y="329"/>
                  <a:pt x="3411" y="329"/>
                </a:cubicBezTo>
                <a:cubicBezTo>
                  <a:pt x="3412" y="329"/>
                  <a:pt x="3412" y="329"/>
                  <a:pt x="3412" y="329"/>
                </a:cubicBezTo>
                <a:cubicBezTo>
                  <a:pt x="3414" y="329"/>
                  <a:pt x="3416" y="328"/>
                  <a:pt x="3418" y="326"/>
                </a:cubicBezTo>
                <a:cubicBezTo>
                  <a:pt x="3421" y="325"/>
                  <a:pt x="3424" y="323"/>
                  <a:pt x="3429" y="323"/>
                </a:cubicBezTo>
                <a:cubicBezTo>
                  <a:pt x="3434" y="322"/>
                  <a:pt x="3437" y="320"/>
                  <a:pt x="3438" y="318"/>
                </a:cubicBezTo>
                <a:cubicBezTo>
                  <a:pt x="3440" y="316"/>
                  <a:pt x="3440" y="315"/>
                  <a:pt x="3444" y="315"/>
                </a:cubicBezTo>
                <a:cubicBezTo>
                  <a:pt x="3447" y="315"/>
                  <a:pt x="3449" y="314"/>
                  <a:pt x="3452" y="313"/>
                </a:cubicBezTo>
                <a:cubicBezTo>
                  <a:pt x="3454" y="311"/>
                  <a:pt x="3457" y="310"/>
                  <a:pt x="3461" y="310"/>
                </a:cubicBezTo>
                <a:cubicBezTo>
                  <a:pt x="3463" y="310"/>
                  <a:pt x="3465" y="310"/>
                  <a:pt x="3467" y="311"/>
                </a:cubicBezTo>
                <a:cubicBezTo>
                  <a:pt x="3471" y="312"/>
                  <a:pt x="3474" y="312"/>
                  <a:pt x="3478" y="312"/>
                </a:cubicBezTo>
                <a:cubicBezTo>
                  <a:pt x="3488" y="312"/>
                  <a:pt x="3496" y="309"/>
                  <a:pt x="3496" y="309"/>
                </a:cubicBezTo>
                <a:cubicBezTo>
                  <a:pt x="3495" y="307"/>
                  <a:pt x="3495" y="307"/>
                  <a:pt x="3495" y="307"/>
                </a:cubicBezTo>
                <a:cubicBezTo>
                  <a:pt x="3495" y="307"/>
                  <a:pt x="3495" y="307"/>
                  <a:pt x="3494" y="307"/>
                </a:cubicBezTo>
                <a:cubicBezTo>
                  <a:pt x="3491" y="308"/>
                  <a:pt x="3485" y="310"/>
                  <a:pt x="3478" y="310"/>
                </a:cubicBezTo>
                <a:cubicBezTo>
                  <a:pt x="3475" y="310"/>
                  <a:pt x="3471" y="310"/>
                  <a:pt x="3468" y="309"/>
                </a:cubicBezTo>
                <a:cubicBezTo>
                  <a:pt x="3465" y="308"/>
                  <a:pt x="3463" y="308"/>
                  <a:pt x="3461" y="308"/>
                </a:cubicBezTo>
                <a:cubicBezTo>
                  <a:pt x="3456" y="308"/>
                  <a:pt x="3453" y="309"/>
                  <a:pt x="3451" y="311"/>
                </a:cubicBezTo>
                <a:cubicBezTo>
                  <a:pt x="3448" y="312"/>
                  <a:pt x="3447" y="313"/>
                  <a:pt x="3444" y="313"/>
                </a:cubicBezTo>
                <a:cubicBezTo>
                  <a:pt x="3440" y="313"/>
                  <a:pt x="3438" y="315"/>
                  <a:pt x="3437" y="316"/>
                </a:cubicBezTo>
                <a:cubicBezTo>
                  <a:pt x="3435" y="318"/>
                  <a:pt x="3433" y="319"/>
                  <a:pt x="3428" y="320"/>
                </a:cubicBezTo>
                <a:cubicBezTo>
                  <a:pt x="3423" y="321"/>
                  <a:pt x="3420" y="323"/>
                  <a:pt x="3417" y="324"/>
                </a:cubicBezTo>
                <a:cubicBezTo>
                  <a:pt x="3415" y="326"/>
                  <a:pt x="3413" y="327"/>
                  <a:pt x="3412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06" y="327"/>
                  <a:pt x="3403" y="330"/>
                  <a:pt x="3392" y="331"/>
                </a:cubicBezTo>
                <a:cubicBezTo>
                  <a:pt x="3388" y="331"/>
                  <a:pt x="3385" y="332"/>
                  <a:pt x="3384" y="332"/>
                </a:cubicBezTo>
                <a:cubicBezTo>
                  <a:pt x="3382" y="332"/>
                  <a:pt x="3382" y="333"/>
                  <a:pt x="3380" y="333"/>
                </a:cubicBezTo>
                <a:cubicBezTo>
                  <a:pt x="3379" y="333"/>
                  <a:pt x="3379" y="333"/>
                  <a:pt x="3377" y="332"/>
                </a:cubicBezTo>
                <a:cubicBezTo>
                  <a:pt x="3377" y="332"/>
                  <a:pt x="3377" y="332"/>
                  <a:pt x="3377" y="332"/>
                </a:cubicBezTo>
                <a:cubicBezTo>
                  <a:pt x="3370" y="332"/>
                  <a:pt x="3360" y="336"/>
                  <a:pt x="3351" y="336"/>
                </a:cubicBezTo>
                <a:cubicBezTo>
                  <a:pt x="3350" y="336"/>
                  <a:pt x="3349" y="336"/>
                  <a:pt x="3348" y="336"/>
                </a:cubicBezTo>
                <a:cubicBezTo>
                  <a:pt x="3347" y="336"/>
                  <a:pt x="3347" y="336"/>
                  <a:pt x="3347" y="336"/>
                </a:cubicBezTo>
                <a:cubicBezTo>
                  <a:pt x="3341" y="336"/>
                  <a:pt x="3334" y="339"/>
                  <a:pt x="3328" y="342"/>
                </a:cubicBezTo>
                <a:cubicBezTo>
                  <a:pt x="3322" y="345"/>
                  <a:pt x="3316" y="348"/>
                  <a:pt x="3313" y="348"/>
                </a:cubicBezTo>
                <a:cubicBezTo>
                  <a:pt x="3307" y="349"/>
                  <a:pt x="3301" y="352"/>
                  <a:pt x="3293" y="352"/>
                </a:cubicBezTo>
                <a:cubicBezTo>
                  <a:pt x="3285" y="352"/>
                  <a:pt x="3279" y="350"/>
                  <a:pt x="3273" y="350"/>
                </a:cubicBezTo>
                <a:cubicBezTo>
                  <a:pt x="3266" y="350"/>
                  <a:pt x="3256" y="354"/>
                  <a:pt x="3248" y="355"/>
                </a:cubicBezTo>
                <a:cubicBezTo>
                  <a:pt x="3247" y="355"/>
                  <a:pt x="3246" y="355"/>
                  <a:pt x="3245" y="355"/>
                </a:cubicBezTo>
                <a:cubicBezTo>
                  <a:pt x="3239" y="355"/>
                  <a:pt x="3233" y="354"/>
                  <a:pt x="3223" y="353"/>
                </a:cubicBezTo>
                <a:cubicBezTo>
                  <a:pt x="3217" y="352"/>
                  <a:pt x="3216" y="352"/>
                  <a:pt x="3215" y="351"/>
                </a:cubicBezTo>
                <a:cubicBezTo>
                  <a:pt x="3214" y="351"/>
                  <a:pt x="3213" y="350"/>
                  <a:pt x="3209" y="350"/>
                </a:cubicBezTo>
                <a:cubicBezTo>
                  <a:pt x="3208" y="350"/>
                  <a:pt x="3207" y="350"/>
                  <a:pt x="3207" y="350"/>
                </a:cubicBezTo>
                <a:cubicBezTo>
                  <a:pt x="3203" y="350"/>
                  <a:pt x="3200" y="351"/>
                  <a:pt x="3198" y="352"/>
                </a:cubicBezTo>
                <a:cubicBezTo>
                  <a:pt x="3196" y="353"/>
                  <a:pt x="3194" y="353"/>
                  <a:pt x="3191" y="354"/>
                </a:cubicBezTo>
                <a:cubicBezTo>
                  <a:pt x="3188" y="354"/>
                  <a:pt x="3186" y="356"/>
                  <a:pt x="3184" y="358"/>
                </a:cubicBezTo>
                <a:cubicBezTo>
                  <a:pt x="3181" y="361"/>
                  <a:pt x="3180" y="363"/>
                  <a:pt x="3177" y="363"/>
                </a:cubicBezTo>
                <a:cubicBezTo>
                  <a:pt x="3172" y="365"/>
                  <a:pt x="3168" y="369"/>
                  <a:pt x="3161" y="372"/>
                </a:cubicBezTo>
                <a:cubicBezTo>
                  <a:pt x="3154" y="376"/>
                  <a:pt x="3153" y="377"/>
                  <a:pt x="3148" y="380"/>
                </a:cubicBezTo>
                <a:cubicBezTo>
                  <a:pt x="3144" y="382"/>
                  <a:pt x="3139" y="384"/>
                  <a:pt x="3134" y="386"/>
                </a:cubicBezTo>
                <a:cubicBezTo>
                  <a:pt x="3130" y="388"/>
                  <a:pt x="3126" y="389"/>
                  <a:pt x="3126" y="389"/>
                </a:cubicBezTo>
                <a:cubicBezTo>
                  <a:pt x="3127" y="391"/>
                  <a:pt x="3127" y="391"/>
                  <a:pt x="3127" y="391"/>
                </a:cubicBezTo>
                <a:moveTo>
                  <a:pt x="3598" y="282"/>
                </a:moveTo>
                <a:cubicBezTo>
                  <a:pt x="3602" y="282"/>
                  <a:pt x="3626" y="284"/>
                  <a:pt x="3636" y="289"/>
                </a:cubicBezTo>
                <a:cubicBezTo>
                  <a:pt x="3646" y="293"/>
                  <a:pt x="3660" y="298"/>
                  <a:pt x="3666" y="304"/>
                </a:cubicBezTo>
                <a:cubicBezTo>
                  <a:pt x="3672" y="310"/>
                  <a:pt x="3672" y="314"/>
                  <a:pt x="3688" y="318"/>
                </a:cubicBezTo>
                <a:cubicBezTo>
                  <a:pt x="3703" y="323"/>
                  <a:pt x="3716" y="325"/>
                  <a:pt x="3727" y="335"/>
                </a:cubicBezTo>
                <a:cubicBezTo>
                  <a:pt x="3732" y="341"/>
                  <a:pt x="3735" y="342"/>
                  <a:pt x="3737" y="344"/>
                </a:cubicBezTo>
                <a:cubicBezTo>
                  <a:pt x="3739" y="345"/>
                  <a:pt x="3741" y="346"/>
                  <a:pt x="3746" y="349"/>
                </a:cubicBezTo>
                <a:cubicBezTo>
                  <a:pt x="3756" y="355"/>
                  <a:pt x="3770" y="367"/>
                  <a:pt x="3777" y="372"/>
                </a:cubicBezTo>
                <a:cubicBezTo>
                  <a:pt x="3783" y="377"/>
                  <a:pt x="3795" y="382"/>
                  <a:pt x="3795" y="382"/>
                </a:cubicBezTo>
                <a:cubicBezTo>
                  <a:pt x="3796" y="380"/>
                  <a:pt x="3796" y="380"/>
                  <a:pt x="3796" y="380"/>
                </a:cubicBezTo>
                <a:cubicBezTo>
                  <a:pt x="3796" y="380"/>
                  <a:pt x="3793" y="379"/>
                  <a:pt x="3790" y="377"/>
                </a:cubicBezTo>
                <a:cubicBezTo>
                  <a:pt x="3786" y="375"/>
                  <a:pt x="3781" y="372"/>
                  <a:pt x="3778" y="370"/>
                </a:cubicBezTo>
                <a:cubicBezTo>
                  <a:pt x="3771" y="365"/>
                  <a:pt x="3758" y="354"/>
                  <a:pt x="3747" y="347"/>
                </a:cubicBezTo>
                <a:cubicBezTo>
                  <a:pt x="3742" y="344"/>
                  <a:pt x="3740" y="343"/>
                  <a:pt x="3738" y="342"/>
                </a:cubicBezTo>
                <a:cubicBezTo>
                  <a:pt x="3736" y="341"/>
                  <a:pt x="3734" y="339"/>
                  <a:pt x="3728" y="334"/>
                </a:cubicBezTo>
                <a:cubicBezTo>
                  <a:pt x="3717" y="323"/>
                  <a:pt x="3704" y="320"/>
                  <a:pt x="3688" y="316"/>
                </a:cubicBezTo>
                <a:cubicBezTo>
                  <a:pt x="3673" y="312"/>
                  <a:pt x="3674" y="309"/>
                  <a:pt x="3667" y="303"/>
                </a:cubicBezTo>
                <a:cubicBezTo>
                  <a:pt x="3661" y="296"/>
                  <a:pt x="3647" y="291"/>
                  <a:pt x="3637" y="287"/>
                </a:cubicBezTo>
                <a:cubicBezTo>
                  <a:pt x="3627" y="282"/>
                  <a:pt x="3602" y="280"/>
                  <a:pt x="3598" y="280"/>
                </a:cubicBezTo>
                <a:cubicBezTo>
                  <a:pt x="3598" y="282"/>
                  <a:pt x="3598" y="282"/>
                  <a:pt x="3598" y="282"/>
                </a:cubicBezTo>
                <a:moveTo>
                  <a:pt x="3718" y="393"/>
                </a:moveTo>
                <a:cubicBezTo>
                  <a:pt x="3753" y="393"/>
                  <a:pt x="3753" y="393"/>
                  <a:pt x="3753" y="393"/>
                </a:cubicBezTo>
                <a:cubicBezTo>
                  <a:pt x="3753" y="390"/>
                  <a:pt x="3753" y="390"/>
                  <a:pt x="3753" y="390"/>
                </a:cubicBezTo>
                <a:cubicBezTo>
                  <a:pt x="3718" y="390"/>
                  <a:pt x="3718" y="390"/>
                  <a:pt x="3718" y="390"/>
                </a:cubicBezTo>
                <a:lnTo>
                  <a:pt x="3718" y="393"/>
                </a:lnTo>
                <a:close/>
                <a:moveTo>
                  <a:pt x="3718" y="398"/>
                </a:moveTo>
                <a:cubicBezTo>
                  <a:pt x="3752" y="398"/>
                  <a:pt x="3752" y="398"/>
                  <a:pt x="3752" y="398"/>
                </a:cubicBezTo>
                <a:cubicBezTo>
                  <a:pt x="3752" y="396"/>
                  <a:pt x="3752" y="396"/>
                  <a:pt x="3752" y="396"/>
                </a:cubicBezTo>
                <a:cubicBezTo>
                  <a:pt x="3718" y="396"/>
                  <a:pt x="3718" y="396"/>
                  <a:pt x="3718" y="396"/>
                </a:cubicBezTo>
                <a:lnTo>
                  <a:pt x="3718" y="398"/>
                </a:lnTo>
                <a:close/>
                <a:moveTo>
                  <a:pt x="3718" y="405"/>
                </a:moveTo>
                <a:cubicBezTo>
                  <a:pt x="3752" y="405"/>
                  <a:pt x="3752" y="405"/>
                  <a:pt x="3752" y="405"/>
                </a:cubicBezTo>
                <a:cubicBezTo>
                  <a:pt x="3752" y="403"/>
                  <a:pt x="3752" y="403"/>
                  <a:pt x="3752" y="403"/>
                </a:cubicBezTo>
                <a:cubicBezTo>
                  <a:pt x="3718" y="403"/>
                  <a:pt x="3718" y="403"/>
                  <a:pt x="3718" y="403"/>
                </a:cubicBezTo>
                <a:lnTo>
                  <a:pt x="3718" y="405"/>
                </a:lnTo>
                <a:close/>
                <a:moveTo>
                  <a:pt x="4088" y="436"/>
                </a:moveTo>
                <a:cubicBezTo>
                  <a:pt x="4075" y="433"/>
                  <a:pt x="4075" y="433"/>
                  <a:pt x="4075" y="433"/>
                </a:cubicBezTo>
                <a:cubicBezTo>
                  <a:pt x="4075" y="501"/>
                  <a:pt x="4075" y="501"/>
                  <a:pt x="4075" y="501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436"/>
                  <a:pt x="4078" y="436"/>
                  <a:pt x="4078" y="436"/>
                </a:cubicBezTo>
                <a:cubicBezTo>
                  <a:pt x="4088" y="438"/>
                  <a:pt x="4088" y="438"/>
                  <a:pt x="4088" y="438"/>
                </a:cubicBezTo>
                <a:cubicBezTo>
                  <a:pt x="4088" y="436"/>
                  <a:pt x="4088" y="436"/>
                  <a:pt x="4088" y="436"/>
                </a:cubicBezTo>
                <a:moveTo>
                  <a:pt x="3105" y="378"/>
                </a:move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3" y="378"/>
                  <a:pt x="3097" y="378"/>
                </a:cubicBezTo>
                <a:cubicBezTo>
                  <a:pt x="3087" y="377"/>
                  <a:pt x="3081" y="374"/>
                  <a:pt x="3078" y="371"/>
                </a:cubicBezTo>
                <a:cubicBezTo>
                  <a:pt x="3076" y="369"/>
                  <a:pt x="3075" y="368"/>
                  <a:pt x="3074" y="367"/>
                </a:cubicBezTo>
                <a:cubicBezTo>
                  <a:pt x="3073" y="366"/>
                  <a:pt x="3073" y="366"/>
                  <a:pt x="3073" y="366"/>
                </a:cubicBezTo>
                <a:cubicBezTo>
                  <a:pt x="3073" y="365"/>
                  <a:pt x="3073" y="365"/>
                  <a:pt x="3073" y="365"/>
                </a:cubicBezTo>
                <a:cubicBezTo>
                  <a:pt x="3072" y="366"/>
                  <a:pt x="3072" y="366"/>
                  <a:pt x="3072" y="366"/>
                </a:cubicBezTo>
                <a:cubicBezTo>
                  <a:pt x="3072" y="367"/>
                  <a:pt x="3072" y="367"/>
                  <a:pt x="3072" y="367"/>
                </a:cubicBezTo>
                <a:cubicBezTo>
                  <a:pt x="3085" y="367"/>
                  <a:pt x="3085" y="367"/>
                  <a:pt x="3085" y="367"/>
                </a:cubicBezTo>
                <a:cubicBezTo>
                  <a:pt x="3085" y="366"/>
                  <a:pt x="3085" y="366"/>
                  <a:pt x="3085" y="366"/>
                </a:cubicBezTo>
                <a:cubicBezTo>
                  <a:pt x="3084" y="366"/>
                  <a:pt x="3084" y="366"/>
                  <a:pt x="3084" y="366"/>
                </a:cubicBezTo>
                <a:cubicBezTo>
                  <a:pt x="3084" y="366"/>
                  <a:pt x="3085" y="368"/>
                  <a:pt x="3086" y="370"/>
                </a:cubicBezTo>
                <a:cubicBezTo>
                  <a:pt x="3087" y="372"/>
                  <a:pt x="3089" y="374"/>
                  <a:pt x="3092" y="374"/>
                </a:cubicBezTo>
                <a:cubicBezTo>
                  <a:pt x="3095" y="375"/>
                  <a:pt x="3100" y="376"/>
                  <a:pt x="3102" y="376"/>
                </a:cubicBezTo>
                <a:cubicBezTo>
                  <a:pt x="3104" y="376"/>
                  <a:pt x="3105" y="376"/>
                  <a:pt x="3105" y="376"/>
                </a:cubicBezTo>
                <a:cubicBezTo>
                  <a:pt x="3105" y="373"/>
                  <a:pt x="3105" y="373"/>
                  <a:pt x="3105" y="373"/>
                </a:cubicBezTo>
                <a:cubicBezTo>
                  <a:pt x="3105" y="373"/>
                  <a:pt x="3104" y="373"/>
                  <a:pt x="3102" y="373"/>
                </a:cubicBezTo>
                <a:cubicBezTo>
                  <a:pt x="3100" y="373"/>
                  <a:pt x="3095" y="373"/>
                  <a:pt x="3093" y="372"/>
                </a:cubicBezTo>
                <a:cubicBezTo>
                  <a:pt x="3091" y="372"/>
                  <a:pt x="3089" y="370"/>
                  <a:pt x="3088" y="368"/>
                </a:cubicBezTo>
                <a:cubicBezTo>
                  <a:pt x="3087" y="368"/>
                  <a:pt x="3087" y="367"/>
                  <a:pt x="3086" y="366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70" y="365"/>
                  <a:pt x="3070" y="365"/>
                  <a:pt x="3070" y="365"/>
                </a:cubicBezTo>
                <a:cubicBezTo>
                  <a:pt x="3071" y="366"/>
                  <a:pt x="3071" y="366"/>
                  <a:pt x="3071" y="366"/>
                </a:cubicBezTo>
                <a:cubicBezTo>
                  <a:pt x="3071" y="366"/>
                  <a:pt x="3077" y="379"/>
                  <a:pt x="3096" y="380"/>
                </a:cubicBezTo>
                <a:cubicBezTo>
                  <a:pt x="3103" y="380"/>
                  <a:pt x="3105" y="380"/>
                  <a:pt x="3105" y="380"/>
                </a:cubicBezTo>
                <a:cubicBezTo>
                  <a:pt x="3105" y="380"/>
                  <a:pt x="3105" y="380"/>
                  <a:pt x="3105" y="380"/>
                </a:cubicBezTo>
                <a:cubicBezTo>
                  <a:pt x="3105" y="378"/>
                  <a:pt x="3105" y="378"/>
                  <a:pt x="3105" y="378"/>
                </a:cubicBezTo>
                <a:moveTo>
                  <a:pt x="3086" y="369"/>
                </a:moveTo>
                <a:cubicBezTo>
                  <a:pt x="3106" y="369"/>
                  <a:pt x="3106" y="369"/>
                  <a:pt x="3106" y="369"/>
                </a:cubicBezTo>
                <a:cubicBezTo>
                  <a:pt x="3106" y="367"/>
                  <a:pt x="3106" y="367"/>
                  <a:pt x="3106" y="367"/>
                </a:cubicBezTo>
                <a:cubicBezTo>
                  <a:pt x="3086" y="367"/>
                  <a:pt x="3086" y="367"/>
                  <a:pt x="3086" y="367"/>
                </a:cubicBezTo>
                <a:moveTo>
                  <a:pt x="3083" y="375"/>
                </a:moveTo>
                <a:cubicBezTo>
                  <a:pt x="3079" y="392"/>
                  <a:pt x="3079" y="392"/>
                  <a:pt x="3079" y="392"/>
                </a:cubicBezTo>
                <a:cubicBezTo>
                  <a:pt x="3081" y="393"/>
                  <a:pt x="3081" y="393"/>
                  <a:pt x="3081" y="393"/>
                </a:cubicBezTo>
                <a:cubicBezTo>
                  <a:pt x="3085" y="375"/>
                  <a:pt x="3085" y="375"/>
                  <a:pt x="3085" y="375"/>
                </a:cubicBezTo>
                <a:moveTo>
                  <a:pt x="3097" y="379"/>
                </a:moveTo>
                <a:cubicBezTo>
                  <a:pt x="3097" y="399"/>
                  <a:pt x="3097" y="399"/>
                  <a:pt x="3097" y="399"/>
                </a:cubicBezTo>
                <a:cubicBezTo>
                  <a:pt x="3099" y="399"/>
                  <a:pt x="3099" y="399"/>
                  <a:pt x="3099" y="399"/>
                </a:cubicBezTo>
                <a:cubicBezTo>
                  <a:pt x="3099" y="379"/>
                  <a:pt x="3099" y="379"/>
                  <a:pt x="3099" y="379"/>
                </a:cubicBezTo>
                <a:moveTo>
                  <a:pt x="2658" y="526"/>
                </a:moveTo>
                <a:cubicBezTo>
                  <a:pt x="2632" y="545"/>
                  <a:pt x="2632" y="545"/>
                  <a:pt x="2632" y="545"/>
                </a:cubicBezTo>
                <a:cubicBezTo>
                  <a:pt x="2634" y="547"/>
                  <a:pt x="2634" y="547"/>
                  <a:pt x="2634" y="547"/>
                </a:cubicBezTo>
                <a:cubicBezTo>
                  <a:pt x="2659" y="528"/>
                  <a:pt x="2659" y="528"/>
                  <a:pt x="2659" y="528"/>
                </a:cubicBezTo>
                <a:moveTo>
                  <a:pt x="2247" y="357"/>
                </a:moveTo>
                <a:cubicBezTo>
                  <a:pt x="2247" y="352"/>
                  <a:pt x="2247" y="352"/>
                  <a:pt x="2247" y="352"/>
                </a:cubicBezTo>
                <a:cubicBezTo>
                  <a:pt x="2256" y="352"/>
                  <a:pt x="2256" y="352"/>
                  <a:pt x="2256" y="352"/>
                </a:cubicBezTo>
                <a:cubicBezTo>
                  <a:pt x="2256" y="347"/>
                  <a:pt x="2256" y="347"/>
                  <a:pt x="2256" y="347"/>
                </a:cubicBezTo>
                <a:cubicBezTo>
                  <a:pt x="2268" y="347"/>
                  <a:pt x="2268" y="347"/>
                  <a:pt x="2268" y="347"/>
                </a:cubicBezTo>
                <a:cubicBezTo>
                  <a:pt x="2276" y="355"/>
                  <a:pt x="2276" y="355"/>
                  <a:pt x="2276" y="355"/>
                </a:cubicBezTo>
                <a:cubicBezTo>
                  <a:pt x="2306" y="355"/>
                  <a:pt x="2306" y="355"/>
                  <a:pt x="2306" y="355"/>
                </a:cubicBezTo>
                <a:cubicBezTo>
                  <a:pt x="2306" y="364"/>
                  <a:pt x="2306" y="364"/>
                  <a:pt x="2306" y="364"/>
                </a:cubicBezTo>
                <a:cubicBezTo>
                  <a:pt x="2308" y="364"/>
                  <a:pt x="2308" y="364"/>
                  <a:pt x="2308" y="364"/>
                </a:cubicBezTo>
                <a:cubicBezTo>
                  <a:pt x="2308" y="353"/>
                  <a:pt x="2308" y="353"/>
                  <a:pt x="2308" y="353"/>
                </a:cubicBezTo>
                <a:cubicBezTo>
                  <a:pt x="2277" y="353"/>
                  <a:pt x="2277" y="353"/>
                  <a:pt x="2277" y="353"/>
                </a:cubicBezTo>
                <a:cubicBezTo>
                  <a:pt x="2269" y="345"/>
                  <a:pt x="2269" y="345"/>
                  <a:pt x="2269" y="345"/>
                </a:cubicBezTo>
                <a:cubicBezTo>
                  <a:pt x="2253" y="345"/>
                  <a:pt x="2253" y="345"/>
                  <a:pt x="2253" y="345"/>
                </a:cubicBezTo>
                <a:cubicBezTo>
                  <a:pt x="2253" y="349"/>
                  <a:pt x="2253" y="349"/>
                  <a:pt x="2253" y="349"/>
                </a:cubicBezTo>
                <a:cubicBezTo>
                  <a:pt x="2245" y="349"/>
                  <a:pt x="2245" y="349"/>
                  <a:pt x="2245" y="349"/>
                </a:cubicBezTo>
                <a:cubicBezTo>
                  <a:pt x="2245" y="357"/>
                  <a:pt x="2245" y="357"/>
                  <a:pt x="2245" y="357"/>
                </a:cubicBezTo>
                <a:cubicBezTo>
                  <a:pt x="2247" y="357"/>
                  <a:pt x="2247" y="357"/>
                  <a:pt x="2247" y="357"/>
                </a:cubicBezTo>
                <a:moveTo>
                  <a:pt x="2077" y="464"/>
                </a:moveTo>
                <a:cubicBezTo>
                  <a:pt x="2142" y="464"/>
                  <a:pt x="2142" y="464"/>
                  <a:pt x="2142" y="464"/>
                </a:cubicBezTo>
                <a:cubicBezTo>
                  <a:pt x="2142" y="462"/>
                  <a:pt x="2142" y="462"/>
                  <a:pt x="2142" y="462"/>
                </a:cubicBezTo>
                <a:cubicBezTo>
                  <a:pt x="2077" y="462"/>
                  <a:pt x="2077" y="462"/>
                  <a:pt x="2077" y="462"/>
                </a:cubicBezTo>
                <a:lnTo>
                  <a:pt x="2077" y="464"/>
                </a:lnTo>
                <a:close/>
                <a:moveTo>
                  <a:pt x="2141" y="470"/>
                </a:moveTo>
                <a:cubicBezTo>
                  <a:pt x="2144" y="470"/>
                  <a:pt x="2144" y="470"/>
                  <a:pt x="2144" y="470"/>
                </a:cubicBezTo>
                <a:cubicBezTo>
                  <a:pt x="2144" y="450"/>
                  <a:pt x="2144" y="450"/>
                  <a:pt x="2144" y="450"/>
                </a:cubicBezTo>
                <a:cubicBezTo>
                  <a:pt x="2141" y="450"/>
                  <a:pt x="2141" y="450"/>
                  <a:pt x="2141" y="450"/>
                </a:cubicBezTo>
                <a:lnTo>
                  <a:pt x="2141" y="470"/>
                </a:lnTo>
                <a:close/>
                <a:moveTo>
                  <a:pt x="1683" y="551"/>
                </a:moveTo>
                <a:cubicBezTo>
                  <a:pt x="1686" y="551"/>
                  <a:pt x="1686" y="551"/>
                  <a:pt x="1686" y="551"/>
                </a:cubicBezTo>
                <a:cubicBezTo>
                  <a:pt x="1686" y="511"/>
                  <a:pt x="1686" y="511"/>
                  <a:pt x="1686" y="511"/>
                </a:cubicBezTo>
                <a:cubicBezTo>
                  <a:pt x="1683" y="511"/>
                  <a:pt x="1683" y="511"/>
                  <a:pt x="1683" y="511"/>
                </a:cubicBezTo>
                <a:lnTo>
                  <a:pt x="1683" y="551"/>
                </a:lnTo>
                <a:close/>
                <a:moveTo>
                  <a:pt x="1697" y="629"/>
                </a:moveTo>
                <a:cubicBezTo>
                  <a:pt x="1699" y="629"/>
                  <a:pt x="1699" y="629"/>
                  <a:pt x="1699" y="629"/>
                </a:cubicBezTo>
                <a:cubicBezTo>
                  <a:pt x="1699" y="569"/>
                  <a:pt x="1699" y="569"/>
                  <a:pt x="1699" y="569"/>
                </a:cubicBezTo>
                <a:cubicBezTo>
                  <a:pt x="1697" y="569"/>
                  <a:pt x="1697" y="569"/>
                  <a:pt x="1697" y="569"/>
                </a:cubicBezTo>
                <a:lnTo>
                  <a:pt x="1697" y="629"/>
                </a:lnTo>
                <a:close/>
                <a:moveTo>
                  <a:pt x="3244" y="620"/>
                </a:moveTo>
                <a:cubicBezTo>
                  <a:pt x="3246" y="620"/>
                  <a:pt x="3246" y="620"/>
                  <a:pt x="3246" y="620"/>
                </a:cubicBezTo>
                <a:cubicBezTo>
                  <a:pt x="3246" y="431"/>
                  <a:pt x="3246" y="431"/>
                  <a:pt x="3246" y="431"/>
                </a:cubicBezTo>
                <a:cubicBezTo>
                  <a:pt x="3244" y="431"/>
                  <a:pt x="3244" y="431"/>
                  <a:pt x="3244" y="431"/>
                </a:cubicBezTo>
                <a:lnTo>
                  <a:pt x="3244" y="620"/>
                </a:lnTo>
                <a:close/>
                <a:moveTo>
                  <a:pt x="3249" y="620"/>
                </a:moveTo>
                <a:cubicBezTo>
                  <a:pt x="3251" y="620"/>
                  <a:pt x="3251" y="620"/>
                  <a:pt x="3251" y="620"/>
                </a:cubicBezTo>
                <a:cubicBezTo>
                  <a:pt x="3251" y="431"/>
                  <a:pt x="3251" y="431"/>
                  <a:pt x="3251" y="431"/>
                </a:cubicBezTo>
                <a:cubicBezTo>
                  <a:pt x="3249" y="431"/>
                  <a:pt x="3249" y="431"/>
                  <a:pt x="3249" y="431"/>
                </a:cubicBezTo>
                <a:lnTo>
                  <a:pt x="3249" y="620"/>
                </a:lnTo>
                <a:close/>
                <a:moveTo>
                  <a:pt x="3255" y="620"/>
                </a:moveTo>
                <a:cubicBezTo>
                  <a:pt x="3257" y="620"/>
                  <a:pt x="3257" y="620"/>
                  <a:pt x="3257" y="620"/>
                </a:cubicBezTo>
                <a:cubicBezTo>
                  <a:pt x="3257" y="431"/>
                  <a:pt x="3257" y="431"/>
                  <a:pt x="3257" y="431"/>
                </a:cubicBezTo>
                <a:cubicBezTo>
                  <a:pt x="3255" y="431"/>
                  <a:pt x="3255" y="431"/>
                  <a:pt x="3255" y="431"/>
                </a:cubicBezTo>
                <a:lnTo>
                  <a:pt x="3255" y="620"/>
                </a:lnTo>
                <a:close/>
                <a:moveTo>
                  <a:pt x="3260" y="620"/>
                </a:moveTo>
                <a:cubicBezTo>
                  <a:pt x="3262" y="620"/>
                  <a:pt x="3262" y="620"/>
                  <a:pt x="3262" y="620"/>
                </a:cubicBezTo>
                <a:cubicBezTo>
                  <a:pt x="3262" y="431"/>
                  <a:pt x="3262" y="431"/>
                  <a:pt x="3262" y="431"/>
                </a:cubicBezTo>
                <a:cubicBezTo>
                  <a:pt x="3260" y="431"/>
                  <a:pt x="3260" y="431"/>
                  <a:pt x="3260" y="431"/>
                </a:cubicBezTo>
                <a:lnTo>
                  <a:pt x="3260" y="620"/>
                </a:lnTo>
                <a:close/>
                <a:moveTo>
                  <a:pt x="3266" y="620"/>
                </a:moveTo>
                <a:cubicBezTo>
                  <a:pt x="3268" y="620"/>
                  <a:pt x="3268" y="620"/>
                  <a:pt x="3268" y="620"/>
                </a:cubicBezTo>
                <a:cubicBezTo>
                  <a:pt x="3268" y="431"/>
                  <a:pt x="3268" y="431"/>
                  <a:pt x="3268" y="431"/>
                </a:cubicBezTo>
                <a:cubicBezTo>
                  <a:pt x="3266" y="431"/>
                  <a:pt x="3266" y="431"/>
                  <a:pt x="3266" y="431"/>
                </a:cubicBezTo>
                <a:lnTo>
                  <a:pt x="3266" y="620"/>
                </a:lnTo>
                <a:close/>
                <a:moveTo>
                  <a:pt x="1044" y="619"/>
                </a:moveTo>
                <a:cubicBezTo>
                  <a:pt x="1044" y="619"/>
                  <a:pt x="1020" y="609"/>
                  <a:pt x="995" y="599"/>
                </a:cubicBezTo>
                <a:cubicBezTo>
                  <a:pt x="983" y="594"/>
                  <a:pt x="970" y="589"/>
                  <a:pt x="960" y="586"/>
                </a:cubicBezTo>
                <a:cubicBezTo>
                  <a:pt x="949" y="582"/>
                  <a:pt x="941" y="579"/>
                  <a:pt x="938" y="579"/>
                </a:cubicBezTo>
                <a:cubicBezTo>
                  <a:pt x="938" y="581"/>
                  <a:pt x="938" y="581"/>
                  <a:pt x="938" y="581"/>
                </a:cubicBezTo>
                <a:cubicBezTo>
                  <a:pt x="941" y="581"/>
                  <a:pt x="949" y="584"/>
                  <a:pt x="959" y="588"/>
                </a:cubicBezTo>
                <a:cubicBezTo>
                  <a:pt x="974" y="593"/>
                  <a:pt x="995" y="602"/>
                  <a:pt x="1012" y="608"/>
                </a:cubicBezTo>
                <a:cubicBezTo>
                  <a:pt x="1030" y="615"/>
                  <a:pt x="1043" y="621"/>
                  <a:pt x="1043" y="621"/>
                </a:cubicBezTo>
                <a:cubicBezTo>
                  <a:pt x="1044" y="619"/>
                  <a:pt x="1044" y="619"/>
                  <a:pt x="1044" y="619"/>
                </a:cubicBezTo>
                <a:moveTo>
                  <a:pt x="4000" y="497"/>
                </a:moveTo>
                <a:cubicBezTo>
                  <a:pt x="4024" y="497"/>
                  <a:pt x="4024" y="497"/>
                  <a:pt x="4024" y="497"/>
                </a:cubicBezTo>
                <a:cubicBezTo>
                  <a:pt x="4024" y="495"/>
                  <a:pt x="4024" y="495"/>
                  <a:pt x="4024" y="495"/>
                </a:cubicBezTo>
                <a:cubicBezTo>
                  <a:pt x="4000" y="495"/>
                  <a:pt x="4000" y="495"/>
                  <a:pt x="4000" y="495"/>
                </a:cubicBezTo>
                <a:lnTo>
                  <a:pt x="4000" y="497"/>
                </a:lnTo>
                <a:close/>
                <a:moveTo>
                  <a:pt x="4000" y="502"/>
                </a:moveTo>
                <a:cubicBezTo>
                  <a:pt x="4025" y="502"/>
                  <a:pt x="4025" y="502"/>
                  <a:pt x="4025" y="502"/>
                </a:cubicBezTo>
                <a:cubicBezTo>
                  <a:pt x="4025" y="500"/>
                  <a:pt x="4025" y="500"/>
                  <a:pt x="4025" y="500"/>
                </a:cubicBezTo>
                <a:cubicBezTo>
                  <a:pt x="4000" y="500"/>
                  <a:pt x="4000" y="500"/>
                  <a:pt x="4000" y="500"/>
                </a:cubicBezTo>
                <a:lnTo>
                  <a:pt x="4000" y="502"/>
                </a:lnTo>
                <a:close/>
                <a:moveTo>
                  <a:pt x="4000" y="507"/>
                </a:moveTo>
                <a:cubicBezTo>
                  <a:pt x="4025" y="507"/>
                  <a:pt x="4025" y="507"/>
                  <a:pt x="4025" y="507"/>
                </a:cubicBezTo>
                <a:cubicBezTo>
                  <a:pt x="4025" y="504"/>
                  <a:pt x="4025" y="504"/>
                  <a:pt x="4025" y="504"/>
                </a:cubicBezTo>
                <a:cubicBezTo>
                  <a:pt x="4000" y="504"/>
                  <a:pt x="4000" y="504"/>
                  <a:pt x="4000" y="504"/>
                </a:cubicBezTo>
                <a:lnTo>
                  <a:pt x="4000" y="507"/>
                </a:lnTo>
                <a:close/>
                <a:moveTo>
                  <a:pt x="4000" y="511"/>
                </a:moveTo>
                <a:cubicBezTo>
                  <a:pt x="4024" y="511"/>
                  <a:pt x="4024" y="511"/>
                  <a:pt x="4024" y="511"/>
                </a:cubicBezTo>
                <a:cubicBezTo>
                  <a:pt x="4024" y="509"/>
                  <a:pt x="4024" y="509"/>
                  <a:pt x="4024" y="509"/>
                </a:cubicBezTo>
                <a:cubicBezTo>
                  <a:pt x="4000" y="509"/>
                  <a:pt x="4000" y="509"/>
                  <a:pt x="4000" y="509"/>
                </a:cubicBezTo>
                <a:lnTo>
                  <a:pt x="4000" y="511"/>
                </a:lnTo>
                <a:close/>
                <a:moveTo>
                  <a:pt x="4000" y="516"/>
                </a:moveTo>
                <a:cubicBezTo>
                  <a:pt x="4024" y="516"/>
                  <a:pt x="4024" y="516"/>
                  <a:pt x="4024" y="516"/>
                </a:cubicBezTo>
                <a:cubicBezTo>
                  <a:pt x="4024" y="514"/>
                  <a:pt x="4024" y="514"/>
                  <a:pt x="4024" y="514"/>
                </a:cubicBezTo>
                <a:cubicBezTo>
                  <a:pt x="4000" y="514"/>
                  <a:pt x="4000" y="514"/>
                  <a:pt x="4000" y="514"/>
                </a:cubicBezTo>
                <a:lnTo>
                  <a:pt x="4000" y="516"/>
                </a:lnTo>
                <a:close/>
                <a:moveTo>
                  <a:pt x="4001" y="521"/>
                </a:moveTo>
                <a:cubicBezTo>
                  <a:pt x="4024" y="521"/>
                  <a:pt x="4024" y="521"/>
                  <a:pt x="4024" y="521"/>
                </a:cubicBezTo>
                <a:cubicBezTo>
                  <a:pt x="4024" y="518"/>
                  <a:pt x="4024" y="518"/>
                  <a:pt x="4024" y="518"/>
                </a:cubicBezTo>
                <a:cubicBezTo>
                  <a:pt x="4001" y="518"/>
                  <a:pt x="4001" y="518"/>
                  <a:pt x="4001" y="518"/>
                </a:cubicBezTo>
                <a:lnTo>
                  <a:pt x="4001" y="521"/>
                </a:lnTo>
                <a:close/>
                <a:moveTo>
                  <a:pt x="3999" y="525"/>
                </a:moveTo>
                <a:cubicBezTo>
                  <a:pt x="4024" y="525"/>
                  <a:pt x="4024" y="525"/>
                  <a:pt x="4024" y="525"/>
                </a:cubicBezTo>
                <a:cubicBezTo>
                  <a:pt x="4024" y="523"/>
                  <a:pt x="4024" y="523"/>
                  <a:pt x="4024" y="523"/>
                </a:cubicBezTo>
                <a:cubicBezTo>
                  <a:pt x="3999" y="523"/>
                  <a:pt x="3999" y="523"/>
                  <a:pt x="3999" y="523"/>
                </a:cubicBezTo>
                <a:lnTo>
                  <a:pt x="3999" y="525"/>
                </a:lnTo>
                <a:close/>
                <a:moveTo>
                  <a:pt x="3999" y="530"/>
                </a:moveTo>
                <a:cubicBezTo>
                  <a:pt x="4024" y="530"/>
                  <a:pt x="4024" y="530"/>
                  <a:pt x="4024" y="530"/>
                </a:cubicBezTo>
                <a:cubicBezTo>
                  <a:pt x="4024" y="528"/>
                  <a:pt x="4024" y="528"/>
                  <a:pt x="4024" y="528"/>
                </a:cubicBezTo>
                <a:cubicBezTo>
                  <a:pt x="3999" y="528"/>
                  <a:pt x="3999" y="528"/>
                  <a:pt x="3999" y="528"/>
                </a:cubicBezTo>
                <a:lnTo>
                  <a:pt x="3999" y="530"/>
                </a:lnTo>
                <a:close/>
                <a:moveTo>
                  <a:pt x="4000" y="535"/>
                </a:moveTo>
                <a:cubicBezTo>
                  <a:pt x="4024" y="535"/>
                  <a:pt x="4024" y="535"/>
                  <a:pt x="4024" y="535"/>
                </a:cubicBezTo>
                <a:cubicBezTo>
                  <a:pt x="4024" y="532"/>
                  <a:pt x="4024" y="532"/>
                  <a:pt x="4024" y="532"/>
                </a:cubicBezTo>
                <a:cubicBezTo>
                  <a:pt x="4000" y="532"/>
                  <a:pt x="4000" y="532"/>
                  <a:pt x="4000" y="532"/>
                </a:cubicBezTo>
                <a:lnTo>
                  <a:pt x="4000" y="535"/>
                </a:lnTo>
                <a:close/>
                <a:moveTo>
                  <a:pt x="3454" y="623"/>
                </a:moveTo>
                <a:cubicBezTo>
                  <a:pt x="3456" y="623"/>
                  <a:pt x="3456" y="623"/>
                  <a:pt x="3456" y="623"/>
                </a:cubicBezTo>
                <a:cubicBezTo>
                  <a:pt x="3456" y="404"/>
                  <a:pt x="3456" y="404"/>
                  <a:pt x="3456" y="404"/>
                </a:cubicBezTo>
                <a:cubicBezTo>
                  <a:pt x="3454" y="404"/>
                  <a:pt x="3454" y="404"/>
                  <a:pt x="3454" y="404"/>
                </a:cubicBezTo>
                <a:lnTo>
                  <a:pt x="3454" y="623"/>
                </a:lnTo>
                <a:close/>
                <a:moveTo>
                  <a:pt x="3360" y="554"/>
                </a:moveTo>
                <a:cubicBezTo>
                  <a:pt x="3340" y="554"/>
                  <a:pt x="3340" y="554"/>
                  <a:pt x="3340" y="554"/>
                </a:cubicBezTo>
                <a:cubicBezTo>
                  <a:pt x="3340" y="625"/>
                  <a:pt x="3340" y="625"/>
                  <a:pt x="3340" y="625"/>
                </a:cubicBezTo>
                <a:cubicBezTo>
                  <a:pt x="3342" y="625"/>
                  <a:pt x="3342" y="625"/>
                  <a:pt x="3342" y="625"/>
                </a:cubicBezTo>
                <a:cubicBezTo>
                  <a:pt x="3342" y="556"/>
                  <a:pt x="3342" y="556"/>
                  <a:pt x="3342" y="556"/>
                </a:cubicBezTo>
                <a:cubicBezTo>
                  <a:pt x="3360" y="556"/>
                  <a:pt x="3360" y="556"/>
                  <a:pt x="3360" y="556"/>
                </a:cubicBezTo>
                <a:cubicBezTo>
                  <a:pt x="3360" y="554"/>
                  <a:pt x="3360" y="554"/>
                  <a:pt x="3360" y="554"/>
                </a:cubicBezTo>
                <a:moveTo>
                  <a:pt x="2263" y="427"/>
                </a:moveTo>
                <a:cubicBezTo>
                  <a:pt x="2310" y="427"/>
                  <a:pt x="2310" y="427"/>
                  <a:pt x="2310" y="427"/>
                </a:cubicBezTo>
                <a:cubicBezTo>
                  <a:pt x="2310" y="424"/>
                  <a:pt x="2310" y="424"/>
                  <a:pt x="2310" y="424"/>
                </a:cubicBezTo>
                <a:cubicBezTo>
                  <a:pt x="2263" y="424"/>
                  <a:pt x="2263" y="424"/>
                  <a:pt x="2263" y="424"/>
                </a:cubicBezTo>
                <a:lnTo>
                  <a:pt x="2263" y="427"/>
                </a:lnTo>
                <a:close/>
                <a:moveTo>
                  <a:pt x="2316" y="387"/>
                </a:moveTo>
                <a:cubicBezTo>
                  <a:pt x="2316" y="382"/>
                  <a:pt x="2316" y="382"/>
                  <a:pt x="2316" y="382"/>
                </a:cubicBezTo>
                <a:cubicBezTo>
                  <a:pt x="2325" y="382"/>
                  <a:pt x="2325" y="382"/>
                  <a:pt x="2325" y="382"/>
                </a:cubicBezTo>
                <a:cubicBezTo>
                  <a:pt x="2325" y="378"/>
                  <a:pt x="2325" y="378"/>
                  <a:pt x="2325" y="378"/>
                </a:cubicBezTo>
                <a:cubicBezTo>
                  <a:pt x="2337" y="378"/>
                  <a:pt x="2337" y="378"/>
                  <a:pt x="2337" y="378"/>
                </a:cubicBezTo>
                <a:cubicBezTo>
                  <a:pt x="2344" y="385"/>
                  <a:pt x="2344" y="385"/>
                  <a:pt x="2344" y="385"/>
                </a:cubicBezTo>
                <a:cubicBezTo>
                  <a:pt x="2346" y="384"/>
                  <a:pt x="2346" y="384"/>
                  <a:pt x="2346" y="384"/>
                </a:cubicBezTo>
                <a:cubicBezTo>
                  <a:pt x="2338" y="376"/>
                  <a:pt x="2338" y="376"/>
                  <a:pt x="2338" y="376"/>
                </a:cubicBezTo>
                <a:cubicBezTo>
                  <a:pt x="2322" y="376"/>
                  <a:pt x="2322" y="376"/>
                  <a:pt x="2322" y="376"/>
                </a:cubicBezTo>
                <a:cubicBezTo>
                  <a:pt x="2322" y="380"/>
                  <a:pt x="2322" y="380"/>
                  <a:pt x="2322" y="380"/>
                </a:cubicBezTo>
                <a:cubicBezTo>
                  <a:pt x="2314" y="380"/>
                  <a:pt x="2314" y="380"/>
                  <a:pt x="2314" y="380"/>
                </a:cubicBezTo>
                <a:cubicBezTo>
                  <a:pt x="2314" y="387"/>
                  <a:pt x="2314" y="387"/>
                  <a:pt x="2314" y="387"/>
                </a:cubicBezTo>
                <a:cubicBezTo>
                  <a:pt x="2316" y="387"/>
                  <a:pt x="2316" y="387"/>
                  <a:pt x="2316" y="387"/>
                </a:cubicBezTo>
                <a:moveTo>
                  <a:pt x="2398" y="362"/>
                </a:moveTo>
                <a:cubicBezTo>
                  <a:pt x="2398" y="357"/>
                  <a:pt x="2398" y="357"/>
                  <a:pt x="2398" y="357"/>
                </a:cubicBezTo>
                <a:cubicBezTo>
                  <a:pt x="2406" y="357"/>
                  <a:pt x="2406" y="357"/>
                  <a:pt x="2406" y="357"/>
                </a:cubicBezTo>
                <a:cubicBezTo>
                  <a:pt x="2406" y="353"/>
                  <a:pt x="2406" y="353"/>
                  <a:pt x="2406" y="353"/>
                </a:cubicBezTo>
                <a:cubicBezTo>
                  <a:pt x="2418" y="353"/>
                  <a:pt x="2418" y="353"/>
                  <a:pt x="2418" y="353"/>
                </a:cubicBezTo>
                <a:cubicBezTo>
                  <a:pt x="2426" y="360"/>
                  <a:pt x="2426" y="360"/>
                  <a:pt x="2426" y="360"/>
                </a:cubicBezTo>
                <a:cubicBezTo>
                  <a:pt x="2427" y="359"/>
                  <a:pt x="2427" y="359"/>
                  <a:pt x="2427" y="359"/>
                </a:cubicBezTo>
                <a:cubicBezTo>
                  <a:pt x="2419" y="351"/>
                  <a:pt x="2419" y="351"/>
                  <a:pt x="2419" y="351"/>
                </a:cubicBezTo>
                <a:cubicBezTo>
                  <a:pt x="2404" y="351"/>
                  <a:pt x="2404" y="351"/>
                  <a:pt x="2404" y="351"/>
                </a:cubicBezTo>
                <a:cubicBezTo>
                  <a:pt x="2404" y="355"/>
                  <a:pt x="2404" y="355"/>
                  <a:pt x="2404" y="355"/>
                </a:cubicBezTo>
                <a:cubicBezTo>
                  <a:pt x="2395" y="355"/>
                  <a:pt x="2395" y="355"/>
                  <a:pt x="2395" y="355"/>
                </a:cubicBezTo>
                <a:cubicBezTo>
                  <a:pt x="2395" y="362"/>
                  <a:pt x="2395" y="362"/>
                  <a:pt x="2395" y="362"/>
                </a:cubicBezTo>
                <a:cubicBezTo>
                  <a:pt x="2398" y="362"/>
                  <a:pt x="2398" y="362"/>
                  <a:pt x="2398" y="362"/>
                </a:cubicBezTo>
                <a:moveTo>
                  <a:pt x="2501" y="413"/>
                </a:moveTo>
                <a:cubicBezTo>
                  <a:pt x="2501" y="408"/>
                  <a:pt x="2501" y="408"/>
                  <a:pt x="2501" y="408"/>
                </a:cubicBezTo>
                <a:cubicBezTo>
                  <a:pt x="2510" y="408"/>
                  <a:pt x="2510" y="408"/>
                  <a:pt x="2510" y="408"/>
                </a:cubicBezTo>
                <a:cubicBezTo>
                  <a:pt x="2510" y="403"/>
                  <a:pt x="2510" y="403"/>
                  <a:pt x="2510" y="403"/>
                </a:cubicBezTo>
                <a:cubicBezTo>
                  <a:pt x="2522" y="403"/>
                  <a:pt x="2522" y="403"/>
                  <a:pt x="2522" y="403"/>
                </a:cubicBezTo>
                <a:cubicBezTo>
                  <a:pt x="2530" y="411"/>
                  <a:pt x="2530" y="411"/>
                  <a:pt x="2530" y="411"/>
                </a:cubicBezTo>
                <a:cubicBezTo>
                  <a:pt x="2531" y="409"/>
                  <a:pt x="2531" y="409"/>
                  <a:pt x="2531" y="409"/>
                </a:cubicBezTo>
                <a:cubicBezTo>
                  <a:pt x="2523" y="401"/>
                  <a:pt x="2523" y="401"/>
                  <a:pt x="2523" y="401"/>
                </a:cubicBezTo>
                <a:cubicBezTo>
                  <a:pt x="2507" y="401"/>
                  <a:pt x="2507" y="401"/>
                  <a:pt x="2507" y="401"/>
                </a:cubicBezTo>
                <a:cubicBezTo>
                  <a:pt x="2507" y="406"/>
                  <a:pt x="2507" y="406"/>
                  <a:pt x="2507" y="406"/>
                </a:cubicBezTo>
                <a:cubicBezTo>
                  <a:pt x="2499" y="406"/>
                  <a:pt x="2499" y="406"/>
                  <a:pt x="2499" y="406"/>
                </a:cubicBezTo>
                <a:cubicBezTo>
                  <a:pt x="2499" y="413"/>
                  <a:pt x="2499" y="413"/>
                  <a:pt x="2499" y="413"/>
                </a:cubicBezTo>
                <a:cubicBezTo>
                  <a:pt x="2501" y="413"/>
                  <a:pt x="2501" y="413"/>
                  <a:pt x="2501" y="413"/>
                </a:cubicBezTo>
                <a:moveTo>
                  <a:pt x="982" y="492"/>
                </a:moveTo>
                <a:cubicBezTo>
                  <a:pt x="1032" y="492"/>
                  <a:pt x="1032" y="492"/>
                  <a:pt x="1032" y="492"/>
                </a:cubicBezTo>
                <a:cubicBezTo>
                  <a:pt x="1032" y="490"/>
                  <a:pt x="1032" y="490"/>
                  <a:pt x="1032" y="490"/>
                </a:cubicBezTo>
                <a:cubicBezTo>
                  <a:pt x="982" y="490"/>
                  <a:pt x="982" y="490"/>
                  <a:pt x="982" y="490"/>
                </a:cubicBezTo>
                <a:lnTo>
                  <a:pt x="982" y="492"/>
                </a:lnTo>
                <a:close/>
                <a:moveTo>
                  <a:pt x="790" y="665"/>
                </a:moveTo>
                <a:cubicBezTo>
                  <a:pt x="792" y="665"/>
                  <a:pt x="792" y="665"/>
                  <a:pt x="792" y="665"/>
                </a:cubicBezTo>
                <a:cubicBezTo>
                  <a:pt x="792" y="654"/>
                  <a:pt x="792" y="654"/>
                  <a:pt x="792" y="654"/>
                </a:cubicBezTo>
                <a:cubicBezTo>
                  <a:pt x="790" y="654"/>
                  <a:pt x="790" y="654"/>
                  <a:pt x="790" y="654"/>
                </a:cubicBezTo>
                <a:lnTo>
                  <a:pt x="790" y="665"/>
                </a:lnTo>
                <a:close/>
                <a:moveTo>
                  <a:pt x="809" y="665"/>
                </a:moveTo>
                <a:cubicBezTo>
                  <a:pt x="811" y="665"/>
                  <a:pt x="811" y="665"/>
                  <a:pt x="811" y="665"/>
                </a:cubicBezTo>
                <a:cubicBezTo>
                  <a:pt x="811" y="653"/>
                  <a:pt x="811" y="653"/>
                  <a:pt x="811" y="653"/>
                </a:cubicBezTo>
                <a:cubicBezTo>
                  <a:pt x="809" y="653"/>
                  <a:pt x="809" y="653"/>
                  <a:pt x="809" y="653"/>
                </a:cubicBezTo>
                <a:lnTo>
                  <a:pt x="809" y="665"/>
                </a:lnTo>
                <a:close/>
                <a:moveTo>
                  <a:pt x="827" y="665"/>
                </a:moveTo>
                <a:cubicBezTo>
                  <a:pt x="829" y="665"/>
                  <a:pt x="829" y="665"/>
                  <a:pt x="829" y="665"/>
                </a:cubicBezTo>
                <a:cubicBezTo>
                  <a:pt x="829" y="654"/>
                  <a:pt x="829" y="654"/>
                  <a:pt x="829" y="654"/>
                </a:cubicBezTo>
                <a:cubicBezTo>
                  <a:pt x="827" y="654"/>
                  <a:pt x="827" y="654"/>
                  <a:pt x="827" y="654"/>
                </a:cubicBezTo>
                <a:lnTo>
                  <a:pt x="827" y="665"/>
                </a:lnTo>
                <a:close/>
                <a:moveTo>
                  <a:pt x="844" y="665"/>
                </a:moveTo>
                <a:cubicBezTo>
                  <a:pt x="846" y="665"/>
                  <a:pt x="846" y="665"/>
                  <a:pt x="846" y="665"/>
                </a:cubicBezTo>
                <a:cubicBezTo>
                  <a:pt x="846" y="654"/>
                  <a:pt x="846" y="654"/>
                  <a:pt x="846" y="654"/>
                </a:cubicBezTo>
                <a:cubicBezTo>
                  <a:pt x="844" y="654"/>
                  <a:pt x="844" y="654"/>
                  <a:pt x="844" y="654"/>
                </a:cubicBezTo>
                <a:lnTo>
                  <a:pt x="844" y="665"/>
                </a:lnTo>
                <a:close/>
                <a:moveTo>
                  <a:pt x="526" y="463"/>
                </a:moveTo>
                <a:cubicBezTo>
                  <a:pt x="590" y="463"/>
                  <a:pt x="590" y="463"/>
                  <a:pt x="590" y="463"/>
                </a:cubicBezTo>
                <a:cubicBezTo>
                  <a:pt x="609" y="468"/>
                  <a:pt x="609" y="468"/>
                  <a:pt x="609" y="468"/>
                </a:cubicBezTo>
                <a:cubicBezTo>
                  <a:pt x="610" y="466"/>
                  <a:pt x="610" y="466"/>
                  <a:pt x="610" y="466"/>
                </a:cubicBezTo>
                <a:cubicBezTo>
                  <a:pt x="590" y="460"/>
                  <a:pt x="590" y="460"/>
                  <a:pt x="590" y="460"/>
                </a:cubicBezTo>
                <a:cubicBezTo>
                  <a:pt x="526" y="460"/>
                  <a:pt x="526" y="460"/>
                  <a:pt x="526" y="460"/>
                </a:cubicBezTo>
                <a:cubicBezTo>
                  <a:pt x="526" y="463"/>
                  <a:pt x="526" y="463"/>
                  <a:pt x="526" y="463"/>
                </a:cubicBezTo>
                <a:moveTo>
                  <a:pt x="630" y="463"/>
                </a:moveTo>
                <a:cubicBezTo>
                  <a:pt x="699" y="463"/>
                  <a:pt x="699" y="463"/>
                  <a:pt x="699" y="463"/>
                </a:cubicBezTo>
                <a:cubicBezTo>
                  <a:pt x="717" y="467"/>
                  <a:pt x="717" y="467"/>
                  <a:pt x="717" y="467"/>
                </a:cubicBezTo>
                <a:cubicBezTo>
                  <a:pt x="718" y="465"/>
                  <a:pt x="718" y="465"/>
                  <a:pt x="718" y="465"/>
                </a:cubicBezTo>
                <a:cubicBezTo>
                  <a:pt x="699" y="460"/>
                  <a:pt x="699" y="460"/>
                  <a:pt x="699" y="460"/>
                </a:cubicBezTo>
                <a:cubicBezTo>
                  <a:pt x="630" y="460"/>
                  <a:pt x="630" y="460"/>
                  <a:pt x="630" y="460"/>
                </a:cubicBezTo>
                <a:cubicBezTo>
                  <a:pt x="630" y="463"/>
                  <a:pt x="630" y="463"/>
                  <a:pt x="630" y="463"/>
                </a:cubicBezTo>
                <a:moveTo>
                  <a:pt x="4145" y="656"/>
                </a:moveTo>
                <a:cubicBezTo>
                  <a:pt x="4145" y="556"/>
                  <a:pt x="4145" y="556"/>
                  <a:pt x="4145" y="556"/>
                </a:cubicBezTo>
                <a:cubicBezTo>
                  <a:pt x="4208" y="556"/>
                  <a:pt x="4208" y="556"/>
                  <a:pt x="4208" y="556"/>
                </a:cubicBezTo>
                <a:cubicBezTo>
                  <a:pt x="4208" y="554"/>
                  <a:pt x="4208" y="554"/>
                  <a:pt x="4208" y="554"/>
                </a:cubicBezTo>
                <a:cubicBezTo>
                  <a:pt x="4142" y="554"/>
                  <a:pt x="4142" y="554"/>
                  <a:pt x="4142" y="554"/>
                </a:cubicBezTo>
                <a:cubicBezTo>
                  <a:pt x="4142" y="656"/>
                  <a:pt x="4142" y="656"/>
                  <a:pt x="4142" y="656"/>
                </a:cubicBezTo>
                <a:cubicBezTo>
                  <a:pt x="4145" y="656"/>
                  <a:pt x="4145" y="656"/>
                  <a:pt x="4145" y="656"/>
                </a:cubicBezTo>
                <a:moveTo>
                  <a:pt x="4032" y="654"/>
                </a:moveTo>
                <a:cubicBezTo>
                  <a:pt x="4047" y="654"/>
                  <a:pt x="4047" y="654"/>
                  <a:pt x="4047" y="654"/>
                </a:cubicBezTo>
                <a:cubicBezTo>
                  <a:pt x="4047" y="650"/>
                  <a:pt x="4047" y="650"/>
                  <a:pt x="4047" y="650"/>
                </a:cubicBezTo>
                <a:cubicBezTo>
                  <a:pt x="4065" y="650"/>
                  <a:pt x="4065" y="650"/>
                  <a:pt x="4065" y="650"/>
                </a:cubicBezTo>
                <a:cubicBezTo>
                  <a:pt x="4065" y="654"/>
                  <a:pt x="4065" y="654"/>
                  <a:pt x="4065" y="654"/>
                </a:cubicBezTo>
                <a:cubicBezTo>
                  <a:pt x="4110" y="654"/>
                  <a:pt x="4110" y="654"/>
                  <a:pt x="4110" y="654"/>
                </a:cubicBezTo>
                <a:cubicBezTo>
                  <a:pt x="4110" y="658"/>
                  <a:pt x="4110" y="658"/>
                  <a:pt x="4110" y="658"/>
                </a:cubicBezTo>
                <a:cubicBezTo>
                  <a:pt x="4154" y="658"/>
                  <a:pt x="4154" y="658"/>
                  <a:pt x="4154" y="658"/>
                </a:cubicBezTo>
                <a:cubicBezTo>
                  <a:pt x="4154" y="656"/>
                  <a:pt x="4154" y="656"/>
                  <a:pt x="4154" y="656"/>
                </a:cubicBezTo>
                <a:cubicBezTo>
                  <a:pt x="4112" y="656"/>
                  <a:pt x="4112" y="656"/>
                  <a:pt x="4112" y="656"/>
                </a:cubicBezTo>
                <a:cubicBezTo>
                  <a:pt x="4112" y="652"/>
                  <a:pt x="4112" y="652"/>
                  <a:pt x="4112" y="652"/>
                </a:cubicBezTo>
                <a:cubicBezTo>
                  <a:pt x="4067" y="652"/>
                  <a:pt x="4067" y="652"/>
                  <a:pt x="4067" y="652"/>
                </a:cubicBezTo>
                <a:cubicBezTo>
                  <a:pt x="4067" y="647"/>
                  <a:pt x="4067" y="647"/>
                  <a:pt x="4067" y="647"/>
                </a:cubicBezTo>
                <a:cubicBezTo>
                  <a:pt x="4045" y="647"/>
                  <a:pt x="4045" y="647"/>
                  <a:pt x="4045" y="647"/>
                </a:cubicBezTo>
                <a:cubicBezTo>
                  <a:pt x="4045" y="652"/>
                  <a:pt x="4045" y="652"/>
                  <a:pt x="4045" y="652"/>
                </a:cubicBezTo>
                <a:cubicBezTo>
                  <a:pt x="4032" y="652"/>
                  <a:pt x="4032" y="652"/>
                  <a:pt x="4032" y="652"/>
                </a:cubicBezTo>
                <a:cubicBezTo>
                  <a:pt x="4032" y="654"/>
                  <a:pt x="4032" y="654"/>
                  <a:pt x="4032" y="654"/>
                </a:cubicBezTo>
                <a:moveTo>
                  <a:pt x="3945" y="478"/>
                </a:moveTo>
                <a:cubicBezTo>
                  <a:pt x="3950" y="477"/>
                  <a:pt x="3955" y="477"/>
                  <a:pt x="3960" y="477"/>
                </a:cubicBezTo>
                <a:cubicBezTo>
                  <a:pt x="3970" y="477"/>
                  <a:pt x="3980" y="478"/>
                  <a:pt x="3987" y="479"/>
                </a:cubicBezTo>
                <a:cubicBezTo>
                  <a:pt x="3995" y="480"/>
                  <a:pt x="3999" y="482"/>
                  <a:pt x="3999" y="482"/>
                </a:cubicBezTo>
                <a:cubicBezTo>
                  <a:pt x="4000" y="480"/>
                  <a:pt x="4000" y="480"/>
                  <a:pt x="4000" y="480"/>
                </a:cubicBezTo>
                <a:cubicBezTo>
                  <a:pt x="4000" y="479"/>
                  <a:pt x="3981" y="475"/>
                  <a:pt x="3960" y="475"/>
                </a:cubicBezTo>
                <a:cubicBezTo>
                  <a:pt x="3955" y="475"/>
                  <a:pt x="3950" y="475"/>
                  <a:pt x="3944" y="476"/>
                </a:cubicBezTo>
                <a:cubicBezTo>
                  <a:pt x="3945" y="478"/>
                  <a:pt x="3945" y="478"/>
                  <a:pt x="3945" y="478"/>
                </a:cubicBezTo>
                <a:moveTo>
                  <a:pt x="3945" y="502"/>
                </a:moveTo>
                <a:cubicBezTo>
                  <a:pt x="3950" y="501"/>
                  <a:pt x="3955" y="501"/>
                  <a:pt x="3960" y="501"/>
                </a:cubicBezTo>
                <a:cubicBezTo>
                  <a:pt x="3971" y="501"/>
                  <a:pt x="3981" y="502"/>
                  <a:pt x="3988" y="503"/>
                </a:cubicBezTo>
                <a:cubicBezTo>
                  <a:pt x="3995" y="504"/>
                  <a:pt x="4000" y="505"/>
                  <a:pt x="4000" y="505"/>
                </a:cubicBezTo>
                <a:cubicBezTo>
                  <a:pt x="4000" y="503"/>
                  <a:pt x="4000" y="503"/>
                  <a:pt x="4000" y="503"/>
                </a:cubicBezTo>
                <a:cubicBezTo>
                  <a:pt x="4000" y="503"/>
                  <a:pt x="3982" y="498"/>
                  <a:pt x="3960" y="498"/>
                </a:cubicBezTo>
                <a:cubicBezTo>
                  <a:pt x="3955" y="498"/>
                  <a:pt x="3950" y="499"/>
                  <a:pt x="3945" y="499"/>
                </a:cubicBezTo>
                <a:cubicBezTo>
                  <a:pt x="3945" y="502"/>
                  <a:pt x="3945" y="502"/>
                  <a:pt x="3945" y="502"/>
                </a:cubicBezTo>
                <a:moveTo>
                  <a:pt x="3945" y="523"/>
                </a:moveTo>
                <a:cubicBezTo>
                  <a:pt x="3950" y="523"/>
                  <a:pt x="3955" y="522"/>
                  <a:pt x="3960" y="522"/>
                </a:cubicBezTo>
                <a:cubicBezTo>
                  <a:pt x="3970" y="522"/>
                  <a:pt x="3980" y="524"/>
                  <a:pt x="3987" y="525"/>
                </a:cubicBezTo>
                <a:cubicBezTo>
                  <a:pt x="3995" y="526"/>
                  <a:pt x="3999" y="527"/>
                  <a:pt x="3999" y="527"/>
                </a:cubicBezTo>
                <a:cubicBezTo>
                  <a:pt x="4000" y="525"/>
                  <a:pt x="4000" y="525"/>
                  <a:pt x="4000" y="525"/>
                </a:cubicBezTo>
                <a:cubicBezTo>
                  <a:pt x="4000" y="525"/>
                  <a:pt x="3981" y="520"/>
                  <a:pt x="3960" y="520"/>
                </a:cubicBezTo>
                <a:cubicBezTo>
                  <a:pt x="3955" y="520"/>
                  <a:pt x="3950" y="521"/>
                  <a:pt x="3944" y="521"/>
                </a:cubicBezTo>
                <a:cubicBezTo>
                  <a:pt x="3945" y="523"/>
                  <a:pt x="3945" y="523"/>
                  <a:pt x="3945" y="523"/>
                </a:cubicBezTo>
                <a:moveTo>
                  <a:pt x="3945" y="547"/>
                </a:moveTo>
                <a:cubicBezTo>
                  <a:pt x="3950" y="547"/>
                  <a:pt x="3955" y="547"/>
                  <a:pt x="3960" y="547"/>
                </a:cubicBezTo>
                <a:cubicBezTo>
                  <a:pt x="3970" y="547"/>
                  <a:pt x="3980" y="548"/>
                  <a:pt x="3987" y="549"/>
                </a:cubicBezTo>
                <a:cubicBezTo>
                  <a:pt x="3995" y="550"/>
                  <a:pt x="3999" y="551"/>
                  <a:pt x="3999" y="551"/>
                </a:cubicBezTo>
                <a:cubicBezTo>
                  <a:pt x="4000" y="549"/>
                  <a:pt x="4000" y="549"/>
                  <a:pt x="4000" y="549"/>
                </a:cubicBezTo>
                <a:cubicBezTo>
                  <a:pt x="4000" y="549"/>
                  <a:pt x="3981" y="544"/>
                  <a:pt x="3960" y="544"/>
                </a:cubicBezTo>
                <a:cubicBezTo>
                  <a:pt x="3955" y="544"/>
                  <a:pt x="3950" y="545"/>
                  <a:pt x="3945" y="545"/>
                </a:cubicBezTo>
                <a:cubicBezTo>
                  <a:pt x="3945" y="547"/>
                  <a:pt x="3945" y="547"/>
                  <a:pt x="3945" y="547"/>
                </a:cubicBezTo>
                <a:moveTo>
                  <a:pt x="3945" y="572"/>
                </a:moveTo>
                <a:cubicBezTo>
                  <a:pt x="3949" y="572"/>
                  <a:pt x="3952" y="572"/>
                  <a:pt x="3956" y="572"/>
                </a:cubicBezTo>
                <a:cubicBezTo>
                  <a:pt x="3968" y="572"/>
                  <a:pt x="3978" y="573"/>
                  <a:pt x="3986" y="574"/>
                </a:cubicBezTo>
                <a:cubicBezTo>
                  <a:pt x="3994" y="575"/>
                  <a:pt x="3999" y="576"/>
                  <a:pt x="3999" y="576"/>
                </a:cubicBezTo>
                <a:cubicBezTo>
                  <a:pt x="4000" y="574"/>
                  <a:pt x="4000" y="574"/>
                  <a:pt x="4000" y="574"/>
                </a:cubicBezTo>
                <a:cubicBezTo>
                  <a:pt x="4000" y="574"/>
                  <a:pt x="3979" y="569"/>
                  <a:pt x="3956" y="569"/>
                </a:cubicBezTo>
                <a:cubicBezTo>
                  <a:pt x="3952" y="569"/>
                  <a:pt x="3948" y="570"/>
                  <a:pt x="3944" y="570"/>
                </a:cubicBezTo>
                <a:cubicBezTo>
                  <a:pt x="3945" y="572"/>
                  <a:pt x="3945" y="572"/>
                  <a:pt x="3945" y="572"/>
                </a:cubicBezTo>
                <a:moveTo>
                  <a:pt x="3836" y="460"/>
                </a:moveTo>
                <a:cubicBezTo>
                  <a:pt x="3848" y="455"/>
                  <a:pt x="3863" y="453"/>
                  <a:pt x="3876" y="453"/>
                </a:cubicBezTo>
                <a:cubicBezTo>
                  <a:pt x="3884" y="453"/>
                  <a:pt x="3892" y="454"/>
                  <a:pt x="3898" y="455"/>
                </a:cubicBezTo>
                <a:cubicBezTo>
                  <a:pt x="3903" y="455"/>
                  <a:pt x="3907" y="456"/>
                  <a:pt x="3907" y="456"/>
                </a:cubicBezTo>
                <a:cubicBezTo>
                  <a:pt x="3907" y="454"/>
                  <a:pt x="3907" y="454"/>
                  <a:pt x="3907" y="454"/>
                </a:cubicBezTo>
                <a:cubicBezTo>
                  <a:pt x="3907" y="454"/>
                  <a:pt x="3893" y="451"/>
                  <a:pt x="3876" y="451"/>
                </a:cubicBezTo>
                <a:cubicBezTo>
                  <a:pt x="3862" y="451"/>
                  <a:pt x="3847" y="453"/>
                  <a:pt x="3835" y="458"/>
                </a:cubicBezTo>
                <a:cubicBezTo>
                  <a:pt x="3836" y="460"/>
                  <a:pt x="3836" y="460"/>
                  <a:pt x="3836" y="460"/>
                </a:cubicBezTo>
                <a:moveTo>
                  <a:pt x="3835" y="489"/>
                </a:moveTo>
                <a:cubicBezTo>
                  <a:pt x="3849" y="485"/>
                  <a:pt x="3867" y="484"/>
                  <a:pt x="3881" y="484"/>
                </a:cubicBezTo>
                <a:cubicBezTo>
                  <a:pt x="3889" y="484"/>
                  <a:pt x="3895" y="484"/>
                  <a:pt x="3899" y="484"/>
                </a:cubicBezTo>
                <a:cubicBezTo>
                  <a:pt x="3904" y="485"/>
                  <a:pt x="3907" y="485"/>
                  <a:pt x="3907" y="485"/>
                </a:cubicBezTo>
                <a:cubicBezTo>
                  <a:pt x="3907" y="483"/>
                  <a:pt x="3907" y="483"/>
                  <a:pt x="3907" y="483"/>
                </a:cubicBezTo>
                <a:cubicBezTo>
                  <a:pt x="3907" y="483"/>
                  <a:pt x="3896" y="481"/>
                  <a:pt x="3881" y="481"/>
                </a:cubicBezTo>
                <a:cubicBezTo>
                  <a:pt x="3867" y="482"/>
                  <a:pt x="3849" y="483"/>
                  <a:pt x="3835" y="487"/>
                </a:cubicBezTo>
                <a:cubicBezTo>
                  <a:pt x="3835" y="489"/>
                  <a:pt x="3835" y="489"/>
                  <a:pt x="3835" y="489"/>
                </a:cubicBezTo>
                <a:moveTo>
                  <a:pt x="3835" y="508"/>
                </a:moveTo>
                <a:cubicBezTo>
                  <a:pt x="3848" y="504"/>
                  <a:pt x="3865" y="503"/>
                  <a:pt x="3878" y="503"/>
                </a:cubicBezTo>
                <a:cubicBezTo>
                  <a:pt x="3886" y="503"/>
                  <a:pt x="3893" y="504"/>
                  <a:pt x="3899" y="504"/>
                </a:cubicBezTo>
                <a:cubicBezTo>
                  <a:pt x="3904" y="504"/>
                  <a:pt x="3907" y="504"/>
                  <a:pt x="3907" y="504"/>
                </a:cubicBezTo>
                <a:cubicBezTo>
                  <a:pt x="3907" y="502"/>
                  <a:pt x="3907" y="502"/>
                  <a:pt x="3907" y="502"/>
                </a:cubicBezTo>
                <a:cubicBezTo>
                  <a:pt x="3907" y="502"/>
                  <a:pt x="3894" y="501"/>
                  <a:pt x="3878" y="501"/>
                </a:cubicBezTo>
                <a:cubicBezTo>
                  <a:pt x="3865" y="501"/>
                  <a:pt x="3848" y="502"/>
                  <a:pt x="3835" y="505"/>
                </a:cubicBezTo>
                <a:cubicBezTo>
                  <a:pt x="3835" y="508"/>
                  <a:pt x="3835" y="508"/>
                  <a:pt x="3835" y="508"/>
                </a:cubicBezTo>
                <a:moveTo>
                  <a:pt x="3836" y="514"/>
                </a:moveTo>
                <a:cubicBezTo>
                  <a:pt x="3849" y="510"/>
                  <a:pt x="3865" y="509"/>
                  <a:pt x="3879" y="509"/>
                </a:cubicBezTo>
                <a:cubicBezTo>
                  <a:pt x="3887" y="509"/>
                  <a:pt x="3894" y="510"/>
                  <a:pt x="3899" y="510"/>
                </a:cubicBezTo>
                <a:cubicBezTo>
                  <a:pt x="3904" y="510"/>
                  <a:pt x="3907" y="511"/>
                  <a:pt x="3907" y="511"/>
                </a:cubicBezTo>
                <a:cubicBezTo>
                  <a:pt x="3907" y="508"/>
                  <a:pt x="3907" y="508"/>
                  <a:pt x="3907" y="508"/>
                </a:cubicBezTo>
                <a:cubicBezTo>
                  <a:pt x="3907" y="508"/>
                  <a:pt x="3895" y="507"/>
                  <a:pt x="3879" y="507"/>
                </a:cubicBezTo>
                <a:cubicBezTo>
                  <a:pt x="3865" y="507"/>
                  <a:pt x="3848" y="508"/>
                  <a:pt x="3835" y="511"/>
                </a:cubicBezTo>
                <a:cubicBezTo>
                  <a:pt x="3836" y="514"/>
                  <a:pt x="3836" y="514"/>
                  <a:pt x="3836" y="514"/>
                </a:cubicBezTo>
                <a:moveTo>
                  <a:pt x="3836" y="535"/>
                </a:moveTo>
                <a:cubicBezTo>
                  <a:pt x="3849" y="531"/>
                  <a:pt x="3865" y="530"/>
                  <a:pt x="3879" y="530"/>
                </a:cubicBezTo>
                <a:cubicBezTo>
                  <a:pt x="3887" y="530"/>
                  <a:pt x="3894" y="531"/>
                  <a:pt x="3899" y="531"/>
                </a:cubicBezTo>
                <a:cubicBezTo>
                  <a:pt x="3904" y="531"/>
                  <a:pt x="3907" y="531"/>
                  <a:pt x="3907" y="531"/>
                </a:cubicBezTo>
                <a:cubicBezTo>
                  <a:pt x="3907" y="529"/>
                  <a:pt x="3907" y="529"/>
                  <a:pt x="3907" y="529"/>
                </a:cubicBezTo>
                <a:cubicBezTo>
                  <a:pt x="3907" y="529"/>
                  <a:pt x="3895" y="528"/>
                  <a:pt x="3879" y="528"/>
                </a:cubicBezTo>
                <a:cubicBezTo>
                  <a:pt x="3865" y="528"/>
                  <a:pt x="3849" y="529"/>
                  <a:pt x="3835" y="532"/>
                </a:cubicBezTo>
                <a:cubicBezTo>
                  <a:pt x="3836" y="535"/>
                  <a:pt x="3836" y="535"/>
                  <a:pt x="3836" y="535"/>
                </a:cubicBezTo>
                <a:moveTo>
                  <a:pt x="3836" y="540"/>
                </a:moveTo>
                <a:cubicBezTo>
                  <a:pt x="3849" y="537"/>
                  <a:pt x="3865" y="536"/>
                  <a:pt x="3879" y="536"/>
                </a:cubicBezTo>
                <a:cubicBezTo>
                  <a:pt x="3887" y="536"/>
                  <a:pt x="3894" y="536"/>
                  <a:pt x="3899" y="537"/>
                </a:cubicBezTo>
                <a:cubicBezTo>
                  <a:pt x="3904" y="537"/>
                  <a:pt x="3907" y="537"/>
                  <a:pt x="3907" y="537"/>
                </a:cubicBezTo>
                <a:cubicBezTo>
                  <a:pt x="3908" y="535"/>
                  <a:pt x="3908" y="535"/>
                  <a:pt x="3908" y="535"/>
                </a:cubicBezTo>
                <a:cubicBezTo>
                  <a:pt x="3908" y="535"/>
                  <a:pt x="3895" y="534"/>
                  <a:pt x="3879" y="534"/>
                </a:cubicBezTo>
                <a:cubicBezTo>
                  <a:pt x="3865" y="534"/>
                  <a:pt x="3849" y="535"/>
                  <a:pt x="3836" y="538"/>
                </a:cubicBezTo>
                <a:cubicBezTo>
                  <a:pt x="3836" y="540"/>
                  <a:pt x="3836" y="540"/>
                  <a:pt x="3836" y="540"/>
                </a:cubicBezTo>
                <a:moveTo>
                  <a:pt x="3836" y="555"/>
                </a:moveTo>
                <a:cubicBezTo>
                  <a:pt x="3849" y="552"/>
                  <a:pt x="3865" y="551"/>
                  <a:pt x="3879" y="551"/>
                </a:cubicBezTo>
                <a:cubicBezTo>
                  <a:pt x="3887" y="551"/>
                  <a:pt x="3894" y="551"/>
                  <a:pt x="3899" y="551"/>
                </a:cubicBezTo>
                <a:cubicBezTo>
                  <a:pt x="3904" y="552"/>
                  <a:pt x="3907" y="552"/>
                  <a:pt x="3907" y="552"/>
                </a:cubicBezTo>
                <a:cubicBezTo>
                  <a:pt x="3908" y="550"/>
                  <a:pt x="3908" y="550"/>
                  <a:pt x="3908" y="550"/>
                </a:cubicBezTo>
                <a:cubicBezTo>
                  <a:pt x="3908" y="550"/>
                  <a:pt x="3895" y="549"/>
                  <a:pt x="3879" y="549"/>
                </a:cubicBezTo>
                <a:cubicBezTo>
                  <a:pt x="3865" y="549"/>
                  <a:pt x="3849" y="549"/>
                  <a:pt x="3835" y="553"/>
                </a:cubicBezTo>
                <a:cubicBezTo>
                  <a:pt x="3836" y="555"/>
                  <a:pt x="3836" y="555"/>
                  <a:pt x="3836" y="555"/>
                </a:cubicBezTo>
                <a:moveTo>
                  <a:pt x="3836" y="568"/>
                </a:moveTo>
                <a:cubicBezTo>
                  <a:pt x="3849" y="565"/>
                  <a:pt x="3865" y="564"/>
                  <a:pt x="3879" y="564"/>
                </a:cubicBezTo>
                <a:cubicBezTo>
                  <a:pt x="3887" y="564"/>
                  <a:pt x="3894" y="564"/>
                  <a:pt x="3899" y="565"/>
                </a:cubicBezTo>
                <a:cubicBezTo>
                  <a:pt x="3904" y="565"/>
                  <a:pt x="3907" y="565"/>
                  <a:pt x="3907" y="565"/>
                </a:cubicBezTo>
                <a:cubicBezTo>
                  <a:pt x="3908" y="563"/>
                  <a:pt x="3908" y="563"/>
                  <a:pt x="3908" y="563"/>
                </a:cubicBezTo>
                <a:cubicBezTo>
                  <a:pt x="3908" y="563"/>
                  <a:pt x="3895" y="562"/>
                  <a:pt x="3879" y="562"/>
                </a:cubicBezTo>
                <a:cubicBezTo>
                  <a:pt x="3865" y="562"/>
                  <a:pt x="3849" y="563"/>
                  <a:pt x="3836" y="566"/>
                </a:cubicBezTo>
                <a:cubicBezTo>
                  <a:pt x="3836" y="568"/>
                  <a:pt x="3836" y="568"/>
                  <a:pt x="3836" y="568"/>
                </a:cubicBezTo>
                <a:moveTo>
                  <a:pt x="3836" y="588"/>
                </a:moveTo>
                <a:cubicBezTo>
                  <a:pt x="3849" y="585"/>
                  <a:pt x="3866" y="584"/>
                  <a:pt x="3879" y="584"/>
                </a:cubicBezTo>
                <a:cubicBezTo>
                  <a:pt x="3887" y="584"/>
                  <a:pt x="3894" y="584"/>
                  <a:pt x="3899" y="585"/>
                </a:cubicBezTo>
                <a:cubicBezTo>
                  <a:pt x="3905" y="585"/>
                  <a:pt x="3908" y="585"/>
                  <a:pt x="3908" y="585"/>
                </a:cubicBezTo>
                <a:cubicBezTo>
                  <a:pt x="3908" y="583"/>
                  <a:pt x="3908" y="583"/>
                  <a:pt x="3908" y="583"/>
                </a:cubicBezTo>
                <a:cubicBezTo>
                  <a:pt x="3908" y="583"/>
                  <a:pt x="3895" y="582"/>
                  <a:pt x="3879" y="582"/>
                </a:cubicBezTo>
                <a:cubicBezTo>
                  <a:pt x="3866" y="582"/>
                  <a:pt x="3849" y="583"/>
                  <a:pt x="3836" y="586"/>
                </a:cubicBezTo>
                <a:cubicBezTo>
                  <a:pt x="3836" y="588"/>
                  <a:pt x="3836" y="588"/>
                  <a:pt x="3836" y="588"/>
                </a:cubicBezTo>
                <a:moveTo>
                  <a:pt x="3964" y="452"/>
                </a:moveTo>
                <a:cubicBezTo>
                  <a:pt x="3966" y="452"/>
                  <a:pt x="3966" y="452"/>
                  <a:pt x="3966" y="452"/>
                </a:cubicBezTo>
                <a:cubicBezTo>
                  <a:pt x="3966" y="418"/>
                  <a:pt x="3966" y="418"/>
                  <a:pt x="3966" y="418"/>
                </a:cubicBezTo>
                <a:cubicBezTo>
                  <a:pt x="3964" y="418"/>
                  <a:pt x="3964" y="418"/>
                  <a:pt x="3964" y="418"/>
                </a:cubicBezTo>
                <a:lnTo>
                  <a:pt x="3964" y="452"/>
                </a:lnTo>
                <a:close/>
                <a:moveTo>
                  <a:pt x="3985" y="453"/>
                </a:moveTo>
                <a:cubicBezTo>
                  <a:pt x="3987" y="453"/>
                  <a:pt x="3987" y="453"/>
                  <a:pt x="3987" y="453"/>
                </a:cubicBezTo>
                <a:cubicBezTo>
                  <a:pt x="3987" y="439"/>
                  <a:pt x="3987" y="439"/>
                  <a:pt x="3987" y="439"/>
                </a:cubicBezTo>
                <a:cubicBezTo>
                  <a:pt x="3985" y="439"/>
                  <a:pt x="3985" y="439"/>
                  <a:pt x="3985" y="439"/>
                </a:cubicBezTo>
                <a:lnTo>
                  <a:pt x="3985" y="453"/>
                </a:lnTo>
                <a:close/>
                <a:moveTo>
                  <a:pt x="3949" y="452"/>
                </a:moveTo>
                <a:cubicBezTo>
                  <a:pt x="3952" y="452"/>
                  <a:pt x="3952" y="452"/>
                  <a:pt x="3952" y="452"/>
                </a:cubicBezTo>
                <a:cubicBezTo>
                  <a:pt x="3952" y="437"/>
                  <a:pt x="3952" y="437"/>
                  <a:pt x="3952" y="437"/>
                </a:cubicBezTo>
                <a:cubicBezTo>
                  <a:pt x="3949" y="437"/>
                  <a:pt x="3949" y="437"/>
                  <a:pt x="3949" y="437"/>
                </a:cubicBezTo>
                <a:lnTo>
                  <a:pt x="3949" y="452"/>
                </a:lnTo>
                <a:close/>
                <a:moveTo>
                  <a:pt x="3914" y="444"/>
                </a:moveTo>
                <a:cubicBezTo>
                  <a:pt x="3917" y="444"/>
                  <a:pt x="3917" y="444"/>
                  <a:pt x="3917" y="444"/>
                </a:cubicBezTo>
                <a:cubicBezTo>
                  <a:pt x="3917" y="429"/>
                  <a:pt x="3917" y="429"/>
                  <a:pt x="3917" y="429"/>
                </a:cubicBezTo>
                <a:cubicBezTo>
                  <a:pt x="3914" y="429"/>
                  <a:pt x="3914" y="429"/>
                  <a:pt x="3914" y="429"/>
                </a:cubicBezTo>
                <a:lnTo>
                  <a:pt x="3914" y="444"/>
                </a:lnTo>
                <a:close/>
                <a:moveTo>
                  <a:pt x="3892" y="439"/>
                </a:moveTo>
                <a:cubicBezTo>
                  <a:pt x="3894" y="439"/>
                  <a:pt x="3894" y="439"/>
                  <a:pt x="3894" y="439"/>
                </a:cubicBezTo>
                <a:cubicBezTo>
                  <a:pt x="3894" y="395"/>
                  <a:pt x="3894" y="395"/>
                  <a:pt x="3894" y="395"/>
                </a:cubicBezTo>
                <a:cubicBezTo>
                  <a:pt x="3892" y="395"/>
                  <a:pt x="3892" y="395"/>
                  <a:pt x="3892" y="395"/>
                </a:cubicBezTo>
                <a:lnTo>
                  <a:pt x="3892" y="439"/>
                </a:lnTo>
                <a:close/>
                <a:moveTo>
                  <a:pt x="4094" y="484"/>
                </a:moveTo>
                <a:cubicBezTo>
                  <a:pt x="4103" y="484"/>
                  <a:pt x="4103" y="484"/>
                  <a:pt x="4103" y="484"/>
                </a:cubicBezTo>
                <a:cubicBezTo>
                  <a:pt x="4103" y="489"/>
                  <a:pt x="4103" y="489"/>
                  <a:pt x="4103" y="489"/>
                </a:cubicBezTo>
                <a:cubicBezTo>
                  <a:pt x="4113" y="489"/>
                  <a:pt x="4113" y="489"/>
                  <a:pt x="4113" y="489"/>
                </a:cubicBezTo>
                <a:cubicBezTo>
                  <a:pt x="4113" y="504"/>
                  <a:pt x="4113" y="504"/>
                  <a:pt x="4113" y="504"/>
                </a:cubicBezTo>
                <a:cubicBezTo>
                  <a:pt x="4124" y="515"/>
                  <a:pt x="4124" y="515"/>
                  <a:pt x="4124" y="515"/>
                </a:cubicBezTo>
                <a:cubicBezTo>
                  <a:pt x="4124" y="517"/>
                  <a:pt x="4124" y="517"/>
                  <a:pt x="4124" y="517"/>
                </a:cubicBezTo>
                <a:cubicBezTo>
                  <a:pt x="4126" y="517"/>
                  <a:pt x="4126" y="517"/>
                  <a:pt x="4126" y="517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15" y="503"/>
                  <a:pt x="4115" y="503"/>
                  <a:pt x="4115" y="503"/>
                </a:cubicBezTo>
                <a:cubicBezTo>
                  <a:pt x="4115" y="487"/>
                  <a:pt x="4115" y="487"/>
                  <a:pt x="4115" y="487"/>
                </a:cubicBezTo>
                <a:cubicBezTo>
                  <a:pt x="4105" y="487"/>
                  <a:pt x="4105" y="487"/>
                  <a:pt x="4105" y="487"/>
                </a:cubicBezTo>
                <a:cubicBezTo>
                  <a:pt x="4105" y="482"/>
                  <a:pt x="4105" y="482"/>
                  <a:pt x="4105" y="482"/>
                </a:cubicBezTo>
                <a:cubicBezTo>
                  <a:pt x="4094" y="482"/>
                  <a:pt x="4094" y="482"/>
                  <a:pt x="4094" y="482"/>
                </a:cubicBezTo>
                <a:cubicBezTo>
                  <a:pt x="4094" y="484"/>
                  <a:pt x="4094" y="484"/>
                  <a:pt x="4094" y="484"/>
                </a:cubicBezTo>
                <a:moveTo>
                  <a:pt x="4142" y="548"/>
                </a:moveTo>
                <a:cubicBezTo>
                  <a:pt x="4144" y="548"/>
                  <a:pt x="4144" y="548"/>
                  <a:pt x="4144" y="548"/>
                </a:cubicBezTo>
                <a:cubicBezTo>
                  <a:pt x="4144" y="500"/>
                  <a:pt x="4144" y="500"/>
                  <a:pt x="4144" y="500"/>
                </a:cubicBezTo>
                <a:cubicBezTo>
                  <a:pt x="4142" y="500"/>
                  <a:pt x="4142" y="500"/>
                  <a:pt x="4142" y="500"/>
                </a:cubicBezTo>
                <a:lnTo>
                  <a:pt x="4142" y="548"/>
                </a:lnTo>
                <a:close/>
                <a:moveTo>
                  <a:pt x="4147" y="548"/>
                </a:moveTo>
                <a:cubicBezTo>
                  <a:pt x="4149" y="548"/>
                  <a:pt x="4149" y="548"/>
                  <a:pt x="4149" y="548"/>
                </a:cubicBezTo>
                <a:cubicBezTo>
                  <a:pt x="4149" y="500"/>
                  <a:pt x="4149" y="500"/>
                  <a:pt x="4149" y="500"/>
                </a:cubicBezTo>
                <a:cubicBezTo>
                  <a:pt x="4147" y="500"/>
                  <a:pt x="4147" y="500"/>
                  <a:pt x="4147" y="500"/>
                </a:cubicBezTo>
                <a:lnTo>
                  <a:pt x="4147" y="548"/>
                </a:lnTo>
                <a:close/>
                <a:moveTo>
                  <a:pt x="3986" y="658"/>
                </a:moveTo>
                <a:cubicBezTo>
                  <a:pt x="3986" y="667"/>
                  <a:pt x="3986" y="667"/>
                  <a:pt x="3986" y="667"/>
                </a:cubicBezTo>
                <a:cubicBezTo>
                  <a:pt x="4079" y="667"/>
                  <a:pt x="4079" y="667"/>
                  <a:pt x="4079" y="667"/>
                </a:cubicBezTo>
                <a:cubicBezTo>
                  <a:pt x="4079" y="665"/>
                  <a:pt x="4079" y="665"/>
                  <a:pt x="4079" y="665"/>
                </a:cubicBezTo>
                <a:cubicBezTo>
                  <a:pt x="3988" y="665"/>
                  <a:pt x="3988" y="665"/>
                  <a:pt x="3988" y="665"/>
                </a:cubicBezTo>
                <a:cubicBezTo>
                  <a:pt x="3988" y="658"/>
                  <a:pt x="3988" y="658"/>
                  <a:pt x="3988" y="658"/>
                </a:cubicBezTo>
                <a:cubicBezTo>
                  <a:pt x="3986" y="658"/>
                  <a:pt x="3986" y="658"/>
                  <a:pt x="3986" y="658"/>
                </a:cubicBezTo>
                <a:moveTo>
                  <a:pt x="4043" y="429"/>
                </a:moveTo>
                <a:cubicBezTo>
                  <a:pt x="4058" y="426"/>
                  <a:pt x="4058" y="426"/>
                  <a:pt x="4058" y="426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1" y="429"/>
                  <a:pt x="4081" y="429"/>
                  <a:pt x="4081" y="429"/>
                </a:cubicBezTo>
                <a:cubicBezTo>
                  <a:pt x="4058" y="424"/>
                  <a:pt x="4058" y="424"/>
                  <a:pt x="4058" y="424"/>
                </a:cubicBezTo>
                <a:cubicBezTo>
                  <a:pt x="4043" y="427"/>
                  <a:pt x="4043" y="427"/>
                  <a:pt x="4043" y="427"/>
                </a:cubicBezTo>
                <a:cubicBezTo>
                  <a:pt x="4043" y="429"/>
                  <a:pt x="4043" y="429"/>
                  <a:pt x="4043" y="429"/>
                </a:cubicBezTo>
                <a:moveTo>
                  <a:pt x="4064" y="467"/>
                </a:moveTo>
                <a:cubicBezTo>
                  <a:pt x="4066" y="467"/>
                  <a:pt x="4066" y="467"/>
                  <a:pt x="4066" y="467"/>
                </a:cubicBezTo>
                <a:cubicBezTo>
                  <a:pt x="4066" y="427"/>
                  <a:pt x="4066" y="427"/>
                  <a:pt x="4066" y="427"/>
                </a:cubicBezTo>
                <a:cubicBezTo>
                  <a:pt x="4064" y="427"/>
                  <a:pt x="4064" y="427"/>
                  <a:pt x="4064" y="427"/>
                </a:cubicBezTo>
                <a:lnTo>
                  <a:pt x="4064" y="467"/>
                </a:lnTo>
                <a:close/>
                <a:moveTo>
                  <a:pt x="3792" y="643"/>
                </a:moveTo>
                <a:cubicBezTo>
                  <a:pt x="3794" y="643"/>
                  <a:pt x="3794" y="643"/>
                  <a:pt x="3794" y="643"/>
                </a:cubicBezTo>
                <a:cubicBezTo>
                  <a:pt x="3794" y="623"/>
                  <a:pt x="3794" y="623"/>
                  <a:pt x="3794" y="623"/>
                </a:cubicBezTo>
                <a:cubicBezTo>
                  <a:pt x="3792" y="623"/>
                  <a:pt x="3792" y="623"/>
                  <a:pt x="3792" y="623"/>
                </a:cubicBezTo>
                <a:lnTo>
                  <a:pt x="3792" y="643"/>
                </a:lnTo>
                <a:close/>
                <a:moveTo>
                  <a:pt x="3794" y="636"/>
                </a:moveTo>
                <a:cubicBezTo>
                  <a:pt x="3847" y="636"/>
                  <a:pt x="3847" y="636"/>
                  <a:pt x="3847" y="636"/>
                </a:cubicBezTo>
                <a:cubicBezTo>
                  <a:pt x="3847" y="629"/>
                  <a:pt x="3847" y="629"/>
                  <a:pt x="3847" y="629"/>
                </a:cubicBezTo>
                <a:cubicBezTo>
                  <a:pt x="3813" y="629"/>
                  <a:pt x="3813" y="629"/>
                  <a:pt x="3813" y="629"/>
                </a:cubicBezTo>
                <a:cubicBezTo>
                  <a:pt x="3813" y="635"/>
                  <a:pt x="3813" y="635"/>
                  <a:pt x="3813" y="635"/>
                </a:cubicBezTo>
                <a:cubicBezTo>
                  <a:pt x="3815" y="635"/>
                  <a:pt x="3815" y="635"/>
                  <a:pt x="3815" y="635"/>
                </a:cubicBezTo>
                <a:cubicBezTo>
                  <a:pt x="3815" y="631"/>
                  <a:pt x="3815" y="631"/>
                  <a:pt x="3815" y="631"/>
                </a:cubicBezTo>
                <a:cubicBezTo>
                  <a:pt x="3845" y="631"/>
                  <a:pt x="3845" y="631"/>
                  <a:pt x="3845" y="631"/>
                </a:cubicBezTo>
                <a:cubicBezTo>
                  <a:pt x="3845" y="634"/>
                  <a:pt x="3845" y="634"/>
                  <a:pt x="3845" y="634"/>
                </a:cubicBezTo>
                <a:cubicBezTo>
                  <a:pt x="3794" y="634"/>
                  <a:pt x="3794" y="634"/>
                  <a:pt x="3794" y="634"/>
                </a:cubicBezTo>
                <a:cubicBezTo>
                  <a:pt x="3794" y="636"/>
                  <a:pt x="3794" y="636"/>
                  <a:pt x="3794" y="636"/>
                </a:cubicBezTo>
                <a:moveTo>
                  <a:pt x="3858" y="657"/>
                </a:moveTo>
                <a:cubicBezTo>
                  <a:pt x="3858" y="667"/>
                  <a:pt x="3858" y="667"/>
                  <a:pt x="3858" y="667"/>
                </a:cubicBezTo>
                <a:cubicBezTo>
                  <a:pt x="3987" y="667"/>
                  <a:pt x="3987" y="667"/>
                  <a:pt x="3987" y="667"/>
                </a:cubicBezTo>
                <a:cubicBezTo>
                  <a:pt x="3987" y="665"/>
                  <a:pt x="3987" y="665"/>
                  <a:pt x="3987" y="665"/>
                </a:cubicBezTo>
                <a:cubicBezTo>
                  <a:pt x="3860" y="665"/>
                  <a:pt x="3860" y="665"/>
                  <a:pt x="3860" y="665"/>
                </a:cubicBezTo>
                <a:cubicBezTo>
                  <a:pt x="3860" y="657"/>
                  <a:pt x="3860" y="657"/>
                  <a:pt x="3860" y="657"/>
                </a:cubicBezTo>
                <a:cubicBezTo>
                  <a:pt x="3858" y="657"/>
                  <a:pt x="3858" y="657"/>
                  <a:pt x="3858" y="657"/>
                </a:cubicBezTo>
                <a:moveTo>
                  <a:pt x="3837" y="447"/>
                </a:moveTo>
                <a:cubicBezTo>
                  <a:pt x="3837" y="340"/>
                  <a:pt x="3837" y="340"/>
                  <a:pt x="3837" y="340"/>
                </a:cubicBezTo>
                <a:cubicBezTo>
                  <a:pt x="3844" y="332"/>
                  <a:pt x="3844" y="332"/>
                  <a:pt x="3844" y="332"/>
                </a:cubicBezTo>
                <a:cubicBezTo>
                  <a:pt x="3853" y="341"/>
                  <a:pt x="3853" y="341"/>
                  <a:pt x="3853" y="341"/>
                </a:cubicBezTo>
                <a:cubicBezTo>
                  <a:pt x="3853" y="440"/>
                  <a:pt x="3853" y="440"/>
                  <a:pt x="3853" y="440"/>
                </a:cubicBezTo>
                <a:cubicBezTo>
                  <a:pt x="3856" y="440"/>
                  <a:pt x="3856" y="440"/>
                  <a:pt x="3856" y="440"/>
                </a:cubicBezTo>
                <a:cubicBezTo>
                  <a:pt x="3856" y="340"/>
                  <a:pt x="3856" y="340"/>
                  <a:pt x="3856" y="340"/>
                </a:cubicBezTo>
                <a:cubicBezTo>
                  <a:pt x="3844" y="329"/>
                  <a:pt x="3844" y="329"/>
                  <a:pt x="3844" y="329"/>
                </a:cubicBezTo>
                <a:cubicBezTo>
                  <a:pt x="3835" y="339"/>
                  <a:pt x="3835" y="339"/>
                  <a:pt x="3835" y="339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7" y="447"/>
                  <a:pt x="3837" y="447"/>
                  <a:pt x="3837" y="447"/>
                </a:cubicBezTo>
                <a:moveTo>
                  <a:pt x="3843" y="333"/>
                </a:moveTo>
                <a:cubicBezTo>
                  <a:pt x="3848" y="343"/>
                  <a:pt x="3848" y="343"/>
                  <a:pt x="3848" y="343"/>
                </a:cubicBezTo>
                <a:cubicBezTo>
                  <a:pt x="3848" y="443"/>
                  <a:pt x="3848" y="443"/>
                  <a:pt x="3848" y="443"/>
                </a:cubicBezTo>
                <a:cubicBezTo>
                  <a:pt x="3850" y="443"/>
                  <a:pt x="3850" y="443"/>
                  <a:pt x="3850" y="443"/>
                </a:cubicBezTo>
                <a:cubicBezTo>
                  <a:pt x="3850" y="343"/>
                  <a:pt x="3850" y="343"/>
                  <a:pt x="3850" y="343"/>
                </a:cubicBezTo>
                <a:cubicBezTo>
                  <a:pt x="3845" y="332"/>
                  <a:pt x="3845" y="332"/>
                  <a:pt x="3845" y="332"/>
                </a:cubicBezTo>
                <a:cubicBezTo>
                  <a:pt x="3843" y="333"/>
                  <a:pt x="3843" y="333"/>
                  <a:pt x="3843" y="333"/>
                </a:cubicBezTo>
                <a:moveTo>
                  <a:pt x="3801" y="565"/>
                </a:moveTo>
                <a:cubicBezTo>
                  <a:pt x="3801" y="355"/>
                  <a:pt x="3801" y="355"/>
                  <a:pt x="3801" y="355"/>
                </a:cubicBezTo>
                <a:cubicBezTo>
                  <a:pt x="3809" y="344"/>
                  <a:pt x="3809" y="344"/>
                  <a:pt x="3809" y="344"/>
                </a:cubicBezTo>
                <a:cubicBezTo>
                  <a:pt x="3814" y="352"/>
                  <a:pt x="3814" y="352"/>
                  <a:pt x="3814" y="352"/>
                </a:cubicBezTo>
                <a:cubicBezTo>
                  <a:pt x="3814" y="576"/>
                  <a:pt x="3814" y="576"/>
                  <a:pt x="3814" y="576"/>
                </a:cubicBezTo>
                <a:cubicBezTo>
                  <a:pt x="3816" y="576"/>
                  <a:pt x="3816" y="576"/>
                  <a:pt x="3816" y="576"/>
                </a:cubicBezTo>
                <a:cubicBezTo>
                  <a:pt x="3816" y="351"/>
                  <a:pt x="3816" y="351"/>
                  <a:pt x="3816" y="351"/>
                </a:cubicBezTo>
                <a:cubicBezTo>
                  <a:pt x="3809" y="340"/>
                  <a:pt x="3809" y="340"/>
                  <a:pt x="3809" y="340"/>
                </a:cubicBezTo>
                <a:cubicBezTo>
                  <a:pt x="3799" y="354"/>
                  <a:pt x="3799" y="354"/>
                  <a:pt x="3799" y="354"/>
                </a:cubicBezTo>
                <a:cubicBezTo>
                  <a:pt x="3799" y="565"/>
                  <a:pt x="3799" y="565"/>
                  <a:pt x="3799" y="565"/>
                </a:cubicBezTo>
                <a:cubicBezTo>
                  <a:pt x="3801" y="565"/>
                  <a:pt x="3801" y="565"/>
                  <a:pt x="3801" y="565"/>
                </a:cubicBezTo>
                <a:moveTo>
                  <a:pt x="3814" y="603"/>
                </a:moveTo>
                <a:cubicBezTo>
                  <a:pt x="3836" y="603"/>
                  <a:pt x="3836" y="603"/>
                  <a:pt x="3836" y="603"/>
                </a:cubicBezTo>
                <a:cubicBezTo>
                  <a:pt x="3836" y="600"/>
                  <a:pt x="3836" y="600"/>
                  <a:pt x="3836" y="600"/>
                </a:cubicBezTo>
                <a:cubicBezTo>
                  <a:pt x="3814" y="600"/>
                  <a:pt x="3814" y="600"/>
                  <a:pt x="3814" y="600"/>
                </a:cubicBezTo>
                <a:lnTo>
                  <a:pt x="3814" y="603"/>
                </a:lnTo>
                <a:close/>
                <a:moveTo>
                  <a:pt x="3835" y="586"/>
                </a:moveTo>
                <a:cubicBezTo>
                  <a:pt x="3820" y="586"/>
                  <a:pt x="3820" y="586"/>
                  <a:pt x="3820" y="586"/>
                </a:cubicBezTo>
                <a:cubicBezTo>
                  <a:pt x="3820" y="593"/>
                  <a:pt x="3820" y="593"/>
                  <a:pt x="3820" y="593"/>
                </a:cubicBezTo>
                <a:cubicBezTo>
                  <a:pt x="3818" y="593"/>
                  <a:pt x="3818" y="593"/>
                  <a:pt x="3818" y="593"/>
                </a:cubicBezTo>
                <a:cubicBezTo>
                  <a:pt x="3818" y="602"/>
                  <a:pt x="3818" y="602"/>
                  <a:pt x="3818" y="602"/>
                </a:cubicBezTo>
                <a:cubicBezTo>
                  <a:pt x="3820" y="602"/>
                  <a:pt x="3820" y="602"/>
                  <a:pt x="3820" y="602"/>
                </a:cubicBezTo>
                <a:cubicBezTo>
                  <a:pt x="3820" y="595"/>
                  <a:pt x="3820" y="595"/>
                  <a:pt x="3820" y="595"/>
                </a:cubicBezTo>
                <a:cubicBezTo>
                  <a:pt x="3822" y="595"/>
                  <a:pt x="3822" y="595"/>
                  <a:pt x="3822" y="595"/>
                </a:cubicBezTo>
                <a:cubicBezTo>
                  <a:pt x="3822" y="588"/>
                  <a:pt x="3822" y="588"/>
                  <a:pt x="3822" y="588"/>
                </a:cubicBezTo>
                <a:cubicBezTo>
                  <a:pt x="3835" y="588"/>
                  <a:pt x="3835" y="588"/>
                  <a:pt x="3835" y="588"/>
                </a:cubicBezTo>
                <a:cubicBezTo>
                  <a:pt x="3835" y="586"/>
                  <a:pt x="3835" y="586"/>
                  <a:pt x="3835" y="586"/>
                </a:cubicBezTo>
                <a:moveTo>
                  <a:pt x="3814" y="580"/>
                </a:moveTo>
                <a:cubicBezTo>
                  <a:pt x="3827" y="580"/>
                  <a:pt x="3827" y="580"/>
                  <a:pt x="3827" y="580"/>
                </a:cubicBezTo>
                <a:cubicBezTo>
                  <a:pt x="3827" y="587"/>
                  <a:pt x="3827" y="587"/>
                  <a:pt x="3827" y="587"/>
                </a:cubicBezTo>
                <a:cubicBezTo>
                  <a:pt x="3829" y="587"/>
                  <a:pt x="3829" y="587"/>
                  <a:pt x="3829" y="587"/>
                </a:cubicBezTo>
                <a:cubicBezTo>
                  <a:pt x="3829" y="577"/>
                  <a:pt x="3829" y="577"/>
                  <a:pt x="3829" y="577"/>
                </a:cubicBezTo>
                <a:cubicBezTo>
                  <a:pt x="3814" y="577"/>
                  <a:pt x="3814" y="577"/>
                  <a:pt x="3814" y="577"/>
                </a:cubicBezTo>
                <a:cubicBezTo>
                  <a:pt x="3814" y="580"/>
                  <a:pt x="3814" y="580"/>
                  <a:pt x="3814" y="580"/>
                </a:cubicBezTo>
                <a:moveTo>
                  <a:pt x="3800" y="356"/>
                </a:moveTo>
                <a:cubicBezTo>
                  <a:pt x="3815" y="356"/>
                  <a:pt x="3815" y="356"/>
                  <a:pt x="3815" y="356"/>
                </a:cubicBezTo>
                <a:cubicBezTo>
                  <a:pt x="3820" y="354"/>
                  <a:pt x="3820" y="354"/>
                  <a:pt x="3820" y="354"/>
                </a:cubicBezTo>
                <a:cubicBezTo>
                  <a:pt x="3835" y="354"/>
                  <a:pt x="3835" y="354"/>
                  <a:pt x="3835" y="354"/>
                </a:cubicBezTo>
                <a:cubicBezTo>
                  <a:pt x="3847" y="353"/>
                  <a:pt x="3847" y="353"/>
                  <a:pt x="3847" y="353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66" y="356"/>
                  <a:pt x="3866" y="356"/>
                  <a:pt x="3866" y="356"/>
                </a:cubicBezTo>
                <a:cubicBezTo>
                  <a:pt x="3866" y="354"/>
                  <a:pt x="3866" y="354"/>
                  <a:pt x="3866" y="354"/>
                </a:cubicBezTo>
                <a:cubicBezTo>
                  <a:pt x="3854" y="354"/>
                  <a:pt x="3854" y="354"/>
                  <a:pt x="3854" y="354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35" y="352"/>
                  <a:pt x="3835" y="352"/>
                  <a:pt x="3835" y="352"/>
                </a:cubicBezTo>
                <a:cubicBezTo>
                  <a:pt x="3820" y="352"/>
                  <a:pt x="3820" y="352"/>
                  <a:pt x="3820" y="352"/>
                </a:cubicBezTo>
                <a:cubicBezTo>
                  <a:pt x="3815" y="354"/>
                  <a:pt x="3815" y="354"/>
                  <a:pt x="3815" y="354"/>
                </a:cubicBezTo>
                <a:cubicBezTo>
                  <a:pt x="3800" y="354"/>
                  <a:pt x="3800" y="354"/>
                  <a:pt x="3800" y="354"/>
                </a:cubicBezTo>
                <a:cubicBezTo>
                  <a:pt x="3800" y="356"/>
                  <a:pt x="3800" y="356"/>
                  <a:pt x="3800" y="356"/>
                </a:cubicBezTo>
                <a:moveTo>
                  <a:pt x="3800" y="361"/>
                </a:moveTo>
                <a:cubicBezTo>
                  <a:pt x="3815" y="361"/>
                  <a:pt x="3815" y="361"/>
                  <a:pt x="3815" y="361"/>
                </a:cubicBezTo>
                <a:cubicBezTo>
                  <a:pt x="3820" y="359"/>
                  <a:pt x="3820" y="359"/>
                  <a:pt x="3820" y="359"/>
                </a:cubicBezTo>
                <a:cubicBezTo>
                  <a:pt x="3835" y="359"/>
                  <a:pt x="3835" y="359"/>
                  <a:pt x="3835" y="359"/>
                </a:cubicBezTo>
                <a:cubicBezTo>
                  <a:pt x="3848" y="358"/>
                  <a:pt x="3848" y="358"/>
                  <a:pt x="3848" y="358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66" y="361"/>
                  <a:pt x="3866" y="361"/>
                  <a:pt x="3866" y="361"/>
                </a:cubicBezTo>
                <a:cubicBezTo>
                  <a:pt x="3866" y="359"/>
                  <a:pt x="3866" y="359"/>
                  <a:pt x="3866" y="359"/>
                </a:cubicBezTo>
                <a:cubicBezTo>
                  <a:pt x="3854" y="359"/>
                  <a:pt x="3854" y="359"/>
                  <a:pt x="3854" y="359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35" y="357"/>
                  <a:pt x="3835" y="357"/>
                  <a:pt x="3835" y="357"/>
                </a:cubicBezTo>
                <a:cubicBezTo>
                  <a:pt x="3820" y="357"/>
                  <a:pt x="3820" y="357"/>
                  <a:pt x="3820" y="357"/>
                </a:cubicBezTo>
                <a:cubicBezTo>
                  <a:pt x="3815" y="359"/>
                  <a:pt x="3815" y="359"/>
                  <a:pt x="3815" y="359"/>
                </a:cubicBezTo>
                <a:cubicBezTo>
                  <a:pt x="3800" y="359"/>
                  <a:pt x="3800" y="359"/>
                  <a:pt x="3800" y="359"/>
                </a:cubicBezTo>
                <a:cubicBezTo>
                  <a:pt x="3800" y="361"/>
                  <a:pt x="3800" y="361"/>
                  <a:pt x="3800" y="361"/>
                </a:cubicBezTo>
                <a:moveTo>
                  <a:pt x="3783" y="624"/>
                </a:moveTo>
                <a:cubicBezTo>
                  <a:pt x="3785" y="624"/>
                  <a:pt x="3785" y="624"/>
                  <a:pt x="3785" y="624"/>
                </a:cubicBezTo>
                <a:cubicBezTo>
                  <a:pt x="3785" y="593"/>
                  <a:pt x="3785" y="593"/>
                  <a:pt x="3785" y="593"/>
                </a:cubicBezTo>
                <a:cubicBezTo>
                  <a:pt x="3783" y="593"/>
                  <a:pt x="3783" y="593"/>
                  <a:pt x="3783" y="593"/>
                </a:cubicBezTo>
                <a:lnTo>
                  <a:pt x="3783" y="624"/>
                </a:lnTo>
                <a:close/>
                <a:moveTo>
                  <a:pt x="3686" y="665"/>
                </a:moveTo>
                <a:cubicBezTo>
                  <a:pt x="3711" y="665"/>
                  <a:pt x="3711" y="665"/>
                  <a:pt x="3711" y="665"/>
                </a:cubicBezTo>
                <a:cubicBezTo>
                  <a:pt x="3711" y="661"/>
                  <a:pt x="3711" y="661"/>
                  <a:pt x="3711" y="661"/>
                </a:cubicBezTo>
                <a:cubicBezTo>
                  <a:pt x="3841" y="661"/>
                  <a:pt x="3841" y="661"/>
                  <a:pt x="3841" y="661"/>
                </a:cubicBezTo>
                <a:cubicBezTo>
                  <a:pt x="3841" y="670"/>
                  <a:pt x="3841" y="670"/>
                  <a:pt x="3841" y="670"/>
                </a:cubicBezTo>
                <a:cubicBezTo>
                  <a:pt x="3843" y="670"/>
                  <a:pt x="3843" y="670"/>
                  <a:pt x="3843" y="670"/>
                </a:cubicBezTo>
                <a:cubicBezTo>
                  <a:pt x="3843" y="659"/>
                  <a:pt x="3843" y="659"/>
                  <a:pt x="3843" y="659"/>
                </a:cubicBezTo>
                <a:cubicBezTo>
                  <a:pt x="3708" y="659"/>
                  <a:pt x="3708" y="659"/>
                  <a:pt x="3708" y="659"/>
                </a:cubicBezTo>
                <a:cubicBezTo>
                  <a:pt x="3708" y="663"/>
                  <a:pt x="3708" y="663"/>
                  <a:pt x="3708" y="663"/>
                </a:cubicBezTo>
                <a:cubicBezTo>
                  <a:pt x="3686" y="663"/>
                  <a:pt x="3686" y="663"/>
                  <a:pt x="3686" y="663"/>
                </a:cubicBezTo>
                <a:cubicBezTo>
                  <a:pt x="3686" y="665"/>
                  <a:pt x="3686" y="665"/>
                  <a:pt x="3686" y="665"/>
                </a:cubicBezTo>
                <a:moveTo>
                  <a:pt x="3678" y="655"/>
                </a:moveTo>
                <a:cubicBezTo>
                  <a:pt x="3812" y="655"/>
                  <a:pt x="3812" y="655"/>
                  <a:pt x="3812" y="655"/>
                </a:cubicBezTo>
                <a:cubicBezTo>
                  <a:pt x="3812" y="653"/>
                  <a:pt x="3812" y="653"/>
                  <a:pt x="3812" y="653"/>
                </a:cubicBezTo>
                <a:cubicBezTo>
                  <a:pt x="3678" y="653"/>
                  <a:pt x="3678" y="653"/>
                  <a:pt x="3678" y="653"/>
                </a:cubicBezTo>
                <a:lnTo>
                  <a:pt x="3678" y="655"/>
                </a:lnTo>
                <a:close/>
                <a:moveTo>
                  <a:pt x="3810" y="660"/>
                </a:moveTo>
                <a:cubicBezTo>
                  <a:pt x="3813" y="660"/>
                  <a:pt x="3813" y="660"/>
                  <a:pt x="3813" y="660"/>
                </a:cubicBezTo>
                <a:cubicBezTo>
                  <a:pt x="3813" y="643"/>
                  <a:pt x="3813" y="643"/>
                  <a:pt x="3813" y="643"/>
                </a:cubicBezTo>
                <a:cubicBezTo>
                  <a:pt x="3810" y="643"/>
                  <a:pt x="3810" y="643"/>
                  <a:pt x="3810" y="643"/>
                </a:cubicBezTo>
                <a:lnTo>
                  <a:pt x="3810" y="660"/>
                </a:lnTo>
                <a:close/>
                <a:moveTo>
                  <a:pt x="3688" y="643"/>
                </a:moveTo>
                <a:cubicBezTo>
                  <a:pt x="3688" y="626"/>
                  <a:pt x="3688" y="626"/>
                  <a:pt x="3688" y="626"/>
                </a:cubicBezTo>
                <a:cubicBezTo>
                  <a:pt x="3700" y="626"/>
                  <a:pt x="3700" y="626"/>
                  <a:pt x="3700" y="626"/>
                </a:cubicBezTo>
                <a:cubicBezTo>
                  <a:pt x="3700" y="643"/>
                  <a:pt x="3700" y="643"/>
                  <a:pt x="3700" y="643"/>
                </a:cubicBezTo>
                <a:cubicBezTo>
                  <a:pt x="3702" y="643"/>
                  <a:pt x="3702" y="643"/>
                  <a:pt x="3702" y="643"/>
                </a:cubicBezTo>
                <a:cubicBezTo>
                  <a:pt x="3702" y="623"/>
                  <a:pt x="3702" y="623"/>
                  <a:pt x="3702" y="623"/>
                </a:cubicBezTo>
                <a:cubicBezTo>
                  <a:pt x="3686" y="623"/>
                  <a:pt x="3686" y="623"/>
                  <a:pt x="3686" y="623"/>
                </a:cubicBezTo>
                <a:cubicBezTo>
                  <a:pt x="3686" y="643"/>
                  <a:pt x="3686" y="643"/>
                  <a:pt x="3686" y="643"/>
                </a:cubicBezTo>
                <a:cubicBezTo>
                  <a:pt x="3688" y="643"/>
                  <a:pt x="3688" y="643"/>
                  <a:pt x="3688" y="643"/>
                </a:cubicBezTo>
                <a:moveTo>
                  <a:pt x="3657" y="636"/>
                </a:moveTo>
                <a:cubicBezTo>
                  <a:pt x="3687" y="636"/>
                  <a:pt x="3687" y="636"/>
                  <a:pt x="3687" y="636"/>
                </a:cubicBezTo>
                <a:cubicBezTo>
                  <a:pt x="3687" y="633"/>
                  <a:pt x="3687" y="633"/>
                  <a:pt x="3687" y="633"/>
                </a:cubicBezTo>
                <a:cubicBezTo>
                  <a:pt x="3657" y="633"/>
                  <a:pt x="3657" y="633"/>
                  <a:pt x="3657" y="633"/>
                </a:cubicBezTo>
                <a:lnTo>
                  <a:pt x="3657" y="636"/>
                </a:lnTo>
                <a:close/>
                <a:moveTo>
                  <a:pt x="3702" y="636"/>
                </a:moveTo>
                <a:cubicBezTo>
                  <a:pt x="3733" y="636"/>
                  <a:pt x="3733" y="636"/>
                  <a:pt x="3733" y="636"/>
                </a:cubicBezTo>
                <a:cubicBezTo>
                  <a:pt x="3733" y="633"/>
                  <a:pt x="3733" y="633"/>
                  <a:pt x="3733" y="633"/>
                </a:cubicBezTo>
                <a:cubicBezTo>
                  <a:pt x="3702" y="633"/>
                  <a:pt x="3702" y="633"/>
                  <a:pt x="3702" y="633"/>
                </a:cubicBezTo>
                <a:lnTo>
                  <a:pt x="3702" y="636"/>
                </a:lnTo>
                <a:close/>
                <a:moveTo>
                  <a:pt x="3732" y="644"/>
                </a:moveTo>
                <a:cubicBezTo>
                  <a:pt x="3734" y="644"/>
                  <a:pt x="3734" y="644"/>
                  <a:pt x="3734" y="644"/>
                </a:cubicBezTo>
                <a:cubicBezTo>
                  <a:pt x="3734" y="621"/>
                  <a:pt x="3734" y="621"/>
                  <a:pt x="3734" y="621"/>
                </a:cubicBezTo>
                <a:cubicBezTo>
                  <a:pt x="3732" y="621"/>
                  <a:pt x="3732" y="621"/>
                  <a:pt x="3732" y="621"/>
                </a:cubicBezTo>
                <a:lnTo>
                  <a:pt x="3732" y="644"/>
                </a:lnTo>
                <a:close/>
                <a:moveTo>
                  <a:pt x="3744" y="644"/>
                </a:moveTo>
                <a:cubicBezTo>
                  <a:pt x="3746" y="644"/>
                  <a:pt x="3746" y="644"/>
                  <a:pt x="3746" y="644"/>
                </a:cubicBezTo>
                <a:cubicBezTo>
                  <a:pt x="3746" y="622"/>
                  <a:pt x="3746" y="622"/>
                  <a:pt x="3746" y="622"/>
                </a:cubicBezTo>
                <a:cubicBezTo>
                  <a:pt x="3744" y="622"/>
                  <a:pt x="3744" y="622"/>
                  <a:pt x="3744" y="622"/>
                </a:cubicBezTo>
                <a:lnTo>
                  <a:pt x="3744" y="644"/>
                </a:lnTo>
                <a:close/>
                <a:moveTo>
                  <a:pt x="3745" y="636"/>
                </a:moveTo>
                <a:cubicBezTo>
                  <a:pt x="3793" y="636"/>
                  <a:pt x="3793" y="636"/>
                  <a:pt x="3793" y="636"/>
                </a:cubicBezTo>
                <a:cubicBezTo>
                  <a:pt x="3793" y="634"/>
                  <a:pt x="3793" y="634"/>
                  <a:pt x="3793" y="634"/>
                </a:cubicBezTo>
                <a:cubicBezTo>
                  <a:pt x="3745" y="634"/>
                  <a:pt x="3745" y="634"/>
                  <a:pt x="3745" y="634"/>
                </a:cubicBezTo>
                <a:lnTo>
                  <a:pt x="3745" y="636"/>
                </a:lnTo>
                <a:close/>
                <a:moveTo>
                  <a:pt x="3597" y="628"/>
                </a:moveTo>
                <a:cubicBezTo>
                  <a:pt x="3614" y="628"/>
                  <a:pt x="3614" y="628"/>
                  <a:pt x="3614" y="628"/>
                </a:cubicBezTo>
                <a:cubicBezTo>
                  <a:pt x="3624" y="621"/>
                  <a:pt x="3624" y="621"/>
                  <a:pt x="3624" y="621"/>
                </a:cubicBezTo>
                <a:cubicBezTo>
                  <a:pt x="3655" y="621"/>
                  <a:pt x="3655" y="621"/>
                  <a:pt x="3655" y="621"/>
                </a:cubicBezTo>
                <a:cubicBezTo>
                  <a:pt x="3655" y="643"/>
                  <a:pt x="3655" y="643"/>
                  <a:pt x="3655" y="643"/>
                </a:cubicBezTo>
                <a:cubicBezTo>
                  <a:pt x="3658" y="643"/>
                  <a:pt x="3658" y="643"/>
                  <a:pt x="3658" y="643"/>
                </a:cubicBezTo>
                <a:cubicBezTo>
                  <a:pt x="3658" y="618"/>
                  <a:pt x="3658" y="618"/>
                  <a:pt x="3658" y="618"/>
                </a:cubicBezTo>
                <a:cubicBezTo>
                  <a:pt x="3623" y="618"/>
                  <a:pt x="3623" y="618"/>
                  <a:pt x="3623" y="618"/>
                </a:cubicBezTo>
                <a:cubicBezTo>
                  <a:pt x="3613" y="626"/>
                  <a:pt x="3613" y="626"/>
                  <a:pt x="3613" y="626"/>
                </a:cubicBezTo>
                <a:cubicBezTo>
                  <a:pt x="3597" y="626"/>
                  <a:pt x="3597" y="626"/>
                  <a:pt x="3597" y="626"/>
                </a:cubicBezTo>
                <a:cubicBezTo>
                  <a:pt x="3597" y="628"/>
                  <a:pt x="3597" y="628"/>
                  <a:pt x="3597" y="628"/>
                </a:cubicBezTo>
                <a:moveTo>
                  <a:pt x="3597" y="634"/>
                </a:moveTo>
                <a:cubicBezTo>
                  <a:pt x="3622" y="634"/>
                  <a:pt x="3622" y="634"/>
                  <a:pt x="3622" y="634"/>
                </a:cubicBezTo>
                <a:cubicBezTo>
                  <a:pt x="3622" y="644"/>
                  <a:pt x="3622" y="644"/>
                  <a:pt x="3622" y="644"/>
                </a:cubicBezTo>
                <a:cubicBezTo>
                  <a:pt x="3624" y="644"/>
                  <a:pt x="3624" y="644"/>
                  <a:pt x="3624" y="644"/>
                </a:cubicBezTo>
                <a:cubicBezTo>
                  <a:pt x="3624" y="632"/>
                  <a:pt x="3624" y="632"/>
                  <a:pt x="3624" y="632"/>
                </a:cubicBezTo>
                <a:cubicBezTo>
                  <a:pt x="3597" y="632"/>
                  <a:pt x="3597" y="632"/>
                  <a:pt x="3597" y="632"/>
                </a:cubicBezTo>
                <a:cubicBezTo>
                  <a:pt x="3597" y="634"/>
                  <a:pt x="3597" y="634"/>
                  <a:pt x="3597" y="634"/>
                </a:cubicBezTo>
                <a:moveTo>
                  <a:pt x="3751" y="385"/>
                </a:moveTo>
                <a:cubicBezTo>
                  <a:pt x="3753" y="385"/>
                  <a:pt x="3753" y="385"/>
                  <a:pt x="3753" y="385"/>
                </a:cubicBezTo>
                <a:cubicBezTo>
                  <a:pt x="3753" y="375"/>
                  <a:pt x="3753" y="375"/>
                  <a:pt x="3753" y="375"/>
                </a:cubicBezTo>
                <a:cubicBezTo>
                  <a:pt x="3751" y="375"/>
                  <a:pt x="3751" y="375"/>
                  <a:pt x="3751" y="375"/>
                </a:cubicBezTo>
                <a:lnTo>
                  <a:pt x="3751" y="385"/>
                </a:lnTo>
                <a:close/>
                <a:moveTo>
                  <a:pt x="3745" y="385"/>
                </a:moveTo>
                <a:cubicBezTo>
                  <a:pt x="3747" y="385"/>
                  <a:pt x="3747" y="385"/>
                  <a:pt x="3747" y="385"/>
                </a:cubicBezTo>
                <a:cubicBezTo>
                  <a:pt x="3747" y="375"/>
                  <a:pt x="3747" y="375"/>
                  <a:pt x="3747" y="375"/>
                </a:cubicBezTo>
                <a:cubicBezTo>
                  <a:pt x="3745" y="375"/>
                  <a:pt x="3745" y="375"/>
                  <a:pt x="3745" y="375"/>
                </a:cubicBezTo>
                <a:lnTo>
                  <a:pt x="3745" y="385"/>
                </a:lnTo>
                <a:close/>
                <a:moveTo>
                  <a:pt x="3739" y="385"/>
                </a:moveTo>
                <a:cubicBezTo>
                  <a:pt x="3741" y="385"/>
                  <a:pt x="3741" y="385"/>
                  <a:pt x="3741" y="385"/>
                </a:cubicBezTo>
                <a:cubicBezTo>
                  <a:pt x="3741" y="374"/>
                  <a:pt x="3741" y="374"/>
                  <a:pt x="3741" y="374"/>
                </a:cubicBezTo>
                <a:cubicBezTo>
                  <a:pt x="3739" y="374"/>
                  <a:pt x="3739" y="374"/>
                  <a:pt x="3739" y="374"/>
                </a:cubicBezTo>
                <a:lnTo>
                  <a:pt x="3739" y="385"/>
                </a:lnTo>
                <a:close/>
                <a:moveTo>
                  <a:pt x="3735" y="385"/>
                </a:moveTo>
                <a:cubicBezTo>
                  <a:pt x="3737" y="385"/>
                  <a:pt x="3737" y="385"/>
                  <a:pt x="3737" y="385"/>
                </a:cubicBezTo>
                <a:cubicBezTo>
                  <a:pt x="3737" y="375"/>
                  <a:pt x="3737" y="375"/>
                  <a:pt x="3737" y="375"/>
                </a:cubicBezTo>
                <a:cubicBezTo>
                  <a:pt x="3735" y="375"/>
                  <a:pt x="3735" y="375"/>
                  <a:pt x="3735" y="375"/>
                </a:cubicBezTo>
                <a:lnTo>
                  <a:pt x="3735" y="385"/>
                </a:lnTo>
                <a:close/>
                <a:moveTo>
                  <a:pt x="3730" y="385"/>
                </a:moveTo>
                <a:cubicBezTo>
                  <a:pt x="3732" y="385"/>
                  <a:pt x="3732" y="385"/>
                  <a:pt x="3732" y="385"/>
                </a:cubicBezTo>
                <a:cubicBezTo>
                  <a:pt x="3732" y="377"/>
                  <a:pt x="3732" y="377"/>
                  <a:pt x="3732" y="377"/>
                </a:cubicBezTo>
                <a:cubicBezTo>
                  <a:pt x="3730" y="377"/>
                  <a:pt x="3730" y="377"/>
                  <a:pt x="3730" y="377"/>
                </a:cubicBezTo>
                <a:lnTo>
                  <a:pt x="3730" y="385"/>
                </a:lnTo>
                <a:close/>
                <a:moveTo>
                  <a:pt x="3727" y="385"/>
                </a:moveTo>
                <a:cubicBezTo>
                  <a:pt x="3729" y="385"/>
                  <a:pt x="3729" y="385"/>
                  <a:pt x="3729" y="385"/>
                </a:cubicBezTo>
                <a:cubicBezTo>
                  <a:pt x="3729" y="375"/>
                  <a:pt x="3729" y="375"/>
                  <a:pt x="3729" y="375"/>
                </a:cubicBezTo>
                <a:cubicBezTo>
                  <a:pt x="3727" y="375"/>
                  <a:pt x="3727" y="375"/>
                  <a:pt x="3727" y="375"/>
                </a:cubicBezTo>
                <a:lnTo>
                  <a:pt x="3727" y="385"/>
                </a:lnTo>
                <a:close/>
                <a:moveTo>
                  <a:pt x="3722" y="386"/>
                </a:moveTo>
                <a:cubicBezTo>
                  <a:pt x="3724" y="386"/>
                  <a:pt x="3724" y="386"/>
                  <a:pt x="3724" y="386"/>
                </a:cubicBezTo>
                <a:cubicBezTo>
                  <a:pt x="3724" y="375"/>
                  <a:pt x="3724" y="375"/>
                  <a:pt x="3724" y="375"/>
                </a:cubicBezTo>
                <a:cubicBezTo>
                  <a:pt x="3722" y="375"/>
                  <a:pt x="3722" y="375"/>
                  <a:pt x="3722" y="375"/>
                </a:cubicBezTo>
                <a:lnTo>
                  <a:pt x="3722" y="386"/>
                </a:lnTo>
                <a:close/>
                <a:moveTo>
                  <a:pt x="3714" y="377"/>
                </a:moveTo>
                <a:cubicBezTo>
                  <a:pt x="3714" y="385"/>
                  <a:pt x="3714" y="385"/>
                  <a:pt x="3714" y="385"/>
                </a:cubicBezTo>
                <a:cubicBezTo>
                  <a:pt x="3710" y="392"/>
                  <a:pt x="3710" y="392"/>
                  <a:pt x="3710" y="392"/>
                </a:cubicBezTo>
                <a:cubicBezTo>
                  <a:pt x="3708" y="392"/>
                  <a:pt x="3708" y="392"/>
                  <a:pt x="3708" y="392"/>
                </a:cubicBezTo>
                <a:cubicBezTo>
                  <a:pt x="3707" y="392"/>
                  <a:pt x="3707" y="392"/>
                  <a:pt x="3707" y="392"/>
                </a:cubicBezTo>
                <a:cubicBezTo>
                  <a:pt x="3705" y="411"/>
                  <a:pt x="3705" y="411"/>
                  <a:pt x="3705" y="411"/>
                </a:cubicBezTo>
                <a:cubicBezTo>
                  <a:pt x="3702" y="415"/>
                  <a:pt x="3702" y="415"/>
                  <a:pt x="3702" y="415"/>
                </a:cubicBezTo>
                <a:cubicBezTo>
                  <a:pt x="3702" y="416"/>
                  <a:pt x="3702" y="416"/>
                  <a:pt x="3702" y="416"/>
                </a:cubicBezTo>
                <a:cubicBezTo>
                  <a:pt x="3702" y="449"/>
                  <a:pt x="3702" y="449"/>
                  <a:pt x="3702" y="449"/>
                </a:cubicBezTo>
                <a:cubicBezTo>
                  <a:pt x="3705" y="449"/>
                  <a:pt x="3705" y="449"/>
                  <a:pt x="3705" y="449"/>
                </a:cubicBezTo>
                <a:cubicBezTo>
                  <a:pt x="3704" y="416"/>
                  <a:pt x="3704" y="416"/>
                  <a:pt x="3704" y="416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9" y="394"/>
                  <a:pt x="3709" y="394"/>
                  <a:pt x="3709" y="394"/>
                </a:cubicBezTo>
                <a:cubicBezTo>
                  <a:pt x="3711" y="394"/>
                  <a:pt x="3711" y="394"/>
                  <a:pt x="3711" y="394"/>
                </a:cubicBezTo>
                <a:cubicBezTo>
                  <a:pt x="3712" y="394"/>
                  <a:pt x="3712" y="394"/>
                  <a:pt x="3712" y="394"/>
                </a:cubicBezTo>
                <a:cubicBezTo>
                  <a:pt x="3716" y="386"/>
                  <a:pt x="3716" y="386"/>
                  <a:pt x="3716" y="386"/>
                </a:cubicBezTo>
                <a:cubicBezTo>
                  <a:pt x="3716" y="377"/>
                  <a:pt x="3716" y="377"/>
                  <a:pt x="3716" y="377"/>
                </a:cubicBezTo>
                <a:cubicBezTo>
                  <a:pt x="3714" y="377"/>
                  <a:pt x="3714" y="377"/>
                  <a:pt x="3714" y="377"/>
                </a:cubicBezTo>
                <a:moveTo>
                  <a:pt x="3718" y="491"/>
                </a:moveTo>
                <a:cubicBezTo>
                  <a:pt x="3753" y="491"/>
                  <a:pt x="3753" y="491"/>
                  <a:pt x="3753" y="491"/>
                </a:cubicBezTo>
                <a:cubicBezTo>
                  <a:pt x="3753" y="488"/>
                  <a:pt x="3753" y="488"/>
                  <a:pt x="3753" y="488"/>
                </a:cubicBezTo>
                <a:cubicBezTo>
                  <a:pt x="3718" y="488"/>
                  <a:pt x="3718" y="488"/>
                  <a:pt x="3718" y="488"/>
                </a:cubicBezTo>
                <a:lnTo>
                  <a:pt x="3718" y="491"/>
                </a:lnTo>
                <a:close/>
                <a:moveTo>
                  <a:pt x="3718" y="385"/>
                </a:moveTo>
                <a:cubicBezTo>
                  <a:pt x="3720" y="385"/>
                  <a:pt x="3720" y="385"/>
                  <a:pt x="3720" y="385"/>
                </a:cubicBezTo>
                <a:cubicBezTo>
                  <a:pt x="3720" y="375"/>
                  <a:pt x="3720" y="375"/>
                  <a:pt x="3720" y="375"/>
                </a:cubicBezTo>
                <a:cubicBezTo>
                  <a:pt x="3718" y="375"/>
                  <a:pt x="3718" y="375"/>
                  <a:pt x="3718" y="375"/>
                </a:cubicBezTo>
                <a:lnTo>
                  <a:pt x="3718" y="385"/>
                </a:lnTo>
                <a:close/>
                <a:moveTo>
                  <a:pt x="3731" y="500"/>
                </a:moveTo>
                <a:cubicBezTo>
                  <a:pt x="3753" y="500"/>
                  <a:pt x="3753" y="500"/>
                  <a:pt x="3753" y="500"/>
                </a:cubicBezTo>
                <a:cubicBezTo>
                  <a:pt x="3753" y="498"/>
                  <a:pt x="3753" y="498"/>
                  <a:pt x="3753" y="498"/>
                </a:cubicBezTo>
                <a:cubicBezTo>
                  <a:pt x="3731" y="498"/>
                  <a:pt x="3731" y="498"/>
                  <a:pt x="3731" y="498"/>
                </a:cubicBezTo>
                <a:lnTo>
                  <a:pt x="3731" y="500"/>
                </a:lnTo>
                <a:close/>
                <a:moveTo>
                  <a:pt x="3719" y="554"/>
                </a:moveTo>
                <a:cubicBezTo>
                  <a:pt x="3741" y="554"/>
                  <a:pt x="3741" y="554"/>
                  <a:pt x="3741" y="554"/>
                </a:cubicBezTo>
                <a:cubicBezTo>
                  <a:pt x="3741" y="551"/>
                  <a:pt x="3741" y="551"/>
                  <a:pt x="3741" y="551"/>
                </a:cubicBezTo>
                <a:cubicBezTo>
                  <a:pt x="3719" y="551"/>
                  <a:pt x="3719" y="551"/>
                  <a:pt x="3719" y="551"/>
                </a:cubicBezTo>
                <a:lnTo>
                  <a:pt x="3719" y="554"/>
                </a:lnTo>
                <a:close/>
                <a:moveTo>
                  <a:pt x="3730" y="558"/>
                </a:moveTo>
                <a:cubicBezTo>
                  <a:pt x="3752" y="558"/>
                  <a:pt x="3752" y="558"/>
                  <a:pt x="3752" y="558"/>
                </a:cubicBezTo>
                <a:cubicBezTo>
                  <a:pt x="3752" y="556"/>
                  <a:pt x="3752" y="556"/>
                  <a:pt x="3752" y="556"/>
                </a:cubicBezTo>
                <a:cubicBezTo>
                  <a:pt x="3730" y="556"/>
                  <a:pt x="3730" y="556"/>
                  <a:pt x="3730" y="556"/>
                </a:cubicBezTo>
                <a:lnTo>
                  <a:pt x="3730" y="558"/>
                </a:lnTo>
                <a:close/>
                <a:moveTo>
                  <a:pt x="3719" y="589"/>
                </a:moveTo>
                <a:cubicBezTo>
                  <a:pt x="3752" y="589"/>
                  <a:pt x="3752" y="589"/>
                  <a:pt x="3752" y="589"/>
                </a:cubicBezTo>
                <a:cubicBezTo>
                  <a:pt x="3752" y="586"/>
                  <a:pt x="3752" y="586"/>
                  <a:pt x="3752" y="586"/>
                </a:cubicBezTo>
                <a:cubicBezTo>
                  <a:pt x="3719" y="586"/>
                  <a:pt x="3719" y="586"/>
                  <a:pt x="3719" y="586"/>
                </a:cubicBezTo>
                <a:lnTo>
                  <a:pt x="3719" y="589"/>
                </a:lnTo>
                <a:close/>
                <a:moveTo>
                  <a:pt x="3719" y="594"/>
                </a:moveTo>
                <a:cubicBezTo>
                  <a:pt x="3748" y="594"/>
                  <a:pt x="3748" y="594"/>
                  <a:pt x="3748" y="594"/>
                </a:cubicBezTo>
                <a:cubicBezTo>
                  <a:pt x="3748" y="591"/>
                  <a:pt x="3748" y="591"/>
                  <a:pt x="3748" y="591"/>
                </a:cubicBezTo>
                <a:cubicBezTo>
                  <a:pt x="3719" y="591"/>
                  <a:pt x="3719" y="591"/>
                  <a:pt x="3719" y="591"/>
                </a:cubicBezTo>
                <a:lnTo>
                  <a:pt x="3719" y="594"/>
                </a:lnTo>
                <a:close/>
                <a:moveTo>
                  <a:pt x="3757" y="616"/>
                </a:moveTo>
                <a:cubicBezTo>
                  <a:pt x="3759" y="616"/>
                  <a:pt x="3759" y="616"/>
                  <a:pt x="3759" y="616"/>
                </a:cubicBezTo>
                <a:cubicBezTo>
                  <a:pt x="3759" y="420"/>
                  <a:pt x="3759" y="420"/>
                  <a:pt x="3759" y="420"/>
                </a:cubicBezTo>
                <a:cubicBezTo>
                  <a:pt x="3757" y="420"/>
                  <a:pt x="3757" y="420"/>
                  <a:pt x="3757" y="420"/>
                </a:cubicBezTo>
                <a:lnTo>
                  <a:pt x="3757" y="616"/>
                </a:lnTo>
                <a:close/>
                <a:moveTo>
                  <a:pt x="3710" y="607"/>
                </a:moveTo>
                <a:cubicBezTo>
                  <a:pt x="3713" y="607"/>
                  <a:pt x="3713" y="607"/>
                  <a:pt x="3713" y="607"/>
                </a:cubicBezTo>
                <a:cubicBezTo>
                  <a:pt x="3713" y="474"/>
                  <a:pt x="3713" y="474"/>
                  <a:pt x="3713" y="474"/>
                </a:cubicBezTo>
                <a:cubicBezTo>
                  <a:pt x="3710" y="474"/>
                  <a:pt x="3710" y="474"/>
                  <a:pt x="3710" y="474"/>
                </a:cubicBezTo>
                <a:lnTo>
                  <a:pt x="3710" y="607"/>
                </a:lnTo>
                <a:close/>
                <a:moveTo>
                  <a:pt x="3772" y="526"/>
                </a:moveTo>
                <a:cubicBezTo>
                  <a:pt x="3782" y="526"/>
                  <a:pt x="3782" y="526"/>
                  <a:pt x="3782" y="526"/>
                </a:cubicBezTo>
                <a:cubicBezTo>
                  <a:pt x="3782" y="565"/>
                  <a:pt x="3782" y="565"/>
                  <a:pt x="3782" y="565"/>
                </a:cubicBezTo>
                <a:cubicBezTo>
                  <a:pt x="3785" y="565"/>
                  <a:pt x="3785" y="565"/>
                  <a:pt x="3785" y="565"/>
                </a:cubicBezTo>
                <a:cubicBezTo>
                  <a:pt x="3785" y="524"/>
                  <a:pt x="3785" y="524"/>
                  <a:pt x="3785" y="524"/>
                </a:cubicBezTo>
                <a:cubicBezTo>
                  <a:pt x="3772" y="524"/>
                  <a:pt x="3772" y="524"/>
                  <a:pt x="3772" y="524"/>
                </a:cubicBezTo>
                <a:cubicBezTo>
                  <a:pt x="3772" y="526"/>
                  <a:pt x="3772" y="526"/>
                  <a:pt x="3772" y="526"/>
                </a:cubicBezTo>
                <a:moveTo>
                  <a:pt x="3784" y="497"/>
                </a:moveTo>
                <a:cubicBezTo>
                  <a:pt x="3784" y="456"/>
                  <a:pt x="3784" y="456"/>
                  <a:pt x="3784" y="456"/>
                </a:cubicBezTo>
                <a:cubicBezTo>
                  <a:pt x="3796" y="456"/>
                  <a:pt x="3796" y="456"/>
                  <a:pt x="3796" y="456"/>
                </a:cubicBezTo>
                <a:cubicBezTo>
                  <a:pt x="3796" y="454"/>
                  <a:pt x="3796" y="454"/>
                  <a:pt x="3796" y="454"/>
                </a:cubicBezTo>
                <a:cubicBezTo>
                  <a:pt x="3781" y="454"/>
                  <a:pt x="3781" y="454"/>
                  <a:pt x="3781" y="454"/>
                </a:cubicBezTo>
                <a:cubicBezTo>
                  <a:pt x="3781" y="497"/>
                  <a:pt x="3781" y="497"/>
                  <a:pt x="3781" y="497"/>
                </a:cubicBezTo>
                <a:cubicBezTo>
                  <a:pt x="3784" y="497"/>
                  <a:pt x="3784" y="497"/>
                  <a:pt x="3784" y="497"/>
                </a:cubicBezTo>
                <a:moveTo>
                  <a:pt x="3773" y="499"/>
                </a:moveTo>
                <a:cubicBezTo>
                  <a:pt x="3788" y="499"/>
                  <a:pt x="3788" y="499"/>
                  <a:pt x="3788" y="499"/>
                </a:cubicBezTo>
                <a:cubicBezTo>
                  <a:pt x="3788" y="513"/>
                  <a:pt x="3788" y="513"/>
                  <a:pt x="3788" y="513"/>
                </a:cubicBezTo>
                <a:cubicBezTo>
                  <a:pt x="3796" y="513"/>
                  <a:pt x="3796" y="513"/>
                  <a:pt x="3796" y="513"/>
                </a:cubicBezTo>
                <a:cubicBezTo>
                  <a:pt x="3796" y="511"/>
                  <a:pt x="3796" y="511"/>
                  <a:pt x="3796" y="511"/>
                </a:cubicBezTo>
                <a:cubicBezTo>
                  <a:pt x="3790" y="511"/>
                  <a:pt x="3790" y="511"/>
                  <a:pt x="3790" y="511"/>
                </a:cubicBezTo>
                <a:cubicBezTo>
                  <a:pt x="3790" y="496"/>
                  <a:pt x="3790" y="496"/>
                  <a:pt x="3790" y="496"/>
                </a:cubicBezTo>
                <a:cubicBezTo>
                  <a:pt x="3773" y="496"/>
                  <a:pt x="3773" y="496"/>
                  <a:pt x="3773" y="496"/>
                </a:cubicBezTo>
                <a:cubicBezTo>
                  <a:pt x="3773" y="499"/>
                  <a:pt x="3773" y="499"/>
                  <a:pt x="3773" y="499"/>
                </a:cubicBezTo>
                <a:moveTo>
                  <a:pt x="3772" y="566"/>
                </a:moveTo>
                <a:cubicBezTo>
                  <a:pt x="3788" y="566"/>
                  <a:pt x="3788" y="566"/>
                  <a:pt x="3788" y="566"/>
                </a:cubicBezTo>
                <a:cubicBezTo>
                  <a:pt x="3788" y="580"/>
                  <a:pt x="3788" y="580"/>
                  <a:pt x="3788" y="580"/>
                </a:cubicBezTo>
                <a:cubicBezTo>
                  <a:pt x="3793" y="580"/>
                  <a:pt x="3793" y="580"/>
                  <a:pt x="3793" y="580"/>
                </a:cubicBezTo>
                <a:cubicBezTo>
                  <a:pt x="3793" y="578"/>
                  <a:pt x="3793" y="578"/>
                  <a:pt x="3793" y="578"/>
                </a:cubicBezTo>
                <a:cubicBezTo>
                  <a:pt x="3790" y="578"/>
                  <a:pt x="3790" y="578"/>
                  <a:pt x="3790" y="578"/>
                </a:cubicBezTo>
                <a:cubicBezTo>
                  <a:pt x="3790" y="564"/>
                  <a:pt x="3790" y="564"/>
                  <a:pt x="3790" y="564"/>
                </a:cubicBezTo>
                <a:cubicBezTo>
                  <a:pt x="3772" y="564"/>
                  <a:pt x="3772" y="564"/>
                  <a:pt x="3772" y="564"/>
                </a:cubicBezTo>
                <a:cubicBezTo>
                  <a:pt x="3772" y="566"/>
                  <a:pt x="3772" y="566"/>
                  <a:pt x="3772" y="566"/>
                </a:cubicBezTo>
                <a:moveTo>
                  <a:pt x="3770" y="435"/>
                </a:moveTo>
                <a:cubicBezTo>
                  <a:pt x="3775" y="435"/>
                  <a:pt x="3775" y="435"/>
                  <a:pt x="3775" y="435"/>
                </a:cubicBezTo>
                <a:cubicBezTo>
                  <a:pt x="3778" y="432"/>
                  <a:pt x="3778" y="432"/>
                  <a:pt x="3778" y="432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7" y="436"/>
                  <a:pt x="3787" y="436"/>
                  <a:pt x="3787" y="436"/>
                </a:cubicBezTo>
                <a:cubicBezTo>
                  <a:pt x="3787" y="442"/>
                  <a:pt x="3787" y="442"/>
                  <a:pt x="3787" y="442"/>
                </a:cubicBezTo>
                <a:cubicBezTo>
                  <a:pt x="3795" y="442"/>
                  <a:pt x="3795" y="442"/>
                  <a:pt x="3795" y="442"/>
                </a:cubicBezTo>
                <a:cubicBezTo>
                  <a:pt x="3795" y="440"/>
                  <a:pt x="3795" y="440"/>
                  <a:pt x="3795" y="440"/>
                </a:cubicBezTo>
                <a:cubicBezTo>
                  <a:pt x="3789" y="440"/>
                  <a:pt x="3789" y="440"/>
                  <a:pt x="3789" y="440"/>
                </a:cubicBezTo>
                <a:cubicBezTo>
                  <a:pt x="3789" y="434"/>
                  <a:pt x="3789" y="434"/>
                  <a:pt x="3789" y="434"/>
                </a:cubicBezTo>
                <a:cubicBezTo>
                  <a:pt x="3783" y="434"/>
                  <a:pt x="3783" y="434"/>
                  <a:pt x="3783" y="434"/>
                </a:cubicBezTo>
                <a:cubicBezTo>
                  <a:pt x="3779" y="430"/>
                  <a:pt x="3779" y="430"/>
                  <a:pt x="3779" y="430"/>
                </a:cubicBezTo>
                <a:cubicBezTo>
                  <a:pt x="3778" y="429"/>
                  <a:pt x="3778" y="429"/>
                  <a:pt x="3778" y="429"/>
                </a:cubicBezTo>
                <a:cubicBezTo>
                  <a:pt x="3775" y="433"/>
                  <a:pt x="3775" y="433"/>
                  <a:pt x="3775" y="433"/>
                </a:cubicBezTo>
                <a:cubicBezTo>
                  <a:pt x="3770" y="433"/>
                  <a:pt x="3770" y="433"/>
                  <a:pt x="3770" y="433"/>
                </a:cubicBezTo>
                <a:cubicBezTo>
                  <a:pt x="3770" y="435"/>
                  <a:pt x="3770" y="435"/>
                  <a:pt x="3770" y="435"/>
                </a:cubicBezTo>
                <a:moveTo>
                  <a:pt x="3713" y="418"/>
                </a:moveTo>
                <a:cubicBezTo>
                  <a:pt x="3715" y="418"/>
                  <a:pt x="3715" y="418"/>
                  <a:pt x="3715" y="418"/>
                </a:cubicBezTo>
                <a:cubicBezTo>
                  <a:pt x="3715" y="387"/>
                  <a:pt x="3715" y="387"/>
                  <a:pt x="3715" y="387"/>
                </a:cubicBezTo>
                <a:cubicBezTo>
                  <a:pt x="3713" y="387"/>
                  <a:pt x="3713" y="387"/>
                  <a:pt x="3713" y="387"/>
                </a:cubicBezTo>
                <a:lnTo>
                  <a:pt x="3713" y="418"/>
                </a:lnTo>
                <a:close/>
                <a:moveTo>
                  <a:pt x="3807" y="323"/>
                </a:moveTo>
                <a:cubicBezTo>
                  <a:pt x="3823" y="318"/>
                  <a:pt x="3823" y="318"/>
                  <a:pt x="3823" y="318"/>
                </a:cubicBezTo>
                <a:cubicBezTo>
                  <a:pt x="3855" y="321"/>
                  <a:pt x="3855" y="321"/>
                  <a:pt x="3855" y="321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23" y="316"/>
                  <a:pt x="3823" y="316"/>
                  <a:pt x="3823" y="316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807" y="323"/>
                  <a:pt x="3807" y="323"/>
                  <a:pt x="3807" y="323"/>
                </a:cubicBezTo>
                <a:moveTo>
                  <a:pt x="3718" y="439"/>
                </a:moveTo>
                <a:cubicBezTo>
                  <a:pt x="3752" y="439"/>
                  <a:pt x="3752" y="439"/>
                  <a:pt x="3752" y="439"/>
                </a:cubicBezTo>
                <a:cubicBezTo>
                  <a:pt x="3752" y="437"/>
                  <a:pt x="3752" y="437"/>
                  <a:pt x="3752" y="437"/>
                </a:cubicBezTo>
                <a:cubicBezTo>
                  <a:pt x="3718" y="437"/>
                  <a:pt x="3718" y="437"/>
                  <a:pt x="3718" y="437"/>
                </a:cubicBezTo>
                <a:lnTo>
                  <a:pt x="3718" y="439"/>
                </a:lnTo>
                <a:close/>
                <a:moveTo>
                  <a:pt x="3730" y="449"/>
                </a:moveTo>
                <a:cubicBezTo>
                  <a:pt x="3752" y="449"/>
                  <a:pt x="3752" y="449"/>
                  <a:pt x="3752" y="449"/>
                </a:cubicBezTo>
                <a:cubicBezTo>
                  <a:pt x="3752" y="447"/>
                  <a:pt x="3752" y="447"/>
                  <a:pt x="3752" y="447"/>
                </a:cubicBezTo>
                <a:cubicBezTo>
                  <a:pt x="3730" y="447"/>
                  <a:pt x="3730" y="447"/>
                  <a:pt x="3730" y="447"/>
                </a:cubicBezTo>
                <a:lnTo>
                  <a:pt x="3730" y="449"/>
                </a:lnTo>
                <a:close/>
                <a:moveTo>
                  <a:pt x="3763" y="549"/>
                </a:moveTo>
                <a:cubicBezTo>
                  <a:pt x="3765" y="549"/>
                  <a:pt x="3765" y="549"/>
                  <a:pt x="3765" y="549"/>
                </a:cubicBezTo>
                <a:cubicBezTo>
                  <a:pt x="3765" y="416"/>
                  <a:pt x="3765" y="416"/>
                  <a:pt x="3765" y="416"/>
                </a:cubicBezTo>
                <a:cubicBezTo>
                  <a:pt x="3763" y="416"/>
                  <a:pt x="3763" y="416"/>
                  <a:pt x="3763" y="416"/>
                </a:cubicBezTo>
                <a:lnTo>
                  <a:pt x="3763" y="549"/>
                </a:lnTo>
                <a:close/>
                <a:moveTo>
                  <a:pt x="3762" y="606"/>
                </a:moveTo>
                <a:cubicBezTo>
                  <a:pt x="3764" y="606"/>
                  <a:pt x="3764" y="606"/>
                  <a:pt x="3764" y="606"/>
                </a:cubicBezTo>
                <a:cubicBezTo>
                  <a:pt x="3764" y="560"/>
                  <a:pt x="3764" y="560"/>
                  <a:pt x="3764" y="560"/>
                </a:cubicBezTo>
                <a:cubicBezTo>
                  <a:pt x="3762" y="560"/>
                  <a:pt x="3762" y="560"/>
                  <a:pt x="3762" y="560"/>
                </a:cubicBezTo>
                <a:lnTo>
                  <a:pt x="3762" y="606"/>
                </a:lnTo>
                <a:close/>
                <a:moveTo>
                  <a:pt x="3886" y="607"/>
                </a:moveTo>
                <a:cubicBezTo>
                  <a:pt x="3888" y="607"/>
                  <a:pt x="3888" y="607"/>
                  <a:pt x="3888" y="607"/>
                </a:cubicBezTo>
                <a:cubicBezTo>
                  <a:pt x="3888" y="440"/>
                  <a:pt x="3888" y="440"/>
                  <a:pt x="3888" y="440"/>
                </a:cubicBezTo>
                <a:cubicBezTo>
                  <a:pt x="3886" y="440"/>
                  <a:pt x="3886" y="440"/>
                  <a:pt x="3886" y="440"/>
                </a:cubicBezTo>
                <a:lnTo>
                  <a:pt x="3886" y="607"/>
                </a:lnTo>
                <a:close/>
                <a:moveTo>
                  <a:pt x="3860" y="607"/>
                </a:moveTo>
                <a:cubicBezTo>
                  <a:pt x="3862" y="607"/>
                  <a:pt x="3862" y="607"/>
                  <a:pt x="3862" y="607"/>
                </a:cubicBezTo>
                <a:cubicBezTo>
                  <a:pt x="3862" y="439"/>
                  <a:pt x="3862" y="439"/>
                  <a:pt x="3862" y="439"/>
                </a:cubicBezTo>
                <a:cubicBezTo>
                  <a:pt x="3860" y="439"/>
                  <a:pt x="3860" y="439"/>
                  <a:pt x="3860" y="439"/>
                </a:cubicBezTo>
                <a:lnTo>
                  <a:pt x="3860" y="607"/>
                </a:lnTo>
                <a:close/>
                <a:moveTo>
                  <a:pt x="3879" y="629"/>
                </a:moveTo>
                <a:cubicBezTo>
                  <a:pt x="4000" y="629"/>
                  <a:pt x="4000" y="629"/>
                  <a:pt x="4000" y="629"/>
                </a:cubicBezTo>
                <a:cubicBezTo>
                  <a:pt x="4000" y="627"/>
                  <a:pt x="4000" y="627"/>
                  <a:pt x="4000" y="627"/>
                </a:cubicBezTo>
                <a:cubicBezTo>
                  <a:pt x="3879" y="627"/>
                  <a:pt x="3879" y="627"/>
                  <a:pt x="3879" y="627"/>
                </a:cubicBezTo>
                <a:lnTo>
                  <a:pt x="3879" y="629"/>
                </a:lnTo>
                <a:close/>
                <a:moveTo>
                  <a:pt x="4000" y="564"/>
                </a:moveTo>
                <a:cubicBezTo>
                  <a:pt x="4016" y="564"/>
                  <a:pt x="4016" y="564"/>
                  <a:pt x="4016" y="564"/>
                </a:cubicBezTo>
                <a:cubicBezTo>
                  <a:pt x="4016" y="562"/>
                  <a:pt x="4016" y="562"/>
                  <a:pt x="4016" y="562"/>
                </a:cubicBezTo>
                <a:cubicBezTo>
                  <a:pt x="4000" y="562"/>
                  <a:pt x="4000" y="562"/>
                  <a:pt x="4000" y="562"/>
                </a:cubicBezTo>
                <a:lnTo>
                  <a:pt x="4000" y="564"/>
                </a:lnTo>
                <a:close/>
                <a:moveTo>
                  <a:pt x="3676" y="534"/>
                </a:moveTo>
                <a:cubicBezTo>
                  <a:pt x="3678" y="534"/>
                  <a:pt x="3678" y="534"/>
                  <a:pt x="3678" y="534"/>
                </a:cubicBezTo>
                <a:cubicBezTo>
                  <a:pt x="3678" y="451"/>
                  <a:pt x="3678" y="451"/>
                  <a:pt x="3678" y="451"/>
                </a:cubicBezTo>
                <a:cubicBezTo>
                  <a:pt x="3676" y="451"/>
                  <a:pt x="3676" y="451"/>
                  <a:pt x="3676" y="451"/>
                </a:cubicBezTo>
                <a:lnTo>
                  <a:pt x="3676" y="534"/>
                </a:lnTo>
                <a:close/>
                <a:moveTo>
                  <a:pt x="3676" y="453"/>
                </a:moveTo>
                <a:cubicBezTo>
                  <a:pt x="3676" y="537"/>
                  <a:pt x="3676" y="537"/>
                  <a:pt x="3676" y="537"/>
                </a:cubicBezTo>
                <a:cubicBezTo>
                  <a:pt x="3680" y="537"/>
                  <a:pt x="3680" y="537"/>
                  <a:pt x="3680" y="537"/>
                </a:cubicBezTo>
                <a:cubicBezTo>
                  <a:pt x="3680" y="586"/>
                  <a:pt x="3680" y="586"/>
                  <a:pt x="3680" y="586"/>
                </a:cubicBezTo>
                <a:cubicBezTo>
                  <a:pt x="3694" y="586"/>
                  <a:pt x="3694" y="586"/>
                  <a:pt x="3694" y="586"/>
                </a:cubicBezTo>
                <a:cubicBezTo>
                  <a:pt x="3694" y="584"/>
                  <a:pt x="3694" y="584"/>
                  <a:pt x="3694" y="584"/>
                </a:cubicBezTo>
                <a:cubicBezTo>
                  <a:pt x="3683" y="584"/>
                  <a:pt x="3683" y="584"/>
                  <a:pt x="3683" y="584"/>
                </a:cubicBezTo>
                <a:cubicBezTo>
                  <a:pt x="3683" y="535"/>
                  <a:pt x="3683" y="535"/>
                  <a:pt x="3683" y="535"/>
                </a:cubicBezTo>
                <a:cubicBezTo>
                  <a:pt x="3678" y="535"/>
                  <a:pt x="3678" y="535"/>
                  <a:pt x="3678" y="535"/>
                </a:cubicBezTo>
                <a:cubicBezTo>
                  <a:pt x="3678" y="453"/>
                  <a:pt x="3678" y="453"/>
                  <a:pt x="3678" y="453"/>
                </a:cubicBezTo>
                <a:cubicBezTo>
                  <a:pt x="3676" y="453"/>
                  <a:pt x="3676" y="453"/>
                  <a:pt x="3676" y="453"/>
                </a:cubicBezTo>
                <a:moveTo>
                  <a:pt x="3642" y="476"/>
                </a:moveTo>
                <a:cubicBezTo>
                  <a:pt x="3644" y="476"/>
                  <a:pt x="3644" y="476"/>
                  <a:pt x="3644" y="476"/>
                </a:cubicBezTo>
                <a:cubicBezTo>
                  <a:pt x="3644" y="433"/>
                  <a:pt x="3644" y="433"/>
                  <a:pt x="3644" y="433"/>
                </a:cubicBezTo>
                <a:cubicBezTo>
                  <a:pt x="3642" y="433"/>
                  <a:pt x="3642" y="433"/>
                  <a:pt x="3642" y="433"/>
                </a:cubicBezTo>
                <a:lnTo>
                  <a:pt x="3642" y="476"/>
                </a:lnTo>
                <a:close/>
                <a:moveTo>
                  <a:pt x="3652" y="476"/>
                </a:moveTo>
                <a:cubicBezTo>
                  <a:pt x="3655" y="476"/>
                  <a:pt x="3655" y="476"/>
                  <a:pt x="3655" y="476"/>
                </a:cubicBezTo>
                <a:cubicBezTo>
                  <a:pt x="3655" y="433"/>
                  <a:pt x="3655" y="433"/>
                  <a:pt x="3655" y="433"/>
                </a:cubicBezTo>
                <a:cubicBezTo>
                  <a:pt x="3652" y="433"/>
                  <a:pt x="3652" y="433"/>
                  <a:pt x="3652" y="433"/>
                </a:cubicBezTo>
                <a:lnTo>
                  <a:pt x="3652" y="476"/>
                </a:lnTo>
                <a:close/>
                <a:moveTo>
                  <a:pt x="3597" y="490"/>
                </a:moveTo>
                <a:cubicBezTo>
                  <a:pt x="3612" y="486"/>
                  <a:pt x="3612" y="486"/>
                  <a:pt x="3612" y="486"/>
                </a:cubicBezTo>
                <a:cubicBezTo>
                  <a:pt x="3661" y="486"/>
                  <a:pt x="3661" y="486"/>
                  <a:pt x="3661" y="486"/>
                </a:cubicBezTo>
                <a:cubicBezTo>
                  <a:pt x="3661" y="484"/>
                  <a:pt x="3661" y="484"/>
                  <a:pt x="3661" y="484"/>
                </a:cubicBezTo>
                <a:cubicBezTo>
                  <a:pt x="3611" y="484"/>
                  <a:pt x="3611" y="484"/>
                  <a:pt x="3611" y="484"/>
                </a:cubicBezTo>
                <a:cubicBezTo>
                  <a:pt x="3597" y="488"/>
                  <a:pt x="3597" y="488"/>
                  <a:pt x="3597" y="488"/>
                </a:cubicBezTo>
                <a:cubicBezTo>
                  <a:pt x="3597" y="490"/>
                  <a:pt x="3597" y="490"/>
                  <a:pt x="3597" y="490"/>
                </a:cubicBezTo>
                <a:moveTo>
                  <a:pt x="3670" y="626"/>
                </a:moveTo>
                <a:cubicBezTo>
                  <a:pt x="3672" y="626"/>
                  <a:pt x="3672" y="626"/>
                  <a:pt x="3672" y="626"/>
                </a:cubicBezTo>
                <a:cubicBezTo>
                  <a:pt x="3672" y="572"/>
                  <a:pt x="3672" y="572"/>
                  <a:pt x="3672" y="572"/>
                </a:cubicBezTo>
                <a:cubicBezTo>
                  <a:pt x="3670" y="572"/>
                  <a:pt x="3670" y="572"/>
                  <a:pt x="3670" y="572"/>
                </a:cubicBezTo>
                <a:lnTo>
                  <a:pt x="3670" y="626"/>
                </a:lnTo>
                <a:close/>
                <a:moveTo>
                  <a:pt x="3662" y="573"/>
                </a:moveTo>
                <a:cubicBezTo>
                  <a:pt x="3682" y="573"/>
                  <a:pt x="3682" y="573"/>
                  <a:pt x="3682" y="573"/>
                </a:cubicBezTo>
                <a:cubicBezTo>
                  <a:pt x="3682" y="571"/>
                  <a:pt x="3682" y="571"/>
                  <a:pt x="3682" y="571"/>
                </a:cubicBezTo>
                <a:cubicBezTo>
                  <a:pt x="3662" y="571"/>
                  <a:pt x="3662" y="571"/>
                  <a:pt x="3662" y="571"/>
                </a:cubicBezTo>
                <a:lnTo>
                  <a:pt x="3662" y="573"/>
                </a:lnTo>
                <a:close/>
                <a:moveTo>
                  <a:pt x="3560" y="7"/>
                </a:moveTo>
                <a:cubicBezTo>
                  <a:pt x="3561" y="9"/>
                  <a:pt x="3563" y="15"/>
                  <a:pt x="3564" y="19"/>
                </a:cubicBezTo>
                <a:cubicBezTo>
                  <a:pt x="3565" y="24"/>
                  <a:pt x="3565" y="28"/>
                  <a:pt x="3565" y="28"/>
                </a:cubicBezTo>
                <a:cubicBezTo>
                  <a:pt x="3568" y="28"/>
                  <a:pt x="3568" y="28"/>
                  <a:pt x="3568" y="28"/>
                </a:cubicBezTo>
                <a:cubicBezTo>
                  <a:pt x="3568" y="28"/>
                  <a:pt x="3567" y="23"/>
                  <a:pt x="3566" y="19"/>
                </a:cubicBezTo>
                <a:cubicBezTo>
                  <a:pt x="3565" y="14"/>
                  <a:pt x="3564" y="9"/>
                  <a:pt x="3561" y="6"/>
                </a:cubicBezTo>
                <a:cubicBezTo>
                  <a:pt x="3560" y="7"/>
                  <a:pt x="3560" y="7"/>
                  <a:pt x="3560" y="7"/>
                </a:cubicBezTo>
                <a:moveTo>
                  <a:pt x="3556" y="9"/>
                </a:moveTo>
                <a:cubicBezTo>
                  <a:pt x="3559" y="13"/>
                  <a:pt x="3559" y="22"/>
                  <a:pt x="3559" y="25"/>
                </a:cubicBezTo>
                <a:cubicBezTo>
                  <a:pt x="3559" y="26"/>
                  <a:pt x="3559" y="27"/>
                  <a:pt x="3559" y="27"/>
                </a:cubicBezTo>
                <a:cubicBezTo>
                  <a:pt x="3562" y="27"/>
                  <a:pt x="3562" y="27"/>
                  <a:pt x="3562" y="27"/>
                </a:cubicBezTo>
                <a:cubicBezTo>
                  <a:pt x="3562" y="27"/>
                  <a:pt x="3562" y="26"/>
                  <a:pt x="3562" y="25"/>
                </a:cubicBezTo>
                <a:cubicBezTo>
                  <a:pt x="3562" y="22"/>
                  <a:pt x="3561" y="13"/>
                  <a:pt x="3558" y="8"/>
                </a:cubicBezTo>
                <a:cubicBezTo>
                  <a:pt x="3556" y="9"/>
                  <a:pt x="3556" y="9"/>
                  <a:pt x="3556" y="9"/>
                </a:cubicBezTo>
                <a:moveTo>
                  <a:pt x="3551" y="8"/>
                </a:moveTo>
                <a:cubicBezTo>
                  <a:pt x="3553" y="10"/>
                  <a:pt x="3554" y="14"/>
                  <a:pt x="3554" y="17"/>
                </a:cubicBezTo>
                <a:cubicBezTo>
                  <a:pt x="3555" y="21"/>
                  <a:pt x="3555" y="24"/>
                  <a:pt x="3555" y="26"/>
                </a:cubicBezTo>
                <a:cubicBezTo>
                  <a:pt x="3555" y="27"/>
                  <a:pt x="3555" y="27"/>
                  <a:pt x="3555" y="27"/>
                </a:cubicBezTo>
                <a:cubicBezTo>
                  <a:pt x="3557" y="27"/>
                  <a:pt x="3557" y="27"/>
                  <a:pt x="3557" y="27"/>
                </a:cubicBezTo>
                <a:cubicBezTo>
                  <a:pt x="3557" y="26"/>
                  <a:pt x="3557" y="26"/>
                  <a:pt x="3557" y="26"/>
                </a:cubicBezTo>
                <a:cubicBezTo>
                  <a:pt x="3557" y="24"/>
                  <a:pt x="3557" y="21"/>
                  <a:pt x="3556" y="17"/>
                </a:cubicBezTo>
                <a:cubicBezTo>
                  <a:pt x="3556" y="13"/>
                  <a:pt x="3555" y="9"/>
                  <a:pt x="3553" y="7"/>
                </a:cubicBezTo>
                <a:cubicBezTo>
                  <a:pt x="3551" y="8"/>
                  <a:pt x="3551" y="8"/>
                  <a:pt x="3551" y="8"/>
                </a:cubicBezTo>
                <a:moveTo>
                  <a:pt x="3547" y="9"/>
                </a:moveTo>
                <a:cubicBezTo>
                  <a:pt x="3548" y="11"/>
                  <a:pt x="3548" y="15"/>
                  <a:pt x="3548" y="19"/>
                </a:cubicBezTo>
                <a:cubicBezTo>
                  <a:pt x="3549" y="22"/>
                  <a:pt x="3549" y="25"/>
                  <a:pt x="3549" y="25"/>
                </a:cubicBezTo>
                <a:cubicBezTo>
                  <a:pt x="3551" y="25"/>
                  <a:pt x="3551" y="25"/>
                  <a:pt x="3551" y="25"/>
                </a:cubicBezTo>
                <a:cubicBezTo>
                  <a:pt x="3551" y="25"/>
                  <a:pt x="3550" y="14"/>
                  <a:pt x="3549" y="8"/>
                </a:cubicBezTo>
                <a:cubicBezTo>
                  <a:pt x="3547" y="9"/>
                  <a:pt x="3547" y="9"/>
                  <a:pt x="3547" y="9"/>
                </a:cubicBezTo>
                <a:moveTo>
                  <a:pt x="3543" y="8"/>
                </a:moveTo>
                <a:cubicBezTo>
                  <a:pt x="3543" y="11"/>
                  <a:pt x="3544" y="15"/>
                  <a:pt x="3544" y="18"/>
                </a:cubicBezTo>
                <a:cubicBezTo>
                  <a:pt x="3544" y="22"/>
                  <a:pt x="3544" y="25"/>
                  <a:pt x="3544" y="25"/>
                </a:cubicBezTo>
                <a:cubicBezTo>
                  <a:pt x="3547" y="25"/>
                  <a:pt x="3547" y="25"/>
                  <a:pt x="3547" y="25"/>
                </a:cubicBezTo>
                <a:cubicBezTo>
                  <a:pt x="3547" y="25"/>
                  <a:pt x="3546" y="13"/>
                  <a:pt x="3545" y="8"/>
                </a:cubicBezTo>
                <a:cubicBezTo>
                  <a:pt x="3543" y="8"/>
                  <a:pt x="3543" y="8"/>
                  <a:pt x="3543" y="8"/>
                </a:cubicBezTo>
                <a:moveTo>
                  <a:pt x="3537" y="4"/>
                </a:moveTo>
                <a:cubicBezTo>
                  <a:pt x="3538" y="7"/>
                  <a:pt x="3539" y="13"/>
                  <a:pt x="3539" y="17"/>
                </a:cubicBezTo>
                <a:cubicBezTo>
                  <a:pt x="3540" y="21"/>
                  <a:pt x="3540" y="25"/>
                  <a:pt x="3540" y="25"/>
                </a:cubicBezTo>
                <a:cubicBezTo>
                  <a:pt x="3542" y="25"/>
                  <a:pt x="3542" y="25"/>
                  <a:pt x="3542" y="25"/>
                </a:cubicBezTo>
                <a:cubicBezTo>
                  <a:pt x="3542" y="25"/>
                  <a:pt x="3542" y="11"/>
                  <a:pt x="3539" y="3"/>
                </a:cubicBezTo>
                <a:cubicBezTo>
                  <a:pt x="3537" y="4"/>
                  <a:pt x="3537" y="4"/>
                  <a:pt x="3537" y="4"/>
                </a:cubicBezTo>
                <a:moveTo>
                  <a:pt x="3503" y="68"/>
                </a:moveTo>
                <a:cubicBezTo>
                  <a:pt x="3515" y="60"/>
                  <a:pt x="3515" y="60"/>
                  <a:pt x="3515" y="60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02" y="66"/>
                  <a:pt x="3502" y="66"/>
                  <a:pt x="3502" y="66"/>
                </a:cubicBezTo>
                <a:moveTo>
                  <a:pt x="3512" y="35"/>
                </a:moveTo>
                <a:cubicBezTo>
                  <a:pt x="3524" y="30"/>
                  <a:pt x="3524" y="30"/>
                  <a:pt x="3524" y="30"/>
                </a:cubicBezTo>
                <a:cubicBezTo>
                  <a:pt x="3523" y="28"/>
                  <a:pt x="3523" y="28"/>
                  <a:pt x="3523" y="28"/>
                </a:cubicBezTo>
                <a:cubicBezTo>
                  <a:pt x="3511" y="33"/>
                  <a:pt x="3511" y="33"/>
                  <a:pt x="3511" y="33"/>
                </a:cubicBezTo>
                <a:moveTo>
                  <a:pt x="3519" y="670"/>
                </a:moveTo>
                <a:cubicBezTo>
                  <a:pt x="3519" y="178"/>
                  <a:pt x="3519" y="178"/>
                  <a:pt x="3519" y="178"/>
                </a:cubicBezTo>
                <a:cubicBezTo>
                  <a:pt x="3518" y="178"/>
                  <a:pt x="3518" y="178"/>
                  <a:pt x="3518" y="178"/>
                </a:cubicBezTo>
                <a:cubicBezTo>
                  <a:pt x="3519" y="178"/>
                  <a:pt x="3519" y="178"/>
                  <a:pt x="3519" y="17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2" y="74"/>
                  <a:pt x="3522" y="74"/>
                  <a:pt x="3522" y="74"/>
                </a:cubicBezTo>
                <a:cubicBezTo>
                  <a:pt x="3524" y="72"/>
                  <a:pt x="3524" y="72"/>
                  <a:pt x="3524" y="72"/>
                </a:cubicBezTo>
                <a:cubicBezTo>
                  <a:pt x="3525" y="72"/>
                  <a:pt x="3525" y="72"/>
                  <a:pt x="3525" y="72"/>
                </a:cubicBezTo>
                <a:cubicBezTo>
                  <a:pt x="3528" y="46"/>
                  <a:pt x="3528" y="46"/>
                  <a:pt x="3528" y="46"/>
                </a:cubicBezTo>
                <a:cubicBezTo>
                  <a:pt x="3532" y="44"/>
                  <a:pt x="3532" y="44"/>
                  <a:pt x="3532" y="44"/>
                </a:cubicBezTo>
                <a:cubicBezTo>
                  <a:pt x="3538" y="45"/>
                  <a:pt x="3538" y="45"/>
                  <a:pt x="3538" y="45"/>
                </a:cubicBezTo>
                <a:cubicBezTo>
                  <a:pt x="3539" y="43"/>
                  <a:pt x="3539" y="43"/>
                  <a:pt x="3539" y="43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27" y="44"/>
                  <a:pt x="3527" y="44"/>
                  <a:pt x="3527" y="44"/>
                </a:cubicBezTo>
                <a:cubicBezTo>
                  <a:pt x="3526" y="44"/>
                  <a:pt x="3526" y="44"/>
                  <a:pt x="3526" y="44"/>
                </a:cubicBezTo>
                <a:cubicBezTo>
                  <a:pt x="3523" y="71"/>
                  <a:pt x="3523" y="71"/>
                  <a:pt x="3523" y="71"/>
                </a:cubicBezTo>
                <a:cubicBezTo>
                  <a:pt x="3521" y="73"/>
                  <a:pt x="3521" y="73"/>
                  <a:pt x="3521" y="73"/>
                </a:cubicBezTo>
                <a:cubicBezTo>
                  <a:pt x="3520" y="73"/>
                  <a:pt x="3520" y="73"/>
                  <a:pt x="3520" y="73"/>
                </a:cubicBezTo>
                <a:cubicBezTo>
                  <a:pt x="3518" y="108"/>
                  <a:pt x="3518" y="108"/>
                  <a:pt x="3518" y="108"/>
                </a:cubicBezTo>
                <a:cubicBezTo>
                  <a:pt x="3516" y="178"/>
                  <a:pt x="3516" y="178"/>
                  <a:pt x="3516" y="178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9" y="670"/>
                  <a:pt x="3519" y="670"/>
                  <a:pt x="3519" y="670"/>
                </a:cubicBezTo>
                <a:moveTo>
                  <a:pt x="3545" y="100"/>
                </a:moveTo>
                <a:cubicBezTo>
                  <a:pt x="3545" y="59"/>
                  <a:pt x="3545" y="59"/>
                  <a:pt x="3545" y="59"/>
                </a:cubicBezTo>
                <a:cubicBezTo>
                  <a:pt x="3580" y="62"/>
                  <a:pt x="3580" y="62"/>
                  <a:pt x="3580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64"/>
                  <a:pt x="3590" y="64"/>
                  <a:pt x="3590" y="64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42" y="56"/>
                  <a:pt x="3542" y="56"/>
                  <a:pt x="3542" y="56"/>
                </a:cubicBezTo>
                <a:cubicBezTo>
                  <a:pt x="3542" y="100"/>
                  <a:pt x="3542" y="100"/>
                  <a:pt x="3542" y="100"/>
                </a:cubicBezTo>
                <a:cubicBezTo>
                  <a:pt x="3545" y="100"/>
                  <a:pt x="3545" y="100"/>
                  <a:pt x="3545" y="100"/>
                </a:cubicBezTo>
                <a:moveTo>
                  <a:pt x="3537" y="37"/>
                </a:moveTo>
                <a:cubicBezTo>
                  <a:pt x="3577" y="41"/>
                  <a:pt x="3577" y="41"/>
                  <a:pt x="3577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37" y="35"/>
                  <a:pt x="3537" y="35"/>
                  <a:pt x="3537" y="35"/>
                </a:cubicBezTo>
                <a:moveTo>
                  <a:pt x="3507" y="51"/>
                </a:moveTo>
                <a:cubicBezTo>
                  <a:pt x="3522" y="40"/>
                  <a:pt x="3522" y="40"/>
                  <a:pt x="352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7" y="36"/>
                  <a:pt x="3537" y="36"/>
                  <a:pt x="3537" y="36"/>
                </a:cubicBezTo>
                <a:cubicBezTo>
                  <a:pt x="3536" y="35"/>
                  <a:pt x="3536" y="35"/>
                  <a:pt x="3536" y="35"/>
                </a:cubicBezTo>
                <a:cubicBezTo>
                  <a:pt x="3532" y="38"/>
                  <a:pt x="3532" y="38"/>
                  <a:pt x="3532" y="38"/>
                </a:cubicBezTo>
                <a:cubicBezTo>
                  <a:pt x="3522" y="38"/>
                  <a:pt x="3522" y="38"/>
                  <a:pt x="3522" y="38"/>
                </a:cubicBezTo>
                <a:cubicBezTo>
                  <a:pt x="3521" y="38"/>
                  <a:pt x="3521" y="38"/>
                  <a:pt x="3521" y="38"/>
                </a:cubicBezTo>
                <a:cubicBezTo>
                  <a:pt x="3506" y="50"/>
                  <a:pt x="3506" y="50"/>
                  <a:pt x="3506" y="50"/>
                </a:cubicBezTo>
                <a:cubicBezTo>
                  <a:pt x="3507" y="51"/>
                  <a:pt x="3507" y="51"/>
                  <a:pt x="3507" y="51"/>
                </a:cubicBezTo>
                <a:moveTo>
                  <a:pt x="3577" y="37"/>
                </a:moveTo>
                <a:cubicBezTo>
                  <a:pt x="3583" y="38"/>
                  <a:pt x="3583" y="38"/>
                  <a:pt x="3583" y="38"/>
                </a:cubicBezTo>
                <a:cubicBezTo>
                  <a:pt x="3584" y="36"/>
                  <a:pt x="3584" y="36"/>
                  <a:pt x="3584" y="36"/>
                </a:cubicBezTo>
                <a:cubicBezTo>
                  <a:pt x="3577" y="34"/>
                  <a:pt x="3577" y="34"/>
                  <a:pt x="3577" y="34"/>
                </a:cubicBezTo>
                <a:moveTo>
                  <a:pt x="3524" y="31"/>
                </a:moveTo>
                <a:cubicBezTo>
                  <a:pt x="3536" y="32"/>
                  <a:pt x="3536" y="32"/>
                  <a:pt x="3536" y="32"/>
                </a:cubicBezTo>
                <a:cubicBezTo>
                  <a:pt x="3536" y="29"/>
                  <a:pt x="3536" y="29"/>
                  <a:pt x="3536" y="29"/>
                </a:cubicBezTo>
                <a:cubicBezTo>
                  <a:pt x="3524" y="29"/>
                  <a:pt x="3524" y="29"/>
                  <a:pt x="3524" y="29"/>
                </a:cubicBezTo>
                <a:moveTo>
                  <a:pt x="3571" y="50"/>
                </a:moveTo>
                <a:cubicBezTo>
                  <a:pt x="3574" y="50"/>
                  <a:pt x="3574" y="50"/>
                  <a:pt x="3574" y="50"/>
                </a:cubicBezTo>
                <a:cubicBezTo>
                  <a:pt x="3574" y="41"/>
                  <a:pt x="3574" y="41"/>
                  <a:pt x="3574" y="41"/>
                </a:cubicBezTo>
                <a:cubicBezTo>
                  <a:pt x="3571" y="41"/>
                  <a:pt x="3571" y="41"/>
                  <a:pt x="3571" y="41"/>
                </a:cubicBezTo>
                <a:lnTo>
                  <a:pt x="3571" y="50"/>
                </a:lnTo>
                <a:close/>
                <a:moveTo>
                  <a:pt x="3566" y="59"/>
                </a:moveTo>
                <a:cubicBezTo>
                  <a:pt x="3568" y="59"/>
                  <a:pt x="3568" y="59"/>
                  <a:pt x="3568" y="59"/>
                </a:cubicBezTo>
                <a:cubicBezTo>
                  <a:pt x="3568" y="40"/>
                  <a:pt x="3568" y="40"/>
                  <a:pt x="3568" y="40"/>
                </a:cubicBezTo>
                <a:cubicBezTo>
                  <a:pt x="3566" y="40"/>
                  <a:pt x="3566" y="40"/>
                  <a:pt x="3566" y="40"/>
                </a:cubicBezTo>
                <a:lnTo>
                  <a:pt x="3566" y="59"/>
                </a:lnTo>
                <a:close/>
                <a:moveTo>
                  <a:pt x="3545" y="49"/>
                </a:moveTo>
                <a:cubicBezTo>
                  <a:pt x="3548" y="49"/>
                  <a:pt x="3548" y="49"/>
                  <a:pt x="3548" y="49"/>
                </a:cubicBezTo>
                <a:cubicBezTo>
                  <a:pt x="3548" y="30"/>
                  <a:pt x="3548" y="30"/>
                  <a:pt x="3548" y="30"/>
                </a:cubicBezTo>
                <a:cubicBezTo>
                  <a:pt x="3545" y="30"/>
                  <a:pt x="3545" y="30"/>
                  <a:pt x="3545" y="30"/>
                </a:cubicBezTo>
                <a:lnTo>
                  <a:pt x="3545" y="49"/>
                </a:lnTo>
                <a:close/>
                <a:moveTo>
                  <a:pt x="3496" y="282"/>
                </a:moveTo>
                <a:cubicBezTo>
                  <a:pt x="3509" y="276"/>
                  <a:pt x="3509" y="276"/>
                  <a:pt x="3509" y="276"/>
                </a:cubicBezTo>
                <a:cubicBezTo>
                  <a:pt x="3514" y="274"/>
                  <a:pt x="3514" y="274"/>
                  <a:pt x="3514" y="274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22" y="272"/>
                  <a:pt x="3522" y="272"/>
                  <a:pt x="3522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6" y="272"/>
                  <a:pt x="3536" y="272"/>
                  <a:pt x="3536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9" y="273"/>
                  <a:pt x="3539" y="273"/>
                  <a:pt x="3539" y="273"/>
                </a:cubicBezTo>
                <a:cubicBezTo>
                  <a:pt x="3540" y="273"/>
                  <a:pt x="3540" y="273"/>
                  <a:pt x="3540" y="273"/>
                </a:cubicBezTo>
                <a:cubicBezTo>
                  <a:pt x="3542" y="272"/>
                  <a:pt x="3542" y="272"/>
                  <a:pt x="3542" y="272"/>
                </a:cubicBezTo>
                <a:cubicBezTo>
                  <a:pt x="3580" y="274"/>
                  <a:pt x="3580" y="274"/>
                  <a:pt x="3580" y="274"/>
                </a:cubicBezTo>
                <a:cubicBezTo>
                  <a:pt x="3597" y="276"/>
                  <a:pt x="3597" y="276"/>
                  <a:pt x="3597" y="276"/>
                </a:cubicBezTo>
                <a:cubicBezTo>
                  <a:pt x="3597" y="274"/>
                  <a:pt x="3597" y="274"/>
                  <a:pt x="3597" y="274"/>
                </a:cubicBezTo>
                <a:cubicBezTo>
                  <a:pt x="3581" y="272"/>
                  <a:pt x="3581" y="272"/>
                  <a:pt x="3581" y="272"/>
                </a:cubicBezTo>
                <a:cubicBezTo>
                  <a:pt x="3542" y="270"/>
                  <a:pt x="3542" y="270"/>
                  <a:pt x="3542" y="270"/>
                </a:cubicBezTo>
                <a:cubicBezTo>
                  <a:pt x="3539" y="271"/>
                  <a:pt x="3539" y="271"/>
                  <a:pt x="3539" y="271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22" y="270"/>
                  <a:pt x="3522" y="270"/>
                  <a:pt x="3522" y="270"/>
                </a:cubicBezTo>
                <a:cubicBezTo>
                  <a:pt x="3518" y="271"/>
                  <a:pt x="3518" y="271"/>
                  <a:pt x="3518" y="271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509" y="275"/>
                  <a:pt x="3509" y="275"/>
                  <a:pt x="3509" y="275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495" y="280"/>
                  <a:pt x="3495" y="280"/>
                  <a:pt x="3495" y="280"/>
                </a:cubicBezTo>
                <a:cubicBezTo>
                  <a:pt x="3496" y="282"/>
                  <a:pt x="3496" y="282"/>
                  <a:pt x="3496" y="282"/>
                </a:cubicBezTo>
                <a:moveTo>
                  <a:pt x="3496" y="622"/>
                </a:moveTo>
                <a:cubicBezTo>
                  <a:pt x="3510" y="622"/>
                  <a:pt x="3510" y="622"/>
                  <a:pt x="3510" y="622"/>
                </a:cubicBezTo>
                <a:cubicBezTo>
                  <a:pt x="3518" y="620"/>
                  <a:pt x="3518" y="620"/>
                  <a:pt x="3518" y="620"/>
                </a:cubicBezTo>
                <a:cubicBezTo>
                  <a:pt x="3581" y="620"/>
                  <a:pt x="3581" y="620"/>
                  <a:pt x="3581" y="620"/>
                </a:cubicBezTo>
                <a:cubicBezTo>
                  <a:pt x="3581" y="617"/>
                  <a:pt x="3581" y="617"/>
                  <a:pt x="3581" y="617"/>
                </a:cubicBezTo>
                <a:cubicBezTo>
                  <a:pt x="3518" y="617"/>
                  <a:pt x="3518" y="617"/>
                  <a:pt x="3518" y="617"/>
                </a:cubicBezTo>
                <a:cubicBezTo>
                  <a:pt x="3509" y="619"/>
                  <a:pt x="3509" y="619"/>
                  <a:pt x="3509" y="619"/>
                </a:cubicBezTo>
                <a:cubicBezTo>
                  <a:pt x="3496" y="619"/>
                  <a:pt x="3496" y="619"/>
                  <a:pt x="3496" y="619"/>
                </a:cubicBezTo>
                <a:cubicBezTo>
                  <a:pt x="3496" y="622"/>
                  <a:pt x="3496" y="622"/>
                  <a:pt x="3496" y="622"/>
                </a:cubicBezTo>
                <a:moveTo>
                  <a:pt x="3545" y="629"/>
                </a:moveTo>
                <a:cubicBezTo>
                  <a:pt x="3580" y="629"/>
                  <a:pt x="3580" y="629"/>
                  <a:pt x="3580" y="629"/>
                </a:cubicBezTo>
                <a:cubicBezTo>
                  <a:pt x="3580" y="626"/>
                  <a:pt x="3580" y="626"/>
                  <a:pt x="3580" y="626"/>
                </a:cubicBezTo>
                <a:cubicBezTo>
                  <a:pt x="3545" y="626"/>
                  <a:pt x="3545" y="626"/>
                  <a:pt x="3545" y="626"/>
                </a:cubicBezTo>
                <a:lnTo>
                  <a:pt x="3545" y="629"/>
                </a:lnTo>
                <a:close/>
                <a:moveTo>
                  <a:pt x="3544" y="619"/>
                </a:moveTo>
                <a:cubicBezTo>
                  <a:pt x="3544" y="646"/>
                  <a:pt x="3544" y="646"/>
                  <a:pt x="3544" y="646"/>
                </a:cubicBezTo>
                <a:cubicBezTo>
                  <a:pt x="3596" y="646"/>
                  <a:pt x="3596" y="646"/>
                  <a:pt x="3596" y="646"/>
                </a:cubicBezTo>
                <a:cubicBezTo>
                  <a:pt x="3596" y="643"/>
                  <a:pt x="3596" y="643"/>
                  <a:pt x="3596" y="643"/>
                </a:cubicBezTo>
                <a:cubicBezTo>
                  <a:pt x="3546" y="643"/>
                  <a:pt x="3546" y="643"/>
                  <a:pt x="3546" y="643"/>
                </a:cubicBezTo>
                <a:cubicBezTo>
                  <a:pt x="3546" y="619"/>
                  <a:pt x="3546" y="619"/>
                  <a:pt x="3546" y="619"/>
                </a:cubicBezTo>
                <a:cubicBezTo>
                  <a:pt x="3544" y="619"/>
                  <a:pt x="3544" y="619"/>
                  <a:pt x="3544" y="619"/>
                </a:cubicBezTo>
                <a:moveTo>
                  <a:pt x="3545" y="637"/>
                </a:moveTo>
                <a:cubicBezTo>
                  <a:pt x="3581" y="637"/>
                  <a:pt x="3581" y="637"/>
                  <a:pt x="3581" y="637"/>
                </a:cubicBezTo>
                <a:cubicBezTo>
                  <a:pt x="3581" y="634"/>
                  <a:pt x="3581" y="634"/>
                  <a:pt x="3581" y="634"/>
                </a:cubicBezTo>
                <a:cubicBezTo>
                  <a:pt x="3545" y="634"/>
                  <a:pt x="3545" y="634"/>
                  <a:pt x="3545" y="634"/>
                </a:cubicBezTo>
                <a:lnTo>
                  <a:pt x="3545" y="637"/>
                </a:lnTo>
                <a:close/>
                <a:moveTo>
                  <a:pt x="3554" y="661"/>
                </a:moveTo>
                <a:cubicBezTo>
                  <a:pt x="3680" y="661"/>
                  <a:pt x="3680" y="661"/>
                  <a:pt x="3680" y="661"/>
                </a:cubicBezTo>
                <a:cubicBezTo>
                  <a:pt x="3680" y="659"/>
                  <a:pt x="3680" y="659"/>
                  <a:pt x="3680" y="659"/>
                </a:cubicBezTo>
                <a:cubicBezTo>
                  <a:pt x="3554" y="659"/>
                  <a:pt x="3554" y="659"/>
                  <a:pt x="3554" y="659"/>
                </a:cubicBezTo>
                <a:lnTo>
                  <a:pt x="3554" y="661"/>
                </a:lnTo>
                <a:close/>
                <a:moveTo>
                  <a:pt x="3480" y="637"/>
                </a:moveTo>
                <a:cubicBezTo>
                  <a:pt x="3496" y="637"/>
                  <a:pt x="3496" y="637"/>
                  <a:pt x="3496" y="637"/>
                </a:cubicBezTo>
                <a:cubicBezTo>
                  <a:pt x="3496" y="634"/>
                  <a:pt x="3496" y="634"/>
                  <a:pt x="3496" y="634"/>
                </a:cubicBezTo>
                <a:cubicBezTo>
                  <a:pt x="3480" y="634"/>
                  <a:pt x="3480" y="634"/>
                  <a:pt x="3480" y="634"/>
                </a:cubicBezTo>
                <a:lnTo>
                  <a:pt x="3480" y="637"/>
                </a:lnTo>
                <a:close/>
                <a:moveTo>
                  <a:pt x="3480" y="647"/>
                </a:moveTo>
                <a:cubicBezTo>
                  <a:pt x="3496" y="647"/>
                  <a:pt x="3496" y="647"/>
                  <a:pt x="3496" y="647"/>
                </a:cubicBezTo>
                <a:cubicBezTo>
                  <a:pt x="3496" y="644"/>
                  <a:pt x="3496" y="644"/>
                  <a:pt x="3496" y="644"/>
                </a:cubicBezTo>
                <a:cubicBezTo>
                  <a:pt x="3480" y="644"/>
                  <a:pt x="3480" y="644"/>
                  <a:pt x="3480" y="644"/>
                </a:cubicBezTo>
                <a:lnTo>
                  <a:pt x="3480" y="647"/>
                </a:lnTo>
                <a:close/>
                <a:moveTo>
                  <a:pt x="3480" y="657"/>
                </a:moveTo>
                <a:cubicBezTo>
                  <a:pt x="3496" y="657"/>
                  <a:pt x="3496" y="657"/>
                  <a:pt x="3496" y="657"/>
                </a:cubicBezTo>
                <a:cubicBezTo>
                  <a:pt x="3496" y="654"/>
                  <a:pt x="3496" y="654"/>
                  <a:pt x="3496" y="654"/>
                </a:cubicBezTo>
                <a:cubicBezTo>
                  <a:pt x="3480" y="654"/>
                  <a:pt x="3480" y="654"/>
                  <a:pt x="3480" y="654"/>
                </a:cubicBezTo>
                <a:lnTo>
                  <a:pt x="3480" y="657"/>
                </a:lnTo>
                <a:close/>
                <a:moveTo>
                  <a:pt x="3420" y="666"/>
                </a:moveTo>
                <a:cubicBezTo>
                  <a:pt x="3447" y="666"/>
                  <a:pt x="3447" y="666"/>
                  <a:pt x="3447" y="666"/>
                </a:cubicBezTo>
                <a:cubicBezTo>
                  <a:pt x="3447" y="664"/>
                  <a:pt x="3447" y="664"/>
                  <a:pt x="3447" y="664"/>
                </a:cubicBezTo>
                <a:cubicBezTo>
                  <a:pt x="3420" y="664"/>
                  <a:pt x="3420" y="664"/>
                  <a:pt x="3420" y="664"/>
                </a:cubicBezTo>
                <a:lnTo>
                  <a:pt x="3420" y="666"/>
                </a:lnTo>
                <a:close/>
                <a:moveTo>
                  <a:pt x="3363" y="425"/>
                </a:moveTo>
                <a:cubicBezTo>
                  <a:pt x="3371" y="420"/>
                  <a:pt x="3371" y="420"/>
                  <a:pt x="3371" y="420"/>
                </a:cubicBezTo>
                <a:cubicBezTo>
                  <a:pt x="3394" y="420"/>
                  <a:pt x="3394" y="420"/>
                  <a:pt x="3394" y="420"/>
                </a:cubicBezTo>
                <a:cubicBezTo>
                  <a:pt x="3394" y="418"/>
                  <a:pt x="3394" y="418"/>
                  <a:pt x="3394" y="418"/>
                </a:cubicBezTo>
                <a:cubicBezTo>
                  <a:pt x="3370" y="418"/>
                  <a:pt x="3370" y="418"/>
                  <a:pt x="3370" y="418"/>
                </a:cubicBezTo>
                <a:cubicBezTo>
                  <a:pt x="3361" y="423"/>
                  <a:pt x="3361" y="423"/>
                  <a:pt x="3361" y="423"/>
                </a:cubicBezTo>
                <a:cubicBezTo>
                  <a:pt x="3363" y="425"/>
                  <a:pt x="3363" y="425"/>
                  <a:pt x="3363" y="425"/>
                </a:cubicBezTo>
                <a:moveTo>
                  <a:pt x="3434" y="629"/>
                </a:moveTo>
                <a:cubicBezTo>
                  <a:pt x="3436" y="629"/>
                  <a:pt x="3436" y="629"/>
                  <a:pt x="3436" y="629"/>
                </a:cubicBezTo>
                <a:cubicBezTo>
                  <a:pt x="3436" y="412"/>
                  <a:pt x="3436" y="412"/>
                  <a:pt x="3436" y="412"/>
                </a:cubicBezTo>
                <a:cubicBezTo>
                  <a:pt x="3434" y="412"/>
                  <a:pt x="3434" y="412"/>
                  <a:pt x="3434" y="412"/>
                </a:cubicBezTo>
                <a:lnTo>
                  <a:pt x="3434" y="629"/>
                </a:lnTo>
                <a:close/>
                <a:moveTo>
                  <a:pt x="3427" y="665"/>
                </a:moveTo>
                <a:cubicBezTo>
                  <a:pt x="3427" y="640"/>
                  <a:pt x="3427" y="640"/>
                  <a:pt x="3427" y="640"/>
                </a:cubicBezTo>
                <a:cubicBezTo>
                  <a:pt x="3447" y="640"/>
                  <a:pt x="3447" y="640"/>
                  <a:pt x="3447" y="640"/>
                </a:cubicBezTo>
                <a:cubicBezTo>
                  <a:pt x="3447" y="638"/>
                  <a:pt x="3447" y="638"/>
                  <a:pt x="3447" y="638"/>
                </a:cubicBezTo>
                <a:cubicBezTo>
                  <a:pt x="3425" y="638"/>
                  <a:pt x="3425" y="638"/>
                  <a:pt x="3425" y="638"/>
                </a:cubicBezTo>
                <a:cubicBezTo>
                  <a:pt x="3425" y="665"/>
                  <a:pt x="3425" y="665"/>
                  <a:pt x="3425" y="665"/>
                </a:cubicBezTo>
                <a:cubicBezTo>
                  <a:pt x="3427" y="665"/>
                  <a:pt x="3427" y="665"/>
                  <a:pt x="3427" y="665"/>
                </a:cubicBezTo>
                <a:moveTo>
                  <a:pt x="3271" y="620"/>
                </a:moveTo>
                <a:cubicBezTo>
                  <a:pt x="3273" y="620"/>
                  <a:pt x="3273" y="620"/>
                  <a:pt x="3273" y="620"/>
                </a:cubicBezTo>
                <a:cubicBezTo>
                  <a:pt x="3273" y="431"/>
                  <a:pt x="3273" y="431"/>
                  <a:pt x="3273" y="431"/>
                </a:cubicBezTo>
                <a:cubicBezTo>
                  <a:pt x="3271" y="431"/>
                  <a:pt x="3271" y="431"/>
                  <a:pt x="3271" y="431"/>
                </a:cubicBezTo>
                <a:lnTo>
                  <a:pt x="3271" y="620"/>
                </a:lnTo>
                <a:close/>
                <a:moveTo>
                  <a:pt x="3276" y="620"/>
                </a:moveTo>
                <a:cubicBezTo>
                  <a:pt x="3279" y="620"/>
                  <a:pt x="3279" y="620"/>
                  <a:pt x="3279" y="620"/>
                </a:cubicBezTo>
                <a:cubicBezTo>
                  <a:pt x="3279" y="431"/>
                  <a:pt x="3279" y="431"/>
                  <a:pt x="3279" y="431"/>
                </a:cubicBezTo>
                <a:cubicBezTo>
                  <a:pt x="3276" y="431"/>
                  <a:pt x="3276" y="431"/>
                  <a:pt x="3276" y="431"/>
                </a:cubicBezTo>
                <a:lnTo>
                  <a:pt x="3276" y="620"/>
                </a:lnTo>
                <a:close/>
                <a:moveTo>
                  <a:pt x="3282" y="620"/>
                </a:moveTo>
                <a:cubicBezTo>
                  <a:pt x="3284" y="620"/>
                  <a:pt x="3284" y="620"/>
                  <a:pt x="3284" y="620"/>
                </a:cubicBezTo>
                <a:cubicBezTo>
                  <a:pt x="3284" y="431"/>
                  <a:pt x="3284" y="431"/>
                  <a:pt x="3284" y="431"/>
                </a:cubicBezTo>
                <a:cubicBezTo>
                  <a:pt x="3282" y="431"/>
                  <a:pt x="3282" y="431"/>
                  <a:pt x="3282" y="431"/>
                </a:cubicBezTo>
                <a:lnTo>
                  <a:pt x="3282" y="620"/>
                </a:lnTo>
                <a:close/>
                <a:moveTo>
                  <a:pt x="3287" y="620"/>
                </a:moveTo>
                <a:cubicBezTo>
                  <a:pt x="3289" y="620"/>
                  <a:pt x="3289" y="620"/>
                  <a:pt x="3289" y="620"/>
                </a:cubicBezTo>
                <a:cubicBezTo>
                  <a:pt x="3289" y="431"/>
                  <a:pt x="3289" y="431"/>
                  <a:pt x="3289" y="431"/>
                </a:cubicBezTo>
                <a:cubicBezTo>
                  <a:pt x="3287" y="431"/>
                  <a:pt x="3287" y="431"/>
                  <a:pt x="3287" y="431"/>
                </a:cubicBezTo>
                <a:lnTo>
                  <a:pt x="3287" y="620"/>
                </a:lnTo>
                <a:close/>
                <a:moveTo>
                  <a:pt x="3293" y="620"/>
                </a:moveTo>
                <a:cubicBezTo>
                  <a:pt x="3295" y="620"/>
                  <a:pt x="3295" y="620"/>
                  <a:pt x="3295" y="620"/>
                </a:cubicBezTo>
                <a:cubicBezTo>
                  <a:pt x="3295" y="431"/>
                  <a:pt x="3295" y="431"/>
                  <a:pt x="3295" y="431"/>
                </a:cubicBezTo>
                <a:cubicBezTo>
                  <a:pt x="3293" y="431"/>
                  <a:pt x="3293" y="431"/>
                  <a:pt x="3293" y="431"/>
                </a:cubicBezTo>
                <a:lnTo>
                  <a:pt x="3293" y="620"/>
                </a:lnTo>
                <a:close/>
                <a:moveTo>
                  <a:pt x="3298" y="620"/>
                </a:moveTo>
                <a:cubicBezTo>
                  <a:pt x="3300" y="620"/>
                  <a:pt x="3300" y="620"/>
                  <a:pt x="3300" y="620"/>
                </a:cubicBezTo>
                <a:cubicBezTo>
                  <a:pt x="3300" y="431"/>
                  <a:pt x="3300" y="431"/>
                  <a:pt x="3300" y="431"/>
                </a:cubicBezTo>
                <a:cubicBezTo>
                  <a:pt x="3298" y="431"/>
                  <a:pt x="3298" y="431"/>
                  <a:pt x="3298" y="431"/>
                </a:cubicBezTo>
                <a:lnTo>
                  <a:pt x="3298" y="620"/>
                </a:lnTo>
                <a:close/>
                <a:moveTo>
                  <a:pt x="3303" y="620"/>
                </a:moveTo>
                <a:cubicBezTo>
                  <a:pt x="3306" y="620"/>
                  <a:pt x="3306" y="620"/>
                  <a:pt x="3306" y="620"/>
                </a:cubicBezTo>
                <a:cubicBezTo>
                  <a:pt x="3306" y="431"/>
                  <a:pt x="3306" y="431"/>
                  <a:pt x="3306" y="431"/>
                </a:cubicBezTo>
                <a:cubicBezTo>
                  <a:pt x="3303" y="431"/>
                  <a:pt x="3303" y="431"/>
                  <a:pt x="3303" y="431"/>
                </a:cubicBezTo>
                <a:lnTo>
                  <a:pt x="3303" y="620"/>
                </a:lnTo>
                <a:close/>
                <a:moveTo>
                  <a:pt x="3220" y="647"/>
                </a:moveTo>
                <a:cubicBezTo>
                  <a:pt x="3232" y="642"/>
                  <a:pt x="3232" y="642"/>
                  <a:pt x="3232" y="642"/>
                </a:cubicBezTo>
                <a:cubicBezTo>
                  <a:pt x="3353" y="642"/>
                  <a:pt x="3353" y="642"/>
                  <a:pt x="3353" y="642"/>
                </a:cubicBezTo>
                <a:cubicBezTo>
                  <a:pt x="3353" y="640"/>
                  <a:pt x="3353" y="640"/>
                  <a:pt x="3353" y="640"/>
                </a:cubicBezTo>
                <a:cubicBezTo>
                  <a:pt x="3232" y="640"/>
                  <a:pt x="3232" y="640"/>
                  <a:pt x="3232" y="640"/>
                </a:cubicBezTo>
                <a:cubicBezTo>
                  <a:pt x="3219" y="645"/>
                  <a:pt x="3219" y="645"/>
                  <a:pt x="3219" y="645"/>
                </a:cubicBezTo>
                <a:cubicBezTo>
                  <a:pt x="3220" y="647"/>
                  <a:pt x="3220" y="647"/>
                  <a:pt x="3220" y="647"/>
                </a:cubicBezTo>
                <a:moveTo>
                  <a:pt x="3220" y="653"/>
                </a:moveTo>
                <a:cubicBezTo>
                  <a:pt x="3233" y="648"/>
                  <a:pt x="3233" y="648"/>
                  <a:pt x="3233" y="648"/>
                </a:cubicBezTo>
                <a:cubicBezTo>
                  <a:pt x="3353" y="648"/>
                  <a:pt x="3353" y="648"/>
                  <a:pt x="3353" y="648"/>
                </a:cubicBezTo>
                <a:cubicBezTo>
                  <a:pt x="3353" y="646"/>
                  <a:pt x="3353" y="646"/>
                  <a:pt x="3353" y="646"/>
                </a:cubicBezTo>
                <a:cubicBezTo>
                  <a:pt x="3232" y="646"/>
                  <a:pt x="3232" y="646"/>
                  <a:pt x="3232" y="646"/>
                </a:cubicBezTo>
                <a:cubicBezTo>
                  <a:pt x="3219" y="651"/>
                  <a:pt x="3219" y="651"/>
                  <a:pt x="3219" y="651"/>
                </a:cubicBezTo>
                <a:cubicBezTo>
                  <a:pt x="3220" y="653"/>
                  <a:pt x="3220" y="653"/>
                  <a:pt x="3220" y="653"/>
                </a:cubicBezTo>
                <a:moveTo>
                  <a:pt x="3234" y="659"/>
                </a:moveTo>
                <a:cubicBezTo>
                  <a:pt x="3355" y="659"/>
                  <a:pt x="3355" y="659"/>
                  <a:pt x="3355" y="659"/>
                </a:cubicBezTo>
                <a:cubicBezTo>
                  <a:pt x="3355" y="656"/>
                  <a:pt x="3355" y="656"/>
                  <a:pt x="3355" y="656"/>
                </a:cubicBezTo>
                <a:cubicBezTo>
                  <a:pt x="3234" y="656"/>
                  <a:pt x="3234" y="656"/>
                  <a:pt x="3234" y="656"/>
                </a:cubicBezTo>
                <a:lnTo>
                  <a:pt x="3234" y="659"/>
                </a:lnTo>
                <a:close/>
                <a:moveTo>
                  <a:pt x="3327" y="671"/>
                </a:moveTo>
                <a:cubicBezTo>
                  <a:pt x="3329" y="671"/>
                  <a:pt x="3329" y="671"/>
                  <a:pt x="3329" y="671"/>
                </a:cubicBezTo>
                <a:cubicBezTo>
                  <a:pt x="3329" y="659"/>
                  <a:pt x="3329" y="659"/>
                  <a:pt x="3329" y="659"/>
                </a:cubicBezTo>
                <a:cubicBezTo>
                  <a:pt x="3327" y="659"/>
                  <a:pt x="3327" y="659"/>
                  <a:pt x="3327" y="659"/>
                </a:cubicBezTo>
                <a:lnTo>
                  <a:pt x="3327" y="671"/>
                </a:lnTo>
                <a:close/>
                <a:moveTo>
                  <a:pt x="3273" y="636"/>
                </a:moveTo>
                <a:cubicBezTo>
                  <a:pt x="3352" y="636"/>
                  <a:pt x="3352" y="636"/>
                  <a:pt x="3352" y="636"/>
                </a:cubicBezTo>
                <a:cubicBezTo>
                  <a:pt x="3352" y="634"/>
                  <a:pt x="3352" y="634"/>
                  <a:pt x="3352" y="634"/>
                </a:cubicBezTo>
                <a:cubicBezTo>
                  <a:pt x="3273" y="634"/>
                  <a:pt x="3273" y="634"/>
                  <a:pt x="3273" y="634"/>
                </a:cubicBezTo>
                <a:lnTo>
                  <a:pt x="3273" y="636"/>
                </a:lnTo>
                <a:close/>
                <a:moveTo>
                  <a:pt x="3348" y="523"/>
                </a:moveTo>
                <a:cubicBezTo>
                  <a:pt x="3348" y="481"/>
                  <a:pt x="3348" y="481"/>
                  <a:pt x="3348" y="481"/>
                </a:cubicBezTo>
                <a:cubicBezTo>
                  <a:pt x="3363" y="464"/>
                  <a:pt x="3363" y="464"/>
                  <a:pt x="3363" y="464"/>
                </a:cubicBezTo>
                <a:cubicBezTo>
                  <a:pt x="3361" y="462"/>
                  <a:pt x="3361" y="462"/>
                  <a:pt x="3361" y="462"/>
                </a:cubicBezTo>
                <a:cubicBezTo>
                  <a:pt x="3346" y="480"/>
                  <a:pt x="3346" y="480"/>
                  <a:pt x="3346" y="480"/>
                </a:cubicBezTo>
                <a:cubicBezTo>
                  <a:pt x="3346" y="523"/>
                  <a:pt x="3346" y="523"/>
                  <a:pt x="3346" y="523"/>
                </a:cubicBezTo>
                <a:cubicBezTo>
                  <a:pt x="3348" y="523"/>
                  <a:pt x="3348" y="523"/>
                  <a:pt x="3348" y="523"/>
                </a:cubicBezTo>
                <a:moveTo>
                  <a:pt x="3347" y="483"/>
                </a:moveTo>
                <a:cubicBezTo>
                  <a:pt x="3361" y="482"/>
                  <a:pt x="3361" y="482"/>
                  <a:pt x="3361" y="482"/>
                </a:cubicBezTo>
                <a:cubicBezTo>
                  <a:pt x="3361" y="480"/>
                  <a:pt x="3361" y="480"/>
                  <a:pt x="3361" y="480"/>
                </a:cubicBezTo>
                <a:cubicBezTo>
                  <a:pt x="3347" y="481"/>
                  <a:pt x="3347" y="481"/>
                  <a:pt x="3347" y="481"/>
                </a:cubicBezTo>
                <a:moveTo>
                  <a:pt x="3346" y="504"/>
                </a:moveTo>
                <a:cubicBezTo>
                  <a:pt x="3361" y="503"/>
                  <a:pt x="3361" y="503"/>
                  <a:pt x="3361" y="503"/>
                </a:cubicBezTo>
                <a:cubicBezTo>
                  <a:pt x="3361" y="500"/>
                  <a:pt x="3361" y="500"/>
                  <a:pt x="3361" y="500"/>
                </a:cubicBezTo>
                <a:cubicBezTo>
                  <a:pt x="3346" y="502"/>
                  <a:pt x="3346" y="502"/>
                  <a:pt x="3346" y="502"/>
                </a:cubicBezTo>
                <a:moveTo>
                  <a:pt x="3495" y="432"/>
                </a:moveTo>
                <a:cubicBezTo>
                  <a:pt x="3509" y="426"/>
                  <a:pt x="3509" y="426"/>
                  <a:pt x="3509" y="426"/>
                </a:cubicBezTo>
                <a:cubicBezTo>
                  <a:pt x="3514" y="423"/>
                  <a:pt x="3514" y="423"/>
                  <a:pt x="3514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22" y="422"/>
                  <a:pt x="3522" y="422"/>
                  <a:pt x="3522" y="422"/>
                </a:cubicBezTo>
                <a:cubicBezTo>
                  <a:pt x="3536" y="422"/>
                  <a:pt x="3536" y="422"/>
                  <a:pt x="3536" y="422"/>
                </a:cubicBezTo>
                <a:cubicBezTo>
                  <a:pt x="3542" y="422"/>
                  <a:pt x="3542" y="422"/>
                  <a:pt x="3542" y="422"/>
                </a:cubicBezTo>
                <a:cubicBezTo>
                  <a:pt x="3580" y="424"/>
                  <a:pt x="3580" y="424"/>
                  <a:pt x="3580" y="424"/>
                </a:cubicBezTo>
                <a:cubicBezTo>
                  <a:pt x="3597" y="426"/>
                  <a:pt x="3597" y="426"/>
                  <a:pt x="3597" y="426"/>
                </a:cubicBezTo>
                <a:cubicBezTo>
                  <a:pt x="3597" y="424"/>
                  <a:pt x="3597" y="424"/>
                  <a:pt x="3597" y="424"/>
                </a:cubicBezTo>
                <a:cubicBezTo>
                  <a:pt x="3580" y="422"/>
                  <a:pt x="3580" y="422"/>
                  <a:pt x="3580" y="422"/>
                </a:cubicBezTo>
                <a:cubicBezTo>
                  <a:pt x="3542" y="420"/>
                  <a:pt x="3542" y="420"/>
                  <a:pt x="3542" y="420"/>
                </a:cubicBezTo>
                <a:cubicBezTo>
                  <a:pt x="3536" y="420"/>
                  <a:pt x="3536" y="420"/>
                  <a:pt x="3536" y="420"/>
                </a:cubicBezTo>
                <a:cubicBezTo>
                  <a:pt x="3521" y="419"/>
                  <a:pt x="3521" y="419"/>
                  <a:pt x="3521" y="419"/>
                </a:cubicBezTo>
                <a:cubicBezTo>
                  <a:pt x="3518" y="420"/>
                  <a:pt x="3518" y="420"/>
                  <a:pt x="3518" y="420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08" y="424"/>
                  <a:pt x="3508" y="424"/>
                  <a:pt x="3508" y="424"/>
                </a:cubicBezTo>
                <a:cubicBezTo>
                  <a:pt x="3494" y="430"/>
                  <a:pt x="3494" y="430"/>
                  <a:pt x="3494" y="430"/>
                </a:cubicBezTo>
                <a:cubicBezTo>
                  <a:pt x="3495" y="432"/>
                  <a:pt x="3495" y="432"/>
                  <a:pt x="3495" y="432"/>
                </a:cubicBezTo>
                <a:moveTo>
                  <a:pt x="3541" y="355"/>
                </a:moveTo>
                <a:cubicBezTo>
                  <a:pt x="3543" y="355"/>
                  <a:pt x="3543" y="355"/>
                  <a:pt x="3543" y="355"/>
                </a:cubicBezTo>
                <a:cubicBezTo>
                  <a:pt x="3543" y="272"/>
                  <a:pt x="3543" y="272"/>
                  <a:pt x="3543" y="272"/>
                </a:cubicBezTo>
                <a:cubicBezTo>
                  <a:pt x="3541" y="272"/>
                  <a:pt x="3541" y="272"/>
                  <a:pt x="3541" y="272"/>
                </a:cubicBezTo>
                <a:lnTo>
                  <a:pt x="3541" y="355"/>
                </a:lnTo>
                <a:close/>
                <a:moveTo>
                  <a:pt x="3546" y="421"/>
                </a:moveTo>
                <a:cubicBezTo>
                  <a:pt x="3548" y="421"/>
                  <a:pt x="3548" y="421"/>
                  <a:pt x="3548" y="421"/>
                </a:cubicBezTo>
                <a:cubicBezTo>
                  <a:pt x="3548" y="338"/>
                  <a:pt x="3548" y="338"/>
                  <a:pt x="3548" y="338"/>
                </a:cubicBezTo>
                <a:cubicBezTo>
                  <a:pt x="3546" y="338"/>
                  <a:pt x="3546" y="338"/>
                  <a:pt x="3546" y="338"/>
                </a:cubicBezTo>
                <a:lnTo>
                  <a:pt x="3546" y="421"/>
                </a:lnTo>
                <a:close/>
                <a:moveTo>
                  <a:pt x="3573" y="506"/>
                </a:moveTo>
                <a:cubicBezTo>
                  <a:pt x="3575" y="506"/>
                  <a:pt x="3575" y="506"/>
                  <a:pt x="3575" y="506"/>
                </a:cubicBezTo>
                <a:cubicBezTo>
                  <a:pt x="3575" y="423"/>
                  <a:pt x="3575" y="423"/>
                  <a:pt x="3575" y="423"/>
                </a:cubicBezTo>
                <a:cubicBezTo>
                  <a:pt x="3573" y="423"/>
                  <a:pt x="3573" y="423"/>
                  <a:pt x="3573" y="423"/>
                </a:cubicBezTo>
                <a:lnTo>
                  <a:pt x="3573" y="506"/>
                </a:lnTo>
                <a:close/>
                <a:moveTo>
                  <a:pt x="3551" y="617"/>
                </a:moveTo>
                <a:cubicBezTo>
                  <a:pt x="3553" y="617"/>
                  <a:pt x="3553" y="617"/>
                  <a:pt x="3553" y="617"/>
                </a:cubicBezTo>
                <a:cubicBezTo>
                  <a:pt x="3553" y="534"/>
                  <a:pt x="3553" y="534"/>
                  <a:pt x="3553" y="534"/>
                </a:cubicBezTo>
                <a:cubicBezTo>
                  <a:pt x="3551" y="534"/>
                  <a:pt x="3551" y="534"/>
                  <a:pt x="3551" y="534"/>
                </a:cubicBezTo>
                <a:lnTo>
                  <a:pt x="3551" y="617"/>
                </a:lnTo>
                <a:close/>
                <a:moveTo>
                  <a:pt x="3574" y="225"/>
                </a:moveTo>
                <a:cubicBezTo>
                  <a:pt x="3576" y="225"/>
                  <a:pt x="3576" y="225"/>
                  <a:pt x="3576" y="225"/>
                </a:cubicBezTo>
                <a:cubicBezTo>
                  <a:pt x="3576" y="178"/>
                  <a:pt x="3576" y="178"/>
                  <a:pt x="3576" y="178"/>
                </a:cubicBezTo>
                <a:cubicBezTo>
                  <a:pt x="3574" y="178"/>
                  <a:pt x="3574" y="178"/>
                  <a:pt x="3574" y="178"/>
                </a:cubicBezTo>
                <a:lnTo>
                  <a:pt x="3574" y="225"/>
                </a:lnTo>
                <a:close/>
                <a:moveTo>
                  <a:pt x="3568" y="194"/>
                </a:moveTo>
                <a:cubicBezTo>
                  <a:pt x="3570" y="194"/>
                  <a:pt x="3570" y="194"/>
                  <a:pt x="3570" y="194"/>
                </a:cubicBezTo>
                <a:cubicBezTo>
                  <a:pt x="3570" y="178"/>
                  <a:pt x="3570" y="178"/>
                  <a:pt x="3570" y="178"/>
                </a:cubicBezTo>
                <a:cubicBezTo>
                  <a:pt x="3568" y="178"/>
                  <a:pt x="3568" y="178"/>
                  <a:pt x="3568" y="178"/>
                </a:cubicBezTo>
                <a:lnTo>
                  <a:pt x="3568" y="194"/>
                </a:lnTo>
                <a:close/>
                <a:moveTo>
                  <a:pt x="3545" y="175"/>
                </a:moveTo>
                <a:cubicBezTo>
                  <a:pt x="3547" y="175"/>
                  <a:pt x="3547" y="175"/>
                  <a:pt x="3547" y="175"/>
                </a:cubicBezTo>
                <a:cubicBezTo>
                  <a:pt x="3547" y="139"/>
                  <a:pt x="3547" y="139"/>
                  <a:pt x="3547" y="139"/>
                </a:cubicBezTo>
                <a:cubicBezTo>
                  <a:pt x="3545" y="139"/>
                  <a:pt x="3545" y="139"/>
                  <a:pt x="3545" y="139"/>
                </a:cubicBezTo>
                <a:lnTo>
                  <a:pt x="3545" y="175"/>
                </a:lnTo>
                <a:close/>
                <a:moveTo>
                  <a:pt x="3549" y="186"/>
                </a:moveTo>
                <a:cubicBezTo>
                  <a:pt x="3551" y="186"/>
                  <a:pt x="3551" y="186"/>
                  <a:pt x="3551" y="186"/>
                </a:cubicBezTo>
                <a:cubicBezTo>
                  <a:pt x="3551" y="169"/>
                  <a:pt x="3551" y="169"/>
                  <a:pt x="3551" y="169"/>
                </a:cubicBezTo>
                <a:cubicBezTo>
                  <a:pt x="3549" y="169"/>
                  <a:pt x="3549" y="169"/>
                  <a:pt x="3549" y="169"/>
                </a:cubicBezTo>
                <a:lnTo>
                  <a:pt x="3549" y="186"/>
                </a:lnTo>
                <a:close/>
                <a:moveTo>
                  <a:pt x="3547" y="296"/>
                </a:moveTo>
                <a:cubicBezTo>
                  <a:pt x="3549" y="296"/>
                  <a:pt x="3549" y="296"/>
                  <a:pt x="3549" y="296"/>
                </a:cubicBezTo>
                <a:cubicBezTo>
                  <a:pt x="3549" y="264"/>
                  <a:pt x="3549" y="264"/>
                  <a:pt x="3549" y="264"/>
                </a:cubicBezTo>
                <a:cubicBezTo>
                  <a:pt x="3547" y="264"/>
                  <a:pt x="3547" y="264"/>
                  <a:pt x="3547" y="264"/>
                </a:cubicBezTo>
                <a:lnTo>
                  <a:pt x="3547" y="296"/>
                </a:lnTo>
                <a:close/>
                <a:moveTo>
                  <a:pt x="3597" y="497"/>
                </a:moveTo>
                <a:cubicBezTo>
                  <a:pt x="3612" y="493"/>
                  <a:pt x="3612" y="493"/>
                  <a:pt x="3612" y="493"/>
                </a:cubicBezTo>
                <a:cubicBezTo>
                  <a:pt x="3661" y="493"/>
                  <a:pt x="3661" y="493"/>
                  <a:pt x="3661" y="493"/>
                </a:cubicBezTo>
                <a:cubicBezTo>
                  <a:pt x="3661" y="491"/>
                  <a:pt x="3661" y="491"/>
                  <a:pt x="3661" y="491"/>
                </a:cubicBezTo>
                <a:cubicBezTo>
                  <a:pt x="3611" y="491"/>
                  <a:pt x="3611" y="491"/>
                  <a:pt x="3611" y="491"/>
                </a:cubicBezTo>
                <a:cubicBezTo>
                  <a:pt x="3597" y="494"/>
                  <a:pt x="3597" y="494"/>
                  <a:pt x="3597" y="494"/>
                </a:cubicBezTo>
                <a:cubicBezTo>
                  <a:pt x="3597" y="497"/>
                  <a:pt x="3597" y="497"/>
                  <a:pt x="3597" y="497"/>
                </a:cubicBezTo>
                <a:moveTo>
                  <a:pt x="3597" y="504"/>
                </a:moveTo>
                <a:cubicBezTo>
                  <a:pt x="3612" y="500"/>
                  <a:pt x="3612" y="500"/>
                  <a:pt x="3612" y="500"/>
                </a:cubicBezTo>
                <a:cubicBezTo>
                  <a:pt x="3661" y="500"/>
                  <a:pt x="3661" y="500"/>
                  <a:pt x="3661" y="500"/>
                </a:cubicBezTo>
                <a:cubicBezTo>
                  <a:pt x="3661" y="498"/>
                  <a:pt x="3661" y="498"/>
                  <a:pt x="3661" y="498"/>
                </a:cubicBezTo>
                <a:cubicBezTo>
                  <a:pt x="3611" y="498"/>
                  <a:pt x="3611" y="498"/>
                  <a:pt x="3611" y="498"/>
                </a:cubicBezTo>
                <a:cubicBezTo>
                  <a:pt x="3597" y="502"/>
                  <a:pt x="3597" y="502"/>
                  <a:pt x="3597" y="502"/>
                </a:cubicBezTo>
                <a:cubicBezTo>
                  <a:pt x="3597" y="504"/>
                  <a:pt x="3597" y="504"/>
                  <a:pt x="3597" y="504"/>
                </a:cubicBezTo>
                <a:moveTo>
                  <a:pt x="3597" y="511"/>
                </a:moveTo>
                <a:cubicBezTo>
                  <a:pt x="3612" y="508"/>
                  <a:pt x="3612" y="508"/>
                  <a:pt x="3612" y="508"/>
                </a:cubicBezTo>
                <a:cubicBezTo>
                  <a:pt x="3661" y="508"/>
                  <a:pt x="3661" y="508"/>
                  <a:pt x="3661" y="508"/>
                </a:cubicBezTo>
                <a:cubicBezTo>
                  <a:pt x="3661" y="505"/>
                  <a:pt x="3661" y="505"/>
                  <a:pt x="3661" y="505"/>
                </a:cubicBezTo>
                <a:cubicBezTo>
                  <a:pt x="3611" y="505"/>
                  <a:pt x="3611" y="505"/>
                  <a:pt x="3611" y="505"/>
                </a:cubicBezTo>
                <a:cubicBezTo>
                  <a:pt x="3597" y="509"/>
                  <a:pt x="3597" y="509"/>
                  <a:pt x="3597" y="509"/>
                </a:cubicBezTo>
                <a:cubicBezTo>
                  <a:pt x="3597" y="511"/>
                  <a:pt x="3597" y="511"/>
                  <a:pt x="3597" y="511"/>
                </a:cubicBezTo>
                <a:moveTo>
                  <a:pt x="3597" y="519"/>
                </a:moveTo>
                <a:cubicBezTo>
                  <a:pt x="3612" y="515"/>
                  <a:pt x="3612" y="515"/>
                  <a:pt x="3612" y="515"/>
                </a:cubicBezTo>
                <a:cubicBezTo>
                  <a:pt x="3661" y="515"/>
                  <a:pt x="3661" y="515"/>
                  <a:pt x="3661" y="515"/>
                </a:cubicBezTo>
                <a:cubicBezTo>
                  <a:pt x="3661" y="513"/>
                  <a:pt x="3661" y="513"/>
                  <a:pt x="3661" y="513"/>
                </a:cubicBezTo>
                <a:cubicBezTo>
                  <a:pt x="3611" y="513"/>
                  <a:pt x="3611" y="513"/>
                  <a:pt x="3611" y="513"/>
                </a:cubicBezTo>
                <a:cubicBezTo>
                  <a:pt x="3597" y="517"/>
                  <a:pt x="3597" y="517"/>
                  <a:pt x="3597" y="517"/>
                </a:cubicBezTo>
                <a:cubicBezTo>
                  <a:pt x="3597" y="519"/>
                  <a:pt x="3597" y="519"/>
                  <a:pt x="3597" y="519"/>
                </a:cubicBezTo>
                <a:moveTo>
                  <a:pt x="3597" y="526"/>
                </a:moveTo>
                <a:cubicBezTo>
                  <a:pt x="3612" y="522"/>
                  <a:pt x="3612" y="522"/>
                  <a:pt x="3612" y="522"/>
                </a:cubicBezTo>
                <a:cubicBezTo>
                  <a:pt x="3661" y="522"/>
                  <a:pt x="3661" y="522"/>
                  <a:pt x="3661" y="522"/>
                </a:cubicBezTo>
                <a:cubicBezTo>
                  <a:pt x="3661" y="520"/>
                  <a:pt x="3661" y="520"/>
                  <a:pt x="3661" y="520"/>
                </a:cubicBezTo>
                <a:cubicBezTo>
                  <a:pt x="3611" y="520"/>
                  <a:pt x="3611" y="520"/>
                  <a:pt x="3611" y="520"/>
                </a:cubicBezTo>
                <a:cubicBezTo>
                  <a:pt x="3597" y="524"/>
                  <a:pt x="3597" y="524"/>
                  <a:pt x="3597" y="524"/>
                </a:cubicBezTo>
                <a:cubicBezTo>
                  <a:pt x="3597" y="526"/>
                  <a:pt x="3597" y="526"/>
                  <a:pt x="3597" y="526"/>
                </a:cubicBezTo>
                <a:moveTo>
                  <a:pt x="3597" y="533"/>
                </a:moveTo>
                <a:cubicBezTo>
                  <a:pt x="3612" y="530"/>
                  <a:pt x="3612" y="530"/>
                  <a:pt x="3612" y="530"/>
                </a:cubicBezTo>
                <a:cubicBezTo>
                  <a:pt x="3661" y="530"/>
                  <a:pt x="3661" y="530"/>
                  <a:pt x="3661" y="530"/>
                </a:cubicBezTo>
                <a:cubicBezTo>
                  <a:pt x="3661" y="528"/>
                  <a:pt x="3661" y="528"/>
                  <a:pt x="3661" y="528"/>
                </a:cubicBezTo>
                <a:cubicBezTo>
                  <a:pt x="3611" y="528"/>
                  <a:pt x="3611" y="528"/>
                  <a:pt x="3611" y="528"/>
                </a:cubicBezTo>
                <a:cubicBezTo>
                  <a:pt x="3597" y="531"/>
                  <a:pt x="3597" y="531"/>
                  <a:pt x="3597" y="531"/>
                </a:cubicBezTo>
                <a:cubicBezTo>
                  <a:pt x="3597" y="533"/>
                  <a:pt x="3597" y="533"/>
                  <a:pt x="3597" y="533"/>
                </a:cubicBezTo>
                <a:moveTo>
                  <a:pt x="3597" y="541"/>
                </a:moveTo>
                <a:cubicBezTo>
                  <a:pt x="3612" y="537"/>
                  <a:pt x="3612" y="537"/>
                  <a:pt x="3612" y="537"/>
                </a:cubicBezTo>
                <a:cubicBezTo>
                  <a:pt x="3661" y="537"/>
                  <a:pt x="3661" y="537"/>
                  <a:pt x="3661" y="537"/>
                </a:cubicBezTo>
                <a:cubicBezTo>
                  <a:pt x="3661" y="535"/>
                  <a:pt x="3661" y="535"/>
                  <a:pt x="3661" y="535"/>
                </a:cubicBezTo>
                <a:cubicBezTo>
                  <a:pt x="3611" y="535"/>
                  <a:pt x="3611" y="535"/>
                  <a:pt x="3611" y="535"/>
                </a:cubicBezTo>
                <a:cubicBezTo>
                  <a:pt x="3597" y="539"/>
                  <a:pt x="3597" y="539"/>
                  <a:pt x="3597" y="539"/>
                </a:cubicBezTo>
                <a:cubicBezTo>
                  <a:pt x="3597" y="541"/>
                  <a:pt x="3597" y="541"/>
                  <a:pt x="3597" y="541"/>
                </a:cubicBezTo>
                <a:moveTo>
                  <a:pt x="3597" y="548"/>
                </a:moveTo>
                <a:cubicBezTo>
                  <a:pt x="3612" y="545"/>
                  <a:pt x="3612" y="545"/>
                  <a:pt x="3612" y="545"/>
                </a:cubicBezTo>
                <a:cubicBezTo>
                  <a:pt x="3661" y="545"/>
                  <a:pt x="3661" y="545"/>
                  <a:pt x="3661" y="545"/>
                </a:cubicBezTo>
                <a:cubicBezTo>
                  <a:pt x="3661" y="542"/>
                  <a:pt x="3661" y="542"/>
                  <a:pt x="3661" y="542"/>
                </a:cubicBezTo>
                <a:cubicBezTo>
                  <a:pt x="3611" y="542"/>
                  <a:pt x="3611" y="542"/>
                  <a:pt x="3611" y="542"/>
                </a:cubicBezTo>
                <a:cubicBezTo>
                  <a:pt x="3597" y="546"/>
                  <a:pt x="3597" y="546"/>
                  <a:pt x="3597" y="546"/>
                </a:cubicBezTo>
                <a:cubicBezTo>
                  <a:pt x="3597" y="548"/>
                  <a:pt x="3597" y="548"/>
                  <a:pt x="3597" y="548"/>
                </a:cubicBezTo>
                <a:moveTo>
                  <a:pt x="3597" y="556"/>
                </a:moveTo>
                <a:cubicBezTo>
                  <a:pt x="3612" y="552"/>
                  <a:pt x="3612" y="552"/>
                  <a:pt x="3612" y="552"/>
                </a:cubicBezTo>
                <a:cubicBezTo>
                  <a:pt x="3661" y="552"/>
                  <a:pt x="3661" y="552"/>
                  <a:pt x="3661" y="552"/>
                </a:cubicBezTo>
                <a:cubicBezTo>
                  <a:pt x="3661" y="550"/>
                  <a:pt x="3661" y="550"/>
                  <a:pt x="3661" y="550"/>
                </a:cubicBezTo>
                <a:cubicBezTo>
                  <a:pt x="3611" y="550"/>
                  <a:pt x="3611" y="550"/>
                  <a:pt x="3611" y="550"/>
                </a:cubicBezTo>
                <a:cubicBezTo>
                  <a:pt x="3597" y="554"/>
                  <a:pt x="3597" y="554"/>
                  <a:pt x="3597" y="554"/>
                </a:cubicBezTo>
                <a:cubicBezTo>
                  <a:pt x="3597" y="556"/>
                  <a:pt x="3597" y="556"/>
                  <a:pt x="3597" y="556"/>
                </a:cubicBezTo>
                <a:moveTo>
                  <a:pt x="3597" y="563"/>
                </a:moveTo>
                <a:cubicBezTo>
                  <a:pt x="3612" y="559"/>
                  <a:pt x="3612" y="559"/>
                  <a:pt x="3612" y="559"/>
                </a:cubicBezTo>
                <a:cubicBezTo>
                  <a:pt x="3661" y="559"/>
                  <a:pt x="3661" y="559"/>
                  <a:pt x="3661" y="559"/>
                </a:cubicBezTo>
                <a:cubicBezTo>
                  <a:pt x="3661" y="557"/>
                  <a:pt x="3661" y="557"/>
                  <a:pt x="3661" y="557"/>
                </a:cubicBezTo>
                <a:cubicBezTo>
                  <a:pt x="3611" y="557"/>
                  <a:pt x="3611" y="557"/>
                  <a:pt x="3611" y="557"/>
                </a:cubicBezTo>
                <a:cubicBezTo>
                  <a:pt x="3597" y="561"/>
                  <a:pt x="3597" y="561"/>
                  <a:pt x="3597" y="561"/>
                </a:cubicBezTo>
                <a:cubicBezTo>
                  <a:pt x="3597" y="563"/>
                  <a:pt x="3597" y="563"/>
                  <a:pt x="3597" y="563"/>
                </a:cubicBezTo>
                <a:moveTo>
                  <a:pt x="3597" y="570"/>
                </a:moveTo>
                <a:cubicBezTo>
                  <a:pt x="3612" y="567"/>
                  <a:pt x="3612" y="567"/>
                  <a:pt x="3612" y="567"/>
                </a:cubicBezTo>
                <a:cubicBezTo>
                  <a:pt x="3661" y="567"/>
                  <a:pt x="3661" y="567"/>
                  <a:pt x="3661" y="567"/>
                </a:cubicBezTo>
                <a:cubicBezTo>
                  <a:pt x="3661" y="564"/>
                  <a:pt x="3661" y="564"/>
                  <a:pt x="3661" y="564"/>
                </a:cubicBezTo>
                <a:cubicBezTo>
                  <a:pt x="3611" y="564"/>
                  <a:pt x="3611" y="564"/>
                  <a:pt x="3611" y="564"/>
                </a:cubicBezTo>
                <a:cubicBezTo>
                  <a:pt x="3597" y="568"/>
                  <a:pt x="3597" y="568"/>
                  <a:pt x="3597" y="568"/>
                </a:cubicBezTo>
                <a:cubicBezTo>
                  <a:pt x="3597" y="570"/>
                  <a:pt x="3597" y="570"/>
                  <a:pt x="3597" y="570"/>
                </a:cubicBezTo>
                <a:moveTo>
                  <a:pt x="3597" y="578"/>
                </a:moveTo>
                <a:cubicBezTo>
                  <a:pt x="3612" y="574"/>
                  <a:pt x="3612" y="574"/>
                  <a:pt x="3612" y="574"/>
                </a:cubicBezTo>
                <a:cubicBezTo>
                  <a:pt x="3661" y="574"/>
                  <a:pt x="3661" y="574"/>
                  <a:pt x="3661" y="574"/>
                </a:cubicBezTo>
                <a:cubicBezTo>
                  <a:pt x="3661" y="572"/>
                  <a:pt x="3661" y="572"/>
                  <a:pt x="3661" y="572"/>
                </a:cubicBezTo>
                <a:cubicBezTo>
                  <a:pt x="3611" y="572"/>
                  <a:pt x="3611" y="572"/>
                  <a:pt x="3611" y="572"/>
                </a:cubicBezTo>
                <a:cubicBezTo>
                  <a:pt x="3597" y="576"/>
                  <a:pt x="3597" y="576"/>
                  <a:pt x="3597" y="576"/>
                </a:cubicBezTo>
                <a:cubicBezTo>
                  <a:pt x="3597" y="578"/>
                  <a:pt x="3597" y="578"/>
                  <a:pt x="3597" y="578"/>
                </a:cubicBezTo>
                <a:moveTo>
                  <a:pt x="3597" y="585"/>
                </a:moveTo>
                <a:cubicBezTo>
                  <a:pt x="3612" y="581"/>
                  <a:pt x="3612" y="581"/>
                  <a:pt x="3612" y="581"/>
                </a:cubicBezTo>
                <a:cubicBezTo>
                  <a:pt x="3661" y="581"/>
                  <a:pt x="3661" y="581"/>
                  <a:pt x="3661" y="581"/>
                </a:cubicBezTo>
                <a:cubicBezTo>
                  <a:pt x="3661" y="579"/>
                  <a:pt x="3661" y="579"/>
                  <a:pt x="3661" y="579"/>
                </a:cubicBezTo>
                <a:cubicBezTo>
                  <a:pt x="3611" y="579"/>
                  <a:pt x="3611" y="579"/>
                  <a:pt x="3611" y="579"/>
                </a:cubicBezTo>
                <a:cubicBezTo>
                  <a:pt x="3597" y="583"/>
                  <a:pt x="3597" y="583"/>
                  <a:pt x="3597" y="583"/>
                </a:cubicBezTo>
                <a:cubicBezTo>
                  <a:pt x="3597" y="585"/>
                  <a:pt x="3597" y="585"/>
                  <a:pt x="3597" y="585"/>
                </a:cubicBezTo>
                <a:moveTo>
                  <a:pt x="3597" y="593"/>
                </a:moveTo>
                <a:cubicBezTo>
                  <a:pt x="3612" y="589"/>
                  <a:pt x="3612" y="589"/>
                  <a:pt x="3612" y="589"/>
                </a:cubicBezTo>
                <a:cubicBezTo>
                  <a:pt x="3661" y="589"/>
                  <a:pt x="3661" y="589"/>
                  <a:pt x="3661" y="589"/>
                </a:cubicBezTo>
                <a:cubicBezTo>
                  <a:pt x="3661" y="587"/>
                  <a:pt x="3661" y="587"/>
                  <a:pt x="3661" y="587"/>
                </a:cubicBezTo>
                <a:cubicBezTo>
                  <a:pt x="3611" y="587"/>
                  <a:pt x="3611" y="587"/>
                  <a:pt x="3611" y="587"/>
                </a:cubicBezTo>
                <a:cubicBezTo>
                  <a:pt x="3597" y="590"/>
                  <a:pt x="3597" y="590"/>
                  <a:pt x="3597" y="590"/>
                </a:cubicBezTo>
                <a:cubicBezTo>
                  <a:pt x="3597" y="593"/>
                  <a:pt x="3597" y="593"/>
                  <a:pt x="3597" y="593"/>
                </a:cubicBezTo>
                <a:moveTo>
                  <a:pt x="3597" y="600"/>
                </a:moveTo>
                <a:cubicBezTo>
                  <a:pt x="3612" y="596"/>
                  <a:pt x="3612" y="596"/>
                  <a:pt x="3612" y="596"/>
                </a:cubicBezTo>
                <a:cubicBezTo>
                  <a:pt x="3661" y="596"/>
                  <a:pt x="3661" y="596"/>
                  <a:pt x="3661" y="596"/>
                </a:cubicBezTo>
                <a:cubicBezTo>
                  <a:pt x="3661" y="594"/>
                  <a:pt x="3661" y="594"/>
                  <a:pt x="3661" y="594"/>
                </a:cubicBezTo>
                <a:cubicBezTo>
                  <a:pt x="3611" y="594"/>
                  <a:pt x="3611" y="594"/>
                  <a:pt x="3611" y="594"/>
                </a:cubicBezTo>
                <a:cubicBezTo>
                  <a:pt x="3597" y="598"/>
                  <a:pt x="3597" y="598"/>
                  <a:pt x="3597" y="598"/>
                </a:cubicBezTo>
                <a:cubicBezTo>
                  <a:pt x="3597" y="600"/>
                  <a:pt x="3597" y="600"/>
                  <a:pt x="3597" y="600"/>
                </a:cubicBezTo>
                <a:moveTo>
                  <a:pt x="3597" y="607"/>
                </a:moveTo>
                <a:cubicBezTo>
                  <a:pt x="3612" y="604"/>
                  <a:pt x="3612" y="604"/>
                  <a:pt x="3612" y="604"/>
                </a:cubicBezTo>
                <a:cubicBezTo>
                  <a:pt x="3661" y="604"/>
                  <a:pt x="3661" y="604"/>
                  <a:pt x="3661" y="604"/>
                </a:cubicBezTo>
                <a:cubicBezTo>
                  <a:pt x="3661" y="601"/>
                  <a:pt x="3661" y="601"/>
                  <a:pt x="3661" y="601"/>
                </a:cubicBezTo>
                <a:cubicBezTo>
                  <a:pt x="3611" y="601"/>
                  <a:pt x="3611" y="601"/>
                  <a:pt x="3611" y="601"/>
                </a:cubicBezTo>
                <a:cubicBezTo>
                  <a:pt x="3597" y="605"/>
                  <a:pt x="3597" y="605"/>
                  <a:pt x="3597" y="605"/>
                </a:cubicBezTo>
                <a:cubicBezTo>
                  <a:pt x="3597" y="607"/>
                  <a:pt x="3597" y="607"/>
                  <a:pt x="3597" y="607"/>
                </a:cubicBezTo>
                <a:moveTo>
                  <a:pt x="3597" y="615"/>
                </a:moveTo>
                <a:cubicBezTo>
                  <a:pt x="3612" y="611"/>
                  <a:pt x="3612" y="611"/>
                  <a:pt x="3612" y="611"/>
                </a:cubicBezTo>
                <a:cubicBezTo>
                  <a:pt x="3661" y="611"/>
                  <a:pt x="3661" y="611"/>
                  <a:pt x="3661" y="611"/>
                </a:cubicBezTo>
                <a:cubicBezTo>
                  <a:pt x="3661" y="609"/>
                  <a:pt x="3661" y="609"/>
                  <a:pt x="3661" y="609"/>
                </a:cubicBezTo>
                <a:cubicBezTo>
                  <a:pt x="3611" y="609"/>
                  <a:pt x="3611" y="609"/>
                  <a:pt x="3611" y="609"/>
                </a:cubicBezTo>
                <a:cubicBezTo>
                  <a:pt x="3597" y="613"/>
                  <a:pt x="3597" y="613"/>
                  <a:pt x="3597" y="613"/>
                </a:cubicBezTo>
                <a:cubicBezTo>
                  <a:pt x="3597" y="615"/>
                  <a:pt x="3597" y="615"/>
                  <a:pt x="3597" y="615"/>
                </a:cubicBezTo>
                <a:moveTo>
                  <a:pt x="3557" y="618"/>
                </a:moveTo>
                <a:cubicBezTo>
                  <a:pt x="3559" y="618"/>
                  <a:pt x="3559" y="618"/>
                  <a:pt x="3559" y="618"/>
                </a:cubicBezTo>
                <a:cubicBezTo>
                  <a:pt x="3559" y="585"/>
                  <a:pt x="3559" y="585"/>
                  <a:pt x="3559" y="585"/>
                </a:cubicBezTo>
                <a:cubicBezTo>
                  <a:pt x="3557" y="585"/>
                  <a:pt x="3557" y="585"/>
                  <a:pt x="3557" y="585"/>
                </a:cubicBezTo>
                <a:lnTo>
                  <a:pt x="3557" y="618"/>
                </a:lnTo>
                <a:close/>
                <a:moveTo>
                  <a:pt x="3187" y="391"/>
                </a:moveTo>
                <a:cubicBezTo>
                  <a:pt x="3189" y="391"/>
                  <a:pt x="3189" y="391"/>
                  <a:pt x="3189" y="391"/>
                </a:cubicBezTo>
                <a:cubicBezTo>
                  <a:pt x="3189" y="369"/>
                  <a:pt x="3189" y="369"/>
                  <a:pt x="3189" y="369"/>
                </a:cubicBezTo>
                <a:cubicBezTo>
                  <a:pt x="3187" y="369"/>
                  <a:pt x="3187" y="369"/>
                  <a:pt x="3187" y="369"/>
                </a:cubicBezTo>
                <a:lnTo>
                  <a:pt x="3187" y="391"/>
                </a:lnTo>
                <a:close/>
                <a:moveTo>
                  <a:pt x="3171" y="390"/>
                </a:moveTo>
                <a:cubicBezTo>
                  <a:pt x="3174" y="390"/>
                  <a:pt x="3174" y="390"/>
                  <a:pt x="3174" y="390"/>
                </a:cubicBezTo>
                <a:cubicBezTo>
                  <a:pt x="3174" y="376"/>
                  <a:pt x="3174" y="376"/>
                  <a:pt x="3174" y="376"/>
                </a:cubicBezTo>
                <a:cubicBezTo>
                  <a:pt x="3171" y="376"/>
                  <a:pt x="3171" y="376"/>
                  <a:pt x="3171" y="376"/>
                </a:cubicBezTo>
                <a:lnTo>
                  <a:pt x="3171" y="390"/>
                </a:lnTo>
                <a:close/>
                <a:moveTo>
                  <a:pt x="3231" y="424"/>
                </a:moveTo>
                <a:cubicBezTo>
                  <a:pt x="3234" y="424"/>
                  <a:pt x="3234" y="424"/>
                  <a:pt x="3234" y="424"/>
                </a:cubicBezTo>
                <a:cubicBezTo>
                  <a:pt x="3234" y="381"/>
                  <a:pt x="3234" y="381"/>
                  <a:pt x="3234" y="381"/>
                </a:cubicBezTo>
                <a:cubicBezTo>
                  <a:pt x="3231" y="381"/>
                  <a:pt x="3231" y="381"/>
                  <a:pt x="3231" y="381"/>
                </a:cubicBezTo>
                <a:lnTo>
                  <a:pt x="3231" y="424"/>
                </a:lnTo>
                <a:close/>
                <a:moveTo>
                  <a:pt x="3192" y="458"/>
                </a:moveTo>
                <a:cubicBezTo>
                  <a:pt x="3194" y="458"/>
                  <a:pt x="3194" y="458"/>
                  <a:pt x="3194" y="458"/>
                </a:cubicBezTo>
                <a:cubicBezTo>
                  <a:pt x="3194" y="411"/>
                  <a:pt x="3194" y="411"/>
                  <a:pt x="3194" y="411"/>
                </a:cubicBezTo>
                <a:cubicBezTo>
                  <a:pt x="3192" y="411"/>
                  <a:pt x="3192" y="411"/>
                  <a:pt x="3192" y="411"/>
                </a:cubicBezTo>
                <a:lnTo>
                  <a:pt x="3192" y="458"/>
                </a:lnTo>
                <a:close/>
                <a:moveTo>
                  <a:pt x="3162" y="459"/>
                </a:moveTo>
                <a:cubicBezTo>
                  <a:pt x="3164" y="459"/>
                  <a:pt x="3164" y="459"/>
                  <a:pt x="3164" y="459"/>
                </a:cubicBezTo>
                <a:cubicBezTo>
                  <a:pt x="3164" y="413"/>
                  <a:pt x="3164" y="413"/>
                  <a:pt x="3164" y="413"/>
                </a:cubicBezTo>
                <a:cubicBezTo>
                  <a:pt x="3162" y="413"/>
                  <a:pt x="3162" y="413"/>
                  <a:pt x="3162" y="413"/>
                </a:cubicBezTo>
                <a:lnTo>
                  <a:pt x="3162" y="459"/>
                </a:lnTo>
                <a:close/>
                <a:moveTo>
                  <a:pt x="3090" y="461"/>
                </a:moveTo>
                <a:cubicBezTo>
                  <a:pt x="3085" y="479"/>
                  <a:pt x="3085" y="479"/>
                  <a:pt x="3085" y="479"/>
                </a:cubicBezTo>
                <a:cubicBezTo>
                  <a:pt x="3085" y="484"/>
                  <a:pt x="3085" y="484"/>
                  <a:pt x="3085" y="484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82" y="486"/>
                  <a:pt x="3082" y="486"/>
                  <a:pt x="3082" y="486"/>
                </a:cubicBezTo>
                <a:cubicBezTo>
                  <a:pt x="3082" y="548"/>
                  <a:pt x="3082" y="548"/>
                  <a:pt x="3082" y="548"/>
                </a:cubicBezTo>
                <a:cubicBezTo>
                  <a:pt x="3084" y="548"/>
                  <a:pt x="3084" y="548"/>
                  <a:pt x="3084" y="548"/>
                </a:cubicBezTo>
                <a:cubicBezTo>
                  <a:pt x="3084" y="488"/>
                  <a:pt x="3084" y="488"/>
                  <a:pt x="3084" y="488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79"/>
                  <a:pt x="3087" y="479"/>
                  <a:pt x="3087" y="479"/>
                </a:cubicBezTo>
                <a:cubicBezTo>
                  <a:pt x="3092" y="461"/>
                  <a:pt x="3092" y="461"/>
                  <a:pt x="3092" y="461"/>
                </a:cubicBezTo>
                <a:cubicBezTo>
                  <a:pt x="3090" y="461"/>
                  <a:pt x="3090" y="461"/>
                  <a:pt x="3090" y="461"/>
                </a:cubicBezTo>
                <a:moveTo>
                  <a:pt x="3093" y="583"/>
                </a:moveTo>
                <a:cubicBezTo>
                  <a:pt x="3118" y="580"/>
                  <a:pt x="3118" y="580"/>
                  <a:pt x="3118" y="580"/>
                </a:cubicBezTo>
                <a:cubicBezTo>
                  <a:pt x="3169" y="580"/>
                  <a:pt x="3169" y="580"/>
                  <a:pt x="3169" y="580"/>
                </a:cubicBezTo>
                <a:cubicBezTo>
                  <a:pt x="3169" y="578"/>
                  <a:pt x="3169" y="578"/>
                  <a:pt x="3169" y="578"/>
                </a:cubicBezTo>
                <a:cubicBezTo>
                  <a:pt x="3118" y="578"/>
                  <a:pt x="3118" y="578"/>
                  <a:pt x="3118" y="578"/>
                </a:cubicBezTo>
                <a:cubicBezTo>
                  <a:pt x="3093" y="581"/>
                  <a:pt x="3093" y="581"/>
                  <a:pt x="3093" y="581"/>
                </a:cubicBezTo>
                <a:cubicBezTo>
                  <a:pt x="3093" y="583"/>
                  <a:pt x="3093" y="583"/>
                  <a:pt x="3093" y="583"/>
                </a:cubicBezTo>
                <a:moveTo>
                  <a:pt x="3103" y="671"/>
                </a:moveTo>
                <a:cubicBezTo>
                  <a:pt x="3103" y="665"/>
                  <a:pt x="3103" y="665"/>
                  <a:pt x="3103" y="665"/>
                </a:cubicBezTo>
                <a:cubicBezTo>
                  <a:pt x="3142" y="665"/>
                  <a:pt x="3142" y="665"/>
                  <a:pt x="3142" y="665"/>
                </a:cubicBezTo>
                <a:cubicBezTo>
                  <a:pt x="3142" y="660"/>
                  <a:pt x="3142" y="660"/>
                  <a:pt x="3142" y="660"/>
                </a:cubicBezTo>
                <a:cubicBezTo>
                  <a:pt x="3168" y="660"/>
                  <a:pt x="3168" y="660"/>
                  <a:pt x="3168" y="660"/>
                </a:cubicBezTo>
                <a:cubicBezTo>
                  <a:pt x="3168" y="658"/>
                  <a:pt x="3168" y="658"/>
                  <a:pt x="3168" y="658"/>
                </a:cubicBezTo>
                <a:cubicBezTo>
                  <a:pt x="3140" y="658"/>
                  <a:pt x="3140" y="658"/>
                  <a:pt x="3140" y="658"/>
                </a:cubicBezTo>
                <a:cubicBezTo>
                  <a:pt x="3140" y="663"/>
                  <a:pt x="3140" y="663"/>
                  <a:pt x="3140" y="663"/>
                </a:cubicBezTo>
                <a:cubicBezTo>
                  <a:pt x="3101" y="663"/>
                  <a:pt x="3101" y="663"/>
                  <a:pt x="3101" y="663"/>
                </a:cubicBezTo>
                <a:cubicBezTo>
                  <a:pt x="3101" y="671"/>
                  <a:pt x="3101" y="671"/>
                  <a:pt x="3101" y="671"/>
                </a:cubicBezTo>
                <a:cubicBezTo>
                  <a:pt x="3103" y="671"/>
                  <a:pt x="3103" y="671"/>
                  <a:pt x="3103" y="671"/>
                </a:cubicBezTo>
                <a:moveTo>
                  <a:pt x="3174" y="670"/>
                </a:moveTo>
                <a:cubicBezTo>
                  <a:pt x="3174" y="644"/>
                  <a:pt x="3174" y="644"/>
                  <a:pt x="3174" y="644"/>
                </a:cubicBezTo>
                <a:cubicBezTo>
                  <a:pt x="3181" y="644"/>
                  <a:pt x="3181" y="644"/>
                  <a:pt x="3181" y="644"/>
                </a:cubicBezTo>
                <a:cubicBezTo>
                  <a:pt x="3181" y="665"/>
                  <a:pt x="3181" y="665"/>
                  <a:pt x="3181" y="665"/>
                </a:cubicBezTo>
                <a:cubicBezTo>
                  <a:pt x="3219" y="665"/>
                  <a:pt x="3219" y="665"/>
                  <a:pt x="3219" y="665"/>
                </a:cubicBezTo>
                <a:cubicBezTo>
                  <a:pt x="3219" y="663"/>
                  <a:pt x="3219" y="663"/>
                  <a:pt x="3219" y="663"/>
                </a:cubicBezTo>
                <a:cubicBezTo>
                  <a:pt x="3183" y="663"/>
                  <a:pt x="3183" y="663"/>
                  <a:pt x="3183" y="663"/>
                </a:cubicBezTo>
                <a:cubicBezTo>
                  <a:pt x="3183" y="642"/>
                  <a:pt x="3183" y="642"/>
                  <a:pt x="3183" y="642"/>
                </a:cubicBezTo>
                <a:cubicBezTo>
                  <a:pt x="3171" y="642"/>
                  <a:pt x="3171" y="642"/>
                  <a:pt x="3171" y="642"/>
                </a:cubicBezTo>
                <a:cubicBezTo>
                  <a:pt x="3171" y="670"/>
                  <a:pt x="3171" y="670"/>
                  <a:pt x="3171" y="670"/>
                </a:cubicBezTo>
                <a:cubicBezTo>
                  <a:pt x="3174" y="670"/>
                  <a:pt x="3174" y="670"/>
                  <a:pt x="3174" y="670"/>
                </a:cubicBezTo>
                <a:moveTo>
                  <a:pt x="3152" y="515"/>
                </a:moveTo>
                <a:cubicBezTo>
                  <a:pt x="3193" y="515"/>
                  <a:pt x="3193" y="515"/>
                  <a:pt x="3193" y="515"/>
                </a:cubicBezTo>
                <a:cubicBezTo>
                  <a:pt x="3193" y="513"/>
                  <a:pt x="3193" y="513"/>
                  <a:pt x="3193" y="513"/>
                </a:cubicBezTo>
                <a:cubicBezTo>
                  <a:pt x="3152" y="513"/>
                  <a:pt x="3152" y="513"/>
                  <a:pt x="3152" y="513"/>
                </a:cubicBezTo>
                <a:lnTo>
                  <a:pt x="3152" y="515"/>
                </a:lnTo>
                <a:close/>
                <a:moveTo>
                  <a:pt x="3151" y="558"/>
                </a:moveTo>
                <a:cubicBezTo>
                  <a:pt x="3153" y="558"/>
                  <a:pt x="3153" y="558"/>
                  <a:pt x="3153" y="558"/>
                </a:cubicBezTo>
                <a:cubicBezTo>
                  <a:pt x="3153" y="506"/>
                  <a:pt x="3153" y="506"/>
                  <a:pt x="3153" y="506"/>
                </a:cubicBezTo>
                <a:cubicBezTo>
                  <a:pt x="3151" y="506"/>
                  <a:pt x="3151" y="506"/>
                  <a:pt x="3151" y="506"/>
                </a:cubicBezTo>
                <a:lnTo>
                  <a:pt x="3151" y="558"/>
                </a:lnTo>
                <a:close/>
                <a:moveTo>
                  <a:pt x="3192" y="547"/>
                </a:moveTo>
                <a:cubicBezTo>
                  <a:pt x="3194" y="547"/>
                  <a:pt x="3194" y="547"/>
                  <a:pt x="3194" y="547"/>
                </a:cubicBezTo>
                <a:cubicBezTo>
                  <a:pt x="3194" y="507"/>
                  <a:pt x="3194" y="507"/>
                  <a:pt x="3194" y="507"/>
                </a:cubicBezTo>
                <a:cubicBezTo>
                  <a:pt x="3192" y="507"/>
                  <a:pt x="3192" y="507"/>
                  <a:pt x="3192" y="507"/>
                </a:cubicBezTo>
                <a:lnTo>
                  <a:pt x="3192" y="547"/>
                </a:lnTo>
                <a:close/>
                <a:moveTo>
                  <a:pt x="3191" y="559"/>
                </a:moveTo>
                <a:cubicBezTo>
                  <a:pt x="3191" y="549"/>
                  <a:pt x="3191" y="549"/>
                  <a:pt x="3191" y="549"/>
                </a:cubicBezTo>
                <a:cubicBezTo>
                  <a:pt x="3206" y="545"/>
                  <a:pt x="3206" y="545"/>
                  <a:pt x="3206" y="545"/>
                </a:cubicBezTo>
                <a:cubicBezTo>
                  <a:pt x="3219" y="545"/>
                  <a:pt x="3219" y="545"/>
                  <a:pt x="3219" y="545"/>
                </a:cubicBezTo>
                <a:cubicBezTo>
                  <a:pt x="3219" y="557"/>
                  <a:pt x="3219" y="557"/>
                  <a:pt x="3219" y="557"/>
                </a:cubicBezTo>
                <a:cubicBezTo>
                  <a:pt x="3221" y="557"/>
                  <a:pt x="3221" y="557"/>
                  <a:pt x="3221" y="557"/>
                </a:cubicBezTo>
                <a:cubicBezTo>
                  <a:pt x="3221" y="543"/>
                  <a:pt x="3221" y="543"/>
                  <a:pt x="3221" y="543"/>
                </a:cubicBezTo>
                <a:cubicBezTo>
                  <a:pt x="3206" y="543"/>
                  <a:pt x="3206" y="543"/>
                  <a:pt x="3206" y="543"/>
                </a:cubicBezTo>
                <a:cubicBezTo>
                  <a:pt x="3189" y="547"/>
                  <a:pt x="3189" y="547"/>
                  <a:pt x="3189" y="547"/>
                </a:cubicBezTo>
                <a:cubicBezTo>
                  <a:pt x="3189" y="559"/>
                  <a:pt x="3189" y="559"/>
                  <a:pt x="3189" y="559"/>
                </a:cubicBezTo>
                <a:cubicBezTo>
                  <a:pt x="3191" y="559"/>
                  <a:pt x="3191" y="559"/>
                  <a:pt x="3191" y="559"/>
                </a:cubicBezTo>
                <a:moveTo>
                  <a:pt x="3205" y="558"/>
                </a:moveTo>
                <a:cubicBezTo>
                  <a:pt x="3207" y="558"/>
                  <a:pt x="3207" y="558"/>
                  <a:pt x="3207" y="558"/>
                </a:cubicBezTo>
                <a:cubicBezTo>
                  <a:pt x="3207" y="544"/>
                  <a:pt x="3207" y="544"/>
                  <a:pt x="3207" y="544"/>
                </a:cubicBezTo>
                <a:cubicBezTo>
                  <a:pt x="3205" y="544"/>
                  <a:pt x="3205" y="544"/>
                  <a:pt x="3205" y="544"/>
                </a:cubicBezTo>
                <a:lnTo>
                  <a:pt x="3205" y="558"/>
                </a:lnTo>
                <a:close/>
                <a:moveTo>
                  <a:pt x="3087" y="378"/>
                </a:moveTo>
                <a:cubicBezTo>
                  <a:pt x="3087" y="386"/>
                  <a:pt x="3087" y="386"/>
                  <a:pt x="3087" y="386"/>
                </a:cubicBezTo>
                <a:cubicBezTo>
                  <a:pt x="3087" y="387"/>
                  <a:pt x="3087" y="387"/>
                  <a:pt x="3087" y="387"/>
                </a:cubicBezTo>
                <a:cubicBezTo>
                  <a:pt x="3098" y="387"/>
                  <a:pt x="3098" y="387"/>
                  <a:pt x="3098" y="387"/>
                </a:cubicBezTo>
                <a:cubicBezTo>
                  <a:pt x="3098" y="385"/>
                  <a:pt x="3098" y="385"/>
                  <a:pt x="3098" y="385"/>
                </a:cubicBezTo>
                <a:cubicBezTo>
                  <a:pt x="3089" y="385"/>
                  <a:pt x="3089" y="385"/>
                  <a:pt x="3089" y="385"/>
                </a:cubicBezTo>
                <a:cubicBezTo>
                  <a:pt x="3090" y="378"/>
                  <a:pt x="3090" y="378"/>
                  <a:pt x="3090" y="378"/>
                </a:cubicBezTo>
                <a:cubicBezTo>
                  <a:pt x="3087" y="378"/>
                  <a:pt x="3087" y="378"/>
                  <a:pt x="3087" y="378"/>
                </a:cubicBezTo>
                <a:moveTo>
                  <a:pt x="3126" y="367"/>
                </a:moveTo>
                <a:cubicBezTo>
                  <a:pt x="3134" y="367"/>
                  <a:pt x="3134" y="367"/>
                  <a:pt x="3134" y="367"/>
                </a:cubicBezTo>
                <a:cubicBezTo>
                  <a:pt x="3134" y="387"/>
                  <a:pt x="3134" y="387"/>
                  <a:pt x="3134" y="387"/>
                </a:cubicBezTo>
                <a:cubicBezTo>
                  <a:pt x="3136" y="387"/>
                  <a:pt x="3136" y="387"/>
                  <a:pt x="3136" y="387"/>
                </a:cubicBezTo>
                <a:cubicBezTo>
                  <a:pt x="3136" y="365"/>
                  <a:pt x="3136" y="365"/>
                  <a:pt x="3136" y="365"/>
                </a:cubicBezTo>
                <a:cubicBezTo>
                  <a:pt x="3126" y="365"/>
                  <a:pt x="3126" y="365"/>
                  <a:pt x="3126" y="365"/>
                </a:cubicBezTo>
                <a:cubicBezTo>
                  <a:pt x="3126" y="367"/>
                  <a:pt x="3126" y="367"/>
                  <a:pt x="3126" y="367"/>
                </a:cubicBezTo>
                <a:moveTo>
                  <a:pt x="3118" y="360"/>
                </a:moveTo>
                <a:cubicBezTo>
                  <a:pt x="3120" y="360"/>
                  <a:pt x="3120" y="360"/>
                  <a:pt x="3120" y="360"/>
                </a:cubicBezTo>
                <a:cubicBezTo>
                  <a:pt x="3120" y="341"/>
                  <a:pt x="3120" y="341"/>
                  <a:pt x="3120" y="341"/>
                </a:cubicBezTo>
                <a:cubicBezTo>
                  <a:pt x="3118" y="341"/>
                  <a:pt x="3118" y="341"/>
                  <a:pt x="3118" y="341"/>
                </a:cubicBezTo>
                <a:lnTo>
                  <a:pt x="3118" y="360"/>
                </a:lnTo>
                <a:close/>
                <a:moveTo>
                  <a:pt x="3111" y="360"/>
                </a:moveTo>
                <a:cubicBezTo>
                  <a:pt x="3114" y="360"/>
                  <a:pt x="3114" y="360"/>
                  <a:pt x="3114" y="360"/>
                </a:cubicBezTo>
                <a:cubicBezTo>
                  <a:pt x="3114" y="352"/>
                  <a:pt x="3114" y="352"/>
                  <a:pt x="3114" y="352"/>
                </a:cubicBezTo>
                <a:cubicBezTo>
                  <a:pt x="3111" y="352"/>
                  <a:pt x="3111" y="352"/>
                  <a:pt x="3111" y="352"/>
                </a:cubicBezTo>
                <a:lnTo>
                  <a:pt x="3111" y="360"/>
                </a:lnTo>
                <a:close/>
                <a:moveTo>
                  <a:pt x="3178" y="448"/>
                </a:moveTo>
                <a:cubicBezTo>
                  <a:pt x="3180" y="448"/>
                  <a:pt x="3180" y="448"/>
                  <a:pt x="3180" y="448"/>
                </a:cubicBezTo>
                <a:cubicBezTo>
                  <a:pt x="3180" y="391"/>
                  <a:pt x="3180" y="391"/>
                  <a:pt x="3180" y="391"/>
                </a:cubicBezTo>
                <a:cubicBezTo>
                  <a:pt x="3178" y="391"/>
                  <a:pt x="3178" y="391"/>
                  <a:pt x="3178" y="391"/>
                </a:cubicBezTo>
                <a:lnTo>
                  <a:pt x="3178" y="448"/>
                </a:lnTo>
                <a:close/>
                <a:moveTo>
                  <a:pt x="3241" y="416"/>
                </a:moveTo>
                <a:cubicBezTo>
                  <a:pt x="3243" y="416"/>
                  <a:pt x="3243" y="416"/>
                  <a:pt x="3243" y="416"/>
                </a:cubicBezTo>
                <a:cubicBezTo>
                  <a:pt x="3243" y="381"/>
                  <a:pt x="3243" y="381"/>
                  <a:pt x="3243" y="381"/>
                </a:cubicBezTo>
                <a:cubicBezTo>
                  <a:pt x="3241" y="381"/>
                  <a:pt x="3241" y="381"/>
                  <a:pt x="3241" y="381"/>
                </a:cubicBezTo>
                <a:lnTo>
                  <a:pt x="3241" y="416"/>
                </a:lnTo>
                <a:close/>
                <a:moveTo>
                  <a:pt x="3176" y="481"/>
                </a:moveTo>
                <a:cubicBezTo>
                  <a:pt x="3225" y="481"/>
                  <a:pt x="3225" y="481"/>
                  <a:pt x="3225" y="481"/>
                </a:cubicBezTo>
                <a:cubicBezTo>
                  <a:pt x="3225" y="479"/>
                  <a:pt x="3225" y="479"/>
                  <a:pt x="3225" y="479"/>
                </a:cubicBezTo>
                <a:cubicBezTo>
                  <a:pt x="3176" y="479"/>
                  <a:pt x="3176" y="479"/>
                  <a:pt x="3176" y="479"/>
                </a:cubicBezTo>
                <a:lnTo>
                  <a:pt x="3176" y="481"/>
                </a:lnTo>
                <a:close/>
                <a:moveTo>
                  <a:pt x="2996" y="478"/>
                </a:moveTo>
                <a:cubicBezTo>
                  <a:pt x="3012" y="478"/>
                  <a:pt x="3012" y="478"/>
                  <a:pt x="3012" y="478"/>
                </a:cubicBezTo>
                <a:cubicBezTo>
                  <a:pt x="3012" y="493"/>
                  <a:pt x="3012" y="493"/>
                  <a:pt x="3012" y="493"/>
                </a:cubicBezTo>
                <a:cubicBezTo>
                  <a:pt x="3015" y="493"/>
                  <a:pt x="3015" y="493"/>
                  <a:pt x="3015" y="493"/>
                </a:cubicBezTo>
                <a:cubicBezTo>
                  <a:pt x="3015" y="476"/>
                  <a:pt x="3015" y="476"/>
                  <a:pt x="3015" y="476"/>
                </a:cubicBezTo>
                <a:cubicBezTo>
                  <a:pt x="2996" y="476"/>
                  <a:pt x="2996" y="476"/>
                  <a:pt x="2996" y="476"/>
                </a:cubicBezTo>
                <a:cubicBezTo>
                  <a:pt x="2996" y="478"/>
                  <a:pt x="2996" y="478"/>
                  <a:pt x="2996" y="478"/>
                </a:cubicBezTo>
                <a:moveTo>
                  <a:pt x="3027" y="387"/>
                </a:moveTo>
                <a:cubicBezTo>
                  <a:pt x="3029" y="387"/>
                  <a:pt x="3029" y="387"/>
                  <a:pt x="3029" y="387"/>
                </a:cubicBezTo>
                <a:cubicBezTo>
                  <a:pt x="3029" y="375"/>
                  <a:pt x="3029" y="375"/>
                  <a:pt x="3029" y="375"/>
                </a:cubicBezTo>
                <a:cubicBezTo>
                  <a:pt x="3027" y="375"/>
                  <a:pt x="3027" y="375"/>
                  <a:pt x="3027" y="375"/>
                </a:cubicBezTo>
                <a:lnTo>
                  <a:pt x="3027" y="387"/>
                </a:lnTo>
                <a:close/>
                <a:moveTo>
                  <a:pt x="3031" y="430"/>
                </a:moveTo>
                <a:cubicBezTo>
                  <a:pt x="3034" y="430"/>
                  <a:pt x="3034" y="430"/>
                  <a:pt x="3034" y="430"/>
                </a:cubicBezTo>
                <a:cubicBezTo>
                  <a:pt x="3034" y="410"/>
                  <a:pt x="3034" y="410"/>
                  <a:pt x="3034" y="410"/>
                </a:cubicBezTo>
                <a:cubicBezTo>
                  <a:pt x="3031" y="410"/>
                  <a:pt x="3031" y="410"/>
                  <a:pt x="3031" y="410"/>
                </a:cubicBezTo>
                <a:lnTo>
                  <a:pt x="3031" y="430"/>
                </a:lnTo>
                <a:close/>
                <a:moveTo>
                  <a:pt x="3060" y="492"/>
                </a:moveTo>
                <a:cubicBezTo>
                  <a:pt x="3062" y="492"/>
                  <a:pt x="3062" y="492"/>
                  <a:pt x="3062" y="492"/>
                </a:cubicBezTo>
                <a:cubicBezTo>
                  <a:pt x="3062" y="431"/>
                  <a:pt x="3062" y="431"/>
                  <a:pt x="3062" y="431"/>
                </a:cubicBezTo>
                <a:cubicBezTo>
                  <a:pt x="3060" y="431"/>
                  <a:pt x="3060" y="431"/>
                  <a:pt x="3060" y="431"/>
                </a:cubicBezTo>
                <a:lnTo>
                  <a:pt x="3060" y="492"/>
                </a:lnTo>
                <a:close/>
                <a:moveTo>
                  <a:pt x="3051" y="499"/>
                </a:moveTo>
                <a:cubicBezTo>
                  <a:pt x="3066" y="499"/>
                  <a:pt x="3066" y="499"/>
                  <a:pt x="3066" y="499"/>
                </a:cubicBezTo>
                <a:cubicBezTo>
                  <a:pt x="3066" y="497"/>
                  <a:pt x="3066" y="497"/>
                  <a:pt x="3066" y="497"/>
                </a:cubicBezTo>
                <a:cubicBezTo>
                  <a:pt x="3051" y="497"/>
                  <a:pt x="3051" y="497"/>
                  <a:pt x="3051" y="497"/>
                </a:cubicBezTo>
                <a:lnTo>
                  <a:pt x="3051" y="499"/>
                </a:lnTo>
                <a:close/>
                <a:moveTo>
                  <a:pt x="3065" y="492"/>
                </a:moveTo>
                <a:cubicBezTo>
                  <a:pt x="3083" y="488"/>
                  <a:pt x="3083" y="488"/>
                  <a:pt x="3083" y="488"/>
                </a:cubicBezTo>
                <a:cubicBezTo>
                  <a:pt x="3108" y="488"/>
                  <a:pt x="3108" y="488"/>
                  <a:pt x="3108" y="488"/>
                </a:cubicBezTo>
                <a:cubicBezTo>
                  <a:pt x="3108" y="486"/>
                  <a:pt x="3108" y="486"/>
                  <a:pt x="3108" y="486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65" y="490"/>
                  <a:pt x="3065" y="490"/>
                  <a:pt x="3065" y="490"/>
                </a:cubicBezTo>
                <a:cubicBezTo>
                  <a:pt x="3065" y="492"/>
                  <a:pt x="3065" y="492"/>
                  <a:pt x="3065" y="492"/>
                </a:cubicBezTo>
                <a:moveTo>
                  <a:pt x="3101" y="540"/>
                </a:moveTo>
                <a:cubicBezTo>
                  <a:pt x="3103" y="540"/>
                  <a:pt x="3103" y="540"/>
                  <a:pt x="3103" y="540"/>
                </a:cubicBezTo>
                <a:cubicBezTo>
                  <a:pt x="3103" y="497"/>
                  <a:pt x="3103" y="497"/>
                  <a:pt x="3103" y="497"/>
                </a:cubicBezTo>
                <a:cubicBezTo>
                  <a:pt x="3101" y="497"/>
                  <a:pt x="3101" y="497"/>
                  <a:pt x="3101" y="497"/>
                </a:cubicBezTo>
                <a:lnTo>
                  <a:pt x="3101" y="540"/>
                </a:lnTo>
                <a:close/>
                <a:moveTo>
                  <a:pt x="3121" y="498"/>
                </a:moveTo>
                <a:cubicBezTo>
                  <a:pt x="3121" y="412"/>
                  <a:pt x="3121" y="412"/>
                  <a:pt x="3121" y="412"/>
                </a:cubicBezTo>
                <a:cubicBezTo>
                  <a:pt x="3132" y="412"/>
                  <a:pt x="3132" y="412"/>
                  <a:pt x="3132" y="412"/>
                </a:cubicBezTo>
                <a:cubicBezTo>
                  <a:pt x="3132" y="410"/>
                  <a:pt x="3132" y="410"/>
                  <a:pt x="3132" y="410"/>
                </a:cubicBezTo>
                <a:cubicBezTo>
                  <a:pt x="3119" y="410"/>
                  <a:pt x="3119" y="410"/>
                  <a:pt x="3119" y="410"/>
                </a:cubicBezTo>
                <a:cubicBezTo>
                  <a:pt x="3119" y="498"/>
                  <a:pt x="3119" y="498"/>
                  <a:pt x="3119" y="498"/>
                </a:cubicBezTo>
                <a:cubicBezTo>
                  <a:pt x="3121" y="498"/>
                  <a:pt x="3121" y="498"/>
                  <a:pt x="3121" y="498"/>
                </a:cubicBezTo>
                <a:moveTo>
                  <a:pt x="3018" y="398"/>
                </a:moveTo>
                <a:cubicBezTo>
                  <a:pt x="3037" y="398"/>
                  <a:pt x="3037" y="398"/>
                  <a:pt x="3037" y="398"/>
                </a:cubicBezTo>
                <a:cubicBezTo>
                  <a:pt x="3037" y="396"/>
                  <a:pt x="3037" y="396"/>
                  <a:pt x="3037" y="396"/>
                </a:cubicBezTo>
                <a:cubicBezTo>
                  <a:pt x="3018" y="396"/>
                  <a:pt x="3018" y="396"/>
                  <a:pt x="3018" y="396"/>
                </a:cubicBezTo>
                <a:lnTo>
                  <a:pt x="3018" y="398"/>
                </a:lnTo>
                <a:close/>
                <a:moveTo>
                  <a:pt x="2960" y="521"/>
                </a:moveTo>
                <a:cubicBezTo>
                  <a:pt x="2991" y="521"/>
                  <a:pt x="2991" y="521"/>
                  <a:pt x="2991" y="521"/>
                </a:cubicBezTo>
                <a:cubicBezTo>
                  <a:pt x="2991" y="519"/>
                  <a:pt x="2991" y="519"/>
                  <a:pt x="2991" y="519"/>
                </a:cubicBezTo>
                <a:cubicBezTo>
                  <a:pt x="2960" y="519"/>
                  <a:pt x="2960" y="519"/>
                  <a:pt x="2960" y="519"/>
                </a:cubicBezTo>
                <a:lnTo>
                  <a:pt x="2960" y="521"/>
                </a:lnTo>
                <a:close/>
                <a:moveTo>
                  <a:pt x="2959" y="562"/>
                </a:moveTo>
                <a:cubicBezTo>
                  <a:pt x="2992" y="562"/>
                  <a:pt x="2992" y="562"/>
                  <a:pt x="2992" y="562"/>
                </a:cubicBezTo>
                <a:cubicBezTo>
                  <a:pt x="2992" y="560"/>
                  <a:pt x="2992" y="560"/>
                  <a:pt x="2992" y="560"/>
                </a:cubicBezTo>
                <a:cubicBezTo>
                  <a:pt x="2959" y="560"/>
                  <a:pt x="2959" y="560"/>
                  <a:pt x="2959" y="560"/>
                </a:cubicBezTo>
                <a:lnTo>
                  <a:pt x="2959" y="562"/>
                </a:lnTo>
                <a:close/>
                <a:moveTo>
                  <a:pt x="2966" y="670"/>
                </a:moveTo>
                <a:cubicBezTo>
                  <a:pt x="2966" y="596"/>
                  <a:pt x="2966" y="596"/>
                  <a:pt x="2966" y="596"/>
                </a:cubicBezTo>
                <a:cubicBezTo>
                  <a:pt x="2977" y="591"/>
                  <a:pt x="2977" y="591"/>
                  <a:pt x="2977" y="591"/>
                </a:cubicBezTo>
                <a:cubicBezTo>
                  <a:pt x="2976" y="589"/>
                  <a:pt x="2976" y="589"/>
                  <a:pt x="2976" y="589"/>
                </a:cubicBezTo>
                <a:cubicBezTo>
                  <a:pt x="2964" y="595"/>
                  <a:pt x="2964" y="595"/>
                  <a:pt x="2964" y="595"/>
                </a:cubicBezTo>
                <a:cubicBezTo>
                  <a:pt x="2964" y="670"/>
                  <a:pt x="2964" y="670"/>
                  <a:pt x="2964" y="670"/>
                </a:cubicBezTo>
                <a:cubicBezTo>
                  <a:pt x="2966" y="670"/>
                  <a:pt x="2966" y="670"/>
                  <a:pt x="2966" y="670"/>
                </a:cubicBezTo>
                <a:moveTo>
                  <a:pt x="2965" y="603"/>
                </a:moveTo>
                <a:cubicBezTo>
                  <a:pt x="2977" y="599"/>
                  <a:pt x="2977" y="599"/>
                  <a:pt x="2977" y="599"/>
                </a:cubicBezTo>
                <a:cubicBezTo>
                  <a:pt x="3022" y="599"/>
                  <a:pt x="3022" y="599"/>
                  <a:pt x="3022" y="599"/>
                </a:cubicBezTo>
                <a:cubicBezTo>
                  <a:pt x="3022" y="597"/>
                  <a:pt x="3022" y="597"/>
                  <a:pt x="3022" y="597"/>
                </a:cubicBezTo>
                <a:cubicBezTo>
                  <a:pt x="2976" y="597"/>
                  <a:pt x="2976" y="597"/>
                  <a:pt x="2976" y="597"/>
                </a:cubicBezTo>
                <a:cubicBezTo>
                  <a:pt x="2964" y="601"/>
                  <a:pt x="2964" y="601"/>
                  <a:pt x="2964" y="601"/>
                </a:cubicBezTo>
                <a:cubicBezTo>
                  <a:pt x="2965" y="603"/>
                  <a:pt x="2965" y="603"/>
                  <a:pt x="2965" y="603"/>
                </a:cubicBezTo>
                <a:moveTo>
                  <a:pt x="2956" y="643"/>
                </a:moveTo>
                <a:cubicBezTo>
                  <a:pt x="2958" y="643"/>
                  <a:pt x="2958" y="643"/>
                  <a:pt x="2958" y="643"/>
                </a:cubicBezTo>
                <a:cubicBezTo>
                  <a:pt x="2958" y="483"/>
                  <a:pt x="2958" y="483"/>
                  <a:pt x="2958" y="483"/>
                </a:cubicBezTo>
                <a:cubicBezTo>
                  <a:pt x="2956" y="483"/>
                  <a:pt x="2956" y="483"/>
                  <a:pt x="2956" y="483"/>
                </a:cubicBezTo>
                <a:lnTo>
                  <a:pt x="2956" y="643"/>
                </a:lnTo>
                <a:close/>
                <a:moveTo>
                  <a:pt x="2999" y="591"/>
                </a:moveTo>
                <a:cubicBezTo>
                  <a:pt x="3001" y="591"/>
                  <a:pt x="3001" y="591"/>
                  <a:pt x="3001" y="591"/>
                </a:cubicBezTo>
                <a:cubicBezTo>
                  <a:pt x="3001" y="483"/>
                  <a:pt x="3001" y="483"/>
                  <a:pt x="3001" y="483"/>
                </a:cubicBezTo>
                <a:cubicBezTo>
                  <a:pt x="2999" y="483"/>
                  <a:pt x="2999" y="483"/>
                  <a:pt x="2999" y="483"/>
                </a:cubicBezTo>
                <a:lnTo>
                  <a:pt x="2999" y="591"/>
                </a:lnTo>
                <a:close/>
                <a:moveTo>
                  <a:pt x="2902" y="459"/>
                </a:moveTo>
                <a:cubicBezTo>
                  <a:pt x="2911" y="459"/>
                  <a:pt x="2911" y="459"/>
                  <a:pt x="2911" y="459"/>
                </a:cubicBezTo>
                <a:cubicBezTo>
                  <a:pt x="2911" y="453"/>
                  <a:pt x="2911" y="453"/>
                  <a:pt x="2911" y="453"/>
                </a:cubicBezTo>
                <a:cubicBezTo>
                  <a:pt x="2925" y="453"/>
                  <a:pt x="2925" y="453"/>
                  <a:pt x="2925" y="453"/>
                </a:cubicBezTo>
                <a:cubicBezTo>
                  <a:pt x="2925" y="450"/>
                  <a:pt x="2925" y="450"/>
                  <a:pt x="2925" y="450"/>
                </a:cubicBezTo>
                <a:cubicBezTo>
                  <a:pt x="2935" y="450"/>
                  <a:pt x="2935" y="450"/>
                  <a:pt x="2935" y="450"/>
                </a:cubicBezTo>
                <a:cubicBezTo>
                  <a:pt x="2935" y="448"/>
                  <a:pt x="2935" y="448"/>
                  <a:pt x="2935" y="448"/>
                </a:cubicBezTo>
                <a:cubicBezTo>
                  <a:pt x="2923" y="448"/>
                  <a:pt x="2923" y="448"/>
                  <a:pt x="2923" y="448"/>
                </a:cubicBezTo>
                <a:cubicBezTo>
                  <a:pt x="2923" y="451"/>
                  <a:pt x="2923" y="451"/>
                  <a:pt x="2923" y="451"/>
                </a:cubicBezTo>
                <a:cubicBezTo>
                  <a:pt x="2908" y="451"/>
                  <a:pt x="2908" y="451"/>
                  <a:pt x="2908" y="451"/>
                </a:cubicBezTo>
                <a:cubicBezTo>
                  <a:pt x="2908" y="457"/>
                  <a:pt x="2908" y="457"/>
                  <a:pt x="2908" y="457"/>
                </a:cubicBezTo>
                <a:cubicBezTo>
                  <a:pt x="2902" y="457"/>
                  <a:pt x="2902" y="457"/>
                  <a:pt x="2902" y="457"/>
                </a:cubicBezTo>
                <a:cubicBezTo>
                  <a:pt x="2902" y="459"/>
                  <a:pt x="2902" y="459"/>
                  <a:pt x="2902" y="459"/>
                </a:cubicBezTo>
                <a:moveTo>
                  <a:pt x="2840" y="488"/>
                </a:moveTo>
                <a:cubicBezTo>
                  <a:pt x="2842" y="488"/>
                  <a:pt x="2842" y="488"/>
                  <a:pt x="2842" y="488"/>
                </a:cubicBezTo>
                <a:cubicBezTo>
                  <a:pt x="2842" y="440"/>
                  <a:pt x="2842" y="440"/>
                  <a:pt x="2842" y="440"/>
                </a:cubicBezTo>
                <a:cubicBezTo>
                  <a:pt x="2840" y="440"/>
                  <a:pt x="2840" y="440"/>
                  <a:pt x="2840" y="440"/>
                </a:cubicBezTo>
                <a:lnTo>
                  <a:pt x="2840" y="488"/>
                </a:lnTo>
                <a:close/>
                <a:moveTo>
                  <a:pt x="2830" y="506"/>
                </a:moveTo>
                <a:cubicBezTo>
                  <a:pt x="2840" y="502"/>
                  <a:pt x="2840" y="502"/>
                  <a:pt x="2840" y="502"/>
                </a:cubicBezTo>
                <a:cubicBezTo>
                  <a:pt x="2860" y="502"/>
                  <a:pt x="2860" y="502"/>
                  <a:pt x="2860" y="502"/>
                </a:cubicBezTo>
                <a:cubicBezTo>
                  <a:pt x="2860" y="499"/>
                  <a:pt x="2860" y="499"/>
                  <a:pt x="2860" y="499"/>
                </a:cubicBezTo>
                <a:cubicBezTo>
                  <a:pt x="2840" y="499"/>
                  <a:pt x="2840" y="499"/>
                  <a:pt x="2840" y="499"/>
                </a:cubicBezTo>
                <a:cubicBezTo>
                  <a:pt x="2830" y="503"/>
                  <a:pt x="2830" y="503"/>
                  <a:pt x="2830" y="503"/>
                </a:cubicBezTo>
                <a:cubicBezTo>
                  <a:pt x="2830" y="506"/>
                  <a:pt x="2830" y="506"/>
                  <a:pt x="2830" y="506"/>
                </a:cubicBezTo>
                <a:moveTo>
                  <a:pt x="2817" y="662"/>
                </a:moveTo>
                <a:cubicBezTo>
                  <a:pt x="2883" y="662"/>
                  <a:pt x="2883" y="662"/>
                  <a:pt x="2883" y="662"/>
                </a:cubicBezTo>
                <a:cubicBezTo>
                  <a:pt x="2883" y="670"/>
                  <a:pt x="2883" y="670"/>
                  <a:pt x="2883" y="670"/>
                </a:cubicBezTo>
                <a:cubicBezTo>
                  <a:pt x="2885" y="670"/>
                  <a:pt x="2885" y="670"/>
                  <a:pt x="2885" y="670"/>
                </a:cubicBezTo>
                <a:cubicBezTo>
                  <a:pt x="2885" y="659"/>
                  <a:pt x="2885" y="659"/>
                  <a:pt x="2885" y="659"/>
                </a:cubicBezTo>
                <a:cubicBezTo>
                  <a:pt x="2817" y="659"/>
                  <a:pt x="2817" y="659"/>
                  <a:pt x="2817" y="659"/>
                </a:cubicBezTo>
                <a:cubicBezTo>
                  <a:pt x="2817" y="662"/>
                  <a:pt x="2817" y="662"/>
                  <a:pt x="2817" y="662"/>
                </a:cubicBezTo>
                <a:moveTo>
                  <a:pt x="2759" y="628"/>
                </a:moveTo>
                <a:cubicBezTo>
                  <a:pt x="2815" y="628"/>
                  <a:pt x="2815" y="628"/>
                  <a:pt x="2815" y="628"/>
                </a:cubicBezTo>
                <a:cubicBezTo>
                  <a:pt x="2815" y="626"/>
                  <a:pt x="2815" y="626"/>
                  <a:pt x="2815" y="626"/>
                </a:cubicBezTo>
                <a:cubicBezTo>
                  <a:pt x="2759" y="626"/>
                  <a:pt x="2759" y="626"/>
                  <a:pt x="2759" y="626"/>
                </a:cubicBezTo>
                <a:lnTo>
                  <a:pt x="2759" y="628"/>
                </a:lnTo>
                <a:close/>
                <a:moveTo>
                  <a:pt x="2759" y="318"/>
                </a:moveTo>
                <a:cubicBezTo>
                  <a:pt x="2815" y="316"/>
                  <a:pt x="2815" y="316"/>
                  <a:pt x="2815" y="316"/>
                </a:cubicBezTo>
                <a:cubicBezTo>
                  <a:pt x="2830" y="326"/>
                  <a:pt x="2830" y="326"/>
                  <a:pt x="2830" y="326"/>
                </a:cubicBezTo>
                <a:cubicBezTo>
                  <a:pt x="2831" y="324"/>
                  <a:pt x="2831" y="324"/>
                  <a:pt x="2831" y="324"/>
                </a:cubicBezTo>
                <a:cubicBezTo>
                  <a:pt x="2815" y="314"/>
                  <a:pt x="2815" y="314"/>
                  <a:pt x="2815" y="314"/>
                </a:cubicBezTo>
                <a:cubicBezTo>
                  <a:pt x="2758" y="316"/>
                  <a:pt x="2758" y="316"/>
                  <a:pt x="2758" y="316"/>
                </a:cubicBezTo>
                <a:cubicBezTo>
                  <a:pt x="2759" y="318"/>
                  <a:pt x="2759" y="318"/>
                  <a:pt x="2759" y="318"/>
                </a:cubicBezTo>
                <a:moveTo>
                  <a:pt x="2760" y="421"/>
                </a:moveTo>
                <a:cubicBezTo>
                  <a:pt x="2815" y="420"/>
                  <a:pt x="2815" y="420"/>
                  <a:pt x="2815" y="420"/>
                </a:cubicBezTo>
                <a:cubicBezTo>
                  <a:pt x="2830" y="425"/>
                  <a:pt x="2830" y="425"/>
                  <a:pt x="2830" y="425"/>
                </a:cubicBezTo>
                <a:cubicBezTo>
                  <a:pt x="2831" y="423"/>
                  <a:pt x="2831" y="423"/>
                  <a:pt x="2831" y="423"/>
                </a:cubicBezTo>
                <a:cubicBezTo>
                  <a:pt x="2816" y="418"/>
                  <a:pt x="2816" y="418"/>
                  <a:pt x="2816" y="418"/>
                </a:cubicBezTo>
                <a:cubicBezTo>
                  <a:pt x="2760" y="419"/>
                  <a:pt x="2760" y="419"/>
                  <a:pt x="2760" y="419"/>
                </a:cubicBezTo>
                <a:cubicBezTo>
                  <a:pt x="2760" y="421"/>
                  <a:pt x="2760" y="421"/>
                  <a:pt x="2760" y="421"/>
                </a:cubicBezTo>
                <a:moveTo>
                  <a:pt x="2832" y="330"/>
                </a:moveTo>
                <a:cubicBezTo>
                  <a:pt x="2866" y="330"/>
                  <a:pt x="2866" y="330"/>
                  <a:pt x="2866" y="330"/>
                </a:cubicBezTo>
                <a:cubicBezTo>
                  <a:pt x="2866" y="347"/>
                  <a:pt x="2866" y="347"/>
                  <a:pt x="2866" y="347"/>
                </a:cubicBezTo>
                <a:cubicBezTo>
                  <a:pt x="2868" y="347"/>
                  <a:pt x="2868" y="347"/>
                  <a:pt x="2868" y="347"/>
                </a:cubicBezTo>
                <a:cubicBezTo>
                  <a:pt x="2868" y="328"/>
                  <a:pt x="2868" y="328"/>
                  <a:pt x="2868" y="328"/>
                </a:cubicBezTo>
                <a:cubicBezTo>
                  <a:pt x="2832" y="328"/>
                  <a:pt x="2832" y="328"/>
                  <a:pt x="2832" y="328"/>
                </a:cubicBezTo>
                <a:cubicBezTo>
                  <a:pt x="2832" y="330"/>
                  <a:pt x="2832" y="330"/>
                  <a:pt x="2832" y="330"/>
                </a:cubicBezTo>
                <a:moveTo>
                  <a:pt x="2643" y="277"/>
                </a:moveTo>
                <a:cubicBezTo>
                  <a:pt x="2657" y="286"/>
                  <a:pt x="2657" y="286"/>
                  <a:pt x="2657" y="286"/>
                </a:cubicBezTo>
                <a:cubicBezTo>
                  <a:pt x="2668" y="278"/>
                  <a:pt x="2668" y="278"/>
                  <a:pt x="2668" y="278"/>
                </a:cubicBezTo>
                <a:cubicBezTo>
                  <a:pt x="2666" y="276"/>
                  <a:pt x="2666" y="276"/>
                  <a:pt x="2666" y="276"/>
                </a:cubicBezTo>
                <a:cubicBezTo>
                  <a:pt x="2657" y="283"/>
                  <a:pt x="2657" y="283"/>
                  <a:pt x="2657" y="283"/>
                </a:cubicBezTo>
                <a:cubicBezTo>
                  <a:pt x="2645" y="275"/>
                  <a:pt x="2645" y="275"/>
                  <a:pt x="2645" y="275"/>
                </a:cubicBezTo>
                <a:cubicBezTo>
                  <a:pt x="2643" y="277"/>
                  <a:pt x="2643" y="277"/>
                  <a:pt x="2643" y="277"/>
                </a:cubicBezTo>
                <a:moveTo>
                  <a:pt x="2723" y="408"/>
                </a:moveTo>
                <a:cubicBezTo>
                  <a:pt x="2723" y="389"/>
                  <a:pt x="2723" y="389"/>
                  <a:pt x="2723" y="389"/>
                </a:cubicBezTo>
                <a:cubicBezTo>
                  <a:pt x="2736" y="389"/>
                  <a:pt x="2736" y="389"/>
                  <a:pt x="2736" y="389"/>
                </a:cubicBezTo>
                <a:cubicBezTo>
                  <a:pt x="2736" y="380"/>
                  <a:pt x="2736" y="380"/>
                  <a:pt x="2736" y="380"/>
                </a:cubicBezTo>
                <a:cubicBezTo>
                  <a:pt x="2759" y="380"/>
                  <a:pt x="2759" y="380"/>
                  <a:pt x="2759" y="380"/>
                </a:cubicBezTo>
                <a:cubicBezTo>
                  <a:pt x="2759" y="377"/>
                  <a:pt x="2759" y="377"/>
                  <a:pt x="2759" y="377"/>
                </a:cubicBezTo>
                <a:cubicBezTo>
                  <a:pt x="2734" y="377"/>
                  <a:pt x="2734" y="377"/>
                  <a:pt x="2734" y="377"/>
                </a:cubicBezTo>
                <a:cubicBezTo>
                  <a:pt x="2734" y="386"/>
                  <a:pt x="2734" y="386"/>
                  <a:pt x="2734" y="386"/>
                </a:cubicBezTo>
                <a:cubicBezTo>
                  <a:pt x="2721" y="386"/>
                  <a:pt x="2721" y="386"/>
                  <a:pt x="2721" y="386"/>
                </a:cubicBezTo>
                <a:cubicBezTo>
                  <a:pt x="2721" y="408"/>
                  <a:pt x="2721" y="408"/>
                  <a:pt x="2721" y="408"/>
                </a:cubicBezTo>
                <a:cubicBezTo>
                  <a:pt x="2723" y="408"/>
                  <a:pt x="2723" y="408"/>
                  <a:pt x="2723" y="408"/>
                </a:cubicBezTo>
                <a:moveTo>
                  <a:pt x="2872" y="401"/>
                </a:moveTo>
                <a:cubicBezTo>
                  <a:pt x="2880" y="405"/>
                  <a:pt x="2880" y="405"/>
                  <a:pt x="2880" y="405"/>
                </a:cubicBezTo>
                <a:cubicBezTo>
                  <a:pt x="2880" y="416"/>
                  <a:pt x="2880" y="416"/>
                  <a:pt x="2880" y="416"/>
                </a:cubicBezTo>
                <a:cubicBezTo>
                  <a:pt x="2896" y="416"/>
                  <a:pt x="2896" y="416"/>
                  <a:pt x="2896" y="416"/>
                </a:cubicBezTo>
                <a:cubicBezTo>
                  <a:pt x="2896" y="414"/>
                  <a:pt x="2896" y="414"/>
                  <a:pt x="2896" y="414"/>
                </a:cubicBezTo>
                <a:cubicBezTo>
                  <a:pt x="2882" y="414"/>
                  <a:pt x="2882" y="414"/>
                  <a:pt x="2882" y="414"/>
                </a:cubicBezTo>
                <a:cubicBezTo>
                  <a:pt x="2882" y="404"/>
                  <a:pt x="2882" y="404"/>
                  <a:pt x="2882" y="404"/>
                </a:cubicBezTo>
                <a:cubicBezTo>
                  <a:pt x="2873" y="399"/>
                  <a:pt x="2873" y="399"/>
                  <a:pt x="2873" y="399"/>
                </a:cubicBezTo>
                <a:cubicBezTo>
                  <a:pt x="2872" y="401"/>
                  <a:pt x="2872" y="401"/>
                  <a:pt x="2872" y="401"/>
                </a:cubicBezTo>
                <a:moveTo>
                  <a:pt x="2922" y="538"/>
                </a:moveTo>
                <a:cubicBezTo>
                  <a:pt x="2925" y="538"/>
                  <a:pt x="2925" y="538"/>
                  <a:pt x="2925" y="538"/>
                </a:cubicBezTo>
                <a:cubicBezTo>
                  <a:pt x="2925" y="467"/>
                  <a:pt x="2925" y="467"/>
                  <a:pt x="2925" y="467"/>
                </a:cubicBezTo>
                <a:cubicBezTo>
                  <a:pt x="2922" y="467"/>
                  <a:pt x="2922" y="467"/>
                  <a:pt x="2922" y="467"/>
                </a:cubicBezTo>
                <a:lnTo>
                  <a:pt x="2922" y="538"/>
                </a:lnTo>
                <a:close/>
                <a:moveTo>
                  <a:pt x="2437" y="455"/>
                </a:moveTo>
                <a:cubicBezTo>
                  <a:pt x="2453" y="455"/>
                  <a:pt x="2453" y="455"/>
                  <a:pt x="2453" y="455"/>
                </a:cubicBezTo>
                <a:cubicBezTo>
                  <a:pt x="2453" y="459"/>
                  <a:pt x="2453" y="459"/>
                  <a:pt x="2453" y="459"/>
                </a:cubicBezTo>
                <a:cubicBezTo>
                  <a:pt x="2441" y="459"/>
                  <a:pt x="2441" y="459"/>
                  <a:pt x="2441" y="459"/>
                </a:cubicBezTo>
                <a:cubicBezTo>
                  <a:pt x="2441" y="488"/>
                  <a:pt x="2441" y="488"/>
                  <a:pt x="2441" y="488"/>
                </a:cubicBezTo>
                <a:cubicBezTo>
                  <a:pt x="2454" y="488"/>
                  <a:pt x="2454" y="488"/>
                  <a:pt x="2454" y="488"/>
                </a:cubicBezTo>
                <a:cubicBezTo>
                  <a:pt x="2454" y="492"/>
                  <a:pt x="2454" y="492"/>
                  <a:pt x="2454" y="492"/>
                </a:cubicBezTo>
                <a:cubicBezTo>
                  <a:pt x="2436" y="492"/>
                  <a:pt x="2436" y="492"/>
                  <a:pt x="2436" y="492"/>
                </a:cubicBezTo>
                <a:cubicBezTo>
                  <a:pt x="2436" y="494"/>
                  <a:pt x="2436" y="494"/>
                  <a:pt x="2436" y="494"/>
                </a:cubicBezTo>
                <a:cubicBezTo>
                  <a:pt x="2456" y="494"/>
                  <a:pt x="2456" y="494"/>
                  <a:pt x="2456" y="494"/>
                </a:cubicBezTo>
                <a:cubicBezTo>
                  <a:pt x="2456" y="486"/>
                  <a:pt x="2456" y="486"/>
                  <a:pt x="2456" y="486"/>
                </a:cubicBezTo>
                <a:cubicBezTo>
                  <a:pt x="2443" y="486"/>
                  <a:pt x="2443" y="486"/>
                  <a:pt x="2443" y="486"/>
                </a:cubicBezTo>
                <a:cubicBezTo>
                  <a:pt x="2443" y="461"/>
                  <a:pt x="2443" y="461"/>
                  <a:pt x="2443" y="461"/>
                </a:cubicBezTo>
                <a:cubicBezTo>
                  <a:pt x="2455" y="461"/>
                  <a:pt x="2455" y="461"/>
                  <a:pt x="2455" y="461"/>
                </a:cubicBezTo>
                <a:cubicBezTo>
                  <a:pt x="2455" y="452"/>
                  <a:pt x="2455" y="452"/>
                  <a:pt x="2455" y="452"/>
                </a:cubicBezTo>
                <a:cubicBezTo>
                  <a:pt x="2437" y="452"/>
                  <a:pt x="2437" y="452"/>
                  <a:pt x="2437" y="452"/>
                </a:cubicBezTo>
                <a:cubicBezTo>
                  <a:pt x="2437" y="455"/>
                  <a:pt x="2437" y="455"/>
                  <a:pt x="2437" y="455"/>
                </a:cubicBezTo>
                <a:moveTo>
                  <a:pt x="2436" y="514"/>
                </a:moveTo>
                <a:cubicBezTo>
                  <a:pt x="2451" y="514"/>
                  <a:pt x="2451" y="514"/>
                  <a:pt x="2451" y="514"/>
                </a:cubicBezTo>
                <a:cubicBezTo>
                  <a:pt x="2451" y="518"/>
                  <a:pt x="2451" y="518"/>
                  <a:pt x="2451" y="518"/>
                </a:cubicBezTo>
                <a:cubicBezTo>
                  <a:pt x="2441" y="518"/>
                  <a:pt x="2441" y="518"/>
                  <a:pt x="2441" y="518"/>
                </a:cubicBezTo>
                <a:cubicBezTo>
                  <a:pt x="2441" y="553"/>
                  <a:pt x="2441" y="553"/>
                  <a:pt x="2441" y="553"/>
                </a:cubicBezTo>
                <a:cubicBezTo>
                  <a:pt x="2450" y="553"/>
                  <a:pt x="2450" y="553"/>
                  <a:pt x="2450" y="553"/>
                </a:cubicBezTo>
                <a:cubicBezTo>
                  <a:pt x="2450" y="557"/>
                  <a:pt x="2450" y="557"/>
                  <a:pt x="2450" y="557"/>
                </a:cubicBezTo>
                <a:cubicBezTo>
                  <a:pt x="2437" y="557"/>
                  <a:pt x="2437" y="557"/>
                  <a:pt x="2437" y="557"/>
                </a:cubicBezTo>
                <a:cubicBezTo>
                  <a:pt x="2437" y="559"/>
                  <a:pt x="2437" y="559"/>
                  <a:pt x="2437" y="559"/>
                </a:cubicBezTo>
                <a:cubicBezTo>
                  <a:pt x="2452" y="559"/>
                  <a:pt x="2452" y="559"/>
                  <a:pt x="2452" y="559"/>
                </a:cubicBezTo>
                <a:cubicBezTo>
                  <a:pt x="2452" y="551"/>
                  <a:pt x="2452" y="551"/>
                  <a:pt x="2452" y="551"/>
                </a:cubicBezTo>
                <a:cubicBezTo>
                  <a:pt x="2443" y="551"/>
                  <a:pt x="2443" y="551"/>
                  <a:pt x="2443" y="551"/>
                </a:cubicBezTo>
                <a:cubicBezTo>
                  <a:pt x="2443" y="520"/>
                  <a:pt x="2443" y="520"/>
                  <a:pt x="2443" y="520"/>
                </a:cubicBezTo>
                <a:cubicBezTo>
                  <a:pt x="2453" y="520"/>
                  <a:pt x="2453" y="520"/>
                  <a:pt x="2453" y="520"/>
                </a:cubicBezTo>
                <a:cubicBezTo>
                  <a:pt x="2453" y="511"/>
                  <a:pt x="2453" y="511"/>
                  <a:pt x="2453" y="511"/>
                </a:cubicBezTo>
                <a:cubicBezTo>
                  <a:pt x="2436" y="511"/>
                  <a:pt x="2436" y="511"/>
                  <a:pt x="2436" y="511"/>
                </a:cubicBezTo>
                <a:cubicBezTo>
                  <a:pt x="2436" y="514"/>
                  <a:pt x="2436" y="514"/>
                  <a:pt x="2436" y="514"/>
                </a:cubicBezTo>
                <a:moveTo>
                  <a:pt x="2436" y="578"/>
                </a:moveTo>
                <a:cubicBezTo>
                  <a:pt x="2451" y="578"/>
                  <a:pt x="2451" y="578"/>
                  <a:pt x="2451" y="578"/>
                </a:cubicBezTo>
                <a:cubicBezTo>
                  <a:pt x="2451" y="582"/>
                  <a:pt x="2451" y="582"/>
                  <a:pt x="2451" y="582"/>
                </a:cubicBezTo>
                <a:cubicBezTo>
                  <a:pt x="2441" y="582"/>
                  <a:pt x="2441" y="582"/>
                  <a:pt x="2441" y="582"/>
                </a:cubicBezTo>
                <a:cubicBezTo>
                  <a:pt x="2441" y="618"/>
                  <a:pt x="2441" y="618"/>
                  <a:pt x="2441" y="618"/>
                </a:cubicBezTo>
                <a:cubicBezTo>
                  <a:pt x="2451" y="618"/>
                  <a:pt x="2451" y="618"/>
                  <a:pt x="2451" y="618"/>
                </a:cubicBezTo>
                <a:cubicBezTo>
                  <a:pt x="2451" y="621"/>
                  <a:pt x="2451" y="621"/>
                  <a:pt x="2451" y="621"/>
                </a:cubicBezTo>
                <a:cubicBezTo>
                  <a:pt x="2436" y="621"/>
                  <a:pt x="2436" y="621"/>
                  <a:pt x="2436" y="621"/>
                </a:cubicBezTo>
                <a:cubicBezTo>
                  <a:pt x="2436" y="641"/>
                  <a:pt x="2436" y="641"/>
                  <a:pt x="2436" y="641"/>
                </a:cubicBezTo>
                <a:cubicBezTo>
                  <a:pt x="2439" y="641"/>
                  <a:pt x="2439" y="641"/>
                  <a:pt x="2439" y="641"/>
                </a:cubicBezTo>
                <a:cubicBezTo>
                  <a:pt x="2439" y="624"/>
                  <a:pt x="2439" y="624"/>
                  <a:pt x="2439" y="624"/>
                </a:cubicBezTo>
                <a:cubicBezTo>
                  <a:pt x="2453" y="624"/>
                  <a:pt x="2453" y="624"/>
                  <a:pt x="2453" y="624"/>
                </a:cubicBezTo>
                <a:cubicBezTo>
                  <a:pt x="2453" y="615"/>
                  <a:pt x="2453" y="615"/>
                  <a:pt x="2453" y="615"/>
                </a:cubicBezTo>
                <a:cubicBezTo>
                  <a:pt x="2443" y="615"/>
                  <a:pt x="2443" y="615"/>
                  <a:pt x="2443" y="615"/>
                </a:cubicBezTo>
                <a:cubicBezTo>
                  <a:pt x="2443" y="584"/>
                  <a:pt x="2443" y="584"/>
                  <a:pt x="2443" y="584"/>
                </a:cubicBezTo>
                <a:cubicBezTo>
                  <a:pt x="2454" y="584"/>
                  <a:pt x="2454" y="584"/>
                  <a:pt x="2454" y="584"/>
                </a:cubicBezTo>
                <a:cubicBezTo>
                  <a:pt x="2454" y="576"/>
                  <a:pt x="2454" y="576"/>
                  <a:pt x="2454" y="576"/>
                </a:cubicBezTo>
                <a:cubicBezTo>
                  <a:pt x="2436" y="576"/>
                  <a:pt x="2436" y="576"/>
                  <a:pt x="2436" y="576"/>
                </a:cubicBezTo>
                <a:cubicBezTo>
                  <a:pt x="2436" y="578"/>
                  <a:pt x="2436" y="578"/>
                  <a:pt x="2436" y="578"/>
                </a:cubicBezTo>
                <a:moveTo>
                  <a:pt x="2456" y="503"/>
                </a:moveTo>
                <a:cubicBezTo>
                  <a:pt x="2448" y="503"/>
                  <a:pt x="2448" y="503"/>
                  <a:pt x="2448" y="503"/>
                </a:cubicBezTo>
                <a:cubicBezTo>
                  <a:pt x="2448" y="499"/>
                  <a:pt x="2448" y="499"/>
                  <a:pt x="2448" y="499"/>
                </a:cubicBezTo>
                <a:cubicBezTo>
                  <a:pt x="2459" y="499"/>
                  <a:pt x="2459" y="499"/>
                  <a:pt x="2459" y="499"/>
                </a:cubicBezTo>
                <a:cubicBezTo>
                  <a:pt x="2459" y="497"/>
                  <a:pt x="2459" y="497"/>
                  <a:pt x="2459" y="497"/>
                </a:cubicBezTo>
                <a:cubicBezTo>
                  <a:pt x="2445" y="497"/>
                  <a:pt x="2445" y="497"/>
                  <a:pt x="2445" y="497"/>
                </a:cubicBezTo>
                <a:cubicBezTo>
                  <a:pt x="2445" y="506"/>
                  <a:pt x="2445" y="506"/>
                  <a:pt x="2445" y="506"/>
                </a:cubicBezTo>
                <a:cubicBezTo>
                  <a:pt x="2456" y="506"/>
                  <a:pt x="2456" y="506"/>
                  <a:pt x="2456" y="506"/>
                </a:cubicBezTo>
                <a:cubicBezTo>
                  <a:pt x="2456" y="503"/>
                  <a:pt x="2456" y="503"/>
                  <a:pt x="2456" y="503"/>
                </a:cubicBezTo>
                <a:moveTo>
                  <a:pt x="2456" y="528"/>
                </a:moveTo>
                <a:cubicBezTo>
                  <a:pt x="2448" y="528"/>
                  <a:pt x="2448" y="528"/>
                  <a:pt x="2448" y="528"/>
                </a:cubicBezTo>
                <a:cubicBezTo>
                  <a:pt x="2448" y="524"/>
                  <a:pt x="2448" y="524"/>
                  <a:pt x="2448" y="524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5" y="521"/>
                  <a:pt x="2455" y="521"/>
                  <a:pt x="2455" y="521"/>
                </a:cubicBezTo>
                <a:cubicBezTo>
                  <a:pt x="2446" y="521"/>
                  <a:pt x="2446" y="521"/>
                  <a:pt x="2446" y="521"/>
                </a:cubicBezTo>
                <a:cubicBezTo>
                  <a:pt x="2446" y="530"/>
                  <a:pt x="2446" y="530"/>
                  <a:pt x="2446" y="530"/>
                </a:cubicBezTo>
                <a:cubicBezTo>
                  <a:pt x="2456" y="530"/>
                  <a:pt x="2456" y="530"/>
                  <a:pt x="2456" y="530"/>
                </a:cubicBezTo>
                <a:cubicBezTo>
                  <a:pt x="2456" y="528"/>
                  <a:pt x="2456" y="528"/>
                  <a:pt x="2456" y="528"/>
                </a:cubicBezTo>
                <a:moveTo>
                  <a:pt x="2457" y="569"/>
                </a:moveTo>
                <a:cubicBezTo>
                  <a:pt x="2448" y="569"/>
                  <a:pt x="2448" y="569"/>
                  <a:pt x="2448" y="569"/>
                </a:cubicBezTo>
                <a:cubicBezTo>
                  <a:pt x="2448" y="565"/>
                  <a:pt x="2448" y="565"/>
                  <a:pt x="2448" y="565"/>
                </a:cubicBezTo>
                <a:cubicBezTo>
                  <a:pt x="2456" y="565"/>
                  <a:pt x="2456" y="565"/>
                  <a:pt x="2456" y="565"/>
                </a:cubicBezTo>
                <a:cubicBezTo>
                  <a:pt x="2456" y="563"/>
                  <a:pt x="2456" y="563"/>
                  <a:pt x="2456" y="563"/>
                </a:cubicBezTo>
                <a:cubicBezTo>
                  <a:pt x="2446" y="563"/>
                  <a:pt x="2446" y="563"/>
                  <a:pt x="2446" y="563"/>
                </a:cubicBezTo>
                <a:cubicBezTo>
                  <a:pt x="2446" y="571"/>
                  <a:pt x="2446" y="571"/>
                  <a:pt x="2446" y="571"/>
                </a:cubicBezTo>
                <a:cubicBezTo>
                  <a:pt x="2457" y="571"/>
                  <a:pt x="2457" y="571"/>
                  <a:pt x="2457" y="571"/>
                </a:cubicBezTo>
                <a:cubicBezTo>
                  <a:pt x="2457" y="569"/>
                  <a:pt x="2457" y="569"/>
                  <a:pt x="2457" y="569"/>
                </a:cubicBezTo>
                <a:moveTo>
                  <a:pt x="2457" y="592"/>
                </a:moveTo>
                <a:cubicBezTo>
                  <a:pt x="2448" y="592"/>
                  <a:pt x="2448" y="592"/>
                  <a:pt x="2448" y="592"/>
                </a:cubicBezTo>
                <a:cubicBezTo>
                  <a:pt x="2448" y="588"/>
                  <a:pt x="2448" y="588"/>
                  <a:pt x="2448" y="588"/>
                </a:cubicBezTo>
                <a:cubicBezTo>
                  <a:pt x="2456" y="588"/>
                  <a:pt x="2456" y="588"/>
                  <a:pt x="2456" y="588"/>
                </a:cubicBezTo>
                <a:cubicBezTo>
                  <a:pt x="2456" y="586"/>
                  <a:pt x="2456" y="586"/>
                  <a:pt x="2456" y="586"/>
                </a:cubicBezTo>
                <a:cubicBezTo>
                  <a:pt x="2446" y="586"/>
                  <a:pt x="2446" y="586"/>
                  <a:pt x="2446" y="586"/>
                </a:cubicBezTo>
                <a:cubicBezTo>
                  <a:pt x="2446" y="594"/>
                  <a:pt x="2446" y="594"/>
                  <a:pt x="2446" y="594"/>
                </a:cubicBezTo>
                <a:cubicBezTo>
                  <a:pt x="2457" y="594"/>
                  <a:pt x="2457" y="594"/>
                  <a:pt x="2457" y="594"/>
                </a:cubicBezTo>
                <a:cubicBezTo>
                  <a:pt x="2457" y="592"/>
                  <a:pt x="2457" y="592"/>
                  <a:pt x="2457" y="592"/>
                </a:cubicBezTo>
                <a:moveTo>
                  <a:pt x="2464" y="470"/>
                </a:moveTo>
                <a:cubicBezTo>
                  <a:pt x="2450" y="470"/>
                  <a:pt x="2450" y="470"/>
                  <a:pt x="2450" y="470"/>
                </a:cubicBezTo>
                <a:cubicBezTo>
                  <a:pt x="2450" y="466"/>
                  <a:pt x="2450" y="466"/>
                  <a:pt x="2450" y="466"/>
                </a:cubicBezTo>
                <a:cubicBezTo>
                  <a:pt x="2459" y="466"/>
                  <a:pt x="2459" y="466"/>
                  <a:pt x="2459" y="466"/>
                </a:cubicBezTo>
                <a:cubicBezTo>
                  <a:pt x="2459" y="463"/>
                  <a:pt x="2459" y="463"/>
                  <a:pt x="2459" y="463"/>
                </a:cubicBezTo>
                <a:cubicBezTo>
                  <a:pt x="2448" y="463"/>
                  <a:pt x="2448" y="463"/>
                  <a:pt x="2448" y="463"/>
                </a:cubicBezTo>
                <a:cubicBezTo>
                  <a:pt x="2448" y="472"/>
                  <a:pt x="2448" y="472"/>
                  <a:pt x="2448" y="472"/>
                </a:cubicBezTo>
                <a:cubicBezTo>
                  <a:pt x="2464" y="472"/>
                  <a:pt x="2464" y="472"/>
                  <a:pt x="2464" y="472"/>
                </a:cubicBezTo>
                <a:cubicBezTo>
                  <a:pt x="2464" y="470"/>
                  <a:pt x="2464" y="470"/>
                  <a:pt x="2464" y="470"/>
                </a:cubicBezTo>
                <a:moveTo>
                  <a:pt x="2437" y="444"/>
                </a:moveTo>
                <a:cubicBezTo>
                  <a:pt x="2460" y="441"/>
                  <a:pt x="2460" y="441"/>
                  <a:pt x="2460" y="441"/>
                </a:cubicBezTo>
                <a:cubicBezTo>
                  <a:pt x="2460" y="430"/>
                  <a:pt x="2460" y="430"/>
                  <a:pt x="2460" y="430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9"/>
                  <a:pt x="2458" y="439"/>
                  <a:pt x="2458" y="439"/>
                </a:cubicBezTo>
                <a:cubicBezTo>
                  <a:pt x="2437" y="441"/>
                  <a:pt x="2437" y="441"/>
                  <a:pt x="2437" y="441"/>
                </a:cubicBezTo>
                <a:cubicBezTo>
                  <a:pt x="2437" y="444"/>
                  <a:pt x="2437" y="444"/>
                  <a:pt x="2437" y="444"/>
                </a:cubicBezTo>
                <a:moveTo>
                  <a:pt x="2517" y="459"/>
                </a:moveTo>
                <a:cubicBezTo>
                  <a:pt x="2517" y="433"/>
                  <a:pt x="2517" y="433"/>
                  <a:pt x="2517" y="433"/>
                </a:cubicBezTo>
                <a:cubicBezTo>
                  <a:pt x="2531" y="433"/>
                  <a:pt x="2531" y="433"/>
                  <a:pt x="2531" y="433"/>
                </a:cubicBezTo>
                <a:cubicBezTo>
                  <a:pt x="2531" y="427"/>
                  <a:pt x="2531" y="427"/>
                  <a:pt x="2531" y="427"/>
                </a:cubicBezTo>
                <a:cubicBezTo>
                  <a:pt x="2535" y="427"/>
                  <a:pt x="2535" y="427"/>
                  <a:pt x="2535" y="427"/>
                </a:cubicBezTo>
                <a:cubicBezTo>
                  <a:pt x="2535" y="433"/>
                  <a:pt x="2535" y="433"/>
                  <a:pt x="2535" y="433"/>
                </a:cubicBezTo>
                <a:cubicBezTo>
                  <a:pt x="2548" y="433"/>
                  <a:pt x="2548" y="433"/>
                  <a:pt x="2548" y="43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50" y="470"/>
                  <a:pt x="2550" y="470"/>
                  <a:pt x="2550" y="470"/>
                </a:cubicBezTo>
                <a:cubicBezTo>
                  <a:pt x="2550" y="431"/>
                  <a:pt x="2550" y="431"/>
                  <a:pt x="2550" y="431"/>
                </a:cubicBezTo>
                <a:cubicBezTo>
                  <a:pt x="2537" y="431"/>
                  <a:pt x="2537" y="431"/>
                  <a:pt x="2537" y="431"/>
                </a:cubicBezTo>
                <a:cubicBezTo>
                  <a:pt x="2537" y="426"/>
                  <a:pt x="2537" y="426"/>
                  <a:pt x="2537" y="426"/>
                </a:cubicBezTo>
                <a:cubicBezTo>
                  <a:pt x="2537" y="425"/>
                  <a:pt x="2537" y="425"/>
                  <a:pt x="2537" y="425"/>
                </a:cubicBezTo>
                <a:cubicBezTo>
                  <a:pt x="2528" y="425"/>
                  <a:pt x="2528" y="425"/>
                  <a:pt x="2528" y="425"/>
                </a:cubicBezTo>
                <a:cubicBezTo>
                  <a:pt x="2528" y="431"/>
                  <a:pt x="2528" y="431"/>
                  <a:pt x="2528" y="431"/>
                </a:cubicBezTo>
                <a:cubicBezTo>
                  <a:pt x="2515" y="431"/>
                  <a:pt x="2515" y="431"/>
                  <a:pt x="2515" y="431"/>
                </a:cubicBezTo>
                <a:cubicBezTo>
                  <a:pt x="2515" y="459"/>
                  <a:pt x="2515" y="459"/>
                  <a:pt x="2515" y="459"/>
                </a:cubicBezTo>
                <a:cubicBezTo>
                  <a:pt x="2517" y="459"/>
                  <a:pt x="2517" y="459"/>
                  <a:pt x="2517" y="459"/>
                </a:cubicBezTo>
                <a:moveTo>
                  <a:pt x="2540" y="452"/>
                </a:moveTo>
                <a:cubicBezTo>
                  <a:pt x="2542" y="452"/>
                  <a:pt x="2542" y="452"/>
                  <a:pt x="2542" y="452"/>
                </a:cubicBezTo>
                <a:cubicBezTo>
                  <a:pt x="2542" y="433"/>
                  <a:pt x="2542" y="433"/>
                  <a:pt x="2542" y="433"/>
                </a:cubicBezTo>
                <a:cubicBezTo>
                  <a:pt x="2540" y="433"/>
                  <a:pt x="2540" y="433"/>
                  <a:pt x="2540" y="433"/>
                </a:cubicBezTo>
                <a:lnTo>
                  <a:pt x="2540" y="452"/>
                </a:lnTo>
                <a:close/>
                <a:moveTo>
                  <a:pt x="2524" y="480"/>
                </a:moveTo>
                <a:cubicBezTo>
                  <a:pt x="2526" y="480"/>
                  <a:pt x="2526" y="480"/>
                  <a:pt x="2526" y="480"/>
                </a:cubicBezTo>
                <a:cubicBezTo>
                  <a:pt x="2526" y="432"/>
                  <a:pt x="2526" y="432"/>
                  <a:pt x="2526" y="432"/>
                </a:cubicBezTo>
                <a:cubicBezTo>
                  <a:pt x="2524" y="432"/>
                  <a:pt x="2524" y="432"/>
                  <a:pt x="2524" y="432"/>
                </a:cubicBezTo>
                <a:lnTo>
                  <a:pt x="2524" y="480"/>
                </a:lnTo>
                <a:close/>
                <a:moveTo>
                  <a:pt x="2304" y="639"/>
                </a:moveTo>
                <a:cubicBezTo>
                  <a:pt x="2353" y="639"/>
                  <a:pt x="2353" y="639"/>
                  <a:pt x="2353" y="639"/>
                </a:cubicBezTo>
                <a:cubicBezTo>
                  <a:pt x="2353" y="637"/>
                  <a:pt x="2353" y="637"/>
                  <a:pt x="2353" y="637"/>
                </a:cubicBezTo>
                <a:cubicBezTo>
                  <a:pt x="2304" y="637"/>
                  <a:pt x="2304" y="637"/>
                  <a:pt x="2304" y="637"/>
                </a:cubicBezTo>
                <a:lnTo>
                  <a:pt x="2304" y="639"/>
                </a:lnTo>
                <a:close/>
                <a:moveTo>
                  <a:pt x="2576" y="390"/>
                </a:moveTo>
                <a:cubicBezTo>
                  <a:pt x="2576" y="366"/>
                  <a:pt x="2576" y="366"/>
                  <a:pt x="2576" y="366"/>
                </a:cubicBezTo>
                <a:cubicBezTo>
                  <a:pt x="2620" y="366"/>
                  <a:pt x="2620" y="366"/>
                  <a:pt x="2620" y="366"/>
                </a:cubicBezTo>
                <a:cubicBezTo>
                  <a:pt x="2620" y="363"/>
                  <a:pt x="2620" y="363"/>
                  <a:pt x="2620" y="363"/>
                </a:cubicBezTo>
                <a:cubicBezTo>
                  <a:pt x="2574" y="363"/>
                  <a:pt x="2574" y="363"/>
                  <a:pt x="2574" y="363"/>
                </a:cubicBezTo>
                <a:cubicBezTo>
                  <a:pt x="2574" y="390"/>
                  <a:pt x="2574" y="390"/>
                  <a:pt x="2574" y="390"/>
                </a:cubicBezTo>
                <a:cubicBezTo>
                  <a:pt x="2576" y="390"/>
                  <a:pt x="2576" y="390"/>
                  <a:pt x="2576" y="390"/>
                </a:cubicBezTo>
                <a:moveTo>
                  <a:pt x="2600" y="421"/>
                </a:moveTo>
                <a:cubicBezTo>
                  <a:pt x="2600" y="404"/>
                  <a:pt x="2600" y="404"/>
                  <a:pt x="2600" y="404"/>
                </a:cubicBezTo>
                <a:cubicBezTo>
                  <a:pt x="2619" y="404"/>
                  <a:pt x="2619" y="404"/>
                  <a:pt x="2619" y="404"/>
                </a:cubicBezTo>
                <a:cubicBezTo>
                  <a:pt x="2619" y="402"/>
                  <a:pt x="2619" y="402"/>
                  <a:pt x="2619" y="402"/>
                </a:cubicBezTo>
                <a:cubicBezTo>
                  <a:pt x="2598" y="402"/>
                  <a:pt x="2598" y="402"/>
                  <a:pt x="2598" y="402"/>
                </a:cubicBezTo>
                <a:cubicBezTo>
                  <a:pt x="2598" y="421"/>
                  <a:pt x="2598" y="421"/>
                  <a:pt x="2598" y="421"/>
                </a:cubicBezTo>
                <a:cubicBezTo>
                  <a:pt x="2600" y="421"/>
                  <a:pt x="2600" y="421"/>
                  <a:pt x="2600" y="421"/>
                </a:cubicBezTo>
                <a:moveTo>
                  <a:pt x="2540" y="514"/>
                </a:moveTo>
                <a:cubicBezTo>
                  <a:pt x="2547" y="510"/>
                  <a:pt x="2547" y="510"/>
                  <a:pt x="2547" y="510"/>
                </a:cubicBezTo>
                <a:cubicBezTo>
                  <a:pt x="2607" y="510"/>
                  <a:pt x="2607" y="510"/>
                  <a:pt x="2607" y="510"/>
                </a:cubicBezTo>
                <a:cubicBezTo>
                  <a:pt x="2607" y="508"/>
                  <a:pt x="2607" y="508"/>
                  <a:pt x="2607" y="508"/>
                </a:cubicBezTo>
                <a:cubicBezTo>
                  <a:pt x="2547" y="508"/>
                  <a:pt x="2547" y="508"/>
                  <a:pt x="2547" y="508"/>
                </a:cubicBezTo>
                <a:cubicBezTo>
                  <a:pt x="2539" y="512"/>
                  <a:pt x="2539" y="512"/>
                  <a:pt x="2539" y="512"/>
                </a:cubicBezTo>
                <a:cubicBezTo>
                  <a:pt x="2540" y="514"/>
                  <a:pt x="2540" y="514"/>
                  <a:pt x="2540" y="514"/>
                </a:cubicBezTo>
                <a:moveTo>
                  <a:pt x="2547" y="529"/>
                </a:moveTo>
                <a:cubicBezTo>
                  <a:pt x="2607" y="529"/>
                  <a:pt x="2607" y="529"/>
                  <a:pt x="2607" y="529"/>
                </a:cubicBezTo>
                <a:cubicBezTo>
                  <a:pt x="2607" y="527"/>
                  <a:pt x="2607" y="527"/>
                  <a:pt x="2607" y="527"/>
                </a:cubicBezTo>
                <a:cubicBezTo>
                  <a:pt x="2547" y="527"/>
                  <a:pt x="2547" y="527"/>
                  <a:pt x="2547" y="527"/>
                </a:cubicBezTo>
                <a:lnTo>
                  <a:pt x="2547" y="529"/>
                </a:lnTo>
                <a:close/>
                <a:moveTo>
                  <a:pt x="2539" y="546"/>
                </a:moveTo>
                <a:cubicBezTo>
                  <a:pt x="2547" y="543"/>
                  <a:pt x="2547" y="543"/>
                  <a:pt x="2547" y="543"/>
                </a:cubicBezTo>
                <a:cubicBezTo>
                  <a:pt x="2590" y="543"/>
                  <a:pt x="2590" y="543"/>
                  <a:pt x="2590" y="543"/>
                </a:cubicBezTo>
                <a:cubicBezTo>
                  <a:pt x="2590" y="541"/>
                  <a:pt x="2590" y="541"/>
                  <a:pt x="2590" y="541"/>
                </a:cubicBezTo>
                <a:cubicBezTo>
                  <a:pt x="2546" y="541"/>
                  <a:pt x="2546" y="541"/>
                  <a:pt x="2546" y="541"/>
                </a:cubicBezTo>
                <a:cubicBezTo>
                  <a:pt x="2539" y="544"/>
                  <a:pt x="2539" y="544"/>
                  <a:pt x="2539" y="544"/>
                </a:cubicBezTo>
                <a:cubicBezTo>
                  <a:pt x="2539" y="546"/>
                  <a:pt x="2539" y="546"/>
                  <a:pt x="2539" y="546"/>
                </a:cubicBezTo>
                <a:moveTo>
                  <a:pt x="2563" y="558"/>
                </a:moveTo>
                <a:cubicBezTo>
                  <a:pt x="2607" y="558"/>
                  <a:pt x="2607" y="558"/>
                  <a:pt x="2607" y="558"/>
                </a:cubicBezTo>
                <a:cubicBezTo>
                  <a:pt x="2607" y="556"/>
                  <a:pt x="2607" y="556"/>
                  <a:pt x="2607" y="556"/>
                </a:cubicBezTo>
                <a:cubicBezTo>
                  <a:pt x="2563" y="556"/>
                  <a:pt x="2563" y="556"/>
                  <a:pt x="2563" y="556"/>
                </a:cubicBezTo>
                <a:lnTo>
                  <a:pt x="2563" y="558"/>
                </a:lnTo>
                <a:close/>
                <a:moveTo>
                  <a:pt x="2539" y="575"/>
                </a:moveTo>
                <a:cubicBezTo>
                  <a:pt x="2547" y="572"/>
                  <a:pt x="2547" y="572"/>
                  <a:pt x="2547" y="572"/>
                </a:cubicBezTo>
                <a:cubicBezTo>
                  <a:pt x="2607" y="572"/>
                  <a:pt x="2607" y="572"/>
                  <a:pt x="2607" y="572"/>
                </a:cubicBezTo>
                <a:cubicBezTo>
                  <a:pt x="2607" y="570"/>
                  <a:pt x="2607" y="570"/>
                  <a:pt x="2607" y="570"/>
                </a:cubicBezTo>
                <a:cubicBezTo>
                  <a:pt x="2547" y="570"/>
                  <a:pt x="2547" y="570"/>
                  <a:pt x="2547" y="570"/>
                </a:cubicBezTo>
                <a:cubicBezTo>
                  <a:pt x="2538" y="573"/>
                  <a:pt x="2538" y="573"/>
                  <a:pt x="2538" y="573"/>
                </a:cubicBezTo>
                <a:cubicBezTo>
                  <a:pt x="2539" y="575"/>
                  <a:pt x="2539" y="575"/>
                  <a:pt x="2539" y="575"/>
                </a:cubicBezTo>
                <a:moveTo>
                  <a:pt x="2562" y="592"/>
                </a:moveTo>
                <a:cubicBezTo>
                  <a:pt x="2606" y="592"/>
                  <a:pt x="2606" y="592"/>
                  <a:pt x="2606" y="592"/>
                </a:cubicBezTo>
                <a:cubicBezTo>
                  <a:pt x="2606" y="590"/>
                  <a:pt x="2606" y="590"/>
                  <a:pt x="2606" y="590"/>
                </a:cubicBezTo>
                <a:cubicBezTo>
                  <a:pt x="2562" y="590"/>
                  <a:pt x="2562" y="590"/>
                  <a:pt x="2562" y="590"/>
                </a:cubicBezTo>
                <a:lnTo>
                  <a:pt x="2562" y="592"/>
                </a:lnTo>
                <a:close/>
                <a:moveTo>
                  <a:pt x="2540" y="608"/>
                </a:moveTo>
                <a:cubicBezTo>
                  <a:pt x="2548" y="607"/>
                  <a:pt x="2548" y="607"/>
                  <a:pt x="2548" y="607"/>
                </a:cubicBezTo>
                <a:cubicBezTo>
                  <a:pt x="2607" y="607"/>
                  <a:pt x="2607" y="607"/>
                  <a:pt x="2607" y="607"/>
                </a:cubicBezTo>
                <a:cubicBezTo>
                  <a:pt x="2607" y="605"/>
                  <a:pt x="2607" y="605"/>
                  <a:pt x="2607" y="605"/>
                </a:cubicBezTo>
                <a:cubicBezTo>
                  <a:pt x="2548" y="605"/>
                  <a:pt x="2548" y="605"/>
                  <a:pt x="2548" y="605"/>
                </a:cubicBezTo>
                <a:cubicBezTo>
                  <a:pt x="2540" y="606"/>
                  <a:pt x="2540" y="606"/>
                  <a:pt x="2540" y="606"/>
                </a:cubicBezTo>
                <a:cubicBezTo>
                  <a:pt x="2540" y="608"/>
                  <a:pt x="2540" y="608"/>
                  <a:pt x="2540" y="608"/>
                </a:cubicBezTo>
                <a:moveTo>
                  <a:pt x="2620" y="496"/>
                </a:moveTo>
                <a:cubicBezTo>
                  <a:pt x="2634" y="492"/>
                  <a:pt x="2634" y="492"/>
                  <a:pt x="2634" y="492"/>
                </a:cubicBezTo>
                <a:cubicBezTo>
                  <a:pt x="2633" y="490"/>
                  <a:pt x="2633" y="490"/>
                  <a:pt x="2633" y="490"/>
                </a:cubicBezTo>
                <a:cubicBezTo>
                  <a:pt x="2619" y="494"/>
                  <a:pt x="2619" y="494"/>
                  <a:pt x="2619" y="494"/>
                </a:cubicBezTo>
                <a:moveTo>
                  <a:pt x="2587" y="381"/>
                </a:moveTo>
                <a:cubicBezTo>
                  <a:pt x="2590" y="381"/>
                  <a:pt x="2590" y="381"/>
                  <a:pt x="2590" y="381"/>
                </a:cubicBezTo>
                <a:cubicBezTo>
                  <a:pt x="2590" y="365"/>
                  <a:pt x="2590" y="365"/>
                  <a:pt x="2590" y="365"/>
                </a:cubicBezTo>
                <a:cubicBezTo>
                  <a:pt x="2587" y="365"/>
                  <a:pt x="2587" y="365"/>
                  <a:pt x="2587" y="365"/>
                </a:cubicBezTo>
                <a:lnTo>
                  <a:pt x="2587" y="381"/>
                </a:lnTo>
                <a:close/>
                <a:moveTo>
                  <a:pt x="2604" y="394"/>
                </a:moveTo>
                <a:cubicBezTo>
                  <a:pt x="2606" y="394"/>
                  <a:pt x="2606" y="394"/>
                  <a:pt x="2606" y="394"/>
                </a:cubicBezTo>
                <a:cubicBezTo>
                  <a:pt x="2606" y="364"/>
                  <a:pt x="2606" y="364"/>
                  <a:pt x="2606" y="364"/>
                </a:cubicBezTo>
                <a:cubicBezTo>
                  <a:pt x="2604" y="364"/>
                  <a:pt x="2604" y="364"/>
                  <a:pt x="2604" y="364"/>
                </a:cubicBezTo>
                <a:lnTo>
                  <a:pt x="2604" y="394"/>
                </a:lnTo>
                <a:close/>
                <a:moveTo>
                  <a:pt x="2030" y="412"/>
                </a:moveTo>
                <a:cubicBezTo>
                  <a:pt x="2032" y="412"/>
                  <a:pt x="2032" y="412"/>
                  <a:pt x="2032" y="412"/>
                </a:cubicBezTo>
                <a:cubicBezTo>
                  <a:pt x="2032" y="396"/>
                  <a:pt x="2032" y="396"/>
                  <a:pt x="2032" y="396"/>
                </a:cubicBezTo>
                <a:cubicBezTo>
                  <a:pt x="2030" y="396"/>
                  <a:pt x="2030" y="396"/>
                  <a:pt x="2030" y="396"/>
                </a:cubicBezTo>
                <a:lnTo>
                  <a:pt x="2030" y="412"/>
                </a:lnTo>
                <a:close/>
                <a:moveTo>
                  <a:pt x="2079" y="441"/>
                </a:moveTo>
                <a:cubicBezTo>
                  <a:pt x="2081" y="441"/>
                  <a:pt x="2081" y="441"/>
                  <a:pt x="2081" y="441"/>
                </a:cubicBezTo>
                <a:cubicBezTo>
                  <a:pt x="2081" y="417"/>
                  <a:pt x="2081" y="417"/>
                  <a:pt x="2081" y="417"/>
                </a:cubicBezTo>
                <a:cubicBezTo>
                  <a:pt x="2079" y="417"/>
                  <a:pt x="2079" y="417"/>
                  <a:pt x="2079" y="417"/>
                </a:cubicBezTo>
                <a:lnTo>
                  <a:pt x="2079" y="441"/>
                </a:lnTo>
                <a:close/>
                <a:moveTo>
                  <a:pt x="2099" y="450"/>
                </a:moveTo>
                <a:cubicBezTo>
                  <a:pt x="2101" y="450"/>
                  <a:pt x="2101" y="450"/>
                  <a:pt x="2101" y="450"/>
                </a:cubicBezTo>
                <a:cubicBezTo>
                  <a:pt x="2101" y="418"/>
                  <a:pt x="2101" y="418"/>
                  <a:pt x="2101" y="418"/>
                </a:cubicBezTo>
                <a:cubicBezTo>
                  <a:pt x="2099" y="418"/>
                  <a:pt x="2099" y="418"/>
                  <a:pt x="2099" y="418"/>
                </a:cubicBezTo>
                <a:lnTo>
                  <a:pt x="2099" y="450"/>
                </a:lnTo>
                <a:close/>
                <a:moveTo>
                  <a:pt x="1539" y="540"/>
                </a:moveTo>
                <a:cubicBezTo>
                  <a:pt x="1574" y="540"/>
                  <a:pt x="1574" y="540"/>
                  <a:pt x="1574" y="540"/>
                </a:cubicBezTo>
                <a:cubicBezTo>
                  <a:pt x="1574" y="538"/>
                  <a:pt x="1574" y="538"/>
                  <a:pt x="1574" y="538"/>
                </a:cubicBezTo>
                <a:cubicBezTo>
                  <a:pt x="1539" y="538"/>
                  <a:pt x="1539" y="538"/>
                  <a:pt x="1539" y="538"/>
                </a:cubicBezTo>
                <a:lnTo>
                  <a:pt x="1539" y="540"/>
                </a:lnTo>
                <a:close/>
                <a:moveTo>
                  <a:pt x="1539" y="546"/>
                </a:moveTo>
                <a:cubicBezTo>
                  <a:pt x="1556" y="546"/>
                  <a:pt x="1556" y="546"/>
                  <a:pt x="1556" y="546"/>
                </a:cubicBezTo>
                <a:cubicBezTo>
                  <a:pt x="1556" y="543"/>
                  <a:pt x="1556" y="543"/>
                  <a:pt x="1556" y="543"/>
                </a:cubicBezTo>
                <a:cubicBezTo>
                  <a:pt x="1539" y="543"/>
                  <a:pt x="1539" y="543"/>
                  <a:pt x="1539" y="543"/>
                </a:cubicBezTo>
                <a:lnTo>
                  <a:pt x="1539" y="546"/>
                </a:lnTo>
                <a:close/>
                <a:moveTo>
                  <a:pt x="1538" y="552"/>
                </a:moveTo>
                <a:cubicBezTo>
                  <a:pt x="1562" y="552"/>
                  <a:pt x="1562" y="552"/>
                  <a:pt x="1562" y="552"/>
                </a:cubicBezTo>
                <a:cubicBezTo>
                  <a:pt x="1562" y="549"/>
                  <a:pt x="1562" y="549"/>
                  <a:pt x="1562" y="549"/>
                </a:cubicBezTo>
                <a:cubicBezTo>
                  <a:pt x="1538" y="549"/>
                  <a:pt x="1538" y="549"/>
                  <a:pt x="1538" y="549"/>
                </a:cubicBezTo>
                <a:lnTo>
                  <a:pt x="1538" y="552"/>
                </a:lnTo>
                <a:close/>
                <a:moveTo>
                  <a:pt x="1539" y="559"/>
                </a:moveTo>
                <a:cubicBezTo>
                  <a:pt x="1550" y="559"/>
                  <a:pt x="1550" y="559"/>
                  <a:pt x="1550" y="559"/>
                </a:cubicBezTo>
                <a:cubicBezTo>
                  <a:pt x="1550" y="556"/>
                  <a:pt x="1550" y="556"/>
                  <a:pt x="1550" y="556"/>
                </a:cubicBezTo>
                <a:cubicBezTo>
                  <a:pt x="1539" y="556"/>
                  <a:pt x="1539" y="556"/>
                  <a:pt x="1539" y="556"/>
                </a:cubicBezTo>
                <a:lnTo>
                  <a:pt x="1539" y="559"/>
                </a:lnTo>
                <a:close/>
                <a:moveTo>
                  <a:pt x="1538" y="570"/>
                </a:moveTo>
                <a:cubicBezTo>
                  <a:pt x="1573" y="570"/>
                  <a:pt x="1573" y="570"/>
                  <a:pt x="1573" y="570"/>
                </a:cubicBezTo>
                <a:cubicBezTo>
                  <a:pt x="1573" y="568"/>
                  <a:pt x="1573" y="568"/>
                  <a:pt x="1573" y="568"/>
                </a:cubicBezTo>
                <a:cubicBezTo>
                  <a:pt x="1538" y="568"/>
                  <a:pt x="1538" y="568"/>
                  <a:pt x="1538" y="568"/>
                </a:cubicBezTo>
                <a:lnTo>
                  <a:pt x="1538" y="570"/>
                </a:lnTo>
                <a:close/>
                <a:moveTo>
                  <a:pt x="1539" y="576"/>
                </a:moveTo>
                <a:cubicBezTo>
                  <a:pt x="1556" y="576"/>
                  <a:pt x="1556" y="576"/>
                  <a:pt x="1556" y="576"/>
                </a:cubicBezTo>
                <a:cubicBezTo>
                  <a:pt x="1556" y="574"/>
                  <a:pt x="1556" y="574"/>
                  <a:pt x="1556" y="574"/>
                </a:cubicBezTo>
                <a:cubicBezTo>
                  <a:pt x="1539" y="574"/>
                  <a:pt x="1539" y="574"/>
                  <a:pt x="1539" y="574"/>
                </a:cubicBezTo>
                <a:lnTo>
                  <a:pt x="1539" y="576"/>
                </a:lnTo>
                <a:close/>
                <a:moveTo>
                  <a:pt x="1538" y="582"/>
                </a:moveTo>
                <a:cubicBezTo>
                  <a:pt x="1562" y="582"/>
                  <a:pt x="1562" y="582"/>
                  <a:pt x="1562" y="582"/>
                </a:cubicBezTo>
                <a:cubicBezTo>
                  <a:pt x="1562" y="579"/>
                  <a:pt x="1562" y="579"/>
                  <a:pt x="1562" y="579"/>
                </a:cubicBezTo>
                <a:cubicBezTo>
                  <a:pt x="1538" y="579"/>
                  <a:pt x="1538" y="579"/>
                  <a:pt x="1538" y="579"/>
                </a:cubicBezTo>
                <a:lnTo>
                  <a:pt x="1538" y="582"/>
                </a:lnTo>
                <a:close/>
                <a:moveTo>
                  <a:pt x="1539" y="589"/>
                </a:moveTo>
                <a:cubicBezTo>
                  <a:pt x="1550" y="589"/>
                  <a:pt x="1550" y="589"/>
                  <a:pt x="1550" y="589"/>
                </a:cubicBezTo>
                <a:cubicBezTo>
                  <a:pt x="1550" y="586"/>
                  <a:pt x="1550" y="586"/>
                  <a:pt x="1550" y="586"/>
                </a:cubicBezTo>
                <a:cubicBezTo>
                  <a:pt x="1539" y="586"/>
                  <a:pt x="1539" y="586"/>
                  <a:pt x="1539" y="586"/>
                </a:cubicBezTo>
                <a:lnTo>
                  <a:pt x="1539" y="589"/>
                </a:lnTo>
                <a:close/>
                <a:moveTo>
                  <a:pt x="1530" y="655"/>
                </a:moveTo>
                <a:cubicBezTo>
                  <a:pt x="1573" y="655"/>
                  <a:pt x="1573" y="655"/>
                  <a:pt x="1573" y="655"/>
                </a:cubicBezTo>
                <a:cubicBezTo>
                  <a:pt x="1573" y="653"/>
                  <a:pt x="1573" y="653"/>
                  <a:pt x="1573" y="653"/>
                </a:cubicBezTo>
                <a:cubicBezTo>
                  <a:pt x="1530" y="653"/>
                  <a:pt x="1530" y="653"/>
                  <a:pt x="1530" y="653"/>
                </a:cubicBezTo>
                <a:lnTo>
                  <a:pt x="1530" y="655"/>
                </a:lnTo>
                <a:close/>
                <a:moveTo>
                  <a:pt x="1157" y="486"/>
                </a:moveTo>
                <a:cubicBezTo>
                  <a:pt x="1221" y="486"/>
                  <a:pt x="1221" y="486"/>
                  <a:pt x="1221" y="486"/>
                </a:cubicBezTo>
                <a:cubicBezTo>
                  <a:pt x="1221" y="484"/>
                  <a:pt x="1221" y="484"/>
                  <a:pt x="1221" y="484"/>
                </a:cubicBezTo>
                <a:cubicBezTo>
                  <a:pt x="1157" y="484"/>
                  <a:pt x="1157" y="484"/>
                  <a:pt x="1157" y="484"/>
                </a:cubicBezTo>
                <a:lnTo>
                  <a:pt x="1157" y="486"/>
                </a:lnTo>
                <a:close/>
                <a:moveTo>
                  <a:pt x="1157" y="572"/>
                </a:moveTo>
                <a:cubicBezTo>
                  <a:pt x="1221" y="572"/>
                  <a:pt x="1221" y="572"/>
                  <a:pt x="1221" y="572"/>
                </a:cubicBezTo>
                <a:cubicBezTo>
                  <a:pt x="1221" y="569"/>
                  <a:pt x="1221" y="569"/>
                  <a:pt x="1221" y="569"/>
                </a:cubicBezTo>
                <a:cubicBezTo>
                  <a:pt x="1157" y="569"/>
                  <a:pt x="1157" y="569"/>
                  <a:pt x="1157" y="569"/>
                </a:cubicBezTo>
                <a:lnTo>
                  <a:pt x="1157" y="572"/>
                </a:lnTo>
                <a:close/>
                <a:moveTo>
                  <a:pt x="1157" y="608"/>
                </a:moveTo>
                <a:cubicBezTo>
                  <a:pt x="1221" y="608"/>
                  <a:pt x="1221" y="608"/>
                  <a:pt x="1221" y="608"/>
                </a:cubicBezTo>
                <a:cubicBezTo>
                  <a:pt x="1221" y="606"/>
                  <a:pt x="1221" y="606"/>
                  <a:pt x="1221" y="606"/>
                </a:cubicBezTo>
                <a:cubicBezTo>
                  <a:pt x="1157" y="606"/>
                  <a:pt x="1157" y="606"/>
                  <a:pt x="1157" y="606"/>
                </a:cubicBezTo>
                <a:lnTo>
                  <a:pt x="1157" y="608"/>
                </a:lnTo>
                <a:close/>
                <a:moveTo>
                  <a:pt x="1172" y="644"/>
                </a:moveTo>
                <a:cubicBezTo>
                  <a:pt x="1211" y="644"/>
                  <a:pt x="1211" y="644"/>
                  <a:pt x="1211" y="644"/>
                </a:cubicBezTo>
                <a:cubicBezTo>
                  <a:pt x="1211" y="642"/>
                  <a:pt x="1211" y="642"/>
                  <a:pt x="1211" y="642"/>
                </a:cubicBezTo>
                <a:cubicBezTo>
                  <a:pt x="1172" y="642"/>
                  <a:pt x="1172" y="642"/>
                  <a:pt x="1172" y="642"/>
                </a:cubicBezTo>
                <a:lnTo>
                  <a:pt x="1172" y="644"/>
                </a:lnTo>
                <a:close/>
                <a:moveTo>
                  <a:pt x="882" y="248"/>
                </a:moveTo>
                <a:cubicBezTo>
                  <a:pt x="893" y="250"/>
                  <a:pt x="893" y="250"/>
                  <a:pt x="893" y="250"/>
                </a:cubicBezTo>
                <a:cubicBezTo>
                  <a:pt x="893" y="248"/>
                  <a:pt x="893" y="248"/>
                  <a:pt x="893" y="248"/>
                </a:cubicBezTo>
                <a:cubicBezTo>
                  <a:pt x="883" y="246"/>
                  <a:pt x="883" y="246"/>
                  <a:pt x="883" y="246"/>
                </a:cubicBezTo>
                <a:moveTo>
                  <a:pt x="875" y="285"/>
                </a:moveTo>
                <a:cubicBezTo>
                  <a:pt x="899" y="273"/>
                  <a:pt x="899" y="273"/>
                  <a:pt x="899" y="273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8" y="271"/>
                  <a:pt x="918" y="271"/>
                  <a:pt x="918" y="271"/>
                </a:cubicBezTo>
                <a:cubicBezTo>
                  <a:pt x="966" y="281"/>
                  <a:pt x="966" y="281"/>
                  <a:pt x="966" y="281"/>
                </a:cubicBezTo>
                <a:cubicBezTo>
                  <a:pt x="967" y="279"/>
                  <a:pt x="967" y="279"/>
                  <a:pt x="967" y="279"/>
                </a:cubicBezTo>
                <a:cubicBezTo>
                  <a:pt x="917" y="269"/>
                  <a:pt x="917" y="269"/>
                  <a:pt x="917" y="269"/>
                </a:cubicBezTo>
                <a:cubicBezTo>
                  <a:pt x="912" y="271"/>
                  <a:pt x="912" y="271"/>
                  <a:pt x="912" y="271"/>
                </a:cubicBezTo>
                <a:cubicBezTo>
                  <a:pt x="906" y="273"/>
                  <a:pt x="906" y="273"/>
                  <a:pt x="906" y="273"/>
                </a:cubicBezTo>
                <a:cubicBezTo>
                  <a:pt x="900" y="271"/>
                  <a:pt x="900" y="271"/>
                  <a:pt x="900" y="271"/>
                </a:cubicBezTo>
                <a:cubicBezTo>
                  <a:pt x="899" y="271"/>
                  <a:pt x="899" y="271"/>
                  <a:pt x="899" y="271"/>
                </a:cubicBezTo>
                <a:cubicBezTo>
                  <a:pt x="874" y="283"/>
                  <a:pt x="874" y="283"/>
                  <a:pt x="874" y="283"/>
                </a:cubicBezTo>
                <a:cubicBezTo>
                  <a:pt x="875" y="285"/>
                  <a:pt x="875" y="285"/>
                  <a:pt x="875" y="285"/>
                </a:cubicBezTo>
                <a:moveTo>
                  <a:pt x="902" y="600"/>
                </a:moveTo>
                <a:cubicBezTo>
                  <a:pt x="936" y="600"/>
                  <a:pt x="936" y="600"/>
                  <a:pt x="936" y="600"/>
                </a:cubicBezTo>
                <a:cubicBezTo>
                  <a:pt x="990" y="605"/>
                  <a:pt x="990" y="605"/>
                  <a:pt x="990" y="605"/>
                </a:cubicBezTo>
                <a:cubicBezTo>
                  <a:pt x="990" y="603"/>
                  <a:pt x="990" y="603"/>
                  <a:pt x="990" y="603"/>
                </a:cubicBezTo>
                <a:cubicBezTo>
                  <a:pt x="936" y="598"/>
                  <a:pt x="936" y="598"/>
                  <a:pt x="936" y="598"/>
                </a:cubicBezTo>
                <a:cubicBezTo>
                  <a:pt x="902" y="598"/>
                  <a:pt x="902" y="598"/>
                  <a:pt x="902" y="598"/>
                </a:cubicBezTo>
                <a:cubicBezTo>
                  <a:pt x="902" y="600"/>
                  <a:pt x="902" y="600"/>
                  <a:pt x="902" y="600"/>
                </a:cubicBezTo>
                <a:moveTo>
                  <a:pt x="941" y="600"/>
                </a:moveTo>
                <a:cubicBezTo>
                  <a:pt x="941" y="655"/>
                  <a:pt x="941" y="655"/>
                  <a:pt x="941" y="655"/>
                </a:cubicBezTo>
                <a:cubicBezTo>
                  <a:pt x="991" y="655"/>
                  <a:pt x="991" y="655"/>
                  <a:pt x="991" y="655"/>
                </a:cubicBezTo>
                <a:cubicBezTo>
                  <a:pt x="991" y="652"/>
                  <a:pt x="991" y="652"/>
                  <a:pt x="991" y="652"/>
                </a:cubicBezTo>
                <a:cubicBezTo>
                  <a:pt x="944" y="652"/>
                  <a:pt x="944" y="652"/>
                  <a:pt x="944" y="652"/>
                </a:cubicBezTo>
                <a:cubicBezTo>
                  <a:pt x="944" y="600"/>
                  <a:pt x="944" y="600"/>
                  <a:pt x="944" y="600"/>
                </a:cubicBezTo>
                <a:cubicBezTo>
                  <a:pt x="941" y="600"/>
                  <a:pt x="941" y="600"/>
                  <a:pt x="941" y="600"/>
                </a:cubicBezTo>
                <a:moveTo>
                  <a:pt x="949" y="619"/>
                </a:moveTo>
                <a:cubicBezTo>
                  <a:pt x="956" y="615"/>
                  <a:pt x="963" y="614"/>
                  <a:pt x="970" y="614"/>
                </a:cubicBezTo>
                <a:cubicBezTo>
                  <a:pt x="975" y="614"/>
                  <a:pt x="980" y="614"/>
                  <a:pt x="986" y="616"/>
                </a:cubicBezTo>
                <a:cubicBezTo>
                  <a:pt x="986" y="615"/>
                  <a:pt x="986" y="615"/>
                  <a:pt x="986" y="615"/>
                </a:cubicBezTo>
                <a:cubicBezTo>
                  <a:pt x="985" y="616"/>
                  <a:pt x="985" y="616"/>
                  <a:pt x="985" y="616"/>
                </a:cubicBezTo>
                <a:cubicBezTo>
                  <a:pt x="992" y="620"/>
                  <a:pt x="997" y="621"/>
                  <a:pt x="1004" y="621"/>
                </a:cubicBezTo>
                <a:cubicBezTo>
                  <a:pt x="1005" y="621"/>
                  <a:pt x="1005" y="621"/>
                  <a:pt x="1005" y="621"/>
                </a:cubicBezTo>
                <a:cubicBezTo>
                  <a:pt x="1011" y="621"/>
                  <a:pt x="1014" y="620"/>
                  <a:pt x="1015" y="619"/>
                </a:cubicBezTo>
                <a:cubicBezTo>
                  <a:pt x="1015" y="617"/>
                  <a:pt x="1015" y="617"/>
                  <a:pt x="1015" y="617"/>
                </a:cubicBezTo>
                <a:cubicBezTo>
                  <a:pt x="1013" y="618"/>
                  <a:pt x="1011" y="619"/>
                  <a:pt x="1005" y="619"/>
                </a:cubicBezTo>
                <a:cubicBezTo>
                  <a:pt x="1004" y="619"/>
                  <a:pt x="1004" y="619"/>
                  <a:pt x="1004" y="619"/>
                </a:cubicBezTo>
                <a:cubicBezTo>
                  <a:pt x="997" y="619"/>
                  <a:pt x="993" y="618"/>
                  <a:pt x="987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1" y="612"/>
                  <a:pt x="976" y="611"/>
                  <a:pt x="970" y="611"/>
                </a:cubicBezTo>
                <a:cubicBezTo>
                  <a:pt x="963" y="611"/>
                  <a:pt x="955" y="613"/>
                  <a:pt x="948" y="617"/>
                </a:cubicBezTo>
                <a:cubicBezTo>
                  <a:pt x="949" y="619"/>
                  <a:pt x="949" y="619"/>
                  <a:pt x="949" y="619"/>
                </a:cubicBezTo>
                <a:moveTo>
                  <a:pt x="948" y="619"/>
                </a:moveTo>
                <a:cubicBezTo>
                  <a:pt x="990" y="619"/>
                  <a:pt x="990" y="619"/>
                  <a:pt x="990" y="619"/>
                </a:cubicBezTo>
                <a:cubicBezTo>
                  <a:pt x="990" y="617"/>
                  <a:pt x="990" y="617"/>
                  <a:pt x="990" y="617"/>
                </a:cubicBezTo>
                <a:cubicBezTo>
                  <a:pt x="948" y="617"/>
                  <a:pt x="948" y="617"/>
                  <a:pt x="948" y="617"/>
                </a:cubicBezTo>
                <a:lnTo>
                  <a:pt x="948" y="619"/>
                </a:lnTo>
                <a:close/>
                <a:moveTo>
                  <a:pt x="453" y="636"/>
                </a:moveTo>
                <a:cubicBezTo>
                  <a:pt x="455" y="636"/>
                  <a:pt x="455" y="636"/>
                  <a:pt x="455" y="636"/>
                </a:cubicBezTo>
                <a:cubicBezTo>
                  <a:pt x="455" y="381"/>
                  <a:pt x="455" y="381"/>
                  <a:pt x="455" y="381"/>
                </a:cubicBezTo>
                <a:cubicBezTo>
                  <a:pt x="453" y="381"/>
                  <a:pt x="453" y="381"/>
                  <a:pt x="453" y="381"/>
                </a:cubicBezTo>
                <a:lnTo>
                  <a:pt x="453" y="636"/>
                </a:lnTo>
                <a:close/>
                <a:moveTo>
                  <a:pt x="843" y="616"/>
                </a:moveTo>
                <a:cubicBezTo>
                  <a:pt x="845" y="616"/>
                  <a:pt x="845" y="616"/>
                  <a:pt x="845" y="616"/>
                </a:cubicBezTo>
                <a:cubicBezTo>
                  <a:pt x="845" y="599"/>
                  <a:pt x="845" y="599"/>
                  <a:pt x="845" y="599"/>
                </a:cubicBezTo>
                <a:cubicBezTo>
                  <a:pt x="843" y="599"/>
                  <a:pt x="843" y="599"/>
                  <a:pt x="843" y="599"/>
                </a:cubicBezTo>
                <a:lnTo>
                  <a:pt x="843" y="616"/>
                </a:lnTo>
                <a:close/>
                <a:moveTo>
                  <a:pt x="762" y="654"/>
                </a:moveTo>
                <a:cubicBezTo>
                  <a:pt x="762" y="666"/>
                  <a:pt x="762" y="666"/>
                  <a:pt x="762" y="666"/>
                </a:cubicBezTo>
                <a:cubicBezTo>
                  <a:pt x="862" y="666"/>
                  <a:pt x="862" y="666"/>
                  <a:pt x="862" y="666"/>
                </a:cubicBezTo>
                <a:cubicBezTo>
                  <a:pt x="862" y="671"/>
                  <a:pt x="862" y="671"/>
                  <a:pt x="862" y="671"/>
                </a:cubicBezTo>
                <a:cubicBezTo>
                  <a:pt x="864" y="671"/>
                  <a:pt x="864" y="671"/>
                  <a:pt x="864" y="671"/>
                </a:cubicBezTo>
                <a:cubicBezTo>
                  <a:pt x="864" y="664"/>
                  <a:pt x="864" y="664"/>
                  <a:pt x="864" y="664"/>
                </a:cubicBezTo>
                <a:cubicBezTo>
                  <a:pt x="764" y="664"/>
                  <a:pt x="764" y="664"/>
                  <a:pt x="764" y="664"/>
                </a:cubicBezTo>
                <a:cubicBezTo>
                  <a:pt x="764" y="654"/>
                  <a:pt x="764" y="654"/>
                  <a:pt x="764" y="654"/>
                </a:cubicBezTo>
                <a:cubicBezTo>
                  <a:pt x="762" y="654"/>
                  <a:pt x="762" y="654"/>
                  <a:pt x="762" y="654"/>
                </a:cubicBezTo>
                <a:moveTo>
                  <a:pt x="734" y="634"/>
                </a:moveTo>
                <a:cubicBezTo>
                  <a:pt x="736" y="634"/>
                  <a:pt x="736" y="634"/>
                  <a:pt x="736" y="634"/>
                </a:cubicBezTo>
                <a:cubicBezTo>
                  <a:pt x="736" y="620"/>
                  <a:pt x="736" y="620"/>
                  <a:pt x="736" y="620"/>
                </a:cubicBezTo>
                <a:cubicBezTo>
                  <a:pt x="734" y="620"/>
                  <a:pt x="734" y="620"/>
                  <a:pt x="734" y="620"/>
                </a:cubicBezTo>
                <a:lnTo>
                  <a:pt x="734" y="634"/>
                </a:lnTo>
                <a:close/>
                <a:moveTo>
                  <a:pt x="734" y="652"/>
                </a:moveTo>
                <a:cubicBezTo>
                  <a:pt x="736" y="652"/>
                  <a:pt x="736" y="652"/>
                  <a:pt x="736" y="652"/>
                </a:cubicBezTo>
                <a:cubicBezTo>
                  <a:pt x="736" y="638"/>
                  <a:pt x="736" y="638"/>
                  <a:pt x="736" y="638"/>
                </a:cubicBezTo>
                <a:cubicBezTo>
                  <a:pt x="734" y="638"/>
                  <a:pt x="734" y="638"/>
                  <a:pt x="734" y="638"/>
                </a:cubicBezTo>
                <a:lnTo>
                  <a:pt x="734" y="652"/>
                </a:lnTo>
                <a:close/>
                <a:moveTo>
                  <a:pt x="882" y="670"/>
                </a:moveTo>
                <a:cubicBezTo>
                  <a:pt x="884" y="670"/>
                  <a:pt x="884" y="670"/>
                  <a:pt x="884" y="670"/>
                </a:cubicBezTo>
                <a:cubicBezTo>
                  <a:pt x="884" y="584"/>
                  <a:pt x="884" y="584"/>
                  <a:pt x="884" y="584"/>
                </a:cubicBezTo>
                <a:cubicBezTo>
                  <a:pt x="882" y="584"/>
                  <a:pt x="882" y="584"/>
                  <a:pt x="882" y="584"/>
                </a:cubicBezTo>
                <a:lnTo>
                  <a:pt x="882" y="670"/>
                </a:lnTo>
                <a:close/>
                <a:moveTo>
                  <a:pt x="521" y="671"/>
                </a:moveTo>
                <a:cubicBezTo>
                  <a:pt x="521" y="644"/>
                  <a:pt x="521" y="644"/>
                  <a:pt x="521" y="644"/>
                </a:cubicBezTo>
                <a:cubicBezTo>
                  <a:pt x="633" y="644"/>
                  <a:pt x="633" y="644"/>
                  <a:pt x="633" y="644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519" y="642"/>
                  <a:pt x="519" y="642"/>
                  <a:pt x="519" y="642"/>
                </a:cubicBezTo>
                <a:cubicBezTo>
                  <a:pt x="519" y="671"/>
                  <a:pt x="519" y="671"/>
                  <a:pt x="519" y="671"/>
                </a:cubicBezTo>
                <a:cubicBezTo>
                  <a:pt x="521" y="671"/>
                  <a:pt x="521" y="671"/>
                  <a:pt x="521" y="671"/>
                </a:cubicBezTo>
              </a:path>
            </a:pathLst>
          </a:custGeom>
          <a:noFill/>
          <a:ln w="0" cap="flat">
            <a:solidFill>
              <a:srgbClr val="E6404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6" name="Rectángulo 115"/>
          <p:cNvSpPr/>
          <p:nvPr userDrawn="1"/>
        </p:nvSpPr>
        <p:spPr>
          <a:xfrm>
            <a:off x="5452750" y="0"/>
            <a:ext cx="6739236" cy="592040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6000">
                <a:schemeClr val="bg1">
                  <a:alpha val="87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ángulo 40"/>
          <p:cNvSpPr/>
          <p:nvPr userDrawn="1"/>
        </p:nvSpPr>
        <p:spPr>
          <a:xfrm>
            <a:off x="0" y="5920410"/>
            <a:ext cx="12212623" cy="937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redondeado 39"/>
          <p:cNvSpPr/>
          <p:nvPr userDrawn="1"/>
        </p:nvSpPr>
        <p:spPr>
          <a:xfrm>
            <a:off x="1085992" y="4619625"/>
            <a:ext cx="12111407" cy="2803730"/>
          </a:xfrm>
          <a:prstGeom prst="roundRect">
            <a:avLst>
              <a:gd name="adj" fmla="val 20604"/>
            </a:avLst>
          </a:prstGeom>
          <a:solidFill>
            <a:schemeClr val="bg1">
              <a:alpha val="88000"/>
            </a:schemeClr>
          </a:solidFill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" sz="1351"/>
          </a:p>
        </p:txBody>
      </p:sp>
      <p:sp>
        <p:nvSpPr>
          <p:cNvPr id="71" name="Subtítulo 2"/>
          <p:cNvSpPr>
            <a:spLocks noGrp="1"/>
          </p:cNvSpPr>
          <p:nvPr userDrawn="1">
            <p:ph type="subTitle" idx="1"/>
          </p:nvPr>
        </p:nvSpPr>
        <p:spPr>
          <a:xfrm>
            <a:off x="2010745" y="5974823"/>
            <a:ext cx="9144000" cy="37159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70" name="Título 1"/>
          <p:cNvSpPr>
            <a:spLocks noGrp="1"/>
          </p:cNvSpPr>
          <p:nvPr userDrawn="1">
            <p:ph type="ctrTitle"/>
          </p:nvPr>
        </p:nvSpPr>
        <p:spPr>
          <a:xfrm>
            <a:off x="1418912" y="5242556"/>
            <a:ext cx="10522879" cy="381945"/>
          </a:xfrm>
        </p:spPr>
        <p:txBody>
          <a:bodyPr anchor="ctr">
            <a:noAutofit/>
          </a:bodyPr>
          <a:lstStyle>
            <a:lvl1pPr algn="ctr">
              <a:defRPr sz="24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pic>
        <p:nvPicPr>
          <p:cNvPr id="1375" name="Imagen 137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143" y="2336556"/>
            <a:ext cx="5366847" cy="13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2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1005421" y="0"/>
            <a:ext cx="4165800" cy="4189195"/>
            <a:chOff x="693738" y="-328613"/>
            <a:chExt cx="4837113" cy="4935539"/>
          </a:xfrm>
        </p:grpSpPr>
        <p:grpSp>
          <p:nvGrpSpPr>
            <p:cNvPr id="9" name="Group 205"/>
            <p:cNvGrpSpPr>
              <a:grpSpLocks/>
            </p:cNvGrpSpPr>
            <p:nvPr userDrawn="1"/>
          </p:nvGrpSpPr>
          <p:grpSpPr bwMode="auto">
            <a:xfrm>
              <a:off x="1204913" y="866775"/>
              <a:ext cx="3833813" cy="3740151"/>
              <a:chOff x="759" y="546"/>
              <a:chExt cx="2415" cy="2356"/>
            </a:xfrm>
          </p:grpSpPr>
          <p:sp>
            <p:nvSpPr>
              <p:cNvPr id="1167" name="Freeform 5"/>
              <p:cNvSpPr>
                <a:spLocks/>
              </p:cNvSpPr>
              <p:nvPr userDrawn="1"/>
            </p:nvSpPr>
            <p:spPr bwMode="auto">
              <a:xfrm>
                <a:off x="1160" y="119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8" name="Freeform 6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9" name="Freeform 7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0" name="Freeform 8"/>
              <p:cNvSpPr>
                <a:spLocks/>
              </p:cNvSpPr>
              <p:nvPr userDrawn="1"/>
            </p:nvSpPr>
            <p:spPr bwMode="auto">
              <a:xfrm>
                <a:off x="1243" y="1551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1" name="Freeform 9"/>
              <p:cNvSpPr>
                <a:spLocks noEditPoints="1"/>
              </p:cNvSpPr>
              <p:nvPr userDrawn="1"/>
            </p:nvSpPr>
            <p:spPr bwMode="auto">
              <a:xfrm>
                <a:off x="1234" y="161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2" name="Freeform 10"/>
              <p:cNvSpPr>
                <a:spLocks/>
              </p:cNvSpPr>
              <p:nvPr userDrawn="1"/>
            </p:nvSpPr>
            <p:spPr bwMode="auto">
              <a:xfrm>
                <a:off x="1243" y="176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3" name="Freeform 11"/>
              <p:cNvSpPr>
                <a:spLocks noEditPoints="1"/>
              </p:cNvSpPr>
              <p:nvPr userDrawn="1"/>
            </p:nvSpPr>
            <p:spPr bwMode="auto">
              <a:xfrm>
                <a:off x="1234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4" name="Freeform 12"/>
              <p:cNvSpPr>
                <a:spLocks/>
              </p:cNvSpPr>
              <p:nvPr userDrawn="1"/>
            </p:nvSpPr>
            <p:spPr bwMode="auto">
              <a:xfrm>
                <a:off x="1243" y="190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5" name="Freeform 13"/>
              <p:cNvSpPr>
                <a:spLocks/>
              </p:cNvSpPr>
              <p:nvPr userDrawn="1"/>
            </p:nvSpPr>
            <p:spPr bwMode="auto">
              <a:xfrm>
                <a:off x="1243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6" name="Freeform 14"/>
              <p:cNvSpPr>
                <a:spLocks noEditPoints="1"/>
              </p:cNvSpPr>
              <p:nvPr userDrawn="1"/>
            </p:nvSpPr>
            <p:spPr bwMode="auto">
              <a:xfrm>
                <a:off x="1234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7" name="Freeform 15"/>
              <p:cNvSpPr>
                <a:spLocks noEditPoints="1"/>
              </p:cNvSpPr>
              <p:nvPr userDrawn="1"/>
            </p:nvSpPr>
            <p:spPr bwMode="auto">
              <a:xfrm>
                <a:off x="1234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8" name="Freeform 16"/>
              <p:cNvSpPr>
                <a:spLocks/>
              </p:cNvSpPr>
              <p:nvPr userDrawn="1"/>
            </p:nvSpPr>
            <p:spPr bwMode="auto">
              <a:xfrm>
                <a:off x="1243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9" name="Freeform 17"/>
              <p:cNvSpPr>
                <a:spLocks noEditPoints="1"/>
              </p:cNvSpPr>
              <p:nvPr userDrawn="1"/>
            </p:nvSpPr>
            <p:spPr bwMode="auto">
              <a:xfrm>
                <a:off x="1234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0" name="Freeform 18"/>
              <p:cNvSpPr>
                <a:spLocks/>
              </p:cNvSpPr>
              <p:nvPr userDrawn="1"/>
            </p:nvSpPr>
            <p:spPr bwMode="auto">
              <a:xfrm>
                <a:off x="1243" y="232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1" name="Freeform 19"/>
              <p:cNvSpPr>
                <a:spLocks/>
              </p:cNvSpPr>
              <p:nvPr userDrawn="1"/>
            </p:nvSpPr>
            <p:spPr bwMode="auto">
              <a:xfrm>
                <a:off x="1243" y="239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2" name="Freeform 20"/>
              <p:cNvSpPr>
                <a:spLocks noEditPoints="1"/>
              </p:cNvSpPr>
              <p:nvPr userDrawn="1"/>
            </p:nvSpPr>
            <p:spPr bwMode="auto">
              <a:xfrm>
                <a:off x="1234" y="2460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3" name="Freeform 21"/>
              <p:cNvSpPr>
                <a:spLocks/>
              </p:cNvSpPr>
              <p:nvPr userDrawn="1"/>
            </p:nvSpPr>
            <p:spPr bwMode="auto">
              <a:xfrm>
                <a:off x="1243" y="253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4" name="Freeform 22"/>
              <p:cNvSpPr>
                <a:spLocks/>
              </p:cNvSpPr>
              <p:nvPr userDrawn="1"/>
            </p:nvSpPr>
            <p:spPr bwMode="auto">
              <a:xfrm>
                <a:off x="1243" y="2603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5" name="Freeform 23"/>
              <p:cNvSpPr>
                <a:spLocks noEditPoints="1"/>
              </p:cNvSpPr>
              <p:nvPr userDrawn="1"/>
            </p:nvSpPr>
            <p:spPr bwMode="auto">
              <a:xfrm>
                <a:off x="1234" y="267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6" name="Freeform 24"/>
              <p:cNvSpPr>
                <a:spLocks noEditPoints="1"/>
              </p:cNvSpPr>
              <p:nvPr userDrawn="1"/>
            </p:nvSpPr>
            <p:spPr bwMode="auto">
              <a:xfrm>
                <a:off x="1234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7" name="Freeform 25"/>
              <p:cNvSpPr>
                <a:spLocks noEditPoints="1"/>
              </p:cNvSpPr>
              <p:nvPr userDrawn="1"/>
            </p:nvSpPr>
            <p:spPr bwMode="auto">
              <a:xfrm>
                <a:off x="1234" y="281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8" name="Freeform 26"/>
              <p:cNvSpPr>
                <a:spLocks/>
              </p:cNvSpPr>
              <p:nvPr userDrawn="1"/>
            </p:nvSpPr>
            <p:spPr bwMode="auto">
              <a:xfrm>
                <a:off x="1243" y="2882"/>
                <a:ext cx="12" cy="20"/>
              </a:xfrm>
              <a:custGeom>
                <a:avLst/>
                <a:gdLst>
                  <a:gd name="T0" fmla="*/ 7 w 12"/>
                  <a:gd name="T1" fmla="*/ 20 h 20"/>
                  <a:gd name="T2" fmla="*/ 12 w 12"/>
                  <a:gd name="T3" fmla="*/ 20 h 20"/>
                  <a:gd name="T4" fmla="*/ 12 w 12"/>
                  <a:gd name="T5" fmla="*/ 0 h 20"/>
                  <a:gd name="T6" fmla="*/ 2 w 12"/>
                  <a:gd name="T7" fmla="*/ 0 h 20"/>
                  <a:gd name="T8" fmla="*/ 0 w 12"/>
                  <a:gd name="T9" fmla="*/ 5 h 20"/>
                  <a:gd name="T10" fmla="*/ 7 w 12"/>
                  <a:gd name="T11" fmla="*/ 5 h 20"/>
                  <a:gd name="T12" fmla="*/ 7 w 1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0">
                    <a:moveTo>
                      <a:pt x="7" y="20"/>
                    </a:moveTo>
                    <a:lnTo>
                      <a:pt x="12" y="20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9" name="Freeform 27"/>
              <p:cNvSpPr>
                <a:spLocks noEditPoints="1"/>
              </p:cNvSpPr>
              <p:nvPr userDrawn="1"/>
            </p:nvSpPr>
            <p:spPr bwMode="auto">
              <a:xfrm>
                <a:off x="2990" y="21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0" name="Freeform 28"/>
              <p:cNvSpPr>
                <a:spLocks noEditPoints="1"/>
              </p:cNvSpPr>
              <p:nvPr userDrawn="1"/>
            </p:nvSpPr>
            <p:spPr bwMode="auto">
              <a:xfrm>
                <a:off x="2990" y="226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1" name="Freeform 29"/>
              <p:cNvSpPr>
                <a:spLocks/>
              </p:cNvSpPr>
              <p:nvPr userDrawn="1"/>
            </p:nvSpPr>
            <p:spPr bwMode="auto">
              <a:xfrm>
                <a:off x="2999" y="2335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2" name="Freeform 30"/>
              <p:cNvSpPr>
                <a:spLocks noEditPoints="1"/>
              </p:cNvSpPr>
              <p:nvPr userDrawn="1"/>
            </p:nvSpPr>
            <p:spPr bwMode="auto">
              <a:xfrm>
                <a:off x="2990" y="240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3" name="Freeform 31"/>
              <p:cNvSpPr>
                <a:spLocks noEditPoints="1"/>
              </p:cNvSpPr>
              <p:nvPr userDrawn="1"/>
            </p:nvSpPr>
            <p:spPr bwMode="auto">
              <a:xfrm>
                <a:off x="2990" y="247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4" name="Freeform 32"/>
              <p:cNvSpPr>
                <a:spLocks/>
              </p:cNvSpPr>
              <p:nvPr userDrawn="1"/>
            </p:nvSpPr>
            <p:spPr bwMode="auto">
              <a:xfrm>
                <a:off x="2999" y="254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5" name="Freeform 33"/>
              <p:cNvSpPr>
                <a:spLocks/>
              </p:cNvSpPr>
              <p:nvPr userDrawn="1"/>
            </p:nvSpPr>
            <p:spPr bwMode="auto">
              <a:xfrm>
                <a:off x="2999" y="261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6" name="Freeform 34"/>
              <p:cNvSpPr>
                <a:spLocks noEditPoints="1"/>
              </p:cNvSpPr>
              <p:nvPr userDrawn="1"/>
            </p:nvSpPr>
            <p:spPr bwMode="auto">
              <a:xfrm>
                <a:off x="2990" y="268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7" name="Freeform 35"/>
              <p:cNvSpPr>
                <a:spLocks/>
              </p:cNvSpPr>
              <p:nvPr userDrawn="1"/>
            </p:nvSpPr>
            <p:spPr bwMode="auto">
              <a:xfrm>
                <a:off x="2999" y="275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8" name="Freeform 36"/>
              <p:cNvSpPr>
                <a:spLocks noEditPoints="1"/>
              </p:cNvSpPr>
              <p:nvPr userDrawn="1"/>
            </p:nvSpPr>
            <p:spPr bwMode="auto">
              <a:xfrm>
                <a:off x="2990" y="282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9" name="Freeform 37"/>
              <p:cNvSpPr>
                <a:spLocks/>
              </p:cNvSpPr>
              <p:nvPr userDrawn="1"/>
            </p:nvSpPr>
            <p:spPr bwMode="auto">
              <a:xfrm>
                <a:off x="2995" y="2895"/>
                <a:ext cx="25" cy="7"/>
              </a:xfrm>
              <a:custGeom>
                <a:avLst/>
                <a:gdLst>
                  <a:gd name="T0" fmla="*/ 5 w 20"/>
                  <a:gd name="T1" fmla="*/ 6 h 6"/>
                  <a:gd name="T2" fmla="*/ 10 w 20"/>
                  <a:gd name="T3" fmla="*/ 4 h 6"/>
                  <a:gd name="T4" fmla="*/ 15 w 20"/>
                  <a:gd name="T5" fmla="*/ 6 h 6"/>
                  <a:gd name="T6" fmla="*/ 20 w 20"/>
                  <a:gd name="T7" fmla="*/ 6 h 6"/>
                  <a:gd name="T8" fmla="*/ 17 w 20"/>
                  <a:gd name="T9" fmla="*/ 3 h 6"/>
                  <a:gd name="T10" fmla="*/ 10 w 20"/>
                  <a:gd name="T11" fmla="*/ 0 h 6"/>
                  <a:gd name="T12" fmla="*/ 3 w 20"/>
                  <a:gd name="T13" fmla="*/ 3 h 6"/>
                  <a:gd name="T14" fmla="*/ 0 w 20"/>
                  <a:gd name="T15" fmla="*/ 6 h 6"/>
                  <a:gd name="T16" fmla="*/ 5 w 20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6">
                    <a:moveTo>
                      <a:pt x="5" y="6"/>
                    </a:moveTo>
                    <a:cubicBezTo>
                      <a:pt x="7" y="5"/>
                      <a:pt x="8" y="4"/>
                      <a:pt x="10" y="4"/>
                    </a:cubicBezTo>
                    <a:cubicBezTo>
                      <a:pt x="12" y="4"/>
                      <a:pt x="13" y="5"/>
                      <a:pt x="15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5" y="1"/>
                      <a:pt x="13" y="0"/>
                      <a:pt x="10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1" y="5"/>
                      <a:pt x="0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0" name="Freeform 38"/>
              <p:cNvSpPr>
                <a:spLocks noEditPoints="1"/>
              </p:cNvSpPr>
              <p:nvPr userDrawn="1"/>
            </p:nvSpPr>
            <p:spPr bwMode="auto">
              <a:xfrm>
                <a:off x="1795" y="193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1" name="Freeform 39"/>
              <p:cNvSpPr>
                <a:spLocks noEditPoints="1"/>
              </p:cNvSpPr>
              <p:nvPr userDrawn="1"/>
            </p:nvSpPr>
            <p:spPr bwMode="auto">
              <a:xfrm>
                <a:off x="1795" y="1995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2" name="Freeform 40"/>
              <p:cNvSpPr>
                <a:spLocks/>
              </p:cNvSpPr>
              <p:nvPr userDrawn="1"/>
            </p:nvSpPr>
            <p:spPr bwMode="auto">
              <a:xfrm>
                <a:off x="1802" y="2058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3" name="Freeform 41"/>
              <p:cNvSpPr>
                <a:spLocks/>
              </p:cNvSpPr>
              <p:nvPr userDrawn="1"/>
            </p:nvSpPr>
            <p:spPr bwMode="auto">
              <a:xfrm>
                <a:off x="1802" y="2120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4" name="Freeform 42"/>
              <p:cNvSpPr>
                <a:spLocks/>
              </p:cNvSpPr>
              <p:nvPr userDrawn="1"/>
            </p:nvSpPr>
            <p:spPr bwMode="auto">
              <a:xfrm>
                <a:off x="1802" y="2182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4 h 44"/>
                  <a:gd name="T10" fmla="*/ 0 w 11"/>
                  <a:gd name="T11" fmla="*/ 4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5" name="Freeform 43"/>
              <p:cNvSpPr>
                <a:spLocks noEditPoints="1"/>
              </p:cNvSpPr>
              <p:nvPr userDrawn="1"/>
            </p:nvSpPr>
            <p:spPr bwMode="auto">
              <a:xfrm>
                <a:off x="1795" y="224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5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4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1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4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5"/>
                      <a:pt x="3" y="33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5"/>
                      <a:pt x="13" y="35"/>
                    </a:cubicBezTo>
                    <a:cubicBezTo>
                      <a:pt x="14" y="35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3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1" y="4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6" name="Freeform 44"/>
              <p:cNvSpPr>
                <a:spLocks/>
              </p:cNvSpPr>
              <p:nvPr userDrawn="1"/>
            </p:nvSpPr>
            <p:spPr bwMode="auto">
              <a:xfrm>
                <a:off x="1802" y="2306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5 h 44"/>
                  <a:gd name="T10" fmla="*/ 0 w 11"/>
                  <a:gd name="T11" fmla="*/ 5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7" name="Freeform 45"/>
              <p:cNvSpPr>
                <a:spLocks/>
              </p:cNvSpPr>
              <p:nvPr userDrawn="1"/>
            </p:nvSpPr>
            <p:spPr bwMode="auto">
              <a:xfrm>
                <a:off x="1156" y="2132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8" name="Freeform 46"/>
              <p:cNvSpPr>
                <a:spLocks noEditPoints="1"/>
              </p:cNvSpPr>
              <p:nvPr userDrawn="1"/>
            </p:nvSpPr>
            <p:spPr bwMode="auto">
              <a:xfrm>
                <a:off x="1149" y="2193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29 h 38"/>
                  <a:gd name="T16" fmla="*/ 19 w 25"/>
                  <a:gd name="T17" fmla="*/ 35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9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5" y="0"/>
                      <a:pt x="17" y="0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29"/>
                    </a:cubicBezTo>
                    <a:cubicBezTo>
                      <a:pt x="22" y="32"/>
                      <a:pt x="21" y="34"/>
                      <a:pt x="19" y="35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5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7"/>
                      <a:pt x="5" y="9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9" name="Freeform 47"/>
              <p:cNvSpPr>
                <a:spLocks/>
              </p:cNvSpPr>
              <p:nvPr userDrawn="1"/>
            </p:nvSpPr>
            <p:spPr bwMode="auto">
              <a:xfrm>
                <a:off x="1156" y="2256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0" name="Freeform 48"/>
              <p:cNvSpPr>
                <a:spLocks noEditPoints="1"/>
              </p:cNvSpPr>
              <p:nvPr userDrawn="1"/>
            </p:nvSpPr>
            <p:spPr bwMode="auto">
              <a:xfrm>
                <a:off x="1149" y="2317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1" name="Freeform 49"/>
              <p:cNvSpPr>
                <a:spLocks noEditPoints="1"/>
              </p:cNvSpPr>
              <p:nvPr userDrawn="1"/>
            </p:nvSpPr>
            <p:spPr bwMode="auto">
              <a:xfrm>
                <a:off x="1149" y="2379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2" name="Freeform 50"/>
              <p:cNvSpPr>
                <a:spLocks noEditPoints="1"/>
              </p:cNvSpPr>
              <p:nvPr userDrawn="1"/>
            </p:nvSpPr>
            <p:spPr bwMode="auto">
              <a:xfrm>
                <a:off x="1149" y="2441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3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3" name="Freeform 51"/>
              <p:cNvSpPr>
                <a:spLocks noEditPoints="1"/>
              </p:cNvSpPr>
              <p:nvPr userDrawn="1"/>
            </p:nvSpPr>
            <p:spPr bwMode="auto">
              <a:xfrm>
                <a:off x="1066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4" name="Freeform 52"/>
              <p:cNvSpPr>
                <a:spLocks/>
              </p:cNvSpPr>
              <p:nvPr userDrawn="1"/>
            </p:nvSpPr>
            <p:spPr bwMode="auto">
              <a:xfrm>
                <a:off x="1073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5" name="Freeform 53"/>
              <p:cNvSpPr>
                <a:spLocks noEditPoints="1"/>
              </p:cNvSpPr>
              <p:nvPr userDrawn="1"/>
            </p:nvSpPr>
            <p:spPr bwMode="auto">
              <a:xfrm>
                <a:off x="1066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6" name="Freeform 54"/>
              <p:cNvSpPr>
                <a:spLocks noEditPoints="1"/>
              </p:cNvSpPr>
              <p:nvPr userDrawn="1"/>
            </p:nvSpPr>
            <p:spPr bwMode="auto">
              <a:xfrm>
                <a:off x="1066" y="190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7" name="Freeform 55"/>
              <p:cNvSpPr>
                <a:spLocks/>
              </p:cNvSpPr>
              <p:nvPr userDrawn="1"/>
            </p:nvSpPr>
            <p:spPr bwMode="auto">
              <a:xfrm>
                <a:off x="1073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8" name="Freeform 56"/>
              <p:cNvSpPr>
                <a:spLocks noEditPoints="1"/>
              </p:cNvSpPr>
              <p:nvPr userDrawn="1"/>
            </p:nvSpPr>
            <p:spPr bwMode="auto">
              <a:xfrm>
                <a:off x="1066" y="204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9" name="Freeform 57"/>
              <p:cNvSpPr>
                <a:spLocks noEditPoints="1"/>
              </p:cNvSpPr>
              <p:nvPr userDrawn="1"/>
            </p:nvSpPr>
            <p:spPr bwMode="auto">
              <a:xfrm>
                <a:off x="1066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0" name="Freeform 58"/>
              <p:cNvSpPr>
                <a:spLocks/>
              </p:cNvSpPr>
              <p:nvPr userDrawn="1"/>
            </p:nvSpPr>
            <p:spPr bwMode="auto">
              <a:xfrm>
                <a:off x="1073" y="2182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1" name="Freeform 59"/>
              <p:cNvSpPr>
                <a:spLocks noEditPoints="1"/>
              </p:cNvSpPr>
              <p:nvPr userDrawn="1"/>
            </p:nvSpPr>
            <p:spPr bwMode="auto">
              <a:xfrm>
                <a:off x="1066" y="225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2" name="Freeform 60"/>
              <p:cNvSpPr>
                <a:spLocks noEditPoints="1"/>
              </p:cNvSpPr>
              <p:nvPr userDrawn="1"/>
            </p:nvSpPr>
            <p:spPr bwMode="auto">
              <a:xfrm>
                <a:off x="1066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3" name="Freeform 61"/>
              <p:cNvSpPr>
                <a:spLocks noEditPoints="1"/>
              </p:cNvSpPr>
              <p:nvPr userDrawn="1"/>
            </p:nvSpPr>
            <p:spPr bwMode="auto">
              <a:xfrm>
                <a:off x="1066" y="239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4" name="Freeform 62"/>
              <p:cNvSpPr>
                <a:spLocks/>
              </p:cNvSpPr>
              <p:nvPr userDrawn="1"/>
            </p:nvSpPr>
            <p:spPr bwMode="auto">
              <a:xfrm>
                <a:off x="1073" y="246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5" name="Freeform 63"/>
              <p:cNvSpPr>
                <a:spLocks noEditPoints="1"/>
              </p:cNvSpPr>
              <p:nvPr userDrawn="1"/>
            </p:nvSpPr>
            <p:spPr bwMode="auto">
              <a:xfrm>
                <a:off x="1066" y="2531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6" name="Freeform 64"/>
              <p:cNvSpPr>
                <a:spLocks noEditPoints="1"/>
              </p:cNvSpPr>
              <p:nvPr userDrawn="1"/>
            </p:nvSpPr>
            <p:spPr bwMode="auto">
              <a:xfrm>
                <a:off x="1066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7" name="Freeform 65"/>
              <p:cNvSpPr>
                <a:spLocks/>
              </p:cNvSpPr>
              <p:nvPr userDrawn="1"/>
            </p:nvSpPr>
            <p:spPr bwMode="auto">
              <a:xfrm>
                <a:off x="1073" y="267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8" name="Freeform 66"/>
              <p:cNvSpPr>
                <a:spLocks noEditPoints="1"/>
              </p:cNvSpPr>
              <p:nvPr userDrawn="1"/>
            </p:nvSpPr>
            <p:spPr bwMode="auto">
              <a:xfrm>
                <a:off x="1066" y="2741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9" name="Freeform 67"/>
              <p:cNvSpPr>
                <a:spLocks/>
              </p:cNvSpPr>
              <p:nvPr userDrawn="1"/>
            </p:nvSpPr>
            <p:spPr bwMode="auto">
              <a:xfrm>
                <a:off x="1073" y="281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0" name="Freeform 68"/>
              <p:cNvSpPr>
                <a:spLocks/>
              </p:cNvSpPr>
              <p:nvPr userDrawn="1"/>
            </p:nvSpPr>
            <p:spPr bwMode="auto">
              <a:xfrm>
                <a:off x="1066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1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1" name="Freeform 69"/>
              <p:cNvSpPr>
                <a:spLocks/>
              </p:cNvSpPr>
              <p:nvPr userDrawn="1"/>
            </p:nvSpPr>
            <p:spPr bwMode="auto">
              <a:xfrm>
                <a:off x="2587" y="152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2" name="Freeform 70"/>
              <p:cNvSpPr>
                <a:spLocks/>
              </p:cNvSpPr>
              <p:nvPr userDrawn="1"/>
            </p:nvSpPr>
            <p:spPr bwMode="auto">
              <a:xfrm>
                <a:off x="1317" y="1234"/>
                <a:ext cx="13" cy="49"/>
              </a:xfrm>
              <a:custGeom>
                <a:avLst/>
                <a:gdLst>
                  <a:gd name="T0" fmla="*/ 4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9 w 13"/>
                  <a:gd name="T7" fmla="*/ 49 h 49"/>
                  <a:gd name="T8" fmla="*/ 9 w 13"/>
                  <a:gd name="T9" fmla="*/ 5 h 49"/>
                  <a:gd name="T10" fmla="*/ 0 w 13"/>
                  <a:gd name="T11" fmla="*/ 5 h 49"/>
                  <a:gd name="T12" fmla="*/ 4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4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3" name="Freeform 71"/>
              <p:cNvSpPr>
                <a:spLocks/>
              </p:cNvSpPr>
              <p:nvPr userDrawn="1"/>
            </p:nvSpPr>
            <p:spPr bwMode="auto">
              <a:xfrm>
                <a:off x="2489" y="72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4" name="Freeform 72"/>
              <p:cNvSpPr>
                <a:spLocks noEditPoints="1"/>
              </p:cNvSpPr>
              <p:nvPr userDrawn="1"/>
            </p:nvSpPr>
            <p:spPr bwMode="auto">
              <a:xfrm>
                <a:off x="2579" y="15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5" name="Freeform 73"/>
              <p:cNvSpPr>
                <a:spLocks/>
              </p:cNvSpPr>
              <p:nvPr userDrawn="1"/>
            </p:nvSpPr>
            <p:spPr bwMode="auto">
              <a:xfrm>
                <a:off x="2587" y="1666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6" name="Freeform 74"/>
              <p:cNvSpPr>
                <a:spLocks noEditPoints="1"/>
              </p:cNvSpPr>
              <p:nvPr userDrawn="1"/>
            </p:nvSpPr>
            <p:spPr bwMode="auto">
              <a:xfrm>
                <a:off x="2579" y="17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7" name="Freeform 75"/>
              <p:cNvSpPr>
                <a:spLocks noEditPoints="1"/>
              </p:cNvSpPr>
              <p:nvPr userDrawn="1"/>
            </p:nvSpPr>
            <p:spPr bwMode="auto">
              <a:xfrm>
                <a:off x="1868" y="232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3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8" name="Freeform 76"/>
              <p:cNvSpPr>
                <a:spLocks/>
              </p:cNvSpPr>
              <p:nvPr userDrawn="1"/>
            </p:nvSpPr>
            <p:spPr bwMode="auto">
              <a:xfrm>
                <a:off x="1875" y="2394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9" name="Freeform 77"/>
              <p:cNvSpPr>
                <a:spLocks noEditPoints="1"/>
              </p:cNvSpPr>
              <p:nvPr userDrawn="1"/>
            </p:nvSpPr>
            <p:spPr bwMode="auto">
              <a:xfrm>
                <a:off x="1868" y="246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0" name="Freeform 78"/>
              <p:cNvSpPr>
                <a:spLocks noEditPoints="1"/>
              </p:cNvSpPr>
              <p:nvPr userDrawn="1"/>
            </p:nvSpPr>
            <p:spPr bwMode="auto">
              <a:xfrm>
                <a:off x="1868" y="253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1" name="Freeform 79"/>
              <p:cNvSpPr>
                <a:spLocks/>
              </p:cNvSpPr>
              <p:nvPr userDrawn="1"/>
            </p:nvSpPr>
            <p:spPr bwMode="auto">
              <a:xfrm>
                <a:off x="1875" y="260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2" name="Freeform 80"/>
              <p:cNvSpPr>
                <a:spLocks noEditPoints="1"/>
              </p:cNvSpPr>
              <p:nvPr userDrawn="1"/>
            </p:nvSpPr>
            <p:spPr bwMode="auto">
              <a:xfrm>
                <a:off x="1868" y="267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1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3" name="Freeform 81"/>
              <p:cNvSpPr>
                <a:spLocks/>
              </p:cNvSpPr>
              <p:nvPr userDrawn="1"/>
            </p:nvSpPr>
            <p:spPr bwMode="auto">
              <a:xfrm>
                <a:off x="1875" y="274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4" name="Freeform 82"/>
              <p:cNvSpPr>
                <a:spLocks/>
              </p:cNvSpPr>
              <p:nvPr userDrawn="1"/>
            </p:nvSpPr>
            <p:spPr bwMode="auto">
              <a:xfrm>
                <a:off x="1875" y="281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5" name="Freeform 83"/>
              <p:cNvSpPr>
                <a:spLocks/>
              </p:cNvSpPr>
              <p:nvPr userDrawn="1"/>
            </p:nvSpPr>
            <p:spPr bwMode="auto">
              <a:xfrm>
                <a:off x="1875" y="2884"/>
                <a:ext cx="12" cy="18"/>
              </a:xfrm>
              <a:custGeom>
                <a:avLst/>
                <a:gdLst>
                  <a:gd name="T0" fmla="*/ 7 w 12"/>
                  <a:gd name="T1" fmla="*/ 18 h 18"/>
                  <a:gd name="T2" fmla="*/ 12 w 12"/>
                  <a:gd name="T3" fmla="*/ 18 h 18"/>
                  <a:gd name="T4" fmla="*/ 12 w 12"/>
                  <a:gd name="T5" fmla="*/ 0 h 18"/>
                  <a:gd name="T6" fmla="*/ 2 w 12"/>
                  <a:gd name="T7" fmla="*/ 0 h 18"/>
                  <a:gd name="T8" fmla="*/ 0 w 12"/>
                  <a:gd name="T9" fmla="*/ 5 h 18"/>
                  <a:gd name="T10" fmla="*/ 7 w 12"/>
                  <a:gd name="T11" fmla="*/ 5 h 18"/>
                  <a:gd name="T12" fmla="*/ 7 w 12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">
                    <a:moveTo>
                      <a:pt x="7" y="18"/>
                    </a:moveTo>
                    <a:lnTo>
                      <a:pt x="12" y="18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6" name="Freeform 84"/>
              <p:cNvSpPr>
                <a:spLocks/>
              </p:cNvSpPr>
              <p:nvPr userDrawn="1"/>
            </p:nvSpPr>
            <p:spPr bwMode="auto">
              <a:xfrm>
                <a:off x="2587" y="2699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7" name="Freeform 85"/>
              <p:cNvSpPr>
                <a:spLocks/>
              </p:cNvSpPr>
              <p:nvPr userDrawn="1"/>
            </p:nvSpPr>
            <p:spPr bwMode="auto">
              <a:xfrm>
                <a:off x="2587" y="2770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8" name="Freeform 86"/>
              <p:cNvSpPr>
                <a:spLocks noEditPoints="1"/>
              </p:cNvSpPr>
              <p:nvPr userDrawn="1"/>
            </p:nvSpPr>
            <p:spPr bwMode="auto">
              <a:xfrm>
                <a:off x="2579" y="283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9" name="Freeform 87"/>
              <p:cNvSpPr>
                <a:spLocks noEditPoints="1"/>
              </p:cNvSpPr>
              <p:nvPr userDrawn="1"/>
            </p:nvSpPr>
            <p:spPr bwMode="auto">
              <a:xfrm>
                <a:off x="2033" y="2148"/>
                <a:ext cx="29" cy="43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0" name="Freeform 88"/>
              <p:cNvSpPr>
                <a:spLocks/>
              </p:cNvSpPr>
              <p:nvPr userDrawn="1"/>
            </p:nvSpPr>
            <p:spPr bwMode="auto">
              <a:xfrm>
                <a:off x="2040" y="2205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1" name="Freeform 89"/>
              <p:cNvSpPr>
                <a:spLocks/>
              </p:cNvSpPr>
              <p:nvPr userDrawn="1"/>
            </p:nvSpPr>
            <p:spPr bwMode="auto">
              <a:xfrm>
                <a:off x="2040" y="2262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2" name="Freeform 90"/>
              <p:cNvSpPr>
                <a:spLocks/>
              </p:cNvSpPr>
              <p:nvPr userDrawn="1"/>
            </p:nvSpPr>
            <p:spPr bwMode="auto">
              <a:xfrm>
                <a:off x="2040" y="2318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3" name="Freeform 91"/>
              <p:cNvSpPr>
                <a:spLocks noEditPoints="1"/>
              </p:cNvSpPr>
              <p:nvPr userDrawn="1"/>
            </p:nvSpPr>
            <p:spPr bwMode="auto">
              <a:xfrm>
                <a:off x="2033" y="2374"/>
                <a:ext cx="29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7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7 h 35"/>
                  <a:gd name="T40" fmla="*/ 18 w 23"/>
                  <a:gd name="T41" fmla="*/ 9 h 35"/>
                  <a:gd name="T42" fmla="*/ 15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4" name="Freeform 92"/>
              <p:cNvSpPr>
                <a:spLocks/>
              </p:cNvSpPr>
              <p:nvPr userDrawn="1"/>
            </p:nvSpPr>
            <p:spPr bwMode="auto">
              <a:xfrm>
                <a:off x="2040" y="2432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5" name="Freeform 93"/>
              <p:cNvSpPr>
                <a:spLocks/>
              </p:cNvSpPr>
              <p:nvPr userDrawn="1"/>
            </p:nvSpPr>
            <p:spPr bwMode="auto">
              <a:xfrm>
                <a:off x="2040" y="2488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6" name="Freeform 94"/>
              <p:cNvSpPr>
                <a:spLocks noEditPoints="1"/>
              </p:cNvSpPr>
              <p:nvPr userDrawn="1"/>
            </p:nvSpPr>
            <p:spPr bwMode="auto">
              <a:xfrm>
                <a:off x="2033" y="2543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5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5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7" name="Freeform 95"/>
              <p:cNvSpPr>
                <a:spLocks/>
              </p:cNvSpPr>
              <p:nvPr userDrawn="1"/>
            </p:nvSpPr>
            <p:spPr bwMode="auto">
              <a:xfrm>
                <a:off x="2040" y="2600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8" name="Freeform 96"/>
              <p:cNvSpPr>
                <a:spLocks noEditPoints="1"/>
              </p:cNvSpPr>
              <p:nvPr userDrawn="1"/>
            </p:nvSpPr>
            <p:spPr bwMode="auto">
              <a:xfrm>
                <a:off x="2033" y="2656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6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9" name="Freeform 97"/>
              <p:cNvSpPr>
                <a:spLocks noEditPoints="1"/>
              </p:cNvSpPr>
              <p:nvPr userDrawn="1"/>
            </p:nvSpPr>
            <p:spPr bwMode="auto">
              <a:xfrm>
                <a:off x="2033" y="2712"/>
                <a:ext cx="29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8 h 35"/>
                  <a:gd name="T40" fmla="*/ 18 w 23"/>
                  <a:gd name="T41" fmla="*/ 10 h 35"/>
                  <a:gd name="T42" fmla="*/ 15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8"/>
                    </a:cubicBezTo>
                    <a:cubicBezTo>
                      <a:pt x="19" y="14"/>
                      <a:pt x="19" y="12"/>
                      <a:pt x="18" y="10"/>
                    </a:cubicBezTo>
                    <a:cubicBezTo>
                      <a:pt x="18" y="8"/>
                      <a:pt x="17" y="6"/>
                      <a:pt x="15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0" name="Freeform 98"/>
              <p:cNvSpPr>
                <a:spLocks noEditPoints="1"/>
              </p:cNvSpPr>
              <p:nvPr userDrawn="1"/>
            </p:nvSpPr>
            <p:spPr bwMode="auto">
              <a:xfrm>
                <a:off x="2033" y="2769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1" name="Freeform 99"/>
              <p:cNvSpPr>
                <a:spLocks/>
              </p:cNvSpPr>
              <p:nvPr userDrawn="1"/>
            </p:nvSpPr>
            <p:spPr bwMode="auto">
              <a:xfrm>
                <a:off x="2040" y="2826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2" name="Freeform 100"/>
              <p:cNvSpPr>
                <a:spLocks/>
              </p:cNvSpPr>
              <p:nvPr userDrawn="1"/>
            </p:nvSpPr>
            <p:spPr bwMode="auto">
              <a:xfrm>
                <a:off x="2040" y="2882"/>
                <a:ext cx="11" cy="20"/>
              </a:xfrm>
              <a:custGeom>
                <a:avLst/>
                <a:gdLst>
                  <a:gd name="T0" fmla="*/ 6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4 h 20"/>
                  <a:gd name="T10" fmla="*/ 6 w 11"/>
                  <a:gd name="T11" fmla="*/ 4 h 20"/>
                  <a:gd name="T12" fmla="*/ 6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6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6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3" name="Freeform 101"/>
              <p:cNvSpPr>
                <a:spLocks noEditPoints="1"/>
              </p:cNvSpPr>
              <p:nvPr userDrawn="1"/>
            </p:nvSpPr>
            <p:spPr bwMode="auto">
              <a:xfrm>
                <a:off x="2118" y="2431"/>
                <a:ext cx="28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9 h 35"/>
                  <a:gd name="T42" fmla="*/ 16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4" name="Freeform 102"/>
              <p:cNvSpPr>
                <a:spLocks/>
              </p:cNvSpPr>
              <p:nvPr userDrawn="1"/>
            </p:nvSpPr>
            <p:spPr bwMode="auto">
              <a:xfrm>
                <a:off x="2124" y="2489"/>
                <a:ext cx="11" cy="39"/>
              </a:xfrm>
              <a:custGeom>
                <a:avLst/>
                <a:gdLst>
                  <a:gd name="T0" fmla="*/ 2 w 11"/>
                  <a:gd name="T1" fmla="*/ 0 h 39"/>
                  <a:gd name="T2" fmla="*/ 11 w 11"/>
                  <a:gd name="T3" fmla="*/ 0 h 39"/>
                  <a:gd name="T4" fmla="*/ 11 w 11"/>
                  <a:gd name="T5" fmla="*/ 39 h 39"/>
                  <a:gd name="T6" fmla="*/ 7 w 11"/>
                  <a:gd name="T7" fmla="*/ 39 h 39"/>
                  <a:gd name="T8" fmla="*/ 7 w 11"/>
                  <a:gd name="T9" fmla="*/ 4 h 39"/>
                  <a:gd name="T10" fmla="*/ 0 w 11"/>
                  <a:gd name="T11" fmla="*/ 4 h 39"/>
                  <a:gd name="T12" fmla="*/ 2 w 11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9">
                    <a:moveTo>
                      <a:pt x="2" y="0"/>
                    </a:moveTo>
                    <a:lnTo>
                      <a:pt x="11" y="0"/>
                    </a:lnTo>
                    <a:lnTo>
                      <a:pt x="11" y="39"/>
                    </a:lnTo>
                    <a:lnTo>
                      <a:pt x="7" y="3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5" name="Freeform 103"/>
              <p:cNvSpPr>
                <a:spLocks/>
              </p:cNvSpPr>
              <p:nvPr userDrawn="1"/>
            </p:nvSpPr>
            <p:spPr bwMode="auto">
              <a:xfrm>
                <a:off x="2124" y="2545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6" name="Freeform 104"/>
              <p:cNvSpPr>
                <a:spLocks/>
              </p:cNvSpPr>
              <p:nvPr userDrawn="1"/>
            </p:nvSpPr>
            <p:spPr bwMode="auto">
              <a:xfrm>
                <a:off x="2124" y="2601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7" name="Freeform 105"/>
              <p:cNvSpPr>
                <a:spLocks noEditPoints="1"/>
              </p:cNvSpPr>
              <p:nvPr userDrawn="1"/>
            </p:nvSpPr>
            <p:spPr bwMode="auto">
              <a:xfrm>
                <a:off x="2118" y="2656"/>
                <a:ext cx="28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10 h 35"/>
                  <a:gd name="T42" fmla="*/ 16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4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10"/>
                    </a:cubicBezTo>
                    <a:cubicBezTo>
                      <a:pt x="18" y="8"/>
                      <a:pt x="17" y="6"/>
                      <a:pt x="16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8" name="Freeform 106"/>
              <p:cNvSpPr>
                <a:spLocks/>
              </p:cNvSpPr>
              <p:nvPr userDrawn="1"/>
            </p:nvSpPr>
            <p:spPr bwMode="auto">
              <a:xfrm>
                <a:off x="2124" y="2714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7 w 11"/>
                  <a:gd name="T7" fmla="*/ 41 h 41"/>
                  <a:gd name="T8" fmla="*/ 7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7" y="41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9" name="Freeform 107"/>
              <p:cNvSpPr>
                <a:spLocks noEditPoints="1"/>
              </p:cNvSpPr>
              <p:nvPr userDrawn="1"/>
            </p:nvSpPr>
            <p:spPr bwMode="auto">
              <a:xfrm>
                <a:off x="2118" y="2770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1 h 34"/>
                  <a:gd name="T6" fmla="*/ 11 w 23"/>
                  <a:gd name="T7" fmla="*/ 0 h 34"/>
                  <a:gd name="T8" fmla="*/ 17 w 23"/>
                  <a:gd name="T9" fmla="*/ 1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29 h 34"/>
                  <a:gd name="T32" fmla="*/ 11 w 23"/>
                  <a:gd name="T33" fmla="*/ 31 h 34"/>
                  <a:gd name="T34" fmla="*/ 16 w 23"/>
                  <a:gd name="T35" fmla="*/ 30 h 34"/>
                  <a:gd name="T36" fmla="*/ 18 w 23"/>
                  <a:gd name="T37" fmla="*/ 25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8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2"/>
                      <a:pt x="1" y="9"/>
                      <a:pt x="2" y="7"/>
                    </a:cubicBezTo>
                    <a:cubicBezTo>
                      <a:pt x="3" y="4"/>
                      <a:pt x="4" y="3"/>
                      <a:pt x="6" y="1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9" y="3"/>
                      <a:pt x="20" y="4"/>
                      <a:pt x="21" y="7"/>
                    </a:cubicBezTo>
                    <a:cubicBezTo>
                      <a:pt x="22" y="9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3"/>
                      <a:pt x="13" y="34"/>
                      <a:pt x="11" y="34"/>
                    </a:cubicBezTo>
                    <a:cubicBezTo>
                      <a:pt x="9" y="34"/>
                      <a:pt x="7" y="33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4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0"/>
                      <a:pt x="4" y="23"/>
                      <a:pt x="4" y="25"/>
                    </a:cubicBezTo>
                    <a:cubicBezTo>
                      <a:pt x="5" y="27"/>
                      <a:pt x="6" y="29"/>
                      <a:pt x="7" y="29"/>
                    </a:cubicBezTo>
                    <a:cubicBezTo>
                      <a:pt x="9" y="30"/>
                      <a:pt x="10" y="31"/>
                      <a:pt x="11" y="31"/>
                    </a:cubicBezTo>
                    <a:cubicBezTo>
                      <a:pt x="13" y="31"/>
                      <a:pt x="14" y="30"/>
                      <a:pt x="16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20" y="20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5"/>
                      <a:pt x="16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9" y="3"/>
                      <a:pt x="7" y="4"/>
                    </a:cubicBezTo>
                    <a:cubicBezTo>
                      <a:pt x="6" y="5"/>
                      <a:pt x="5" y="7"/>
                      <a:pt x="4" y="8"/>
                    </a:cubicBezTo>
                    <a:cubicBezTo>
                      <a:pt x="4" y="10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0" name="Freeform 108"/>
              <p:cNvSpPr>
                <a:spLocks noEditPoints="1"/>
              </p:cNvSpPr>
              <p:nvPr userDrawn="1"/>
            </p:nvSpPr>
            <p:spPr bwMode="auto">
              <a:xfrm>
                <a:off x="2118" y="2826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3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2 h 34"/>
                  <a:gd name="T34" fmla="*/ 16 w 23"/>
                  <a:gd name="T35" fmla="*/ 30 h 34"/>
                  <a:gd name="T36" fmla="*/ 18 w 23"/>
                  <a:gd name="T37" fmla="*/ 26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20" y="21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1" name="Freeform 109"/>
              <p:cNvSpPr>
                <a:spLocks/>
              </p:cNvSpPr>
              <p:nvPr userDrawn="1"/>
            </p:nvSpPr>
            <p:spPr bwMode="auto">
              <a:xfrm>
                <a:off x="2124" y="2882"/>
                <a:ext cx="11" cy="20"/>
              </a:xfrm>
              <a:custGeom>
                <a:avLst/>
                <a:gdLst>
                  <a:gd name="T0" fmla="*/ 7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5 h 20"/>
                  <a:gd name="T10" fmla="*/ 7 w 11"/>
                  <a:gd name="T11" fmla="*/ 5 h 20"/>
                  <a:gd name="T12" fmla="*/ 7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7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2" name="Freeform 110"/>
              <p:cNvSpPr>
                <a:spLocks/>
              </p:cNvSpPr>
              <p:nvPr userDrawn="1"/>
            </p:nvSpPr>
            <p:spPr bwMode="auto">
              <a:xfrm>
                <a:off x="2200" y="1750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3" name="Freeform 111"/>
              <p:cNvSpPr>
                <a:spLocks/>
              </p:cNvSpPr>
              <p:nvPr userDrawn="1"/>
            </p:nvSpPr>
            <p:spPr bwMode="auto">
              <a:xfrm>
                <a:off x="2200" y="181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4" name="Freeform 112"/>
              <p:cNvSpPr>
                <a:spLocks noEditPoints="1"/>
              </p:cNvSpPr>
              <p:nvPr userDrawn="1"/>
            </p:nvSpPr>
            <p:spPr bwMode="auto">
              <a:xfrm>
                <a:off x="2192" y="18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5" name="Freeform 113"/>
              <p:cNvSpPr>
                <a:spLocks noEditPoints="1"/>
              </p:cNvSpPr>
              <p:nvPr userDrawn="1"/>
            </p:nvSpPr>
            <p:spPr bwMode="auto">
              <a:xfrm>
                <a:off x="2192" y="1959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6" name="Freeform 114"/>
              <p:cNvSpPr>
                <a:spLocks noEditPoints="1"/>
              </p:cNvSpPr>
              <p:nvPr userDrawn="1"/>
            </p:nvSpPr>
            <p:spPr bwMode="auto">
              <a:xfrm>
                <a:off x="2192" y="2028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7" name="Freeform 115"/>
              <p:cNvSpPr>
                <a:spLocks/>
              </p:cNvSpPr>
              <p:nvPr userDrawn="1"/>
            </p:nvSpPr>
            <p:spPr bwMode="auto">
              <a:xfrm>
                <a:off x="2200" y="21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8" name="Freeform 116"/>
              <p:cNvSpPr>
                <a:spLocks noEditPoints="1"/>
              </p:cNvSpPr>
              <p:nvPr userDrawn="1"/>
            </p:nvSpPr>
            <p:spPr bwMode="auto">
              <a:xfrm>
                <a:off x="2495" y="21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9" name="Freeform 117"/>
              <p:cNvSpPr>
                <a:spLocks/>
              </p:cNvSpPr>
              <p:nvPr userDrawn="1"/>
            </p:nvSpPr>
            <p:spPr bwMode="auto">
              <a:xfrm>
                <a:off x="2502" y="220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0" name="Freeform 118"/>
              <p:cNvSpPr>
                <a:spLocks noEditPoints="1"/>
              </p:cNvSpPr>
              <p:nvPr userDrawn="1"/>
            </p:nvSpPr>
            <p:spPr bwMode="auto">
              <a:xfrm>
                <a:off x="2495" y="22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0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1" name="Freeform 119"/>
              <p:cNvSpPr>
                <a:spLocks noEditPoints="1"/>
              </p:cNvSpPr>
              <p:nvPr userDrawn="1"/>
            </p:nvSpPr>
            <p:spPr bwMode="auto">
              <a:xfrm>
                <a:off x="2495" y="234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2" name="Freeform 120"/>
              <p:cNvSpPr>
                <a:spLocks noEditPoints="1"/>
              </p:cNvSpPr>
              <p:nvPr userDrawn="1"/>
            </p:nvSpPr>
            <p:spPr bwMode="auto">
              <a:xfrm>
                <a:off x="2495" y="24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3" name="Freeform 121"/>
              <p:cNvSpPr>
                <a:spLocks/>
              </p:cNvSpPr>
              <p:nvPr userDrawn="1"/>
            </p:nvSpPr>
            <p:spPr bwMode="auto">
              <a:xfrm>
                <a:off x="2502" y="248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4" name="Freeform 122"/>
              <p:cNvSpPr>
                <a:spLocks/>
              </p:cNvSpPr>
              <p:nvPr userDrawn="1"/>
            </p:nvSpPr>
            <p:spPr bwMode="auto">
              <a:xfrm>
                <a:off x="2502" y="2559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5" name="Freeform 123"/>
              <p:cNvSpPr>
                <a:spLocks noEditPoints="1"/>
              </p:cNvSpPr>
              <p:nvPr userDrawn="1"/>
            </p:nvSpPr>
            <p:spPr bwMode="auto">
              <a:xfrm>
                <a:off x="2495" y="2627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6" name="Freeform 124"/>
              <p:cNvSpPr>
                <a:spLocks/>
              </p:cNvSpPr>
              <p:nvPr userDrawn="1"/>
            </p:nvSpPr>
            <p:spPr bwMode="auto">
              <a:xfrm>
                <a:off x="2502" y="269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7" name="Freeform 125"/>
              <p:cNvSpPr>
                <a:spLocks noEditPoints="1"/>
              </p:cNvSpPr>
              <p:nvPr userDrawn="1"/>
            </p:nvSpPr>
            <p:spPr bwMode="auto">
              <a:xfrm>
                <a:off x="2495" y="276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8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8" name="Freeform 126"/>
              <p:cNvSpPr>
                <a:spLocks/>
              </p:cNvSpPr>
              <p:nvPr userDrawn="1"/>
            </p:nvSpPr>
            <p:spPr bwMode="auto">
              <a:xfrm>
                <a:off x="2502" y="283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9" name="Freeform 127"/>
              <p:cNvSpPr>
                <a:spLocks/>
              </p:cNvSpPr>
              <p:nvPr userDrawn="1"/>
            </p:nvSpPr>
            <p:spPr bwMode="auto">
              <a:xfrm>
                <a:off x="1962" y="180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0" name="Freeform 128"/>
              <p:cNvSpPr>
                <a:spLocks noEditPoints="1"/>
              </p:cNvSpPr>
              <p:nvPr userDrawn="1"/>
            </p:nvSpPr>
            <p:spPr bwMode="auto">
              <a:xfrm>
                <a:off x="1954" y="187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1" name="Freeform 129"/>
              <p:cNvSpPr>
                <a:spLocks/>
              </p:cNvSpPr>
              <p:nvPr userDrawn="1"/>
            </p:nvSpPr>
            <p:spPr bwMode="auto">
              <a:xfrm>
                <a:off x="1962" y="194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2" name="Freeform 130"/>
              <p:cNvSpPr>
                <a:spLocks noEditPoints="1"/>
              </p:cNvSpPr>
              <p:nvPr userDrawn="1"/>
            </p:nvSpPr>
            <p:spPr bwMode="auto">
              <a:xfrm>
                <a:off x="1954" y="201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3" name="Freeform 131"/>
              <p:cNvSpPr>
                <a:spLocks noEditPoints="1"/>
              </p:cNvSpPr>
              <p:nvPr userDrawn="1"/>
            </p:nvSpPr>
            <p:spPr bwMode="auto">
              <a:xfrm>
                <a:off x="1954" y="2085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4" name="Freeform 132"/>
              <p:cNvSpPr>
                <a:spLocks/>
              </p:cNvSpPr>
              <p:nvPr userDrawn="1"/>
            </p:nvSpPr>
            <p:spPr bwMode="auto">
              <a:xfrm>
                <a:off x="1962" y="215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5" name="Freeform 133"/>
              <p:cNvSpPr>
                <a:spLocks noEditPoints="1"/>
              </p:cNvSpPr>
              <p:nvPr userDrawn="1"/>
            </p:nvSpPr>
            <p:spPr bwMode="auto">
              <a:xfrm>
                <a:off x="1954" y="222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6" name="Freeform 134"/>
              <p:cNvSpPr>
                <a:spLocks noEditPoints="1"/>
              </p:cNvSpPr>
              <p:nvPr userDrawn="1"/>
            </p:nvSpPr>
            <p:spPr bwMode="auto">
              <a:xfrm>
                <a:off x="1954" y="229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7" name="Freeform 135"/>
              <p:cNvSpPr>
                <a:spLocks/>
              </p:cNvSpPr>
              <p:nvPr userDrawn="1"/>
            </p:nvSpPr>
            <p:spPr bwMode="auto">
              <a:xfrm>
                <a:off x="1962" y="236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8" name="Freeform 136"/>
              <p:cNvSpPr>
                <a:spLocks noEditPoints="1"/>
              </p:cNvSpPr>
              <p:nvPr userDrawn="1"/>
            </p:nvSpPr>
            <p:spPr bwMode="auto">
              <a:xfrm>
                <a:off x="1954" y="24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9" name="Freeform 137"/>
              <p:cNvSpPr>
                <a:spLocks noEditPoints="1"/>
              </p:cNvSpPr>
              <p:nvPr userDrawn="1"/>
            </p:nvSpPr>
            <p:spPr bwMode="auto">
              <a:xfrm>
                <a:off x="1954" y="250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0" name="Freeform 138"/>
              <p:cNvSpPr>
                <a:spLocks noEditPoints="1"/>
              </p:cNvSpPr>
              <p:nvPr userDrawn="1"/>
            </p:nvSpPr>
            <p:spPr bwMode="auto">
              <a:xfrm>
                <a:off x="1954" y="25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1" name="Freeform 139"/>
              <p:cNvSpPr>
                <a:spLocks/>
              </p:cNvSpPr>
              <p:nvPr userDrawn="1"/>
            </p:nvSpPr>
            <p:spPr bwMode="auto">
              <a:xfrm>
                <a:off x="1962" y="264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2" name="Freeform 140"/>
              <p:cNvSpPr>
                <a:spLocks noEditPoints="1"/>
              </p:cNvSpPr>
              <p:nvPr userDrawn="1"/>
            </p:nvSpPr>
            <p:spPr bwMode="auto">
              <a:xfrm>
                <a:off x="1954" y="27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3" name="Freeform 141"/>
              <p:cNvSpPr>
                <a:spLocks noEditPoints="1"/>
              </p:cNvSpPr>
              <p:nvPr userDrawn="1"/>
            </p:nvSpPr>
            <p:spPr bwMode="auto">
              <a:xfrm>
                <a:off x="1954" y="278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4" name="Freeform 142"/>
              <p:cNvSpPr>
                <a:spLocks/>
              </p:cNvSpPr>
              <p:nvPr userDrawn="1"/>
            </p:nvSpPr>
            <p:spPr bwMode="auto">
              <a:xfrm>
                <a:off x="1962" y="2859"/>
                <a:ext cx="13" cy="43"/>
              </a:xfrm>
              <a:custGeom>
                <a:avLst/>
                <a:gdLst>
                  <a:gd name="T0" fmla="*/ 8 w 13"/>
                  <a:gd name="T1" fmla="*/ 43 h 43"/>
                  <a:gd name="T2" fmla="*/ 13 w 13"/>
                  <a:gd name="T3" fmla="*/ 43 h 43"/>
                  <a:gd name="T4" fmla="*/ 13 w 13"/>
                  <a:gd name="T5" fmla="*/ 0 h 43"/>
                  <a:gd name="T6" fmla="*/ 3 w 13"/>
                  <a:gd name="T7" fmla="*/ 0 h 43"/>
                  <a:gd name="T8" fmla="*/ 0 w 13"/>
                  <a:gd name="T9" fmla="*/ 5 h 43"/>
                  <a:gd name="T10" fmla="*/ 8 w 13"/>
                  <a:gd name="T11" fmla="*/ 5 h 43"/>
                  <a:gd name="T12" fmla="*/ 8 w 13"/>
                  <a:gd name="T1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3">
                    <a:moveTo>
                      <a:pt x="8" y="43"/>
                    </a:moveTo>
                    <a:lnTo>
                      <a:pt x="13" y="43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4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5" name="Freeform 143"/>
              <p:cNvSpPr>
                <a:spLocks/>
              </p:cNvSpPr>
              <p:nvPr userDrawn="1"/>
            </p:nvSpPr>
            <p:spPr bwMode="auto">
              <a:xfrm>
                <a:off x="2090" y="1367"/>
                <a:ext cx="21" cy="78"/>
              </a:xfrm>
              <a:custGeom>
                <a:avLst/>
                <a:gdLst>
                  <a:gd name="T0" fmla="*/ 5 w 21"/>
                  <a:gd name="T1" fmla="*/ 0 h 78"/>
                  <a:gd name="T2" fmla="*/ 21 w 21"/>
                  <a:gd name="T3" fmla="*/ 0 h 78"/>
                  <a:gd name="T4" fmla="*/ 21 w 21"/>
                  <a:gd name="T5" fmla="*/ 78 h 78"/>
                  <a:gd name="T6" fmla="*/ 13 w 21"/>
                  <a:gd name="T7" fmla="*/ 78 h 78"/>
                  <a:gd name="T8" fmla="*/ 13 w 21"/>
                  <a:gd name="T9" fmla="*/ 8 h 78"/>
                  <a:gd name="T10" fmla="*/ 0 w 21"/>
                  <a:gd name="T11" fmla="*/ 8 h 78"/>
                  <a:gd name="T12" fmla="*/ 5 w 21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8">
                    <a:moveTo>
                      <a:pt x="5" y="0"/>
                    </a:moveTo>
                    <a:lnTo>
                      <a:pt x="21" y="0"/>
                    </a:lnTo>
                    <a:lnTo>
                      <a:pt x="21" y="78"/>
                    </a:lnTo>
                    <a:lnTo>
                      <a:pt x="13" y="78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6" name="Freeform 144"/>
              <p:cNvSpPr>
                <a:spLocks/>
              </p:cNvSpPr>
              <p:nvPr userDrawn="1"/>
            </p:nvSpPr>
            <p:spPr bwMode="auto">
              <a:xfrm>
                <a:off x="2090" y="1476"/>
                <a:ext cx="21" cy="80"/>
              </a:xfrm>
              <a:custGeom>
                <a:avLst/>
                <a:gdLst>
                  <a:gd name="T0" fmla="*/ 5 w 21"/>
                  <a:gd name="T1" fmla="*/ 0 h 80"/>
                  <a:gd name="T2" fmla="*/ 21 w 21"/>
                  <a:gd name="T3" fmla="*/ 0 h 80"/>
                  <a:gd name="T4" fmla="*/ 21 w 21"/>
                  <a:gd name="T5" fmla="*/ 80 h 80"/>
                  <a:gd name="T6" fmla="*/ 13 w 21"/>
                  <a:gd name="T7" fmla="*/ 80 h 80"/>
                  <a:gd name="T8" fmla="*/ 13 w 21"/>
                  <a:gd name="T9" fmla="*/ 8 h 80"/>
                  <a:gd name="T10" fmla="*/ 0 w 21"/>
                  <a:gd name="T11" fmla="*/ 8 h 80"/>
                  <a:gd name="T12" fmla="*/ 5 w 21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80">
                    <a:moveTo>
                      <a:pt x="5" y="0"/>
                    </a:moveTo>
                    <a:lnTo>
                      <a:pt x="21" y="0"/>
                    </a:lnTo>
                    <a:lnTo>
                      <a:pt x="21" y="80"/>
                    </a:lnTo>
                    <a:lnTo>
                      <a:pt x="13" y="80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7" name="Freeform 145"/>
              <p:cNvSpPr>
                <a:spLocks/>
              </p:cNvSpPr>
              <p:nvPr userDrawn="1"/>
            </p:nvSpPr>
            <p:spPr bwMode="auto">
              <a:xfrm>
                <a:off x="2736" y="689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8" name="Freeform 146"/>
              <p:cNvSpPr>
                <a:spLocks noEditPoints="1"/>
              </p:cNvSpPr>
              <p:nvPr userDrawn="1"/>
            </p:nvSpPr>
            <p:spPr bwMode="auto">
              <a:xfrm>
                <a:off x="2079" y="1584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2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2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4 h 67"/>
                  <a:gd name="T22" fmla="*/ 2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0" y="19"/>
                      <a:pt x="2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4"/>
                    </a:cubicBezTo>
                    <a:cubicBezTo>
                      <a:pt x="35" y="6"/>
                      <a:pt x="38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8" y="58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4"/>
                    </a:cubicBezTo>
                    <a:cubicBezTo>
                      <a:pt x="7" y="61"/>
                      <a:pt x="4" y="58"/>
                      <a:pt x="2" y="53"/>
                    </a:cubicBezTo>
                    <a:cubicBezTo>
                      <a:pt x="0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4"/>
                      <a:pt x="11" y="57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9"/>
                    </a:cubicBezTo>
                    <a:cubicBezTo>
                      <a:pt x="31" y="57"/>
                      <a:pt x="33" y="54"/>
                      <a:pt x="35" y="50"/>
                    </a:cubicBezTo>
                    <a:cubicBezTo>
                      <a:pt x="36" y="46"/>
                      <a:pt x="37" y="40"/>
                      <a:pt x="37" y="34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4"/>
                      <a:pt x="7" y="17"/>
                    </a:cubicBezTo>
                    <a:cubicBezTo>
                      <a:pt x="6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9" name="Freeform 147"/>
              <p:cNvSpPr>
                <a:spLocks noEditPoints="1"/>
              </p:cNvSpPr>
              <p:nvPr userDrawn="1"/>
            </p:nvSpPr>
            <p:spPr bwMode="auto">
              <a:xfrm>
                <a:off x="2551" y="546"/>
                <a:ext cx="53" cy="81"/>
              </a:xfrm>
              <a:custGeom>
                <a:avLst/>
                <a:gdLst>
                  <a:gd name="T0" fmla="*/ 0 w 43"/>
                  <a:gd name="T1" fmla="*/ 33 h 66"/>
                  <a:gd name="T2" fmla="*/ 2 w 43"/>
                  <a:gd name="T3" fmla="*/ 14 h 66"/>
                  <a:gd name="T4" fmla="*/ 10 w 43"/>
                  <a:gd name="T5" fmla="*/ 3 h 66"/>
                  <a:gd name="T6" fmla="*/ 21 w 43"/>
                  <a:gd name="T7" fmla="*/ 0 h 66"/>
                  <a:gd name="T8" fmla="*/ 32 w 43"/>
                  <a:gd name="T9" fmla="*/ 3 h 66"/>
                  <a:gd name="T10" fmla="*/ 40 w 43"/>
                  <a:gd name="T11" fmla="*/ 14 h 66"/>
                  <a:gd name="T12" fmla="*/ 43 w 43"/>
                  <a:gd name="T13" fmla="*/ 33 h 66"/>
                  <a:gd name="T14" fmla="*/ 40 w 43"/>
                  <a:gd name="T15" fmla="*/ 52 h 66"/>
                  <a:gd name="T16" fmla="*/ 32 w 43"/>
                  <a:gd name="T17" fmla="*/ 63 h 66"/>
                  <a:gd name="T18" fmla="*/ 21 w 43"/>
                  <a:gd name="T19" fmla="*/ 66 h 66"/>
                  <a:gd name="T20" fmla="*/ 10 w 43"/>
                  <a:gd name="T21" fmla="*/ 63 h 66"/>
                  <a:gd name="T22" fmla="*/ 2 w 43"/>
                  <a:gd name="T23" fmla="*/ 52 h 66"/>
                  <a:gd name="T24" fmla="*/ 0 w 43"/>
                  <a:gd name="T25" fmla="*/ 33 h 66"/>
                  <a:gd name="T26" fmla="*/ 6 w 43"/>
                  <a:gd name="T27" fmla="*/ 33 h 66"/>
                  <a:gd name="T28" fmla="*/ 8 w 43"/>
                  <a:gd name="T29" fmla="*/ 49 h 66"/>
                  <a:gd name="T30" fmla="*/ 13 w 43"/>
                  <a:gd name="T31" fmla="*/ 58 h 66"/>
                  <a:gd name="T32" fmla="*/ 21 w 43"/>
                  <a:gd name="T33" fmla="*/ 61 h 66"/>
                  <a:gd name="T34" fmla="*/ 29 w 43"/>
                  <a:gd name="T35" fmla="*/ 58 h 66"/>
                  <a:gd name="T36" fmla="*/ 35 w 43"/>
                  <a:gd name="T37" fmla="*/ 49 h 66"/>
                  <a:gd name="T38" fmla="*/ 37 w 43"/>
                  <a:gd name="T39" fmla="*/ 33 h 66"/>
                  <a:gd name="T40" fmla="*/ 35 w 43"/>
                  <a:gd name="T41" fmla="*/ 17 h 66"/>
                  <a:gd name="T42" fmla="*/ 29 w 43"/>
                  <a:gd name="T43" fmla="*/ 8 h 66"/>
                  <a:gd name="T44" fmla="*/ 21 w 43"/>
                  <a:gd name="T45" fmla="*/ 6 h 66"/>
                  <a:gd name="T46" fmla="*/ 13 w 43"/>
                  <a:gd name="T47" fmla="*/ 8 h 66"/>
                  <a:gd name="T48" fmla="*/ 8 w 43"/>
                  <a:gd name="T49" fmla="*/ 17 h 66"/>
                  <a:gd name="T50" fmla="*/ 6 w 43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6">
                    <a:moveTo>
                      <a:pt x="0" y="33"/>
                    </a:moveTo>
                    <a:cubicBezTo>
                      <a:pt x="0" y="25"/>
                      <a:pt x="1" y="18"/>
                      <a:pt x="2" y="14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6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7"/>
                      <a:pt x="40" y="52"/>
                    </a:cubicBezTo>
                    <a:cubicBezTo>
                      <a:pt x="38" y="57"/>
                      <a:pt x="36" y="60"/>
                      <a:pt x="32" y="63"/>
                    </a:cubicBezTo>
                    <a:cubicBezTo>
                      <a:pt x="29" y="65"/>
                      <a:pt x="25" y="66"/>
                      <a:pt x="21" y="66"/>
                    </a:cubicBezTo>
                    <a:cubicBezTo>
                      <a:pt x="17" y="66"/>
                      <a:pt x="13" y="65"/>
                      <a:pt x="10" y="63"/>
                    </a:cubicBezTo>
                    <a:cubicBezTo>
                      <a:pt x="7" y="61"/>
                      <a:pt x="4" y="57"/>
                      <a:pt x="2" y="52"/>
                    </a:cubicBezTo>
                    <a:cubicBezTo>
                      <a:pt x="1" y="48"/>
                      <a:pt x="0" y="41"/>
                      <a:pt x="0" y="33"/>
                    </a:cubicBezTo>
                    <a:moveTo>
                      <a:pt x="6" y="33"/>
                    </a:moveTo>
                    <a:cubicBezTo>
                      <a:pt x="6" y="40"/>
                      <a:pt x="6" y="46"/>
                      <a:pt x="8" y="49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3" y="53"/>
                      <a:pt x="35" y="49"/>
                    </a:cubicBezTo>
                    <a:cubicBezTo>
                      <a:pt x="36" y="45"/>
                      <a:pt x="37" y="39"/>
                      <a:pt x="37" y="33"/>
                    </a:cubicBezTo>
                    <a:cubicBezTo>
                      <a:pt x="37" y="27"/>
                      <a:pt x="36" y="21"/>
                      <a:pt x="35" y="17"/>
                    </a:cubicBezTo>
                    <a:cubicBezTo>
                      <a:pt x="34" y="13"/>
                      <a:pt x="32" y="10"/>
                      <a:pt x="29" y="8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6" y="20"/>
                      <a:pt x="6" y="26"/>
                      <a:pt x="6" y="33"/>
                    </a:cubicBezTo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0" name="Freeform 148"/>
              <p:cNvSpPr>
                <a:spLocks noEditPoints="1"/>
              </p:cNvSpPr>
              <p:nvPr userDrawn="1"/>
            </p:nvSpPr>
            <p:spPr bwMode="auto">
              <a:xfrm>
                <a:off x="2079" y="169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2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2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2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0" y="18"/>
                      <a:pt x="2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5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8" y="57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3"/>
                    </a:cubicBezTo>
                    <a:cubicBezTo>
                      <a:pt x="7" y="61"/>
                      <a:pt x="4" y="57"/>
                      <a:pt x="2" y="53"/>
                    </a:cubicBezTo>
                    <a:cubicBezTo>
                      <a:pt x="0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1" y="56"/>
                      <a:pt x="33" y="54"/>
                      <a:pt x="35" y="50"/>
                    </a:cubicBezTo>
                    <a:cubicBezTo>
                      <a:pt x="36" y="45"/>
                      <a:pt x="37" y="40"/>
                      <a:pt x="37" y="33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3"/>
                      <a:pt x="7" y="17"/>
                    </a:cubicBezTo>
                    <a:cubicBezTo>
                      <a:pt x="6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1" name="Freeform 149"/>
              <p:cNvSpPr>
                <a:spLocks noEditPoints="1"/>
              </p:cNvSpPr>
              <p:nvPr userDrawn="1"/>
            </p:nvSpPr>
            <p:spPr bwMode="auto">
              <a:xfrm>
                <a:off x="3119" y="2035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3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3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3 w 43"/>
                  <a:gd name="T17" fmla="*/ 64 h 67"/>
                  <a:gd name="T18" fmla="*/ 21 w 43"/>
                  <a:gd name="T19" fmla="*/ 67 h 67"/>
                  <a:gd name="T20" fmla="*/ 10 w 43"/>
                  <a:gd name="T21" fmla="*/ 64 h 67"/>
                  <a:gd name="T22" fmla="*/ 3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8 w 43"/>
                  <a:gd name="T29" fmla="*/ 50 h 67"/>
                  <a:gd name="T30" fmla="*/ 14 w 43"/>
                  <a:gd name="T31" fmla="*/ 59 h 67"/>
                  <a:gd name="T32" fmla="*/ 22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8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1" y="0"/>
                    </a:cubicBezTo>
                    <a:cubicBezTo>
                      <a:pt x="25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4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1"/>
                      <a:pt x="29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7" y="40"/>
                      <a:pt x="37" y="34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2" name="Freeform 150"/>
              <p:cNvSpPr>
                <a:spLocks/>
              </p:cNvSpPr>
              <p:nvPr userDrawn="1"/>
            </p:nvSpPr>
            <p:spPr bwMode="auto">
              <a:xfrm>
                <a:off x="3131" y="2147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3" name="Freeform 151"/>
              <p:cNvSpPr>
                <a:spLocks/>
              </p:cNvSpPr>
              <p:nvPr userDrawn="1"/>
            </p:nvSpPr>
            <p:spPr bwMode="auto">
              <a:xfrm>
                <a:off x="3131" y="2256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4" name="Freeform 152"/>
              <p:cNvSpPr>
                <a:spLocks/>
              </p:cNvSpPr>
              <p:nvPr userDrawn="1"/>
            </p:nvSpPr>
            <p:spPr bwMode="auto">
              <a:xfrm>
                <a:off x="3131" y="236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5" name="Freeform 153"/>
              <p:cNvSpPr>
                <a:spLocks noEditPoints="1"/>
              </p:cNvSpPr>
              <p:nvPr userDrawn="1"/>
            </p:nvSpPr>
            <p:spPr bwMode="auto">
              <a:xfrm>
                <a:off x="3119" y="247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3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3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3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3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8 w 43"/>
                  <a:gd name="T29" fmla="*/ 50 h 67"/>
                  <a:gd name="T30" fmla="*/ 14 w 43"/>
                  <a:gd name="T31" fmla="*/ 58 h 67"/>
                  <a:gd name="T32" fmla="*/ 22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5" y="67"/>
                      <a:pt x="21" y="67"/>
                    </a:cubicBezTo>
                    <a:cubicBezTo>
                      <a:pt x="17" y="67"/>
                      <a:pt x="14" y="65"/>
                      <a:pt x="10" y="63"/>
                    </a:cubicBezTo>
                    <a:cubicBezTo>
                      <a:pt x="7" y="61"/>
                      <a:pt x="4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7" y="40"/>
                      <a:pt x="37" y="33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6" name="Freeform 154"/>
              <p:cNvSpPr>
                <a:spLocks noEditPoints="1"/>
              </p:cNvSpPr>
              <p:nvPr userDrawn="1"/>
            </p:nvSpPr>
            <p:spPr bwMode="auto">
              <a:xfrm>
                <a:off x="2858" y="1595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7" name="Freeform 155"/>
              <p:cNvSpPr>
                <a:spLocks noEditPoints="1"/>
              </p:cNvSpPr>
              <p:nvPr userDrawn="1"/>
            </p:nvSpPr>
            <p:spPr bwMode="auto">
              <a:xfrm>
                <a:off x="2858" y="170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8" name="Freeform 156"/>
              <p:cNvSpPr>
                <a:spLocks/>
              </p:cNvSpPr>
              <p:nvPr userDrawn="1"/>
            </p:nvSpPr>
            <p:spPr bwMode="auto">
              <a:xfrm>
                <a:off x="2870" y="181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9" name="Freeform 157"/>
              <p:cNvSpPr>
                <a:spLocks noEditPoints="1"/>
              </p:cNvSpPr>
              <p:nvPr userDrawn="1"/>
            </p:nvSpPr>
            <p:spPr bwMode="auto">
              <a:xfrm>
                <a:off x="2858" y="192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0" name="Freeform 158"/>
              <p:cNvSpPr>
                <a:spLocks noEditPoints="1"/>
              </p:cNvSpPr>
              <p:nvPr userDrawn="1"/>
            </p:nvSpPr>
            <p:spPr bwMode="auto">
              <a:xfrm>
                <a:off x="2858" y="2035"/>
                <a:ext cx="54" cy="81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49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8 h 66"/>
                  <a:gd name="T44" fmla="*/ 22 w 44"/>
                  <a:gd name="T45" fmla="*/ 6 h 66"/>
                  <a:gd name="T46" fmla="*/ 14 w 44"/>
                  <a:gd name="T47" fmla="*/ 8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49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1" name="Freeform 159"/>
              <p:cNvSpPr>
                <a:spLocks/>
              </p:cNvSpPr>
              <p:nvPr userDrawn="1"/>
            </p:nvSpPr>
            <p:spPr bwMode="auto">
              <a:xfrm>
                <a:off x="2870" y="214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7 h 78"/>
                  <a:gd name="T10" fmla="*/ 0 w 20"/>
                  <a:gd name="T11" fmla="*/ 7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2" name="Freeform 160"/>
              <p:cNvSpPr>
                <a:spLocks noEditPoints="1"/>
              </p:cNvSpPr>
              <p:nvPr userDrawn="1"/>
            </p:nvSpPr>
            <p:spPr bwMode="auto">
              <a:xfrm>
                <a:off x="1781" y="109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3" name="Freeform 161"/>
              <p:cNvSpPr>
                <a:spLocks/>
              </p:cNvSpPr>
              <p:nvPr userDrawn="1"/>
            </p:nvSpPr>
            <p:spPr bwMode="auto">
              <a:xfrm>
                <a:off x="1793" y="120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4" name="Freeform 162"/>
              <p:cNvSpPr>
                <a:spLocks noEditPoints="1"/>
              </p:cNvSpPr>
              <p:nvPr userDrawn="1"/>
            </p:nvSpPr>
            <p:spPr bwMode="auto">
              <a:xfrm>
                <a:off x="1781" y="1312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5" name="Freeform 163"/>
              <p:cNvSpPr>
                <a:spLocks noEditPoints="1"/>
              </p:cNvSpPr>
              <p:nvPr userDrawn="1"/>
            </p:nvSpPr>
            <p:spPr bwMode="auto">
              <a:xfrm>
                <a:off x="868" y="110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1"/>
                      <a:pt x="19" y="61"/>
                      <a:pt x="22" y="61"/>
                    </a:cubicBezTo>
                    <a:cubicBezTo>
                      <a:pt x="25" y="61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6" name="Freeform 164"/>
              <p:cNvSpPr>
                <a:spLocks noEditPoints="1"/>
              </p:cNvSpPr>
              <p:nvPr userDrawn="1"/>
            </p:nvSpPr>
            <p:spPr bwMode="auto">
              <a:xfrm>
                <a:off x="1781" y="1422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7" name="Freeform 165"/>
              <p:cNvSpPr>
                <a:spLocks noEditPoints="1"/>
              </p:cNvSpPr>
              <p:nvPr userDrawn="1"/>
            </p:nvSpPr>
            <p:spPr bwMode="auto">
              <a:xfrm>
                <a:off x="2768" y="775"/>
                <a:ext cx="55" cy="82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8" name="Freeform 166"/>
              <p:cNvSpPr>
                <a:spLocks/>
              </p:cNvSpPr>
              <p:nvPr userDrawn="1"/>
            </p:nvSpPr>
            <p:spPr bwMode="auto">
              <a:xfrm>
                <a:off x="1793" y="153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9" name="Freeform 167"/>
              <p:cNvSpPr>
                <a:spLocks noEditPoints="1"/>
              </p:cNvSpPr>
              <p:nvPr userDrawn="1"/>
            </p:nvSpPr>
            <p:spPr bwMode="auto">
              <a:xfrm>
                <a:off x="2858" y="225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0" name="Freeform 168"/>
              <p:cNvSpPr>
                <a:spLocks/>
              </p:cNvSpPr>
              <p:nvPr userDrawn="1"/>
            </p:nvSpPr>
            <p:spPr bwMode="auto">
              <a:xfrm>
                <a:off x="2870" y="236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1" name="Freeform 169"/>
              <p:cNvSpPr>
                <a:spLocks noEditPoints="1"/>
              </p:cNvSpPr>
              <p:nvPr userDrawn="1"/>
            </p:nvSpPr>
            <p:spPr bwMode="auto">
              <a:xfrm>
                <a:off x="2858" y="247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2" name="Freeform 170"/>
              <p:cNvSpPr>
                <a:spLocks noEditPoints="1"/>
              </p:cNvSpPr>
              <p:nvPr userDrawn="1"/>
            </p:nvSpPr>
            <p:spPr bwMode="auto">
              <a:xfrm>
                <a:off x="2858" y="2583"/>
                <a:ext cx="54" cy="82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50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9 h 66"/>
                  <a:gd name="T44" fmla="*/ 22 w 44"/>
                  <a:gd name="T45" fmla="*/ 6 h 66"/>
                  <a:gd name="T46" fmla="*/ 14 w 44"/>
                  <a:gd name="T47" fmla="*/ 9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3" name="Freeform 171"/>
              <p:cNvSpPr>
                <a:spLocks/>
              </p:cNvSpPr>
              <p:nvPr userDrawn="1"/>
            </p:nvSpPr>
            <p:spPr bwMode="auto">
              <a:xfrm>
                <a:off x="2870" y="2694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4" name="Freeform 172"/>
              <p:cNvSpPr>
                <a:spLocks/>
              </p:cNvSpPr>
              <p:nvPr userDrawn="1"/>
            </p:nvSpPr>
            <p:spPr bwMode="auto">
              <a:xfrm>
                <a:off x="2870" y="280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5" name="Freeform 173"/>
              <p:cNvSpPr>
                <a:spLocks/>
              </p:cNvSpPr>
              <p:nvPr userDrawn="1"/>
            </p:nvSpPr>
            <p:spPr bwMode="auto">
              <a:xfrm>
                <a:off x="3134" y="2599"/>
                <a:ext cx="19" cy="79"/>
              </a:xfrm>
              <a:custGeom>
                <a:avLst/>
                <a:gdLst>
                  <a:gd name="T0" fmla="*/ 3 w 19"/>
                  <a:gd name="T1" fmla="*/ 0 h 79"/>
                  <a:gd name="T2" fmla="*/ 19 w 19"/>
                  <a:gd name="T3" fmla="*/ 0 h 79"/>
                  <a:gd name="T4" fmla="*/ 19 w 19"/>
                  <a:gd name="T5" fmla="*/ 79 h 79"/>
                  <a:gd name="T6" fmla="*/ 12 w 19"/>
                  <a:gd name="T7" fmla="*/ 79 h 79"/>
                  <a:gd name="T8" fmla="*/ 12 w 19"/>
                  <a:gd name="T9" fmla="*/ 7 h 79"/>
                  <a:gd name="T10" fmla="*/ 0 w 19"/>
                  <a:gd name="T11" fmla="*/ 7 h 79"/>
                  <a:gd name="T12" fmla="*/ 3 w 19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9">
                    <a:moveTo>
                      <a:pt x="3" y="0"/>
                    </a:moveTo>
                    <a:lnTo>
                      <a:pt x="19" y="0"/>
                    </a:lnTo>
                    <a:lnTo>
                      <a:pt x="19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6" name="Freeform 174"/>
              <p:cNvSpPr>
                <a:spLocks/>
              </p:cNvSpPr>
              <p:nvPr userDrawn="1"/>
            </p:nvSpPr>
            <p:spPr bwMode="auto">
              <a:xfrm>
                <a:off x="3134" y="2709"/>
                <a:ext cx="19" cy="78"/>
              </a:xfrm>
              <a:custGeom>
                <a:avLst/>
                <a:gdLst>
                  <a:gd name="T0" fmla="*/ 3 w 19"/>
                  <a:gd name="T1" fmla="*/ 0 h 78"/>
                  <a:gd name="T2" fmla="*/ 19 w 19"/>
                  <a:gd name="T3" fmla="*/ 0 h 78"/>
                  <a:gd name="T4" fmla="*/ 19 w 19"/>
                  <a:gd name="T5" fmla="*/ 78 h 78"/>
                  <a:gd name="T6" fmla="*/ 12 w 19"/>
                  <a:gd name="T7" fmla="*/ 78 h 78"/>
                  <a:gd name="T8" fmla="*/ 12 w 19"/>
                  <a:gd name="T9" fmla="*/ 8 h 78"/>
                  <a:gd name="T10" fmla="*/ 0 w 19"/>
                  <a:gd name="T11" fmla="*/ 8 h 78"/>
                  <a:gd name="T12" fmla="*/ 3 w 19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8">
                    <a:moveTo>
                      <a:pt x="3" y="0"/>
                    </a:moveTo>
                    <a:lnTo>
                      <a:pt x="19" y="0"/>
                    </a:lnTo>
                    <a:lnTo>
                      <a:pt x="19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7" name="Freeform 175"/>
              <p:cNvSpPr>
                <a:spLocks noEditPoints="1"/>
              </p:cNvSpPr>
              <p:nvPr userDrawn="1"/>
            </p:nvSpPr>
            <p:spPr bwMode="auto">
              <a:xfrm>
                <a:off x="3121" y="2817"/>
                <a:ext cx="53" cy="80"/>
              </a:xfrm>
              <a:custGeom>
                <a:avLst/>
                <a:gdLst>
                  <a:gd name="T0" fmla="*/ 10 w 43"/>
                  <a:gd name="T1" fmla="*/ 63 h 65"/>
                  <a:gd name="T2" fmla="*/ 14 w 43"/>
                  <a:gd name="T3" fmla="*/ 65 h 65"/>
                  <a:gd name="T4" fmla="*/ 29 w 43"/>
                  <a:gd name="T5" fmla="*/ 65 h 65"/>
                  <a:gd name="T6" fmla="*/ 32 w 43"/>
                  <a:gd name="T7" fmla="*/ 63 h 65"/>
                  <a:gd name="T8" fmla="*/ 40 w 43"/>
                  <a:gd name="T9" fmla="*/ 52 h 65"/>
                  <a:gd name="T10" fmla="*/ 43 w 43"/>
                  <a:gd name="T11" fmla="*/ 33 h 65"/>
                  <a:gd name="T12" fmla="*/ 40 w 43"/>
                  <a:gd name="T13" fmla="*/ 14 h 65"/>
                  <a:gd name="T14" fmla="*/ 32 w 43"/>
                  <a:gd name="T15" fmla="*/ 3 h 65"/>
                  <a:gd name="T16" fmla="*/ 21 w 43"/>
                  <a:gd name="T17" fmla="*/ 0 h 65"/>
                  <a:gd name="T18" fmla="*/ 10 w 43"/>
                  <a:gd name="T19" fmla="*/ 3 h 65"/>
                  <a:gd name="T20" fmla="*/ 2 w 43"/>
                  <a:gd name="T21" fmla="*/ 14 h 65"/>
                  <a:gd name="T22" fmla="*/ 0 w 43"/>
                  <a:gd name="T23" fmla="*/ 33 h 65"/>
                  <a:gd name="T24" fmla="*/ 3 w 43"/>
                  <a:gd name="T25" fmla="*/ 53 h 65"/>
                  <a:gd name="T26" fmla="*/ 10 w 43"/>
                  <a:gd name="T27" fmla="*/ 63 h 65"/>
                  <a:gd name="T28" fmla="*/ 8 w 43"/>
                  <a:gd name="T29" fmla="*/ 17 h 65"/>
                  <a:gd name="T30" fmla="*/ 13 w 43"/>
                  <a:gd name="T31" fmla="*/ 9 h 65"/>
                  <a:gd name="T32" fmla="*/ 21 w 43"/>
                  <a:gd name="T33" fmla="*/ 6 h 65"/>
                  <a:gd name="T34" fmla="*/ 29 w 43"/>
                  <a:gd name="T35" fmla="*/ 9 h 65"/>
                  <a:gd name="T36" fmla="*/ 35 w 43"/>
                  <a:gd name="T37" fmla="*/ 18 h 65"/>
                  <a:gd name="T38" fmla="*/ 37 w 43"/>
                  <a:gd name="T39" fmla="*/ 33 h 65"/>
                  <a:gd name="T40" fmla="*/ 35 w 43"/>
                  <a:gd name="T41" fmla="*/ 50 h 65"/>
                  <a:gd name="T42" fmla="*/ 29 w 43"/>
                  <a:gd name="T43" fmla="*/ 58 h 65"/>
                  <a:gd name="T44" fmla="*/ 21 w 43"/>
                  <a:gd name="T45" fmla="*/ 61 h 65"/>
                  <a:gd name="T46" fmla="*/ 13 w 43"/>
                  <a:gd name="T47" fmla="*/ 58 h 65"/>
                  <a:gd name="T48" fmla="*/ 8 w 43"/>
                  <a:gd name="T49" fmla="*/ 50 h 65"/>
                  <a:gd name="T50" fmla="*/ 6 w 43"/>
                  <a:gd name="T51" fmla="*/ 33 h 65"/>
                  <a:gd name="T52" fmla="*/ 8 w 43"/>
                  <a:gd name="T53" fmla="*/ 1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" h="65">
                    <a:moveTo>
                      <a:pt x="10" y="63"/>
                    </a:moveTo>
                    <a:cubicBezTo>
                      <a:pt x="11" y="64"/>
                      <a:pt x="12" y="64"/>
                      <a:pt x="14" y="65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30" y="64"/>
                      <a:pt x="31" y="64"/>
                      <a:pt x="32" y="63"/>
                    </a:cubicBezTo>
                    <a:cubicBezTo>
                      <a:pt x="36" y="61"/>
                      <a:pt x="38" y="57"/>
                      <a:pt x="40" y="52"/>
                    </a:cubicBezTo>
                    <a:cubicBezTo>
                      <a:pt x="42" y="48"/>
                      <a:pt x="43" y="41"/>
                      <a:pt x="43" y="33"/>
                    </a:cubicBezTo>
                    <a:cubicBezTo>
                      <a:pt x="43" y="25"/>
                      <a:pt x="42" y="19"/>
                      <a:pt x="40" y="14"/>
                    </a:cubicBezTo>
                    <a:cubicBezTo>
                      <a:pt x="38" y="9"/>
                      <a:pt x="36" y="6"/>
                      <a:pt x="32" y="3"/>
                    </a:cubicBezTo>
                    <a:cubicBezTo>
                      <a:pt x="29" y="1"/>
                      <a:pt x="25" y="0"/>
                      <a:pt x="21" y="0"/>
                    </a:cubicBezTo>
                    <a:cubicBezTo>
                      <a:pt x="17" y="0"/>
                      <a:pt x="13" y="1"/>
                      <a:pt x="10" y="3"/>
                    </a:cubicBezTo>
                    <a:cubicBezTo>
                      <a:pt x="7" y="6"/>
                      <a:pt x="4" y="9"/>
                      <a:pt x="2" y="14"/>
                    </a:cubicBezTo>
                    <a:cubicBezTo>
                      <a:pt x="1" y="18"/>
                      <a:pt x="0" y="25"/>
                      <a:pt x="0" y="33"/>
                    </a:cubicBezTo>
                    <a:cubicBezTo>
                      <a:pt x="0" y="42"/>
                      <a:pt x="1" y="48"/>
                      <a:pt x="3" y="53"/>
                    </a:cubicBezTo>
                    <a:cubicBezTo>
                      <a:pt x="4" y="57"/>
                      <a:pt x="7" y="61"/>
                      <a:pt x="10" y="63"/>
                    </a:cubicBezTo>
                    <a:close/>
                    <a:moveTo>
                      <a:pt x="8" y="17"/>
                    </a:moveTo>
                    <a:cubicBezTo>
                      <a:pt x="9" y="13"/>
                      <a:pt x="11" y="10"/>
                      <a:pt x="13" y="9"/>
                    </a:cubicBezTo>
                    <a:cubicBezTo>
                      <a:pt x="16" y="7"/>
                      <a:pt x="19" y="6"/>
                      <a:pt x="21" y="6"/>
                    </a:cubicBezTo>
                    <a:cubicBezTo>
                      <a:pt x="24" y="6"/>
                      <a:pt x="27" y="7"/>
                      <a:pt x="29" y="9"/>
                    </a:cubicBezTo>
                    <a:cubicBezTo>
                      <a:pt x="32" y="10"/>
                      <a:pt x="34" y="13"/>
                      <a:pt x="35" y="18"/>
                    </a:cubicBezTo>
                    <a:cubicBezTo>
                      <a:pt x="37" y="22"/>
                      <a:pt x="37" y="27"/>
                      <a:pt x="37" y="33"/>
                    </a:cubicBezTo>
                    <a:cubicBezTo>
                      <a:pt x="37" y="40"/>
                      <a:pt x="36" y="45"/>
                      <a:pt x="35" y="50"/>
                    </a:cubicBezTo>
                    <a:cubicBezTo>
                      <a:pt x="34" y="53"/>
                      <a:pt x="32" y="56"/>
                      <a:pt x="29" y="58"/>
                    </a:cubicBezTo>
                    <a:cubicBezTo>
                      <a:pt x="27" y="60"/>
                      <a:pt x="24" y="61"/>
                      <a:pt x="21" y="61"/>
                    </a:cubicBezTo>
                    <a:cubicBezTo>
                      <a:pt x="19" y="61"/>
                      <a:pt x="16" y="60"/>
                      <a:pt x="13" y="58"/>
                    </a:cubicBezTo>
                    <a:cubicBezTo>
                      <a:pt x="11" y="56"/>
                      <a:pt x="9" y="53"/>
                      <a:pt x="8" y="50"/>
                    </a:cubicBezTo>
                    <a:cubicBezTo>
                      <a:pt x="6" y="46"/>
                      <a:pt x="6" y="40"/>
                      <a:pt x="6" y="33"/>
                    </a:cubicBezTo>
                    <a:cubicBezTo>
                      <a:pt x="6" y="26"/>
                      <a:pt x="6" y="21"/>
                      <a:pt x="8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8" name="Freeform 176"/>
              <p:cNvSpPr>
                <a:spLocks/>
              </p:cNvSpPr>
              <p:nvPr userDrawn="1"/>
            </p:nvSpPr>
            <p:spPr bwMode="auto">
              <a:xfrm>
                <a:off x="954" y="1038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9" name="Freeform 177"/>
              <p:cNvSpPr>
                <a:spLocks/>
              </p:cNvSpPr>
              <p:nvPr userDrawn="1"/>
            </p:nvSpPr>
            <p:spPr bwMode="auto">
              <a:xfrm>
                <a:off x="771" y="148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0" name="Freeform 178"/>
              <p:cNvSpPr>
                <a:spLocks/>
              </p:cNvSpPr>
              <p:nvPr userDrawn="1"/>
            </p:nvSpPr>
            <p:spPr bwMode="auto">
              <a:xfrm>
                <a:off x="771" y="159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1" name="Freeform 179"/>
              <p:cNvSpPr>
                <a:spLocks noEditPoints="1"/>
              </p:cNvSpPr>
              <p:nvPr userDrawn="1"/>
            </p:nvSpPr>
            <p:spPr bwMode="auto">
              <a:xfrm>
                <a:off x="759" y="170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4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0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6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6"/>
                      <a:pt x="26" y="68"/>
                      <a:pt x="22" y="68"/>
                    </a:cubicBezTo>
                    <a:cubicBezTo>
                      <a:pt x="17" y="68"/>
                      <a:pt x="14" y="66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2" name="Freeform 180"/>
              <p:cNvSpPr>
                <a:spLocks noEditPoints="1"/>
              </p:cNvSpPr>
              <p:nvPr userDrawn="1"/>
            </p:nvSpPr>
            <p:spPr bwMode="auto">
              <a:xfrm>
                <a:off x="759" y="181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5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1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7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5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20"/>
                      <a:pt x="44" y="26"/>
                      <a:pt x="44" y="34"/>
                    </a:cubicBezTo>
                    <a:cubicBezTo>
                      <a:pt x="44" y="42"/>
                      <a:pt x="43" y="49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7"/>
                      <a:pt x="26" y="68"/>
                      <a:pt x="22" y="68"/>
                    </a:cubicBezTo>
                    <a:cubicBezTo>
                      <a:pt x="17" y="68"/>
                      <a:pt x="14" y="67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1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1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7"/>
                      <a:pt x="22" y="7"/>
                    </a:cubicBezTo>
                    <a:cubicBezTo>
                      <a:pt x="19" y="7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3" name="Freeform 181"/>
              <p:cNvSpPr>
                <a:spLocks noEditPoints="1"/>
              </p:cNvSpPr>
              <p:nvPr userDrawn="1"/>
            </p:nvSpPr>
            <p:spPr bwMode="auto">
              <a:xfrm>
                <a:off x="759" y="192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4" name="Freeform 182"/>
              <p:cNvSpPr>
                <a:spLocks/>
              </p:cNvSpPr>
              <p:nvPr userDrawn="1"/>
            </p:nvSpPr>
            <p:spPr bwMode="auto">
              <a:xfrm>
                <a:off x="771" y="203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5" name="Freeform 183"/>
              <p:cNvSpPr>
                <a:spLocks noEditPoints="1"/>
              </p:cNvSpPr>
              <p:nvPr userDrawn="1"/>
            </p:nvSpPr>
            <p:spPr bwMode="auto">
              <a:xfrm>
                <a:off x="759" y="214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6" name="Freeform 184"/>
              <p:cNvSpPr>
                <a:spLocks noEditPoints="1"/>
              </p:cNvSpPr>
              <p:nvPr userDrawn="1"/>
            </p:nvSpPr>
            <p:spPr bwMode="auto">
              <a:xfrm>
                <a:off x="759" y="225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2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7" name="Freeform 185"/>
              <p:cNvSpPr>
                <a:spLocks/>
              </p:cNvSpPr>
              <p:nvPr userDrawn="1"/>
            </p:nvSpPr>
            <p:spPr bwMode="auto">
              <a:xfrm>
                <a:off x="771" y="236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8" name="Freeform 186"/>
              <p:cNvSpPr>
                <a:spLocks/>
              </p:cNvSpPr>
              <p:nvPr userDrawn="1"/>
            </p:nvSpPr>
            <p:spPr bwMode="auto">
              <a:xfrm>
                <a:off x="771" y="247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9" name="Freeform 187"/>
              <p:cNvSpPr>
                <a:spLocks noEditPoints="1"/>
              </p:cNvSpPr>
              <p:nvPr userDrawn="1"/>
            </p:nvSpPr>
            <p:spPr bwMode="auto">
              <a:xfrm>
                <a:off x="759" y="258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7 h 67"/>
                  <a:gd name="T42" fmla="*/ 30 w 44"/>
                  <a:gd name="T43" fmla="*/ 8 h 67"/>
                  <a:gd name="T44" fmla="*/ 22 w 44"/>
                  <a:gd name="T45" fmla="*/ 6 h 67"/>
                  <a:gd name="T46" fmla="*/ 14 w 44"/>
                  <a:gd name="T47" fmla="*/ 8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5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0" name="Freeform 188"/>
              <p:cNvSpPr>
                <a:spLocks/>
              </p:cNvSpPr>
              <p:nvPr userDrawn="1"/>
            </p:nvSpPr>
            <p:spPr bwMode="auto">
              <a:xfrm>
                <a:off x="771" y="269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1" name="Freeform 189"/>
              <p:cNvSpPr>
                <a:spLocks noEditPoints="1"/>
              </p:cNvSpPr>
              <p:nvPr userDrawn="1"/>
            </p:nvSpPr>
            <p:spPr bwMode="auto">
              <a:xfrm>
                <a:off x="759" y="2806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2" name="Freeform 190"/>
              <p:cNvSpPr>
                <a:spLocks/>
              </p:cNvSpPr>
              <p:nvPr userDrawn="1"/>
            </p:nvSpPr>
            <p:spPr bwMode="auto">
              <a:xfrm>
                <a:off x="3122" y="162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3" name="Freeform 191"/>
              <p:cNvSpPr>
                <a:spLocks/>
              </p:cNvSpPr>
              <p:nvPr userDrawn="1"/>
            </p:nvSpPr>
            <p:spPr bwMode="auto">
              <a:xfrm>
                <a:off x="3122" y="173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4" name="Freeform 192"/>
              <p:cNvSpPr>
                <a:spLocks/>
              </p:cNvSpPr>
              <p:nvPr userDrawn="1"/>
            </p:nvSpPr>
            <p:spPr bwMode="auto">
              <a:xfrm>
                <a:off x="2516" y="903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5" name="Freeform 193"/>
              <p:cNvSpPr>
                <a:spLocks noEditPoints="1"/>
              </p:cNvSpPr>
              <p:nvPr userDrawn="1"/>
            </p:nvSpPr>
            <p:spPr bwMode="auto">
              <a:xfrm>
                <a:off x="2760" y="148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6" name="Freeform 194"/>
              <p:cNvSpPr>
                <a:spLocks noEditPoints="1"/>
              </p:cNvSpPr>
              <p:nvPr userDrawn="1"/>
            </p:nvSpPr>
            <p:spPr bwMode="auto">
              <a:xfrm>
                <a:off x="2760" y="1558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7" name="Freeform 195"/>
              <p:cNvSpPr>
                <a:spLocks/>
              </p:cNvSpPr>
              <p:nvPr userDrawn="1"/>
            </p:nvSpPr>
            <p:spPr bwMode="auto">
              <a:xfrm>
                <a:off x="2767" y="163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8" name="Freeform 196"/>
              <p:cNvSpPr>
                <a:spLocks/>
              </p:cNvSpPr>
              <p:nvPr userDrawn="1"/>
            </p:nvSpPr>
            <p:spPr bwMode="auto">
              <a:xfrm>
                <a:off x="2767" y="17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9" name="Freeform 197"/>
              <p:cNvSpPr>
                <a:spLocks/>
              </p:cNvSpPr>
              <p:nvPr userDrawn="1"/>
            </p:nvSpPr>
            <p:spPr bwMode="auto">
              <a:xfrm>
                <a:off x="2767" y="1770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0" name="Freeform 198"/>
              <p:cNvSpPr>
                <a:spLocks noEditPoints="1"/>
              </p:cNvSpPr>
              <p:nvPr userDrawn="1"/>
            </p:nvSpPr>
            <p:spPr bwMode="auto">
              <a:xfrm>
                <a:off x="2760" y="183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1" name="Freeform 199"/>
              <p:cNvSpPr>
                <a:spLocks/>
              </p:cNvSpPr>
              <p:nvPr userDrawn="1"/>
            </p:nvSpPr>
            <p:spPr bwMode="auto">
              <a:xfrm>
                <a:off x="2767" y="1911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2" name="Freeform 200"/>
              <p:cNvSpPr>
                <a:spLocks/>
              </p:cNvSpPr>
              <p:nvPr userDrawn="1"/>
            </p:nvSpPr>
            <p:spPr bwMode="auto">
              <a:xfrm>
                <a:off x="2767" y="198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3" name="Freeform 201"/>
              <p:cNvSpPr>
                <a:spLocks noEditPoints="1"/>
              </p:cNvSpPr>
              <p:nvPr userDrawn="1"/>
            </p:nvSpPr>
            <p:spPr bwMode="auto">
              <a:xfrm>
                <a:off x="2760" y="2049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4" name="Freeform 202"/>
              <p:cNvSpPr>
                <a:spLocks/>
              </p:cNvSpPr>
              <p:nvPr userDrawn="1"/>
            </p:nvSpPr>
            <p:spPr bwMode="auto">
              <a:xfrm>
                <a:off x="2767" y="2121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5" name="Freeform 203"/>
              <p:cNvSpPr>
                <a:spLocks noEditPoints="1"/>
              </p:cNvSpPr>
              <p:nvPr userDrawn="1"/>
            </p:nvSpPr>
            <p:spPr bwMode="auto">
              <a:xfrm>
                <a:off x="2760" y="2189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6" name="Freeform 204"/>
              <p:cNvSpPr>
                <a:spLocks noEditPoints="1"/>
              </p:cNvSpPr>
              <p:nvPr userDrawn="1"/>
            </p:nvSpPr>
            <p:spPr bwMode="auto">
              <a:xfrm>
                <a:off x="2760" y="2260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0" name="Group 406"/>
            <p:cNvGrpSpPr>
              <a:grpSpLocks/>
            </p:cNvGrpSpPr>
            <p:nvPr userDrawn="1"/>
          </p:nvGrpSpPr>
          <p:grpSpPr bwMode="auto">
            <a:xfrm>
              <a:off x="1385888" y="442912"/>
              <a:ext cx="3627438" cy="4164013"/>
              <a:chOff x="873" y="279"/>
              <a:chExt cx="2285" cy="2623"/>
            </a:xfrm>
          </p:grpSpPr>
          <p:sp>
            <p:nvSpPr>
              <p:cNvPr id="967" name="Freeform 206"/>
              <p:cNvSpPr>
                <a:spLocks noEditPoints="1"/>
              </p:cNvSpPr>
              <p:nvPr userDrawn="1"/>
            </p:nvSpPr>
            <p:spPr bwMode="auto">
              <a:xfrm>
                <a:off x="2760" y="2330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8" name="Freeform 207"/>
              <p:cNvSpPr>
                <a:spLocks/>
              </p:cNvSpPr>
              <p:nvPr userDrawn="1"/>
            </p:nvSpPr>
            <p:spPr bwMode="auto">
              <a:xfrm>
                <a:off x="2767" y="24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9" name="Freeform 208"/>
              <p:cNvSpPr>
                <a:spLocks/>
              </p:cNvSpPr>
              <p:nvPr userDrawn="1"/>
            </p:nvSpPr>
            <p:spPr bwMode="auto">
              <a:xfrm>
                <a:off x="2767" y="247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0" name="Freeform 209"/>
              <p:cNvSpPr>
                <a:spLocks noEditPoints="1"/>
              </p:cNvSpPr>
              <p:nvPr userDrawn="1"/>
            </p:nvSpPr>
            <p:spPr bwMode="auto">
              <a:xfrm>
                <a:off x="2760" y="2541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1" name="Freeform 210"/>
              <p:cNvSpPr>
                <a:spLocks noEditPoints="1"/>
              </p:cNvSpPr>
              <p:nvPr userDrawn="1"/>
            </p:nvSpPr>
            <p:spPr bwMode="auto">
              <a:xfrm>
                <a:off x="2760" y="2610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2" name="Freeform 211"/>
              <p:cNvSpPr>
                <a:spLocks/>
              </p:cNvSpPr>
              <p:nvPr userDrawn="1"/>
            </p:nvSpPr>
            <p:spPr bwMode="auto">
              <a:xfrm>
                <a:off x="2767" y="268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3" name="Freeform 212"/>
              <p:cNvSpPr>
                <a:spLocks/>
              </p:cNvSpPr>
              <p:nvPr userDrawn="1"/>
            </p:nvSpPr>
            <p:spPr bwMode="auto">
              <a:xfrm>
                <a:off x="2767" y="275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4" name="Freeform 213"/>
              <p:cNvSpPr>
                <a:spLocks/>
              </p:cNvSpPr>
              <p:nvPr userDrawn="1"/>
            </p:nvSpPr>
            <p:spPr bwMode="auto">
              <a:xfrm>
                <a:off x="2767" y="28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5" name="Freeform 214"/>
              <p:cNvSpPr>
                <a:spLocks/>
              </p:cNvSpPr>
              <p:nvPr userDrawn="1"/>
            </p:nvSpPr>
            <p:spPr bwMode="auto">
              <a:xfrm>
                <a:off x="2761" y="2891"/>
                <a:ext cx="30" cy="11"/>
              </a:xfrm>
              <a:custGeom>
                <a:avLst/>
                <a:gdLst>
                  <a:gd name="T0" fmla="*/ 5 w 24"/>
                  <a:gd name="T1" fmla="*/ 9 h 9"/>
                  <a:gd name="T2" fmla="*/ 7 w 24"/>
                  <a:gd name="T3" fmla="*/ 6 h 9"/>
                  <a:gd name="T4" fmla="*/ 12 w 24"/>
                  <a:gd name="T5" fmla="*/ 4 h 9"/>
                  <a:gd name="T6" fmla="*/ 17 w 24"/>
                  <a:gd name="T7" fmla="*/ 6 h 9"/>
                  <a:gd name="T8" fmla="*/ 20 w 24"/>
                  <a:gd name="T9" fmla="*/ 9 h 9"/>
                  <a:gd name="T10" fmla="*/ 24 w 24"/>
                  <a:gd name="T11" fmla="*/ 9 h 9"/>
                  <a:gd name="T12" fmla="*/ 19 w 24"/>
                  <a:gd name="T13" fmla="*/ 2 h 9"/>
                  <a:gd name="T14" fmla="*/ 12 w 24"/>
                  <a:gd name="T15" fmla="*/ 0 h 9"/>
                  <a:gd name="T16" fmla="*/ 5 w 24"/>
                  <a:gd name="T17" fmla="*/ 2 h 9"/>
                  <a:gd name="T18" fmla="*/ 0 w 24"/>
                  <a:gd name="T19" fmla="*/ 9 h 9"/>
                  <a:gd name="T20" fmla="*/ 0 w 24"/>
                  <a:gd name="T21" fmla="*/ 9 h 9"/>
                  <a:gd name="T22" fmla="*/ 5 w 24"/>
                  <a:gd name="T2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9">
                    <a:moveTo>
                      <a:pt x="5" y="9"/>
                    </a:moveTo>
                    <a:cubicBezTo>
                      <a:pt x="5" y="8"/>
                      <a:pt x="6" y="6"/>
                      <a:pt x="7" y="6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6"/>
                    </a:cubicBezTo>
                    <a:cubicBezTo>
                      <a:pt x="19" y="6"/>
                      <a:pt x="19" y="8"/>
                      <a:pt x="20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1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6" name="Freeform 215"/>
              <p:cNvSpPr>
                <a:spLocks/>
              </p:cNvSpPr>
              <p:nvPr userDrawn="1"/>
            </p:nvSpPr>
            <p:spPr bwMode="auto">
              <a:xfrm>
                <a:off x="1634" y="182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7" name="Freeform 216"/>
              <p:cNvSpPr>
                <a:spLocks noEditPoints="1"/>
              </p:cNvSpPr>
              <p:nvPr userDrawn="1"/>
            </p:nvSpPr>
            <p:spPr bwMode="auto">
              <a:xfrm>
                <a:off x="1626" y="189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8" name="Freeform 217"/>
              <p:cNvSpPr>
                <a:spLocks noEditPoints="1"/>
              </p:cNvSpPr>
              <p:nvPr userDrawn="1"/>
            </p:nvSpPr>
            <p:spPr bwMode="auto">
              <a:xfrm>
                <a:off x="1626" y="196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9" name="Freeform 218"/>
              <p:cNvSpPr>
                <a:spLocks/>
              </p:cNvSpPr>
              <p:nvPr userDrawn="1"/>
            </p:nvSpPr>
            <p:spPr bwMode="auto">
              <a:xfrm>
                <a:off x="1634" y="203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0" name="Freeform 219"/>
              <p:cNvSpPr>
                <a:spLocks/>
              </p:cNvSpPr>
              <p:nvPr userDrawn="1"/>
            </p:nvSpPr>
            <p:spPr bwMode="auto">
              <a:xfrm>
                <a:off x="2984" y="1106"/>
                <a:ext cx="13" cy="51"/>
              </a:xfrm>
              <a:custGeom>
                <a:avLst/>
                <a:gdLst>
                  <a:gd name="T0" fmla="*/ 4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4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4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1" name="Freeform 220"/>
              <p:cNvSpPr>
                <a:spLocks noEditPoints="1"/>
              </p:cNvSpPr>
              <p:nvPr userDrawn="1"/>
            </p:nvSpPr>
            <p:spPr bwMode="auto">
              <a:xfrm>
                <a:off x="2676" y="1486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2" name="Freeform 221"/>
              <p:cNvSpPr>
                <a:spLocks/>
              </p:cNvSpPr>
              <p:nvPr userDrawn="1"/>
            </p:nvSpPr>
            <p:spPr bwMode="auto">
              <a:xfrm>
                <a:off x="2683" y="155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3" name="Freeform 222"/>
              <p:cNvSpPr>
                <a:spLocks noEditPoints="1"/>
              </p:cNvSpPr>
              <p:nvPr userDrawn="1"/>
            </p:nvSpPr>
            <p:spPr bwMode="auto">
              <a:xfrm>
                <a:off x="2676" y="1626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4" name="Freeform 223"/>
              <p:cNvSpPr>
                <a:spLocks/>
              </p:cNvSpPr>
              <p:nvPr userDrawn="1"/>
            </p:nvSpPr>
            <p:spPr bwMode="auto">
              <a:xfrm>
                <a:off x="2683" y="1698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5" name="Freeform 224"/>
              <p:cNvSpPr>
                <a:spLocks noEditPoints="1"/>
              </p:cNvSpPr>
              <p:nvPr userDrawn="1"/>
            </p:nvSpPr>
            <p:spPr bwMode="auto">
              <a:xfrm>
                <a:off x="2676" y="1766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6" name="Freeform 225"/>
              <p:cNvSpPr>
                <a:spLocks noEditPoints="1"/>
              </p:cNvSpPr>
              <p:nvPr userDrawn="1"/>
            </p:nvSpPr>
            <p:spPr bwMode="auto">
              <a:xfrm>
                <a:off x="2676" y="183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7" name="Freeform 226"/>
              <p:cNvSpPr>
                <a:spLocks/>
              </p:cNvSpPr>
              <p:nvPr userDrawn="1"/>
            </p:nvSpPr>
            <p:spPr bwMode="auto">
              <a:xfrm>
                <a:off x="2683" y="190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8 w 12"/>
                  <a:gd name="T7" fmla="*/ 50 h 50"/>
                  <a:gd name="T8" fmla="*/ 8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8" name="Freeform 227"/>
              <p:cNvSpPr>
                <a:spLocks noEditPoints="1"/>
              </p:cNvSpPr>
              <p:nvPr userDrawn="1"/>
            </p:nvSpPr>
            <p:spPr bwMode="auto">
              <a:xfrm>
                <a:off x="2676" y="1976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9" name="Freeform 228"/>
              <p:cNvSpPr>
                <a:spLocks noEditPoints="1"/>
              </p:cNvSpPr>
              <p:nvPr userDrawn="1"/>
            </p:nvSpPr>
            <p:spPr bwMode="auto">
              <a:xfrm>
                <a:off x="2676" y="20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0" name="Freeform 229"/>
              <p:cNvSpPr>
                <a:spLocks/>
              </p:cNvSpPr>
              <p:nvPr userDrawn="1"/>
            </p:nvSpPr>
            <p:spPr bwMode="auto">
              <a:xfrm>
                <a:off x="2683" y="2119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1" name="Freeform 230"/>
              <p:cNvSpPr>
                <a:spLocks noEditPoints="1"/>
              </p:cNvSpPr>
              <p:nvPr userDrawn="1"/>
            </p:nvSpPr>
            <p:spPr bwMode="auto">
              <a:xfrm>
                <a:off x="2676" y="218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2" name="Freeform 231"/>
              <p:cNvSpPr>
                <a:spLocks noEditPoints="1"/>
              </p:cNvSpPr>
              <p:nvPr userDrawn="1"/>
            </p:nvSpPr>
            <p:spPr bwMode="auto">
              <a:xfrm>
                <a:off x="2676" y="2257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3" name="Freeform 232"/>
              <p:cNvSpPr>
                <a:spLocks noEditPoints="1"/>
              </p:cNvSpPr>
              <p:nvPr userDrawn="1"/>
            </p:nvSpPr>
            <p:spPr bwMode="auto">
              <a:xfrm>
                <a:off x="2676" y="232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7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7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30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4" name="Freeform 233"/>
              <p:cNvSpPr>
                <a:spLocks/>
              </p:cNvSpPr>
              <p:nvPr userDrawn="1"/>
            </p:nvSpPr>
            <p:spPr bwMode="auto">
              <a:xfrm>
                <a:off x="2683" y="2398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5" name="Freeform 234"/>
              <p:cNvSpPr>
                <a:spLocks noEditPoints="1"/>
              </p:cNvSpPr>
              <p:nvPr userDrawn="1"/>
            </p:nvSpPr>
            <p:spPr bwMode="auto">
              <a:xfrm>
                <a:off x="2676" y="246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6" name="Freeform 235"/>
              <p:cNvSpPr>
                <a:spLocks noEditPoints="1"/>
              </p:cNvSpPr>
              <p:nvPr userDrawn="1"/>
            </p:nvSpPr>
            <p:spPr bwMode="auto">
              <a:xfrm>
                <a:off x="2676" y="253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7" name="Freeform 236"/>
              <p:cNvSpPr>
                <a:spLocks/>
              </p:cNvSpPr>
              <p:nvPr userDrawn="1"/>
            </p:nvSpPr>
            <p:spPr bwMode="auto">
              <a:xfrm>
                <a:off x="2683" y="260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8" name="Freeform 237"/>
              <p:cNvSpPr>
                <a:spLocks noEditPoints="1"/>
              </p:cNvSpPr>
              <p:nvPr userDrawn="1"/>
            </p:nvSpPr>
            <p:spPr bwMode="auto">
              <a:xfrm>
                <a:off x="2676" y="267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9" name="Freeform 238"/>
              <p:cNvSpPr>
                <a:spLocks/>
              </p:cNvSpPr>
              <p:nvPr userDrawn="1"/>
            </p:nvSpPr>
            <p:spPr bwMode="auto">
              <a:xfrm>
                <a:off x="2683" y="274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0" name="Freeform 239"/>
              <p:cNvSpPr>
                <a:spLocks noEditPoints="1"/>
              </p:cNvSpPr>
              <p:nvPr userDrawn="1"/>
            </p:nvSpPr>
            <p:spPr bwMode="auto">
              <a:xfrm>
                <a:off x="2676" y="281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1" name="Freeform 240"/>
              <p:cNvSpPr>
                <a:spLocks/>
              </p:cNvSpPr>
              <p:nvPr userDrawn="1"/>
            </p:nvSpPr>
            <p:spPr bwMode="auto">
              <a:xfrm>
                <a:off x="2677" y="2889"/>
                <a:ext cx="31" cy="13"/>
              </a:xfrm>
              <a:custGeom>
                <a:avLst/>
                <a:gdLst>
                  <a:gd name="T0" fmla="*/ 4 w 25"/>
                  <a:gd name="T1" fmla="*/ 11 h 11"/>
                  <a:gd name="T2" fmla="*/ 4 w 25"/>
                  <a:gd name="T3" fmla="*/ 11 h 11"/>
                  <a:gd name="T4" fmla="*/ 7 w 25"/>
                  <a:gd name="T5" fmla="*/ 5 h 11"/>
                  <a:gd name="T6" fmla="*/ 12 w 25"/>
                  <a:gd name="T7" fmla="*/ 4 h 11"/>
                  <a:gd name="T8" fmla="*/ 17 w 25"/>
                  <a:gd name="T9" fmla="*/ 5 h 11"/>
                  <a:gd name="T10" fmla="*/ 21 w 25"/>
                  <a:gd name="T11" fmla="*/ 11 h 11"/>
                  <a:gd name="T12" fmla="*/ 25 w 25"/>
                  <a:gd name="T13" fmla="*/ 11 h 11"/>
                  <a:gd name="T14" fmla="*/ 24 w 25"/>
                  <a:gd name="T15" fmla="*/ 9 h 11"/>
                  <a:gd name="T16" fmla="*/ 19 w 25"/>
                  <a:gd name="T17" fmla="*/ 2 h 11"/>
                  <a:gd name="T18" fmla="*/ 12 w 25"/>
                  <a:gd name="T19" fmla="*/ 0 h 11"/>
                  <a:gd name="T20" fmla="*/ 5 w 25"/>
                  <a:gd name="T21" fmla="*/ 2 h 11"/>
                  <a:gd name="T22" fmla="*/ 0 w 25"/>
                  <a:gd name="T23" fmla="*/ 9 h 11"/>
                  <a:gd name="T24" fmla="*/ 0 w 25"/>
                  <a:gd name="T25" fmla="*/ 11 h 11"/>
                  <a:gd name="T26" fmla="*/ 4 w 25"/>
                  <a:gd name="T2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11"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8"/>
                      <a:pt x="6" y="7"/>
                      <a:pt x="7" y="5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5"/>
                    </a:cubicBezTo>
                    <a:cubicBezTo>
                      <a:pt x="19" y="7"/>
                      <a:pt x="20" y="8"/>
                      <a:pt x="21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0"/>
                      <a:pt x="25" y="10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0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10"/>
                      <a:pt x="0" y="11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2" name="Freeform 241"/>
              <p:cNvSpPr>
                <a:spLocks/>
              </p:cNvSpPr>
              <p:nvPr userDrawn="1"/>
            </p:nvSpPr>
            <p:spPr bwMode="auto">
              <a:xfrm>
                <a:off x="989" y="1551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3" name="Freeform 242"/>
              <p:cNvSpPr>
                <a:spLocks/>
              </p:cNvSpPr>
              <p:nvPr userDrawn="1"/>
            </p:nvSpPr>
            <p:spPr bwMode="auto">
              <a:xfrm>
                <a:off x="1370" y="73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4" name="Freeform 243"/>
              <p:cNvSpPr>
                <a:spLocks noEditPoints="1"/>
              </p:cNvSpPr>
              <p:nvPr userDrawn="1"/>
            </p:nvSpPr>
            <p:spPr bwMode="auto">
              <a:xfrm>
                <a:off x="982" y="161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5" name="Freeform 244"/>
              <p:cNvSpPr>
                <a:spLocks noEditPoints="1"/>
              </p:cNvSpPr>
              <p:nvPr userDrawn="1"/>
            </p:nvSpPr>
            <p:spPr bwMode="auto">
              <a:xfrm>
                <a:off x="982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6" name="Freeform 245"/>
              <p:cNvSpPr>
                <a:spLocks/>
              </p:cNvSpPr>
              <p:nvPr userDrawn="1"/>
            </p:nvSpPr>
            <p:spPr bwMode="auto">
              <a:xfrm>
                <a:off x="989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7" name="Freeform 246"/>
              <p:cNvSpPr>
                <a:spLocks noEditPoints="1"/>
              </p:cNvSpPr>
              <p:nvPr userDrawn="1"/>
            </p:nvSpPr>
            <p:spPr bwMode="auto">
              <a:xfrm>
                <a:off x="982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8" name="Freeform 247"/>
              <p:cNvSpPr>
                <a:spLocks/>
              </p:cNvSpPr>
              <p:nvPr userDrawn="1"/>
            </p:nvSpPr>
            <p:spPr bwMode="auto">
              <a:xfrm>
                <a:off x="927" y="223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9" name="Freeform 248"/>
              <p:cNvSpPr>
                <a:spLocks/>
              </p:cNvSpPr>
              <p:nvPr userDrawn="1"/>
            </p:nvSpPr>
            <p:spPr bwMode="auto">
              <a:xfrm>
                <a:off x="989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0" name="Freeform 249"/>
              <p:cNvSpPr>
                <a:spLocks/>
              </p:cNvSpPr>
              <p:nvPr userDrawn="1"/>
            </p:nvSpPr>
            <p:spPr bwMode="auto">
              <a:xfrm>
                <a:off x="989" y="204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1" name="Freeform 250"/>
              <p:cNvSpPr>
                <a:spLocks noEditPoints="1"/>
              </p:cNvSpPr>
              <p:nvPr userDrawn="1"/>
            </p:nvSpPr>
            <p:spPr bwMode="auto">
              <a:xfrm>
                <a:off x="982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2" name="Freeform 251"/>
              <p:cNvSpPr>
                <a:spLocks noEditPoints="1"/>
              </p:cNvSpPr>
              <p:nvPr userDrawn="1"/>
            </p:nvSpPr>
            <p:spPr bwMode="auto">
              <a:xfrm>
                <a:off x="982" y="218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3" name="Freeform 252"/>
              <p:cNvSpPr>
                <a:spLocks/>
              </p:cNvSpPr>
              <p:nvPr userDrawn="1"/>
            </p:nvSpPr>
            <p:spPr bwMode="auto">
              <a:xfrm>
                <a:off x="989" y="225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4" name="Freeform 253"/>
              <p:cNvSpPr>
                <a:spLocks noEditPoints="1"/>
              </p:cNvSpPr>
              <p:nvPr userDrawn="1"/>
            </p:nvSpPr>
            <p:spPr bwMode="auto">
              <a:xfrm>
                <a:off x="982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5" name="Freeform 254"/>
              <p:cNvSpPr>
                <a:spLocks/>
              </p:cNvSpPr>
              <p:nvPr userDrawn="1"/>
            </p:nvSpPr>
            <p:spPr bwMode="auto">
              <a:xfrm>
                <a:off x="989" y="239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6" name="Freeform 255"/>
              <p:cNvSpPr>
                <a:spLocks noEditPoints="1"/>
              </p:cNvSpPr>
              <p:nvPr userDrawn="1"/>
            </p:nvSpPr>
            <p:spPr bwMode="auto">
              <a:xfrm>
                <a:off x="982" y="2460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7" name="Freeform 256"/>
              <p:cNvSpPr>
                <a:spLocks/>
              </p:cNvSpPr>
              <p:nvPr userDrawn="1"/>
            </p:nvSpPr>
            <p:spPr bwMode="auto">
              <a:xfrm>
                <a:off x="989" y="253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8" name="Freeform 257"/>
              <p:cNvSpPr>
                <a:spLocks noEditPoints="1"/>
              </p:cNvSpPr>
              <p:nvPr userDrawn="1"/>
            </p:nvSpPr>
            <p:spPr bwMode="auto">
              <a:xfrm>
                <a:off x="982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9" name="Freeform 258"/>
              <p:cNvSpPr>
                <a:spLocks noEditPoints="1"/>
              </p:cNvSpPr>
              <p:nvPr userDrawn="1"/>
            </p:nvSpPr>
            <p:spPr bwMode="auto">
              <a:xfrm>
                <a:off x="982" y="267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0" name="Freeform 259"/>
              <p:cNvSpPr>
                <a:spLocks/>
              </p:cNvSpPr>
              <p:nvPr userDrawn="1"/>
            </p:nvSpPr>
            <p:spPr bwMode="auto">
              <a:xfrm>
                <a:off x="989" y="274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1" name="Freeform 260"/>
              <p:cNvSpPr>
                <a:spLocks noEditPoints="1"/>
              </p:cNvSpPr>
              <p:nvPr userDrawn="1"/>
            </p:nvSpPr>
            <p:spPr bwMode="auto">
              <a:xfrm>
                <a:off x="982" y="281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4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7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2" name="Freeform 261"/>
              <p:cNvSpPr>
                <a:spLocks/>
              </p:cNvSpPr>
              <p:nvPr userDrawn="1"/>
            </p:nvSpPr>
            <p:spPr bwMode="auto">
              <a:xfrm>
                <a:off x="982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3" name="Freeform 262"/>
              <p:cNvSpPr>
                <a:spLocks noEditPoints="1"/>
              </p:cNvSpPr>
              <p:nvPr userDrawn="1"/>
            </p:nvSpPr>
            <p:spPr bwMode="auto">
              <a:xfrm>
                <a:off x="2299" y="1713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4" y="40"/>
                    </a:cubicBezTo>
                    <a:cubicBezTo>
                      <a:pt x="15" y="40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4" name="Freeform 263"/>
              <p:cNvSpPr>
                <a:spLocks noEditPoints="1"/>
              </p:cNvSpPr>
              <p:nvPr userDrawn="1"/>
            </p:nvSpPr>
            <p:spPr bwMode="auto">
              <a:xfrm>
                <a:off x="1574" y="64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5" name="Freeform 264"/>
              <p:cNvSpPr>
                <a:spLocks/>
              </p:cNvSpPr>
              <p:nvPr userDrawn="1"/>
            </p:nvSpPr>
            <p:spPr bwMode="auto">
              <a:xfrm>
                <a:off x="2307" y="178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6" name="Freeform 265"/>
              <p:cNvSpPr>
                <a:spLocks noEditPoints="1"/>
              </p:cNvSpPr>
              <p:nvPr userDrawn="1"/>
            </p:nvSpPr>
            <p:spPr bwMode="auto">
              <a:xfrm>
                <a:off x="2299" y="185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7" name="Freeform 266"/>
              <p:cNvSpPr>
                <a:spLocks/>
              </p:cNvSpPr>
              <p:nvPr userDrawn="1"/>
            </p:nvSpPr>
            <p:spPr bwMode="auto">
              <a:xfrm>
                <a:off x="2307" y="192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8" name="Freeform 267"/>
              <p:cNvSpPr>
                <a:spLocks noEditPoints="1"/>
              </p:cNvSpPr>
              <p:nvPr userDrawn="1"/>
            </p:nvSpPr>
            <p:spPr bwMode="auto">
              <a:xfrm>
                <a:off x="2299" y="19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9" name="Freeform 268"/>
              <p:cNvSpPr>
                <a:spLocks noEditPoints="1"/>
              </p:cNvSpPr>
              <p:nvPr userDrawn="1"/>
            </p:nvSpPr>
            <p:spPr bwMode="auto">
              <a:xfrm>
                <a:off x="2299" y="206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0" name="Freeform 269"/>
              <p:cNvSpPr>
                <a:spLocks noEditPoints="1"/>
              </p:cNvSpPr>
              <p:nvPr userDrawn="1"/>
            </p:nvSpPr>
            <p:spPr bwMode="auto">
              <a:xfrm>
                <a:off x="2299" y="241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1" name="Freeform 270"/>
              <p:cNvSpPr>
                <a:spLocks noEditPoints="1"/>
              </p:cNvSpPr>
              <p:nvPr userDrawn="1"/>
            </p:nvSpPr>
            <p:spPr bwMode="auto">
              <a:xfrm>
                <a:off x="2299" y="248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2" name="Freeform 271"/>
              <p:cNvSpPr>
                <a:spLocks noEditPoints="1"/>
              </p:cNvSpPr>
              <p:nvPr userDrawn="1"/>
            </p:nvSpPr>
            <p:spPr bwMode="auto">
              <a:xfrm>
                <a:off x="2299" y="255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3" name="Freeform 272"/>
              <p:cNvSpPr>
                <a:spLocks/>
              </p:cNvSpPr>
              <p:nvPr userDrawn="1"/>
            </p:nvSpPr>
            <p:spPr bwMode="auto">
              <a:xfrm>
                <a:off x="2307" y="262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4" name="Freeform 273"/>
              <p:cNvSpPr>
                <a:spLocks noEditPoints="1"/>
              </p:cNvSpPr>
              <p:nvPr userDrawn="1"/>
            </p:nvSpPr>
            <p:spPr bwMode="auto">
              <a:xfrm>
                <a:off x="2299" y="269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5" name="Freeform 274"/>
              <p:cNvSpPr>
                <a:spLocks noEditPoints="1"/>
              </p:cNvSpPr>
              <p:nvPr userDrawn="1"/>
            </p:nvSpPr>
            <p:spPr bwMode="auto">
              <a:xfrm>
                <a:off x="2299" y="276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6" name="Freeform 275"/>
              <p:cNvSpPr>
                <a:spLocks/>
              </p:cNvSpPr>
              <p:nvPr userDrawn="1"/>
            </p:nvSpPr>
            <p:spPr bwMode="auto">
              <a:xfrm>
                <a:off x="2307" y="2837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7" name="Freeform 276"/>
              <p:cNvSpPr>
                <a:spLocks noEditPoints="1"/>
              </p:cNvSpPr>
              <p:nvPr userDrawn="1"/>
            </p:nvSpPr>
            <p:spPr bwMode="auto">
              <a:xfrm>
                <a:off x="1960" y="98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8" name="Freeform 277"/>
              <p:cNvSpPr>
                <a:spLocks noEditPoints="1"/>
              </p:cNvSpPr>
              <p:nvPr userDrawn="1"/>
            </p:nvSpPr>
            <p:spPr bwMode="auto">
              <a:xfrm>
                <a:off x="1960" y="105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9" name="Freeform 278"/>
              <p:cNvSpPr>
                <a:spLocks noEditPoints="1"/>
              </p:cNvSpPr>
              <p:nvPr userDrawn="1"/>
            </p:nvSpPr>
            <p:spPr bwMode="auto">
              <a:xfrm>
                <a:off x="1960" y="112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0" name="Freeform 279"/>
              <p:cNvSpPr>
                <a:spLocks/>
              </p:cNvSpPr>
              <p:nvPr userDrawn="1"/>
            </p:nvSpPr>
            <p:spPr bwMode="auto">
              <a:xfrm>
                <a:off x="1969" y="1200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1" name="Freeform 280"/>
              <p:cNvSpPr>
                <a:spLocks/>
              </p:cNvSpPr>
              <p:nvPr userDrawn="1"/>
            </p:nvSpPr>
            <p:spPr bwMode="auto">
              <a:xfrm>
                <a:off x="2309" y="953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2" name="Freeform 281"/>
              <p:cNvSpPr>
                <a:spLocks/>
              </p:cNvSpPr>
              <p:nvPr userDrawn="1"/>
            </p:nvSpPr>
            <p:spPr bwMode="auto">
              <a:xfrm>
                <a:off x="1663" y="508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3" name="Freeform 282"/>
              <p:cNvSpPr>
                <a:spLocks noEditPoints="1"/>
              </p:cNvSpPr>
              <p:nvPr userDrawn="1"/>
            </p:nvSpPr>
            <p:spPr bwMode="auto">
              <a:xfrm>
                <a:off x="1960" y="1268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4" name="Freeform 283"/>
              <p:cNvSpPr>
                <a:spLocks noEditPoints="1"/>
              </p:cNvSpPr>
              <p:nvPr userDrawn="1"/>
            </p:nvSpPr>
            <p:spPr bwMode="auto">
              <a:xfrm>
                <a:off x="1960" y="133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5" name="Freeform 284"/>
              <p:cNvSpPr>
                <a:spLocks noEditPoints="1"/>
              </p:cNvSpPr>
              <p:nvPr userDrawn="1"/>
            </p:nvSpPr>
            <p:spPr bwMode="auto">
              <a:xfrm>
                <a:off x="2452" y="792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5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6" name="Freeform 285"/>
              <p:cNvSpPr>
                <a:spLocks noEditPoints="1"/>
              </p:cNvSpPr>
              <p:nvPr userDrawn="1"/>
            </p:nvSpPr>
            <p:spPr bwMode="auto">
              <a:xfrm>
                <a:off x="1754" y="581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7" name="Freeform 286"/>
              <p:cNvSpPr>
                <a:spLocks/>
              </p:cNvSpPr>
              <p:nvPr userDrawn="1"/>
            </p:nvSpPr>
            <p:spPr bwMode="auto">
              <a:xfrm>
                <a:off x="1969" y="1411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8" name="Freeform 287"/>
              <p:cNvSpPr>
                <a:spLocks noEditPoints="1"/>
              </p:cNvSpPr>
              <p:nvPr userDrawn="1"/>
            </p:nvSpPr>
            <p:spPr bwMode="auto">
              <a:xfrm>
                <a:off x="164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9" name="Freeform 288"/>
              <p:cNvSpPr>
                <a:spLocks/>
              </p:cNvSpPr>
              <p:nvPr userDrawn="1"/>
            </p:nvSpPr>
            <p:spPr bwMode="auto">
              <a:xfrm>
                <a:off x="1650" y="2677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0" name="Freeform 289"/>
              <p:cNvSpPr>
                <a:spLocks noEditPoints="1"/>
              </p:cNvSpPr>
              <p:nvPr userDrawn="1"/>
            </p:nvSpPr>
            <p:spPr bwMode="auto">
              <a:xfrm>
                <a:off x="1641" y="274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1" name="Freeform 290"/>
              <p:cNvSpPr>
                <a:spLocks noEditPoints="1"/>
              </p:cNvSpPr>
              <p:nvPr userDrawn="1"/>
            </p:nvSpPr>
            <p:spPr bwMode="auto">
              <a:xfrm>
                <a:off x="1641" y="281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2" name="Freeform 291"/>
              <p:cNvSpPr>
                <a:spLocks noEditPoints="1"/>
              </p:cNvSpPr>
              <p:nvPr userDrawn="1"/>
            </p:nvSpPr>
            <p:spPr bwMode="auto">
              <a:xfrm>
                <a:off x="2189" y="2270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3" name="Freeform 292"/>
              <p:cNvSpPr>
                <a:spLocks/>
              </p:cNvSpPr>
              <p:nvPr userDrawn="1"/>
            </p:nvSpPr>
            <p:spPr bwMode="auto">
              <a:xfrm>
                <a:off x="2197" y="234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4" name="Freeform 293"/>
              <p:cNvSpPr>
                <a:spLocks noEditPoints="1"/>
              </p:cNvSpPr>
              <p:nvPr userDrawn="1"/>
            </p:nvSpPr>
            <p:spPr bwMode="auto">
              <a:xfrm>
                <a:off x="2189" y="24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5" name="Freeform 294"/>
              <p:cNvSpPr>
                <a:spLocks/>
              </p:cNvSpPr>
              <p:nvPr userDrawn="1"/>
            </p:nvSpPr>
            <p:spPr bwMode="auto">
              <a:xfrm>
                <a:off x="2197" y="2174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6" name="Freeform 295"/>
              <p:cNvSpPr>
                <a:spLocks noEditPoints="1"/>
              </p:cNvSpPr>
              <p:nvPr userDrawn="1"/>
            </p:nvSpPr>
            <p:spPr bwMode="auto">
              <a:xfrm>
                <a:off x="1369" y="159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7" name="Freeform 296"/>
              <p:cNvSpPr>
                <a:spLocks/>
              </p:cNvSpPr>
              <p:nvPr userDrawn="1"/>
            </p:nvSpPr>
            <p:spPr bwMode="auto">
              <a:xfrm>
                <a:off x="1376" y="166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8" name="Freeform 297"/>
              <p:cNvSpPr>
                <a:spLocks noEditPoints="1"/>
              </p:cNvSpPr>
              <p:nvPr userDrawn="1"/>
            </p:nvSpPr>
            <p:spPr bwMode="auto">
              <a:xfrm>
                <a:off x="1369" y="173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9" name="Freeform 298"/>
              <p:cNvSpPr>
                <a:spLocks/>
              </p:cNvSpPr>
              <p:nvPr userDrawn="1"/>
            </p:nvSpPr>
            <p:spPr bwMode="auto">
              <a:xfrm>
                <a:off x="1376" y="180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0" name="Freeform 299"/>
              <p:cNvSpPr>
                <a:spLocks noEditPoints="1"/>
              </p:cNvSpPr>
              <p:nvPr userDrawn="1"/>
            </p:nvSpPr>
            <p:spPr bwMode="auto">
              <a:xfrm>
                <a:off x="1626" y="1682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1" name="Freeform 300"/>
              <p:cNvSpPr>
                <a:spLocks noEditPoints="1"/>
              </p:cNvSpPr>
              <p:nvPr userDrawn="1"/>
            </p:nvSpPr>
            <p:spPr bwMode="auto">
              <a:xfrm>
                <a:off x="1626" y="1752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2" name="Freeform 301"/>
              <p:cNvSpPr>
                <a:spLocks noEditPoints="1"/>
              </p:cNvSpPr>
              <p:nvPr userDrawn="1"/>
            </p:nvSpPr>
            <p:spPr bwMode="auto">
              <a:xfrm>
                <a:off x="1639" y="2313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3" name="Freeform 302"/>
              <p:cNvSpPr>
                <a:spLocks/>
              </p:cNvSpPr>
              <p:nvPr userDrawn="1"/>
            </p:nvSpPr>
            <p:spPr bwMode="auto">
              <a:xfrm>
                <a:off x="1646" y="2385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4" name="Freeform 303"/>
              <p:cNvSpPr>
                <a:spLocks noEditPoints="1"/>
              </p:cNvSpPr>
              <p:nvPr userDrawn="1"/>
            </p:nvSpPr>
            <p:spPr bwMode="auto">
              <a:xfrm>
                <a:off x="1639" y="2453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5" name="Freeform 304"/>
              <p:cNvSpPr>
                <a:spLocks/>
              </p:cNvSpPr>
              <p:nvPr userDrawn="1"/>
            </p:nvSpPr>
            <p:spPr bwMode="auto">
              <a:xfrm>
                <a:off x="1646" y="2525"/>
                <a:ext cx="14" cy="48"/>
              </a:xfrm>
              <a:custGeom>
                <a:avLst/>
                <a:gdLst>
                  <a:gd name="T0" fmla="*/ 9 w 14"/>
                  <a:gd name="T1" fmla="*/ 48 h 48"/>
                  <a:gd name="T2" fmla="*/ 14 w 14"/>
                  <a:gd name="T3" fmla="*/ 48 h 48"/>
                  <a:gd name="T4" fmla="*/ 14 w 14"/>
                  <a:gd name="T5" fmla="*/ 0 h 48"/>
                  <a:gd name="T6" fmla="*/ 4 w 14"/>
                  <a:gd name="T7" fmla="*/ 0 h 48"/>
                  <a:gd name="T8" fmla="*/ 0 w 14"/>
                  <a:gd name="T9" fmla="*/ 5 h 48"/>
                  <a:gd name="T10" fmla="*/ 9 w 14"/>
                  <a:gd name="T11" fmla="*/ 5 h 48"/>
                  <a:gd name="T12" fmla="*/ 9 w 14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8">
                    <a:moveTo>
                      <a:pt x="9" y="48"/>
                    </a:moveTo>
                    <a:lnTo>
                      <a:pt x="14" y="48"/>
                    </a:lnTo>
                    <a:lnTo>
                      <a:pt x="14" y="0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9" y="5"/>
                    </a:lnTo>
                    <a:lnTo>
                      <a:pt x="9" y="4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6" name="Freeform 305"/>
              <p:cNvSpPr>
                <a:spLocks/>
              </p:cNvSpPr>
              <p:nvPr userDrawn="1"/>
            </p:nvSpPr>
            <p:spPr bwMode="auto">
              <a:xfrm>
                <a:off x="881" y="2224"/>
                <a:ext cx="14" cy="53"/>
              </a:xfrm>
              <a:custGeom>
                <a:avLst/>
                <a:gdLst>
                  <a:gd name="T0" fmla="*/ 3 w 14"/>
                  <a:gd name="T1" fmla="*/ 0 h 53"/>
                  <a:gd name="T2" fmla="*/ 14 w 14"/>
                  <a:gd name="T3" fmla="*/ 0 h 53"/>
                  <a:gd name="T4" fmla="*/ 14 w 14"/>
                  <a:gd name="T5" fmla="*/ 53 h 53"/>
                  <a:gd name="T6" fmla="*/ 9 w 14"/>
                  <a:gd name="T7" fmla="*/ 53 h 53"/>
                  <a:gd name="T8" fmla="*/ 9 w 14"/>
                  <a:gd name="T9" fmla="*/ 6 h 53"/>
                  <a:gd name="T10" fmla="*/ 0 w 14"/>
                  <a:gd name="T11" fmla="*/ 6 h 53"/>
                  <a:gd name="T12" fmla="*/ 3 w 14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3">
                    <a:moveTo>
                      <a:pt x="3" y="0"/>
                    </a:moveTo>
                    <a:lnTo>
                      <a:pt x="14" y="0"/>
                    </a:lnTo>
                    <a:lnTo>
                      <a:pt x="14" y="53"/>
                    </a:lnTo>
                    <a:lnTo>
                      <a:pt x="9" y="53"/>
                    </a:lnTo>
                    <a:lnTo>
                      <a:pt x="9" y="6"/>
                    </a:lnTo>
                    <a:lnTo>
                      <a:pt x="0" y="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7" name="Freeform 306"/>
              <p:cNvSpPr>
                <a:spLocks noEditPoints="1"/>
              </p:cNvSpPr>
              <p:nvPr userDrawn="1"/>
            </p:nvSpPr>
            <p:spPr bwMode="auto">
              <a:xfrm>
                <a:off x="873" y="2297"/>
                <a:ext cx="35" cy="56"/>
              </a:xfrm>
              <a:custGeom>
                <a:avLst/>
                <a:gdLst>
                  <a:gd name="T0" fmla="*/ 0 w 29"/>
                  <a:gd name="T1" fmla="*/ 22 h 45"/>
                  <a:gd name="T2" fmla="*/ 2 w 29"/>
                  <a:gd name="T3" fmla="*/ 9 h 45"/>
                  <a:gd name="T4" fmla="*/ 7 w 29"/>
                  <a:gd name="T5" fmla="*/ 2 h 45"/>
                  <a:gd name="T6" fmla="*/ 15 w 29"/>
                  <a:gd name="T7" fmla="*/ 0 h 45"/>
                  <a:gd name="T8" fmla="*/ 22 w 29"/>
                  <a:gd name="T9" fmla="*/ 2 h 45"/>
                  <a:gd name="T10" fmla="*/ 28 w 29"/>
                  <a:gd name="T11" fmla="*/ 9 h 45"/>
                  <a:gd name="T12" fmla="*/ 29 w 29"/>
                  <a:gd name="T13" fmla="*/ 22 h 45"/>
                  <a:gd name="T14" fmla="*/ 28 w 29"/>
                  <a:gd name="T15" fmla="*/ 35 h 45"/>
                  <a:gd name="T16" fmla="*/ 22 w 29"/>
                  <a:gd name="T17" fmla="*/ 42 h 45"/>
                  <a:gd name="T18" fmla="*/ 15 w 29"/>
                  <a:gd name="T19" fmla="*/ 45 h 45"/>
                  <a:gd name="T20" fmla="*/ 7 w 29"/>
                  <a:gd name="T21" fmla="*/ 42 h 45"/>
                  <a:gd name="T22" fmla="*/ 2 w 29"/>
                  <a:gd name="T23" fmla="*/ 35 h 45"/>
                  <a:gd name="T24" fmla="*/ 0 w 29"/>
                  <a:gd name="T25" fmla="*/ 22 h 45"/>
                  <a:gd name="T26" fmla="*/ 4 w 29"/>
                  <a:gd name="T27" fmla="*/ 22 h 45"/>
                  <a:gd name="T28" fmla="*/ 6 w 29"/>
                  <a:gd name="T29" fmla="*/ 33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3 h 45"/>
                  <a:gd name="T38" fmla="*/ 25 w 29"/>
                  <a:gd name="T39" fmla="*/ 22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1 h 45"/>
                  <a:gd name="T50" fmla="*/ 4 w 29"/>
                  <a:gd name="T51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4"/>
                      <a:pt x="26" y="6"/>
                      <a:pt x="28" y="9"/>
                    </a:cubicBezTo>
                    <a:cubicBezTo>
                      <a:pt x="29" y="13"/>
                      <a:pt x="29" y="17"/>
                      <a:pt x="29" y="22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8"/>
                      <a:pt x="24" y="41"/>
                      <a:pt x="22" y="42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2"/>
                    </a:cubicBezTo>
                    <a:cubicBezTo>
                      <a:pt x="5" y="41"/>
                      <a:pt x="3" y="38"/>
                      <a:pt x="2" y="35"/>
                    </a:cubicBezTo>
                    <a:cubicBezTo>
                      <a:pt x="1" y="32"/>
                      <a:pt x="0" y="28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1"/>
                      <a:pt x="6" y="33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0"/>
                      <a:pt x="13" y="41"/>
                      <a:pt x="15" y="41"/>
                    </a:cubicBezTo>
                    <a:cubicBezTo>
                      <a:pt x="17" y="41"/>
                      <a:pt x="18" y="40"/>
                      <a:pt x="20" y="39"/>
                    </a:cubicBezTo>
                    <a:cubicBezTo>
                      <a:pt x="22" y="38"/>
                      <a:pt x="23" y="36"/>
                      <a:pt x="24" y="33"/>
                    </a:cubicBezTo>
                    <a:cubicBezTo>
                      <a:pt x="25" y="30"/>
                      <a:pt x="25" y="27"/>
                      <a:pt x="25" y="22"/>
                    </a:cubicBezTo>
                    <a:cubicBezTo>
                      <a:pt x="25" y="18"/>
                      <a:pt x="25" y="14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4"/>
                      <a:pt x="17" y="4"/>
                      <a:pt x="15" y="4"/>
                    </a:cubicBezTo>
                    <a:cubicBezTo>
                      <a:pt x="13" y="4"/>
                      <a:pt x="11" y="4"/>
                      <a:pt x="9" y="6"/>
                    </a:cubicBezTo>
                    <a:cubicBezTo>
                      <a:pt x="8" y="7"/>
                      <a:pt x="7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8" name="Freeform 307"/>
              <p:cNvSpPr>
                <a:spLocks noEditPoints="1"/>
              </p:cNvSpPr>
              <p:nvPr userDrawn="1"/>
            </p:nvSpPr>
            <p:spPr bwMode="auto">
              <a:xfrm>
                <a:off x="873" y="2370"/>
                <a:ext cx="35" cy="56"/>
              </a:xfrm>
              <a:custGeom>
                <a:avLst/>
                <a:gdLst>
                  <a:gd name="T0" fmla="*/ 0 w 29"/>
                  <a:gd name="T1" fmla="*/ 23 h 45"/>
                  <a:gd name="T2" fmla="*/ 2 w 29"/>
                  <a:gd name="T3" fmla="*/ 10 h 45"/>
                  <a:gd name="T4" fmla="*/ 7 w 29"/>
                  <a:gd name="T5" fmla="*/ 3 h 45"/>
                  <a:gd name="T6" fmla="*/ 15 w 29"/>
                  <a:gd name="T7" fmla="*/ 0 h 45"/>
                  <a:gd name="T8" fmla="*/ 22 w 29"/>
                  <a:gd name="T9" fmla="*/ 3 h 45"/>
                  <a:gd name="T10" fmla="*/ 28 w 29"/>
                  <a:gd name="T11" fmla="*/ 10 h 45"/>
                  <a:gd name="T12" fmla="*/ 29 w 29"/>
                  <a:gd name="T13" fmla="*/ 23 h 45"/>
                  <a:gd name="T14" fmla="*/ 28 w 29"/>
                  <a:gd name="T15" fmla="*/ 35 h 45"/>
                  <a:gd name="T16" fmla="*/ 22 w 29"/>
                  <a:gd name="T17" fmla="*/ 43 h 45"/>
                  <a:gd name="T18" fmla="*/ 15 w 29"/>
                  <a:gd name="T19" fmla="*/ 45 h 45"/>
                  <a:gd name="T20" fmla="*/ 7 w 29"/>
                  <a:gd name="T21" fmla="*/ 43 h 45"/>
                  <a:gd name="T22" fmla="*/ 2 w 29"/>
                  <a:gd name="T23" fmla="*/ 36 h 45"/>
                  <a:gd name="T24" fmla="*/ 0 w 29"/>
                  <a:gd name="T25" fmla="*/ 23 h 45"/>
                  <a:gd name="T26" fmla="*/ 4 w 29"/>
                  <a:gd name="T27" fmla="*/ 23 h 45"/>
                  <a:gd name="T28" fmla="*/ 6 w 29"/>
                  <a:gd name="T29" fmla="*/ 34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4 h 45"/>
                  <a:gd name="T38" fmla="*/ 25 w 29"/>
                  <a:gd name="T39" fmla="*/ 23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2 h 45"/>
                  <a:gd name="T50" fmla="*/ 4 w 29"/>
                  <a:gd name="T5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3"/>
                    </a:moveTo>
                    <a:cubicBezTo>
                      <a:pt x="0" y="17"/>
                      <a:pt x="1" y="13"/>
                      <a:pt x="2" y="10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4" y="4"/>
                      <a:pt x="26" y="7"/>
                      <a:pt x="28" y="10"/>
                    </a:cubicBezTo>
                    <a:cubicBezTo>
                      <a:pt x="29" y="13"/>
                      <a:pt x="29" y="17"/>
                      <a:pt x="29" y="23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9"/>
                      <a:pt x="24" y="41"/>
                      <a:pt x="22" y="43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3"/>
                    </a:cubicBezTo>
                    <a:cubicBezTo>
                      <a:pt x="5" y="41"/>
                      <a:pt x="3" y="39"/>
                      <a:pt x="2" y="36"/>
                    </a:cubicBezTo>
                    <a:cubicBezTo>
                      <a:pt x="1" y="33"/>
                      <a:pt x="0" y="28"/>
                      <a:pt x="0" y="23"/>
                    </a:cubicBezTo>
                    <a:close/>
                    <a:moveTo>
                      <a:pt x="4" y="23"/>
                    </a:moveTo>
                    <a:cubicBezTo>
                      <a:pt x="4" y="28"/>
                      <a:pt x="5" y="31"/>
                      <a:pt x="6" y="34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1"/>
                      <a:pt x="13" y="41"/>
                      <a:pt x="15" y="41"/>
                    </a:cubicBezTo>
                    <a:cubicBezTo>
                      <a:pt x="17" y="41"/>
                      <a:pt x="18" y="41"/>
                      <a:pt x="20" y="39"/>
                    </a:cubicBezTo>
                    <a:cubicBezTo>
                      <a:pt x="22" y="38"/>
                      <a:pt x="23" y="36"/>
                      <a:pt x="24" y="34"/>
                    </a:cubicBezTo>
                    <a:cubicBezTo>
                      <a:pt x="25" y="31"/>
                      <a:pt x="25" y="27"/>
                      <a:pt x="25" y="23"/>
                    </a:cubicBezTo>
                    <a:cubicBezTo>
                      <a:pt x="25" y="18"/>
                      <a:pt x="25" y="15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5"/>
                      <a:pt x="17" y="4"/>
                      <a:pt x="15" y="4"/>
                    </a:cubicBezTo>
                    <a:cubicBezTo>
                      <a:pt x="13" y="4"/>
                      <a:pt x="11" y="5"/>
                      <a:pt x="9" y="6"/>
                    </a:cubicBezTo>
                    <a:cubicBezTo>
                      <a:pt x="8" y="7"/>
                      <a:pt x="7" y="9"/>
                      <a:pt x="6" y="12"/>
                    </a:cubicBezTo>
                    <a:cubicBezTo>
                      <a:pt x="5" y="14"/>
                      <a:pt x="4" y="18"/>
                      <a:pt x="4" y="2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9" name="Freeform 308"/>
              <p:cNvSpPr>
                <a:spLocks/>
              </p:cNvSpPr>
              <p:nvPr userDrawn="1"/>
            </p:nvSpPr>
            <p:spPr bwMode="auto">
              <a:xfrm>
                <a:off x="881" y="2446"/>
                <a:ext cx="14" cy="51"/>
              </a:xfrm>
              <a:custGeom>
                <a:avLst/>
                <a:gdLst>
                  <a:gd name="T0" fmla="*/ 3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4 h 51"/>
                  <a:gd name="T10" fmla="*/ 0 w 14"/>
                  <a:gd name="T11" fmla="*/ 4 h 51"/>
                  <a:gd name="T12" fmla="*/ 3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3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0" name="Freeform 309"/>
              <p:cNvSpPr>
                <a:spLocks/>
              </p:cNvSpPr>
              <p:nvPr userDrawn="1"/>
            </p:nvSpPr>
            <p:spPr bwMode="auto">
              <a:xfrm>
                <a:off x="2379" y="149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1" name="Freeform 310"/>
              <p:cNvSpPr>
                <a:spLocks/>
              </p:cNvSpPr>
              <p:nvPr userDrawn="1"/>
            </p:nvSpPr>
            <p:spPr bwMode="auto">
              <a:xfrm>
                <a:off x="2272" y="625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2" name="Freeform 311"/>
              <p:cNvSpPr>
                <a:spLocks noEditPoints="1"/>
              </p:cNvSpPr>
              <p:nvPr userDrawn="1"/>
            </p:nvSpPr>
            <p:spPr bwMode="auto">
              <a:xfrm>
                <a:off x="2371" y="156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3" name="Freeform 312"/>
              <p:cNvSpPr>
                <a:spLocks noEditPoints="1"/>
              </p:cNvSpPr>
              <p:nvPr userDrawn="1"/>
            </p:nvSpPr>
            <p:spPr bwMode="auto">
              <a:xfrm>
                <a:off x="2371" y="163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4" name="Freeform 313"/>
              <p:cNvSpPr>
                <a:spLocks noEditPoints="1"/>
              </p:cNvSpPr>
              <p:nvPr userDrawn="1"/>
            </p:nvSpPr>
            <p:spPr bwMode="auto">
              <a:xfrm>
                <a:off x="2538" y="1244"/>
                <a:ext cx="34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5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5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5" name="Freeform 314"/>
              <p:cNvSpPr>
                <a:spLocks/>
              </p:cNvSpPr>
              <p:nvPr userDrawn="1"/>
            </p:nvSpPr>
            <p:spPr bwMode="auto">
              <a:xfrm>
                <a:off x="2379" y="1707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6" name="Freeform 315"/>
              <p:cNvSpPr>
                <a:spLocks/>
              </p:cNvSpPr>
              <p:nvPr userDrawn="1"/>
            </p:nvSpPr>
            <p:spPr bwMode="auto">
              <a:xfrm>
                <a:off x="2379" y="177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7" name="Freeform 316"/>
              <p:cNvSpPr>
                <a:spLocks noEditPoints="1"/>
              </p:cNvSpPr>
              <p:nvPr userDrawn="1"/>
            </p:nvSpPr>
            <p:spPr bwMode="auto">
              <a:xfrm>
                <a:off x="1793" y="25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6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6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2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2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6" y="31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8" y="6"/>
                      <a:pt x="6" y="8"/>
                      <a:pt x="6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8" name="Freeform 317"/>
              <p:cNvSpPr>
                <a:spLocks noEditPoints="1"/>
              </p:cNvSpPr>
              <p:nvPr userDrawn="1"/>
            </p:nvSpPr>
            <p:spPr bwMode="auto">
              <a:xfrm>
                <a:off x="1793" y="263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6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6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2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2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6" y="32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8" y="7"/>
                      <a:pt x="6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9" name="Freeform 318"/>
              <p:cNvSpPr>
                <a:spLocks/>
              </p:cNvSpPr>
              <p:nvPr userDrawn="1"/>
            </p:nvSpPr>
            <p:spPr bwMode="auto">
              <a:xfrm>
                <a:off x="1802" y="270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0" name="Freeform 319"/>
              <p:cNvSpPr>
                <a:spLocks/>
              </p:cNvSpPr>
              <p:nvPr userDrawn="1"/>
            </p:nvSpPr>
            <p:spPr bwMode="auto">
              <a:xfrm>
                <a:off x="1802" y="2774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4 h 49"/>
                  <a:gd name="T10" fmla="*/ 0 w 12"/>
                  <a:gd name="T11" fmla="*/ 4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1" name="Freeform 320"/>
              <p:cNvSpPr>
                <a:spLocks/>
              </p:cNvSpPr>
              <p:nvPr userDrawn="1"/>
            </p:nvSpPr>
            <p:spPr bwMode="auto">
              <a:xfrm>
                <a:off x="1802" y="284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2" name="Freeform 321"/>
              <p:cNvSpPr>
                <a:spLocks noEditPoints="1"/>
              </p:cNvSpPr>
              <p:nvPr userDrawn="1"/>
            </p:nvSpPr>
            <p:spPr bwMode="auto">
              <a:xfrm>
                <a:off x="2371" y="18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3" name="Freeform 322"/>
              <p:cNvSpPr>
                <a:spLocks/>
              </p:cNvSpPr>
              <p:nvPr userDrawn="1"/>
            </p:nvSpPr>
            <p:spPr bwMode="auto">
              <a:xfrm>
                <a:off x="2379" y="190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4" name="Freeform 323"/>
              <p:cNvSpPr>
                <a:spLocks/>
              </p:cNvSpPr>
              <p:nvPr userDrawn="1"/>
            </p:nvSpPr>
            <p:spPr bwMode="auto">
              <a:xfrm>
                <a:off x="2379" y="197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5" name="Freeform 324"/>
              <p:cNvSpPr>
                <a:spLocks noEditPoints="1"/>
              </p:cNvSpPr>
              <p:nvPr userDrawn="1"/>
            </p:nvSpPr>
            <p:spPr bwMode="auto">
              <a:xfrm>
                <a:off x="2371" y="204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6" name="Freeform 325"/>
              <p:cNvSpPr>
                <a:spLocks/>
              </p:cNvSpPr>
              <p:nvPr userDrawn="1"/>
            </p:nvSpPr>
            <p:spPr bwMode="auto">
              <a:xfrm>
                <a:off x="2379" y="211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7" name="Freeform 326"/>
              <p:cNvSpPr>
                <a:spLocks noEditPoints="1"/>
              </p:cNvSpPr>
              <p:nvPr userDrawn="1"/>
            </p:nvSpPr>
            <p:spPr bwMode="auto">
              <a:xfrm>
                <a:off x="2371" y="218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8" name="Freeform 327"/>
              <p:cNvSpPr>
                <a:spLocks noEditPoints="1"/>
              </p:cNvSpPr>
              <p:nvPr userDrawn="1"/>
            </p:nvSpPr>
            <p:spPr bwMode="auto">
              <a:xfrm>
                <a:off x="2371" y="225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9" name="Freeform 328"/>
              <p:cNvSpPr>
                <a:spLocks noEditPoints="1"/>
              </p:cNvSpPr>
              <p:nvPr userDrawn="1"/>
            </p:nvSpPr>
            <p:spPr bwMode="auto">
              <a:xfrm>
                <a:off x="2371" y="232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0" name="Freeform 329"/>
              <p:cNvSpPr>
                <a:spLocks/>
              </p:cNvSpPr>
              <p:nvPr userDrawn="1"/>
            </p:nvSpPr>
            <p:spPr bwMode="auto">
              <a:xfrm>
                <a:off x="2379" y="239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1" name="Freeform 330"/>
              <p:cNvSpPr>
                <a:spLocks/>
              </p:cNvSpPr>
              <p:nvPr userDrawn="1"/>
            </p:nvSpPr>
            <p:spPr bwMode="auto">
              <a:xfrm>
                <a:off x="2379" y="2467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2" name="Freeform 331"/>
              <p:cNvSpPr>
                <a:spLocks noEditPoints="1"/>
              </p:cNvSpPr>
              <p:nvPr userDrawn="1"/>
            </p:nvSpPr>
            <p:spPr bwMode="auto">
              <a:xfrm>
                <a:off x="2371" y="253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6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3" name="Freeform 332"/>
              <p:cNvSpPr>
                <a:spLocks noEditPoints="1"/>
              </p:cNvSpPr>
              <p:nvPr userDrawn="1"/>
            </p:nvSpPr>
            <p:spPr bwMode="auto">
              <a:xfrm>
                <a:off x="237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4" name="Freeform 333"/>
              <p:cNvSpPr>
                <a:spLocks/>
              </p:cNvSpPr>
              <p:nvPr userDrawn="1"/>
            </p:nvSpPr>
            <p:spPr bwMode="auto">
              <a:xfrm>
                <a:off x="2379" y="267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5" name="Freeform 334"/>
              <p:cNvSpPr>
                <a:spLocks/>
              </p:cNvSpPr>
              <p:nvPr userDrawn="1"/>
            </p:nvSpPr>
            <p:spPr bwMode="auto">
              <a:xfrm>
                <a:off x="2379" y="2748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6" name="Freeform 335"/>
              <p:cNvSpPr>
                <a:spLocks/>
              </p:cNvSpPr>
              <p:nvPr userDrawn="1"/>
            </p:nvSpPr>
            <p:spPr bwMode="auto">
              <a:xfrm>
                <a:off x="2379" y="281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7" name="Freeform 336"/>
              <p:cNvSpPr>
                <a:spLocks/>
              </p:cNvSpPr>
              <p:nvPr userDrawn="1"/>
            </p:nvSpPr>
            <p:spPr bwMode="auto">
              <a:xfrm>
                <a:off x="2372" y="2886"/>
                <a:ext cx="33" cy="16"/>
              </a:xfrm>
              <a:custGeom>
                <a:avLst/>
                <a:gdLst>
                  <a:gd name="T0" fmla="*/ 3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1 w 26"/>
                  <a:gd name="T11" fmla="*/ 11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9 h 13"/>
                  <a:gd name="T18" fmla="*/ 20 w 26"/>
                  <a:gd name="T19" fmla="*/ 2 h 13"/>
                  <a:gd name="T20" fmla="*/ 13 w 26"/>
                  <a:gd name="T21" fmla="*/ 0 h 13"/>
                  <a:gd name="T22" fmla="*/ 5 w 26"/>
                  <a:gd name="T23" fmla="*/ 2 h 13"/>
                  <a:gd name="T24" fmla="*/ 1 w 26"/>
                  <a:gd name="T25" fmla="*/ 9 h 13"/>
                  <a:gd name="T26" fmla="*/ 0 w 26"/>
                  <a:gd name="T27" fmla="*/ 13 h 13"/>
                  <a:gd name="T28" fmla="*/ 3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3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9" y="4"/>
                      <a:pt x="11" y="4"/>
                      <a:pt x="13" y="4"/>
                    </a:cubicBezTo>
                    <a:cubicBezTo>
                      <a:pt x="14" y="4"/>
                      <a:pt x="16" y="4"/>
                      <a:pt x="18" y="6"/>
                    </a:cubicBezTo>
                    <a:cubicBezTo>
                      <a:pt x="19" y="7"/>
                      <a:pt x="21" y="9"/>
                      <a:pt x="21" y="11"/>
                    </a:cubicBezTo>
                    <a:cubicBezTo>
                      <a:pt x="22" y="12"/>
                      <a:pt x="22" y="12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5" y="10"/>
                      <a:pt x="25" y="9"/>
                    </a:cubicBezTo>
                    <a:cubicBezTo>
                      <a:pt x="24" y="6"/>
                      <a:pt x="22" y="4"/>
                      <a:pt x="20" y="2"/>
                    </a:cubicBezTo>
                    <a:cubicBezTo>
                      <a:pt x="18" y="1"/>
                      <a:pt x="15" y="0"/>
                      <a:pt x="13" y="0"/>
                    </a:cubicBezTo>
                    <a:cubicBezTo>
                      <a:pt x="10" y="0"/>
                      <a:pt x="8" y="1"/>
                      <a:pt x="5" y="2"/>
                    </a:cubicBezTo>
                    <a:cubicBezTo>
                      <a:pt x="3" y="4"/>
                      <a:pt x="2" y="6"/>
                      <a:pt x="1" y="9"/>
                    </a:cubicBezTo>
                    <a:cubicBezTo>
                      <a:pt x="0" y="10"/>
                      <a:pt x="0" y="11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8" name="Freeform 337"/>
              <p:cNvSpPr>
                <a:spLocks noEditPoints="1"/>
              </p:cNvSpPr>
              <p:nvPr userDrawn="1"/>
            </p:nvSpPr>
            <p:spPr bwMode="auto">
              <a:xfrm>
                <a:off x="2075" y="1067"/>
                <a:ext cx="51" cy="76"/>
              </a:xfrm>
              <a:custGeom>
                <a:avLst/>
                <a:gdLst>
                  <a:gd name="T0" fmla="*/ 0 w 41"/>
                  <a:gd name="T1" fmla="*/ 31 h 62"/>
                  <a:gd name="T2" fmla="*/ 3 w 41"/>
                  <a:gd name="T3" fmla="*/ 13 h 62"/>
                  <a:gd name="T4" fmla="*/ 10 w 41"/>
                  <a:gd name="T5" fmla="*/ 3 h 62"/>
                  <a:gd name="T6" fmla="*/ 20 w 41"/>
                  <a:gd name="T7" fmla="*/ 0 h 62"/>
                  <a:gd name="T8" fmla="*/ 31 w 41"/>
                  <a:gd name="T9" fmla="*/ 3 h 62"/>
                  <a:gd name="T10" fmla="*/ 38 w 41"/>
                  <a:gd name="T11" fmla="*/ 13 h 62"/>
                  <a:gd name="T12" fmla="*/ 41 w 41"/>
                  <a:gd name="T13" fmla="*/ 31 h 62"/>
                  <a:gd name="T14" fmla="*/ 38 w 41"/>
                  <a:gd name="T15" fmla="*/ 49 h 62"/>
                  <a:gd name="T16" fmla="*/ 31 w 41"/>
                  <a:gd name="T17" fmla="*/ 59 h 62"/>
                  <a:gd name="T18" fmla="*/ 20 w 41"/>
                  <a:gd name="T19" fmla="*/ 62 h 62"/>
                  <a:gd name="T20" fmla="*/ 10 w 41"/>
                  <a:gd name="T21" fmla="*/ 59 h 62"/>
                  <a:gd name="T22" fmla="*/ 3 w 41"/>
                  <a:gd name="T23" fmla="*/ 49 h 62"/>
                  <a:gd name="T24" fmla="*/ 0 w 41"/>
                  <a:gd name="T25" fmla="*/ 31 h 62"/>
                  <a:gd name="T26" fmla="*/ 6 w 41"/>
                  <a:gd name="T27" fmla="*/ 31 h 62"/>
                  <a:gd name="T28" fmla="*/ 8 w 41"/>
                  <a:gd name="T29" fmla="*/ 46 h 62"/>
                  <a:gd name="T30" fmla="*/ 13 w 41"/>
                  <a:gd name="T31" fmla="*/ 54 h 62"/>
                  <a:gd name="T32" fmla="*/ 20 w 41"/>
                  <a:gd name="T33" fmla="*/ 57 h 62"/>
                  <a:gd name="T34" fmla="*/ 28 w 41"/>
                  <a:gd name="T35" fmla="*/ 54 h 62"/>
                  <a:gd name="T36" fmla="*/ 33 w 41"/>
                  <a:gd name="T37" fmla="*/ 46 h 62"/>
                  <a:gd name="T38" fmla="*/ 35 w 41"/>
                  <a:gd name="T39" fmla="*/ 31 h 62"/>
                  <a:gd name="T40" fmla="*/ 33 w 41"/>
                  <a:gd name="T41" fmla="*/ 16 h 62"/>
                  <a:gd name="T42" fmla="*/ 28 w 41"/>
                  <a:gd name="T43" fmla="*/ 8 h 62"/>
                  <a:gd name="T44" fmla="*/ 20 w 41"/>
                  <a:gd name="T45" fmla="*/ 6 h 62"/>
                  <a:gd name="T46" fmla="*/ 13 w 41"/>
                  <a:gd name="T47" fmla="*/ 8 h 62"/>
                  <a:gd name="T48" fmla="*/ 8 w 41"/>
                  <a:gd name="T49" fmla="*/ 16 h 62"/>
                  <a:gd name="T50" fmla="*/ 6 w 41"/>
                  <a:gd name="T51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2">
                    <a:moveTo>
                      <a:pt x="0" y="31"/>
                    </a:moveTo>
                    <a:cubicBezTo>
                      <a:pt x="0" y="23"/>
                      <a:pt x="1" y="17"/>
                      <a:pt x="3" y="13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3"/>
                    </a:cubicBezTo>
                    <a:cubicBezTo>
                      <a:pt x="34" y="5"/>
                      <a:pt x="36" y="9"/>
                      <a:pt x="38" y="13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8"/>
                      <a:pt x="40" y="44"/>
                      <a:pt x="38" y="49"/>
                    </a:cubicBezTo>
                    <a:cubicBezTo>
                      <a:pt x="36" y="53"/>
                      <a:pt x="34" y="56"/>
                      <a:pt x="31" y="59"/>
                    </a:cubicBezTo>
                    <a:cubicBezTo>
                      <a:pt x="27" y="61"/>
                      <a:pt x="24" y="62"/>
                      <a:pt x="20" y="62"/>
                    </a:cubicBezTo>
                    <a:cubicBezTo>
                      <a:pt x="16" y="62"/>
                      <a:pt x="13" y="61"/>
                      <a:pt x="10" y="59"/>
                    </a:cubicBezTo>
                    <a:cubicBezTo>
                      <a:pt x="7" y="57"/>
                      <a:pt x="5" y="53"/>
                      <a:pt x="3" y="49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1"/>
                    </a:moveTo>
                    <a:cubicBezTo>
                      <a:pt x="6" y="38"/>
                      <a:pt x="6" y="43"/>
                      <a:pt x="8" y="46"/>
                    </a:cubicBezTo>
                    <a:cubicBezTo>
                      <a:pt x="9" y="50"/>
                      <a:pt x="11" y="52"/>
                      <a:pt x="13" y="54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4"/>
                    </a:cubicBezTo>
                    <a:cubicBezTo>
                      <a:pt x="30" y="52"/>
                      <a:pt x="32" y="50"/>
                      <a:pt x="33" y="46"/>
                    </a:cubicBezTo>
                    <a:cubicBezTo>
                      <a:pt x="34" y="42"/>
                      <a:pt x="35" y="37"/>
                      <a:pt x="35" y="31"/>
                    </a:cubicBezTo>
                    <a:cubicBezTo>
                      <a:pt x="35" y="25"/>
                      <a:pt x="34" y="20"/>
                      <a:pt x="33" y="16"/>
                    </a:cubicBezTo>
                    <a:cubicBezTo>
                      <a:pt x="32" y="13"/>
                      <a:pt x="30" y="10"/>
                      <a:pt x="28" y="8"/>
                    </a:cubicBezTo>
                    <a:cubicBezTo>
                      <a:pt x="25" y="6"/>
                      <a:pt x="23" y="6"/>
                      <a:pt x="20" y="6"/>
                    </a:cubicBezTo>
                    <a:cubicBezTo>
                      <a:pt x="18" y="6"/>
                      <a:pt x="15" y="6"/>
                      <a:pt x="13" y="8"/>
                    </a:cubicBezTo>
                    <a:cubicBezTo>
                      <a:pt x="11" y="10"/>
                      <a:pt x="9" y="12"/>
                      <a:pt x="8" y="16"/>
                    </a:cubicBezTo>
                    <a:cubicBezTo>
                      <a:pt x="6" y="19"/>
                      <a:pt x="6" y="24"/>
                      <a:pt x="6" y="3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9" name="Freeform 338"/>
              <p:cNvSpPr>
                <a:spLocks noEditPoints="1"/>
              </p:cNvSpPr>
              <p:nvPr userDrawn="1"/>
            </p:nvSpPr>
            <p:spPr bwMode="auto">
              <a:xfrm>
                <a:off x="2075" y="1168"/>
                <a:ext cx="51" cy="78"/>
              </a:xfrm>
              <a:custGeom>
                <a:avLst/>
                <a:gdLst>
                  <a:gd name="T0" fmla="*/ 0 w 41"/>
                  <a:gd name="T1" fmla="*/ 31 h 63"/>
                  <a:gd name="T2" fmla="*/ 3 w 41"/>
                  <a:gd name="T3" fmla="*/ 13 h 63"/>
                  <a:gd name="T4" fmla="*/ 10 w 41"/>
                  <a:gd name="T5" fmla="*/ 4 h 63"/>
                  <a:gd name="T6" fmla="*/ 20 w 41"/>
                  <a:gd name="T7" fmla="*/ 0 h 63"/>
                  <a:gd name="T8" fmla="*/ 31 w 41"/>
                  <a:gd name="T9" fmla="*/ 4 h 63"/>
                  <a:gd name="T10" fmla="*/ 38 w 41"/>
                  <a:gd name="T11" fmla="*/ 14 h 63"/>
                  <a:gd name="T12" fmla="*/ 41 w 41"/>
                  <a:gd name="T13" fmla="*/ 31 h 63"/>
                  <a:gd name="T14" fmla="*/ 38 w 41"/>
                  <a:gd name="T15" fmla="*/ 49 h 63"/>
                  <a:gd name="T16" fmla="*/ 31 w 41"/>
                  <a:gd name="T17" fmla="*/ 59 h 63"/>
                  <a:gd name="T18" fmla="*/ 20 w 41"/>
                  <a:gd name="T19" fmla="*/ 63 h 63"/>
                  <a:gd name="T20" fmla="*/ 10 w 41"/>
                  <a:gd name="T21" fmla="*/ 59 h 63"/>
                  <a:gd name="T22" fmla="*/ 3 w 41"/>
                  <a:gd name="T23" fmla="*/ 50 h 63"/>
                  <a:gd name="T24" fmla="*/ 0 w 41"/>
                  <a:gd name="T25" fmla="*/ 31 h 63"/>
                  <a:gd name="T26" fmla="*/ 6 w 41"/>
                  <a:gd name="T27" fmla="*/ 32 h 63"/>
                  <a:gd name="T28" fmla="*/ 8 w 41"/>
                  <a:gd name="T29" fmla="*/ 47 h 63"/>
                  <a:gd name="T30" fmla="*/ 13 w 41"/>
                  <a:gd name="T31" fmla="*/ 55 h 63"/>
                  <a:gd name="T32" fmla="*/ 20 w 41"/>
                  <a:gd name="T33" fmla="*/ 57 h 63"/>
                  <a:gd name="T34" fmla="*/ 28 w 41"/>
                  <a:gd name="T35" fmla="*/ 55 h 63"/>
                  <a:gd name="T36" fmla="*/ 33 w 41"/>
                  <a:gd name="T37" fmla="*/ 47 h 63"/>
                  <a:gd name="T38" fmla="*/ 35 w 41"/>
                  <a:gd name="T39" fmla="*/ 32 h 63"/>
                  <a:gd name="T40" fmla="*/ 33 w 41"/>
                  <a:gd name="T41" fmla="*/ 17 h 63"/>
                  <a:gd name="T42" fmla="*/ 28 w 41"/>
                  <a:gd name="T43" fmla="*/ 9 h 63"/>
                  <a:gd name="T44" fmla="*/ 20 w 41"/>
                  <a:gd name="T45" fmla="*/ 6 h 63"/>
                  <a:gd name="T46" fmla="*/ 13 w 41"/>
                  <a:gd name="T47" fmla="*/ 9 h 63"/>
                  <a:gd name="T48" fmla="*/ 8 w 41"/>
                  <a:gd name="T49" fmla="*/ 16 h 63"/>
                  <a:gd name="T50" fmla="*/ 6 w 41"/>
                  <a:gd name="T51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3">
                    <a:moveTo>
                      <a:pt x="0" y="31"/>
                    </a:moveTo>
                    <a:cubicBezTo>
                      <a:pt x="0" y="24"/>
                      <a:pt x="1" y="18"/>
                      <a:pt x="3" y="13"/>
                    </a:cubicBezTo>
                    <a:cubicBezTo>
                      <a:pt x="4" y="9"/>
                      <a:pt x="7" y="6"/>
                      <a:pt x="10" y="4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4"/>
                    </a:cubicBezTo>
                    <a:cubicBezTo>
                      <a:pt x="34" y="6"/>
                      <a:pt x="36" y="9"/>
                      <a:pt x="38" y="14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9"/>
                      <a:pt x="40" y="45"/>
                      <a:pt x="38" y="49"/>
                    </a:cubicBezTo>
                    <a:cubicBezTo>
                      <a:pt x="36" y="54"/>
                      <a:pt x="34" y="57"/>
                      <a:pt x="31" y="59"/>
                    </a:cubicBezTo>
                    <a:cubicBezTo>
                      <a:pt x="27" y="61"/>
                      <a:pt x="24" y="63"/>
                      <a:pt x="20" y="63"/>
                    </a:cubicBezTo>
                    <a:cubicBezTo>
                      <a:pt x="16" y="63"/>
                      <a:pt x="13" y="61"/>
                      <a:pt x="10" y="59"/>
                    </a:cubicBezTo>
                    <a:cubicBezTo>
                      <a:pt x="7" y="57"/>
                      <a:pt x="5" y="54"/>
                      <a:pt x="3" y="50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2"/>
                    </a:moveTo>
                    <a:cubicBezTo>
                      <a:pt x="6" y="38"/>
                      <a:pt x="6" y="43"/>
                      <a:pt x="8" y="47"/>
                    </a:cubicBezTo>
                    <a:cubicBezTo>
                      <a:pt x="9" y="50"/>
                      <a:pt x="11" y="53"/>
                      <a:pt x="13" y="55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5"/>
                    </a:cubicBezTo>
                    <a:cubicBezTo>
                      <a:pt x="30" y="53"/>
                      <a:pt x="32" y="50"/>
                      <a:pt x="33" y="47"/>
                    </a:cubicBezTo>
                    <a:cubicBezTo>
                      <a:pt x="34" y="43"/>
                      <a:pt x="35" y="37"/>
                      <a:pt x="35" y="32"/>
                    </a:cubicBezTo>
                    <a:cubicBezTo>
                      <a:pt x="35" y="26"/>
                      <a:pt x="34" y="21"/>
                      <a:pt x="33" y="17"/>
                    </a:cubicBezTo>
                    <a:cubicBezTo>
                      <a:pt x="32" y="13"/>
                      <a:pt x="30" y="10"/>
                      <a:pt x="28" y="9"/>
                    </a:cubicBezTo>
                    <a:cubicBezTo>
                      <a:pt x="25" y="7"/>
                      <a:pt x="23" y="6"/>
                      <a:pt x="20" y="6"/>
                    </a:cubicBezTo>
                    <a:cubicBezTo>
                      <a:pt x="18" y="6"/>
                      <a:pt x="15" y="7"/>
                      <a:pt x="13" y="9"/>
                    </a:cubicBezTo>
                    <a:cubicBezTo>
                      <a:pt x="11" y="10"/>
                      <a:pt x="9" y="13"/>
                      <a:pt x="8" y="16"/>
                    </a:cubicBezTo>
                    <a:cubicBezTo>
                      <a:pt x="6" y="20"/>
                      <a:pt x="6" y="25"/>
                      <a:pt x="6" y="3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0" name="Freeform 339"/>
              <p:cNvSpPr>
                <a:spLocks/>
              </p:cNvSpPr>
              <p:nvPr userDrawn="1"/>
            </p:nvSpPr>
            <p:spPr bwMode="auto">
              <a:xfrm>
                <a:off x="2087" y="1272"/>
                <a:ext cx="19" cy="73"/>
              </a:xfrm>
              <a:custGeom>
                <a:avLst/>
                <a:gdLst>
                  <a:gd name="T0" fmla="*/ 5 w 19"/>
                  <a:gd name="T1" fmla="*/ 0 h 73"/>
                  <a:gd name="T2" fmla="*/ 19 w 19"/>
                  <a:gd name="T3" fmla="*/ 0 h 73"/>
                  <a:gd name="T4" fmla="*/ 19 w 19"/>
                  <a:gd name="T5" fmla="*/ 73 h 73"/>
                  <a:gd name="T6" fmla="*/ 12 w 19"/>
                  <a:gd name="T7" fmla="*/ 73 h 73"/>
                  <a:gd name="T8" fmla="*/ 12 w 19"/>
                  <a:gd name="T9" fmla="*/ 8 h 73"/>
                  <a:gd name="T10" fmla="*/ 0 w 19"/>
                  <a:gd name="T11" fmla="*/ 8 h 73"/>
                  <a:gd name="T12" fmla="*/ 5 w 19"/>
                  <a:gd name="T1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3">
                    <a:moveTo>
                      <a:pt x="5" y="0"/>
                    </a:moveTo>
                    <a:lnTo>
                      <a:pt x="19" y="0"/>
                    </a:lnTo>
                    <a:lnTo>
                      <a:pt x="19" y="73"/>
                    </a:lnTo>
                    <a:lnTo>
                      <a:pt x="12" y="73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1" name="Freeform 340"/>
              <p:cNvSpPr>
                <a:spLocks noEditPoints="1"/>
              </p:cNvSpPr>
              <p:nvPr userDrawn="1"/>
            </p:nvSpPr>
            <p:spPr bwMode="auto">
              <a:xfrm>
                <a:off x="1495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2" name="Freeform 341"/>
              <p:cNvSpPr>
                <a:spLocks noEditPoints="1"/>
              </p:cNvSpPr>
              <p:nvPr userDrawn="1"/>
            </p:nvSpPr>
            <p:spPr bwMode="auto">
              <a:xfrm>
                <a:off x="1495" y="190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3" name="Freeform 342"/>
              <p:cNvSpPr>
                <a:spLocks/>
              </p:cNvSpPr>
              <p:nvPr userDrawn="1"/>
            </p:nvSpPr>
            <p:spPr bwMode="auto">
              <a:xfrm>
                <a:off x="1504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4" name="Freeform 343"/>
              <p:cNvSpPr>
                <a:spLocks noEditPoints="1"/>
              </p:cNvSpPr>
              <p:nvPr userDrawn="1"/>
            </p:nvSpPr>
            <p:spPr bwMode="auto">
              <a:xfrm>
                <a:off x="1495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5" name="Freeform 344"/>
              <p:cNvSpPr>
                <a:spLocks noEditPoints="1"/>
              </p:cNvSpPr>
              <p:nvPr userDrawn="1"/>
            </p:nvSpPr>
            <p:spPr bwMode="auto">
              <a:xfrm>
                <a:off x="1495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6" name="Freeform 345"/>
              <p:cNvSpPr>
                <a:spLocks/>
              </p:cNvSpPr>
              <p:nvPr userDrawn="1"/>
            </p:nvSpPr>
            <p:spPr bwMode="auto">
              <a:xfrm>
                <a:off x="1504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7" name="Freeform 346"/>
              <p:cNvSpPr>
                <a:spLocks noEditPoints="1"/>
              </p:cNvSpPr>
              <p:nvPr userDrawn="1"/>
            </p:nvSpPr>
            <p:spPr bwMode="auto">
              <a:xfrm>
                <a:off x="1495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8" name="Freeform 347"/>
              <p:cNvSpPr>
                <a:spLocks noEditPoints="1"/>
              </p:cNvSpPr>
              <p:nvPr userDrawn="1"/>
            </p:nvSpPr>
            <p:spPr bwMode="auto">
              <a:xfrm>
                <a:off x="1495" y="2320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9" name="Freeform 348"/>
              <p:cNvSpPr>
                <a:spLocks noEditPoints="1"/>
              </p:cNvSpPr>
              <p:nvPr userDrawn="1"/>
            </p:nvSpPr>
            <p:spPr bwMode="auto">
              <a:xfrm>
                <a:off x="1495" y="239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0" name="Freeform 349"/>
              <p:cNvSpPr>
                <a:spLocks/>
              </p:cNvSpPr>
              <p:nvPr userDrawn="1"/>
            </p:nvSpPr>
            <p:spPr bwMode="auto">
              <a:xfrm>
                <a:off x="1504" y="246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1" name="Freeform 350"/>
              <p:cNvSpPr>
                <a:spLocks noEditPoints="1"/>
              </p:cNvSpPr>
              <p:nvPr userDrawn="1"/>
            </p:nvSpPr>
            <p:spPr bwMode="auto">
              <a:xfrm>
                <a:off x="1495" y="253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2" name="Freeform 351"/>
              <p:cNvSpPr>
                <a:spLocks noEditPoints="1"/>
              </p:cNvSpPr>
              <p:nvPr userDrawn="1"/>
            </p:nvSpPr>
            <p:spPr bwMode="auto">
              <a:xfrm>
                <a:off x="1495" y="260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3" name="Freeform 352"/>
              <p:cNvSpPr>
                <a:spLocks/>
              </p:cNvSpPr>
              <p:nvPr userDrawn="1"/>
            </p:nvSpPr>
            <p:spPr bwMode="auto">
              <a:xfrm>
                <a:off x="1504" y="267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4" name="Freeform 353"/>
              <p:cNvSpPr>
                <a:spLocks noEditPoints="1"/>
              </p:cNvSpPr>
              <p:nvPr userDrawn="1"/>
            </p:nvSpPr>
            <p:spPr bwMode="auto">
              <a:xfrm>
                <a:off x="1495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5" name="Freeform 354"/>
              <p:cNvSpPr>
                <a:spLocks/>
              </p:cNvSpPr>
              <p:nvPr userDrawn="1"/>
            </p:nvSpPr>
            <p:spPr bwMode="auto">
              <a:xfrm>
                <a:off x="1504" y="2813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6" name="Freeform 355"/>
              <p:cNvSpPr>
                <a:spLocks/>
              </p:cNvSpPr>
              <p:nvPr userDrawn="1"/>
            </p:nvSpPr>
            <p:spPr bwMode="auto">
              <a:xfrm>
                <a:off x="1496" y="2886"/>
                <a:ext cx="32" cy="16"/>
              </a:xfrm>
              <a:custGeom>
                <a:avLst/>
                <a:gdLst>
                  <a:gd name="T0" fmla="*/ 4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2 w 26"/>
                  <a:gd name="T11" fmla="*/ 12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10 h 13"/>
                  <a:gd name="T18" fmla="*/ 20 w 26"/>
                  <a:gd name="T19" fmla="*/ 3 h 13"/>
                  <a:gd name="T20" fmla="*/ 13 w 26"/>
                  <a:gd name="T21" fmla="*/ 0 h 13"/>
                  <a:gd name="T22" fmla="*/ 6 w 26"/>
                  <a:gd name="T23" fmla="*/ 3 h 13"/>
                  <a:gd name="T24" fmla="*/ 1 w 26"/>
                  <a:gd name="T25" fmla="*/ 9 h 13"/>
                  <a:gd name="T26" fmla="*/ 0 w 26"/>
                  <a:gd name="T27" fmla="*/ 13 h 13"/>
                  <a:gd name="T28" fmla="*/ 4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4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10" y="5"/>
                      <a:pt x="11" y="4"/>
                      <a:pt x="13" y="4"/>
                    </a:cubicBezTo>
                    <a:cubicBezTo>
                      <a:pt x="15" y="4"/>
                      <a:pt x="17" y="5"/>
                      <a:pt x="18" y="6"/>
                    </a:cubicBezTo>
                    <a:cubicBezTo>
                      <a:pt x="20" y="7"/>
                      <a:pt x="21" y="9"/>
                      <a:pt x="22" y="12"/>
                    </a:cubicBezTo>
                    <a:cubicBezTo>
                      <a:pt x="22" y="12"/>
                      <a:pt x="22" y="13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6" y="11"/>
                      <a:pt x="25" y="10"/>
                    </a:cubicBezTo>
                    <a:cubicBezTo>
                      <a:pt x="24" y="6"/>
                      <a:pt x="22" y="4"/>
                      <a:pt x="20" y="3"/>
                    </a:cubicBezTo>
                    <a:cubicBezTo>
                      <a:pt x="18" y="1"/>
                      <a:pt x="16" y="0"/>
                      <a:pt x="13" y="0"/>
                    </a:cubicBezTo>
                    <a:cubicBezTo>
                      <a:pt x="10" y="0"/>
                      <a:pt x="8" y="1"/>
                      <a:pt x="6" y="3"/>
                    </a:cubicBezTo>
                    <a:cubicBezTo>
                      <a:pt x="4" y="4"/>
                      <a:pt x="2" y="6"/>
                      <a:pt x="1" y="9"/>
                    </a:cubicBezTo>
                    <a:cubicBezTo>
                      <a:pt x="1" y="10"/>
                      <a:pt x="0" y="12"/>
                      <a:pt x="0" y="13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7" name="Freeform 356"/>
              <p:cNvSpPr>
                <a:spLocks noEditPoints="1"/>
              </p:cNvSpPr>
              <p:nvPr userDrawn="1"/>
            </p:nvSpPr>
            <p:spPr bwMode="auto">
              <a:xfrm>
                <a:off x="1192" y="127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5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8" name="Freeform 357"/>
              <p:cNvSpPr>
                <a:spLocks noEditPoints="1"/>
              </p:cNvSpPr>
              <p:nvPr userDrawn="1"/>
            </p:nvSpPr>
            <p:spPr bwMode="auto">
              <a:xfrm>
                <a:off x="1365" y="203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9" name="Freeform 358"/>
              <p:cNvSpPr>
                <a:spLocks/>
              </p:cNvSpPr>
              <p:nvPr userDrawn="1"/>
            </p:nvSpPr>
            <p:spPr bwMode="auto">
              <a:xfrm>
                <a:off x="1373" y="21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0" name="Freeform 359"/>
              <p:cNvSpPr>
                <a:spLocks noEditPoints="1"/>
              </p:cNvSpPr>
              <p:nvPr userDrawn="1"/>
            </p:nvSpPr>
            <p:spPr bwMode="auto">
              <a:xfrm>
                <a:off x="1365" y="217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1" name="Freeform 360"/>
              <p:cNvSpPr>
                <a:spLocks noEditPoints="1"/>
              </p:cNvSpPr>
              <p:nvPr userDrawn="1"/>
            </p:nvSpPr>
            <p:spPr bwMode="auto">
              <a:xfrm>
                <a:off x="1365" y="224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2" name="Freeform 361"/>
              <p:cNvSpPr>
                <a:spLocks/>
              </p:cNvSpPr>
              <p:nvPr userDrawn="1"/>
            </p:nvSpPr>
            <p:spPr bwMode="auto">
              <a:xfrm>
                <a:off x="1373" y="231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3" name="Freeform 362"/>
              <p:cNvSpPr>
                <a:spLocks noEditPoints="1"/>
              </p:cNvSpPr>
              <p:nvPr userDrawn="1"/>
            </p:nvSpPr>
            <p:spPr bwMode="auto">
              <a:xfrm>
                <a:off x="1365" y="238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4" name="Freeform 363"/>
              <p:cNvSpPr>
                <a:spLocks/>
              </p:cNvSpPr>
              <p:nvPr userDrawn="1"/>
            </p:nvSpPr>
            <p:spPr bwMode="auto">
              <a:xfrm>
                <a:off x="1373" y="2453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5" name="Freeform 364"/>
              <p:cNvSpPr>
                <a:spLocks/>
              </p:cNvSpPr>
              <p:nvPr userDrawn="1"/>
            </p:nvSpPr>
            <p:spPr bwMode="auto">
              <a:xfrm>
                <a:off x="1373" y="25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6" name="Freeform 365"/>
              <p:cNvSpPr>
                <a:spLocks/>
              </p:cNvSpPr>
              <p:nvPr userDrawn="1"/>
            </p:nvSpPr>
            <p:spPr bwMode="auto">
              <a:xfrm>
                <a:off x="1373" y="259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7" name="Freeform 366"/>
              <p:cNvSpPr>
                <a:spLocks noEditPoints="1"/>
              </p:cNvSpPr>
              <p:nvPr userDrawn="1"/>
            </p:nvSpPr>
            <p:spPr bwMode="auto">
              <a:xfrm>
                <a:off x="1365" y="26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8" name="Freeform 367"/>
              <p:cNvSpPr>
                <a:spLocks noEditPoints="1"/>
              </p:cNvSpPr>
              <p:nvPr userDrawn="1"/>
            </p:nvSpPr>
            <p:spPr bwMode="auto">
              <a:xfrm>
                <a:off x="1365" y="2731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0" y="36"/>
                      <a:pt x="22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9" name="Freeform 368"/>
              <p:cNvSpPr>
                <a:spLocks/>
              </p:cNvSpPr>
              <p:nvPr userDrawn="1"/>
            </p:nvSpPr>
            <p:spPr bwMode="auto">
              <a:xfrm>
                <a:off x="1373" y="280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0" name="Freeform 369"/>
              <p:cNvSpPr>
                <a:spLocks noEditPoints="1"/>
              </p:cNvSpPr>
              <p:nvPr userDrawn="1"/>
            </p:nvSpPr>
            <p:spPr bwMode="auto">
              <a:xfrm>
                <a:off x="1874" y="1336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1" name="Freeform 370"/>
              <p:cNvSpPr>
                <a:spLocks noEditPoints="1"/>
              </p:cNvSpPr>
              <p:nvPr userDrawn="1"/>
            </p:nvSpPr>
            <p:spPr bwMode="auto">
              <a:xfrm>
                <a:off x="1874" y="1407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1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2" name="Freeform 371"/>
              <p:cNvSpPr>
                <a:spLocks/>
              </p:cNvSpPr>
              <p:nvPr userDrawn="1"/>
            </p:nvSpPr>
            <p:spPr bwMode="auto">
              <a:xfrm>
                <a:off x="1881" y="147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3" name="Freeform 372"/>
              <p:cNvSpPr>
                <a:spLocks/>
              </p:cNvSpPr>
              <p:nvPr userDrawn="1"/>
            </p:nvSpPr>
            <p:spPr bwMode="auto">
              <a:xfrm>
                <a:off x="2462" y="12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4" name="Freeform 373"/>
              <p:cNvSpPr>
                <a:spLocks noEditPoints="1"/>
              </p:cNvSpPr>
              <p:nvPr userDrawn="1"/>
            </p:nvSpPr>
            <p:spPr bwMode="auto">
              <a:xfrm>
                <a:off x="1874" y="15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5" name="Freeform 374"/>
              <p:cNvSpPr>
                <a:spLocks/>
              </p:cNvSpPr>
              <p:nvPr userDrawn="1"/>
            </p:nvSpPr>
            <p:spPr bwMode="auto">
              <a:xfrm>
                <a:off x="1881" y="161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6" name="Freeform 375"/>
              <p:cNvSpPr>
                <a:spLocks/>
              </p:cNvSpPr>
              <p:nvPr userDrawn="1"/>
            </p:nvSpPr>
            <p:spPr bwMode="auto">
              <a:xfrm>
                <a:off x="1881" y="1688"/>
                <a:ext cx="13" cy="50"/>
              </a:xfrm>
              <a:custGeom>
                <a:avLst/>
                <a:gdLst>
                  <a:gd name="T0" fmla="*/ 8 w 13"/>
                  <a:gd name="T1" fmla="*/ 50 h 50"/>
                  <a:gd name="T2" fmla="*/ 13 w 13"/>
                  <a:gd name="T3" fmla="*/ 50 h 50"/>
                  <a:gd name="T4" fmla="*/ 13 w 13"/>
                  <a:gd name="T5" fmla="*/ 0 h 50"/>
                  <a:gd name="T6" fmla="*/ 3 w 13"/>
                  <a:gd name="T7" fmla="*/ 0 h 50"/>
                  <a:gd name="T8" fmla="*/ 0 w 13"/>
                  <a:gd name="T9" fmla="*/ 5 h 50"/>
                  <a:gd name="T10" fmla="*/ 8 w 13"/>
                  <a:gd name="T11" fmla="*/ 5 h 50"/>
                  <a:gd name="T12" fmla="*/ 8 w 13"/>
                  <a:gd name="T13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8" y="50"/>
                    </a:moveTo>
                    <a:lnTo>
                      <a:pt x="13" y="50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5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7" name="Freeform 376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148"/>
              </a:xfrm>
              <a:custGeom>
                <a:avLst/>
                <a:gdLst>
                  <a:gd name="T0" fmla="*/ 15 w 30"/>
                  <a:gd name="T1" fmla="*/ 22 h 119"/>
                  <a:gd name="T2" fmla="*/ 0 w 30"/>
                  <a:gd name="T3" fmla="*/ 44 h 119"/>
                  <a:gd name="T4" fmla="*/ 5 w 30"/>
                  <a:gd name="T5" fmla="*/ 119 h 119"/>
                  <a:gd name="T6" fmla="*/ 20 w 30"/>
                  <a:gd name="T7" fmla="*/ 50 h 119"/>
                  <a:gd name="T8" fmla="*/ 15 w 30"/>
                  <a:gd name="T9" fmla="*/ 22 h 119"/>
                  <a:gd name="T10" fmla="*/ 30 w 30"/>
                  <a:gd name="T11" fmla="*/ 0 h 119"/>
                  <a:gd name="T12" fmla="*/ 30 w 30"/>
                  <a:gd name="T13" fmla="*/ 0 h 119"/>
                  <a:gd name="T14" fmla="*/ 25 w 30"/>
                  <a:gd name="T15" fmla="*/ 8 h 119"/>
                  <a:gd name="T16" fmla="*/ 23 w 30"/>
                  <a:gd name="T17" fmla="*/ 34 h 119"/>
                  <a:gd name="T18" fmla="*/ 30 w 30"/>
                  <a:gd name="T19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119">
                    <a:moveTo>
                      <a:pt x="15" y="22"/>
                    </a:moveTo>
                    <a:cubicBezTo>
                      <a:pt x="10" y="29"/>
                      <a:pt x="5" y="36"/>
                      <a:pt x="0" y="44"/>
                    </a:cubicBezTo>
                    <a:cubicBezTo>
                      <a:pt x="5" y="119"/>
                      <a:pt x="5" y="119"/>
                      <a:pt x="5" y="11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3"/>
                      <a:pt x="27" y="5"/>
                      <a:pt x="25" y="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8" name="Freeform 377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close/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9" name="Freeform 378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0" name="Freeform 379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close/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1" name="Freeform 380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2" name="Freeform 381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3" name="Freeform 382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4" name="Freeform 383"/>
              <p:cNvSpPr>
                <a:spLocks noEditPoints="1"/>
              </p:cNvSpPr>
              <p:nvPr userDrawn="1"/>
            </p:nvSpPr>
            <p:spPr bwMode="auto">
              <a:xfrm>
                <a:off x="2885" y="656"/>
                <a:ext cx="43" cy="203"/>
              </a:xfrm>
              <a:custGeom>
                <a:avLst/>
                <a:gdLst>
                  <a:gd name="T0" fmla="*/ 27 w 35"/>
                  <a:gd name="T1" fmla="*/ 138 h 164"/>
                  <a:gd name="T2" fmla="*/ 24 w 35"/>
                  <a:gd name="T3" fmla="*/ 154 h 164"/>
                  <a:gd name="T4" fmla="*/ 25 w 35"/>
                  <a:gd name="T5" fmla="*/ 164 h 164"/>
                  <a:gd name="T6" fmla="*/ 27 w 35"/>
                  <a:gd name="T7" fmla="*/ 138 h 164"/>
                  <a:gd name="T8" fmla="*/ 29 w 35"/>
                  <a:gd name="T9" fmla="*/ 22 h 164"/>
                  <a:gd name="T10" fmla="*/ 32 w 35"/>
                  <a:gd name="T11" fmla="*/ 72 h 164"/>
                  <a:gd name="T12" fmla="*/ 35 w 35"/>
                  <a:gd name="T13" fmla="*/ 27 h 164"/>
                  <a:gd name="T14" fmla="*/ 29 w 35"/>
                  <a:gd name="T15" fmla="*/ 22 h 164"/>
                  <a:gd name="T16" fmla="*/ 0 w 35"/>
                  <a:gd name="T17" fmla="*/ 0 h 164"/>
                  <a:gd name="T18" fmla="*/ 17 w 35"/>
                  <a:gd name="T19" fmla="*/ 112 h 164"/>
                  <a:gd name="T20" fmla="*/ 30 w 35"/>
                  <a:gd name="T21" fmla="*/ 106 h 164"/>
                  <a:gd name="T22" fmla="*/ 30 w 35"/>
                  <a:gd name="T23" fmla="*/ 96 h 164"/>
                  <a:gd name="T24" fmla="*/ 14 w 35"/>
                  <a:gd name="T25" fmla="*/ 63 h 164"/>
                  <a:gd name="T26" fmla="*/ 18 w 35"/>
                  <a:gd name="T27" fmla="*/ 14 h 164"/>
                  <a:gd name="T28" fmla="*/ 0 w 35"/>
                  <a:gd name="T2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164">
                    <a:moveTo>
                      <a:pt x="27" y="138"/>
                    </a:moveTo>
                    <a:cubicBezTo>
                      <a:pt x="24" y="154"/>
                      <a:pt x="24" y="154"/>
                      <a:pt x="24" y="154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7" y="138"/>
                      <a:pt x="27" y="138"/>
                      <a:pt x="27" y="138"/>
                    </a:cubicBezTo>
                    <a:moveTo>
                      <a:pt x="29" y="22"/>
                    </a:moveTo>
                    <a:cubicBezTo>
                      <a:pt x="32" y="72"/>
                      <a:pt x="32" y="72"/>
                      <a:pt x="32" y="72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29" y="22"/>
                      <a:pt x="29" y="22"/>
                      <a:pt x="29" y="22"/>
                    </a:cubicBezTo>
                    <a:moveTo>
                      <a:pt x="0" y="0"/>
                    </a:moveTo>
                    <a:cubicBezTo>
                      <a:pt x="17" y="112"/>
                      <a:pt x="17" y="112"/>
                      <a:pt x="17" y="112"/>
                    </a:cubicBezTo>
                    <a:cubicBezTo>
                      <a:pt x="21" y="110"/>
                      <a:pt x="25" y="108"/>
                      <a:pt x="30" y="106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5" name="Freeform 384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52"/>
              </a:xfrm>
              <a:custGeom>
                <a:avLst/>
                <a:gdLst>
                  <a:gd name="T0" fmla="*/ 10 w 10"/>
                  <a:gd name="T1" fmla="*/ 0 h 42"/>
                  <a:gd name="T2" fmla="*/ 0 w 10"/>
                  <a:gd name="T3" fmla="*/ 14 h 42"/>
                  <a:gd name="T4" fmla="*/ 5 w 10"/>
                  <a:gd name="T5" fmla="*/ 42 h 42"/>
                  <a:gd name="T6" fmla="*/ 8 w 10"/>
                  <a:gd name="T7" fmla="*/ 26 h 42"/>
                  <a:gd name="T8" fmla="*/ 10 w 10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42">
                    <a:moveTo>
                      <a:pt x="10" y="0"/>
                    </a:moveTo>
                    <a:cubicBezTo>
                      <a:pt x="7" y="4"/>
                      <a:pt x="4" y="9"/>
                      <a:pt x="0" y="14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6" name="Freeform 385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7" name="Freeform 386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8" name="Freeform 387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9" name="Freeform 388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0" name="Freeform 389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1" name="Freeform 390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2" name="Freeform 391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3" name="Freeform 392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4" name="Freeform 393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close/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5" name="Freeform 394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6" name="Freeform 395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close/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7" name="Freeform 396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8" name="Freeform 397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9" name="Freeform 398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0" name="Freeform 399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1" name="Freeform 400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2" name="Freeform 401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3" name="Freeform 402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4" name="Freeform 403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5" name="Freeform 404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6" name="Freeform 405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close/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1" name="Group 607"/>
            <p:cNvGrpSpPr>
              <a:grpSpLocks/>
            </p:cNvGrpSpPr>
            <p:nvPr userDrawn="1"/>
          </p:nvGrpSpPr>
          <p:grpSpPr bwMode="auto">
            <a:xfrm>
              <a:off x="2070101" y="-11113"/>
              <a:ext cx="3352800" cy="2368550"/>
              <a:chOff x="1304" y="-7"/>
              <a:chExt cx="2112" cy="1492"/>
            </a:xfrm>
          </p:grpSpPr>
          <p:sp>
            <p:nvSpPr>
              <p:cNvPr id="767" name="Freeform 407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8" name="Freeform 408"/>
              <p:cNvSpPr>
                <a:spLocks noEditPoints="1"/>
              </p:cNvSpPr>
              <p:nvPr userDrawn="1"/>
            </p:nvSpPr>
            <p:spPr bwMode="auto">
              <a:xfrm>
                <a:off x="3158" y="978"/>
                <a:ext cx="63" cy="68"/>
              </a:xfrm>
              <a:custGeom>
                <a:avLst/>
                <a:gdLst>
                  <a:gd name="T0" fmla="*/ 0 w 51"/>
                  <a:gd name="T1" fmla="*/ 19 h 55"/>
                  <a:gd name="T2" fmla="*/ 0 w 51"/>
                  <a:gd name="T3" fmla="*/ 32 h 55"/>
                  <a:gd name="T4" fmla="*/ 0 w 51"/>
                  <a:gd name="T5" fmla="*/ 32 h 55"/>
                  <a:gd name="T6" fmla="*/ 51 w 51"/>
                  <a:gd name="T7" fmla="*/ 55 h 55"/>
                  <a:gd name="T8" fmla="*/ 24 w 51"/>
                  <a:gd name="T9" fmla="*/ 26 h 55"/>
                  <a:gd name="T10" fmla="*/ 0 w 51"/>
                  <a:gd name="T11" fmla="*/ 19 h 55"/>
                  <a:gd name="T12" fmla="*/ 0 w 51"/>
                  <a:gd name="T13" fmla="*/ 0 h 55"/>
                  <a:gd name="T14" fmla="*/ 0 w 51"/>
                  <a:gd name="T15" fmla="*/ 5 h 55"/>
                  <a:gd name="T16" fmla="*/ 17 w 51"/>
                  <a:gd name="T17" fmla="*/ 18 h 55"/>
                  <a:gd name="T18" fmla="*/ 0 w 51"/>
                  <a:gd name="T1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55">
                    <a:moveTo>
                      <a:pt x="0" y="19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49" y="53"/>
                      <a:pt x="37" y="39"/>
                      <a:pt x="24" y="26"/>
                    </a:cubicBezTo>
                    <a:cubicBezTo>
                      <a:pt x="0" y="19"/>
                      <a:pt x="0" y="19"/>
                      <a:pt x="0" y="19"/>
                    </a:cubicBezTo>
                    <a:moveTo>
                      <a:pt x="0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8" y="8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9" name="Freeform 409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close/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0" name="Freeform 410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1" name="Freeform 411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2" name="Freeform 412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3" name="Freeform 413"/>
              <p:cNvSpPr>
                <a:spLocks/>
              </p:cNvSpPr>
              <p:nvPr userDrawn="1"/>
            </p:nvSpPr>
            <p:spPr bwMode="auto">
              <a:xfrm>
                <a:off x="3179" y="1000"/>
                <a:ext cx="15" cy="11"/>
              </a:xfrm>
              <a:custGeom>
                <a:avLst/>
                <a:gdLst>
                  <a:gd name="T0" fmla="*/ 0 w 12"/>
                  <a:gd name="T1" fmla="*/ 0 h 9"/>
                  <a:gd name="T2" fmla="*/ 7 w 12"/>
                  <a:gd name="T3" fmla="*/ 8 h 9"/>
                  <a:gd name="T4" fmla="*/ 12 w 12"/>
                  <a:gd name="T5" fmla="*/ 9 h 9"/>
                  <a:gd name="T6" fmla="*/ 0 w 12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0" y="0"/>
                    </a:moveTo>
                    <a:cubicBezTo>
                      <a:pt x="3" y="3"/>
                      <a:pt x="5" y="5"/>
                      <a:pt x="7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4" name="Freeform 414"/>
              <p:cNvSpPr>
                <a:spLocks/>
              </p:cNvSpPr>
              <p:nvPr userDrawn="1"/>
            </p:nvSpPr>
            <p:spPr bwMode="auto">
              <a:xfrm>
                <a:off x="3158" y="984"/>
                <a:ext cx="30" cy="26"/>
              </a:xfrm>
              <a:custGeom>
                <a:avLst/>
                <a:gdLst>
                  <a:gd name="T0" fmla="*/ 0 w 24"/>
                  <a:gd name="T1" fmla="*/ 0 h 21"/>
                  <a:gd name="T2" fmla="*/ 0 w 24"/>
                  <a:gd name="T3" fmla="*/ 14 h 21"/>
                  <a:gd name="T4" fmla="*/ 24 w 24"/>
                  <a:gd name="T5" fmla="*/ 21 h 21"/>
                  <a:gd name="T6" fmla="*/ 17 w 24"/>
                  <a:gd name="T7" fmla="*/ 13 h 21"/>
                  <a:gd name="T8" fmla="*/ 0 w 24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1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2" y="18"/>
                      <a:pt x="20" y="16"/>
                      <a:pt x="17" y="1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5" name="Freeform 415"/>
              <p:cNvSpPr>
                <a:spLocks/>
              </p:cNvSpPr>
              <p:nvPr userDrawn="1"/>
            </p:nvSpPr>
            <p:spPr bwMode="auto">
              <a:xfrm>
                <a:off x="2589" y="253"/>
                <a:ext cx="79" cy="26"/>
              </a:xfrm>
              <a:custGeom>
                <a:avLst/>
                <a:gdLst>
                  <a:gd name="T0" fmla="*/ 0 w 64"/>
                  <a:gd name="T1" fmla="*/ 0 h 21"/>
                  <a:gd name="T2" fmla="*/ 5 w 64"/>
                  <a:gd name="T3" fmla="*/ 21 h 21"/>
                  <a:gd name="T4" fmla="*/ 64 w 64"/>
                  <a:gd name="T5" fmla="*/ 21 h 21"/>
                  <a:gd name="T6" fmla="*/ 0 w 64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21">
                    <a:moveTo>
                      <a:pt x="0" y="0"/>
                    </a:moveTo>
                    <a:cubicBezTo>
                      <a:pt x="1" y="7"/>
                      <a:pt x="3" y="14"/>
                      <a:pt x="5" y="21"/>
                    </a:cubicBezTo>
                    <a:cubicBezTo>
                      <a:pt x="64" y="21"/>
                      <a:pt x="64" y="21"/>
                      <a:pt x="64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6" name="Freeform 416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close/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close/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7" name="Freeform 417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8" name="Freeform 418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9" name="Freeform 419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0" name="Freeform 420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1" name="Freeform 421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2" name="Freeform 422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3" name="Freeform 423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4" name="Freeform 424"/>
              <p:cNvSpPr>
                <a:spLocks/>
              </p:cNvSpPr>
              <p:nvPr userDrawn="1"/>
            </p:nvSpPr>
            <p:spPr bwMode="auto">
              <a:xfrm>
                <a:off x="2491" y="240"/>
                <a:ext cx="120" cy="107"/>
              </a:xfrm>
              <a:custGeom>
                <a:avLst/>
                <a:gdLst>
                  <a:gd name="T0" fmla="*/ 0 w 97"/>
                  <a:gd name="T1" fmla="*/ 0 h 87"/>
                  <a:gd name="T2" fmla="*/ 49 w 97"/>
                  <a:gd name="T3" fmla="*/ 32 h 87"/>
                  <a:gd name="T4" fmla="*/ 45 w 97"/>
                  <a:gd name="T5" fmla="*/ 40 h 87"/>
                  <a:gd name="T6" fmla="*/ 97 w 97"/>
                  <a:gd name="T7" fmla="*/ 87 h 87"/>
                  <a:gd name="T8" fmla="*/ 84 w 97"/>
                  <a:gd name="T9" fmla="*/ 32 h 87"/>
                  <a:gd name="T10" fmla="*/ 49 w 97"/>
                  <a:gd name="T11" fmla="*/ 32 h 87"/>
                  <a:gd name="T12" fmla="*/ 79 w 97"/>
                  <a:gd name="T13" fmla="*/ 11 h 87"/>
                  <a:gd name="T14" fmla="*/ 79 w 97"/>
                  <a:gd name="T15" fmla="*/ 11 h 87"/>
                  <a:gd name="T16" fmla="*/ 0 w 97"/>
                  <a:gd name="T1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87">
                    <a:moveTo>
                      <a:pt x="0" y="0"/>
                    </a:moveTo>
                    <a:cubicBezTo>
                      <a:pt x="49" y="32"/>
                      <a:pt x="49" y="32"/>
                      <a:pt x="49" y="32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62" y="55"/>
                      <a:pt x="79" y="71"/>
                      <a:pt x="97" y="87"/>
                    </a:cubicBezTo>
                    <a:cubicBezTo>
                      <a:pt x="92" y="69"/>
                      <a:pt x="88" y="51"/>
                      <a:pt x="84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5" name="Freeform 425"/>
              <p:cNvSpPr>
                <a:spLocks/>
              </p:cNvSpPr>
              <p:nvPr userDrawn="1"/>
            </p:nvSpPr>
            <p:spPr bwMode="auto">
              <a:xfrm>
                <a:off x="2552" y="253"/>
                <a:ext cx="43" cy="26"/>
              </a:xfrm>
              <a:custGeom>
                <a:avLst/>
                <a:gdLst>
                  <a:gd name="T0" fmla="*/ 30 w 35"/>
                  <a:gd name="T1" fmla="*/ 0 h 21"/>
                  <a:gd name="T2" fmla="*/ 0 w 35"/>
                  <a:gd name="T3" fmla="*/ 21 h 21"/>
                  <a:gd name="T4" fmla="*/ 35 w 35"/>
                  <a:gd name="T5" fmla="*/ 21 h 21"/>
                  <a:gd name="T6" fmla="*/ 30 w 35"/>
                  <a:gd name="T7" fmla="*/ 0 h 21"/>
                  <a:gd name="T8" fmla="*/ 30 w 35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1">
                    <a:moveTo>
                      <a:pt x="30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3" y="14"/>
                      <a:pt x="31" y="7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6" name="Freeform 426"/>
              <p:cNvSpPr>
                <a:spLocks/>
              </p:cNvSpPr>
              <p:nvPr userDrawn="1"/>
            </p:nvSpPr>
            <p:spPr bwMode="auto">
              <a:xfrm>
                <a:off x="2553" y="-7"/>
                <a:ext cx="119" cy="108"/>
              </a:xfrm>
              <a:custGeom>
                <a:avLst/>
                <a:gdLst>
                  <a:gd name="T0" fmla="*/ 0 w 96"/>
                  <a:gd name="T1" fmla="*/ 0 h 87"/>
                  <a:gd name="T2" fmla="*/ 96 w 96"/>
                  <a:gd name="T3" fmla="*/ 87 h 87"/>
                  <a:gd name="T4" fmla="*/ 78 w 96"/>
                  <a:gd name="T5" fmla="*/ 11 h 87"/>
                  <a:gd name="T6" fmla="*/ 0 w 96"/>
                  <a:gd name="T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87">
                    <a:moveTo>
                      <a:pt x="0" y="0"/>
                    </a:moveTo>
                    <a:cubicBezTo>
                      <a:pt x="32" y="29"/>
                      <a:pt x="64" y="58"/>
                      <a:pt x="96" y="87"/>
                    </a:cubicBezTo>
                    <a:cubicBezTo>
                      <a:pt x="90" y="61"/>
                      <a:pt x="84" y="36"/>
                      <a:pt x="78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7" name="Freeform 427"/>
              <p:cNvSpPr>
                <a:spLocks noEditPoints="1"/>
              </p:cNvSpPr>
              <p:nvPr userDrawn="1"/>
            </p:nvSpPr>
            <p:spPr bwMode="auto">
              <a:xfrm>
                <a:off x="2372" y="240"/>
                <a:ext cx="121" cy="63"/>
              </a:xfrm>
              <a:custGeom>
                <a:avLst/>
                <a:gdLst>
                  <a:gd name="T0" fmla="*/ 96 w 97"/>
                  <a:gd name="T1" fmla="*/ 0 h 51"/>
                  <a:gd name="T2" fmla="*/ 0 w 97"/>
                  <a:gd name="T3" fmla="*/ 5 h 51"/>
                  <a:gd name="T4" fmla="*/ 28 w 97"/>
                  <a:gd name="T5" fmla="*/ 19 h 51"/>
                  <a:gd name="T6" fmla="*/ 96 w 97"/>
                  <a:gd name="T7" fmla="*/ 0 h 51"/>
                  <a:gd name="T8" fmla="*/ 96 w 97"/>
                  <a:gd name="T9" fmla="*/ 0 h 51"/>
                  <a:gd name="T10" fmla="*/ 96 w 97"/>
                  <a:gd name="T11" fmla="*/ 0 h 51"/>
                  <a:gd name="T12" fmla="*/ 54 w 97"/>
                  <a:gd name="T13" fmla="*/ 31 h 51"/>
                  <a:gd name="T14" fmla="*/ 97 w 97"/>
                  <a:gd name="T15" fmla="*/ 51 h 51"/>
                  <a:gd name="T16" fmla="*/ 96 w 97"/>
                  <a:gd name="T17" fmla="*/ 0 h 51"/>
                  <a:gd name="T18" fmla="*/ 96 w 97"/>
                  <a:gd name="T19" fmla="*/ 0 h 51"/>
                  <a:gd name="T20" fmla="*/ 96 w 97"/>
                  <a:gd name="T21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51">
                    <a:moveTo>
                      <a:pt x="96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9" y="10"/>
                      <a:pt x="19" y="14"/>
                      <a:pt x="28" y="19"/>
                    </a:cubicBezTo>
                    <a:cubicBezTo>
                      <a:pt x="96" y="0"/>
                      <a:pt x="96" y="0"/>
                      <a:pt x="96" y="0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82" y="10"/>
                      <a:pt x="68" y="20"/>
                      <a:pt x="54" y="31"/>
                    </a:cubicBezTo>
                    <a:cubicBezTo>
                      <a:pt x="68" y="38"/>
                      <a:pt x="82" y="45"/>
                      <a:pt x="97" y="51"/>
                    </a:cubicBezTo>
                    <a:cubicBezTo>
                      <a:pt x="97" y="34"/>
                      <a:pt x="96" y="17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8" name="Freeform 428"/>
              <p:cNvSpPr>
                <a:spLocks/>
              </p:cNvSpPr>
              <p:nvPr userDrawn="1"/>
            </p:nvSpPr>
            <p:spPr bwMode="auto">
              <a:xfrm>
                <a:off x="2325" y="458"/>
                <a:ext cx="120" cy="64"/>
              </a:xfrm>
              <a:custGeom>
                <a:avLst/>
                <a:gdLst>
                  <a:gd name="T0" fmla="*/ 96 w 97"/>
                  <a:gd name="T1" fmla="*/ 0 h 52"/>
                  <a:gd name="T2" fmla="*/ 0 w 97"/>
                  <a:gd name="T3" fmla="*/ 6 h 52"/>
                  <a:gd name="T4" fmla="*/ 97 w 97"/>
                  <a:gd name="T5" fmla="*/ 52 h 52"/>
                  <a:gd name="T6" fmla="*/ 96 w 97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52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5" y="37"/>
                      <a:pt x="97" y="52"/>
                    </a:cubicBezTo>
                    <a:cubicBezTo>
                      <a:pt x="97" y="35"/>
                      <a:pt x="97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9" name="Freeform 429"/>
              <p:cNvSpPr>
                <a:spLocks/>
              </p:cNvSpPr>
              <p:nvPr userDrawn="1"/>
            </p:nvSpPr>
            <p:spPr bwMode="auto">
              <a:xfrm>
                <a:off x="2167" y="119"/>
                <a:ext cx="119" cy="63"/>
              </a:xfrm>
              <a:custGeom>
                <a:avLst/>
                <a:gdLst>
                  <a:gd name="T0" fmla="*/ 96 w 96"/>
                  <a:gd name="T1" fmla="*/ 0 h 51"/>
                  <a:gd name="T2" fmla="*/ 0 w 96"/>
                  <a:gd name="T3" fmla="*/ 6 h 51"/>
                  <a:gd name="T4" fmla="*/ 96 w 96"/>
                  <a:gd name="T5" fmla="*/ 51 h 51"/>
                  <a:gd name="T6" fmla="*/ 96 w 96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51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4" y="36"/>
                      <a:pt x="96" y="51"/>
                    </a:cubicBezTo>
                    <a:cubicBezTo>
                      <a:pt x="96" y="34"/>
                      <a:pt x="96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0" name="Freeform 430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close/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1" name="Freeform 431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2" name="Freeform 432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3" name="Freeform 433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4" name="Freeform 434"/>
              <p:cNvSpPr>
                <a:spLocks/>
              </p:cNvSpPr>
              <p:nvPr userDrawn="1"/>
            </p:nvSpPr>
            <p:spPr bwMode="auto">
              <a:xfrm>
                <a:off x="2078" y="336"/>
                <a:ext cx="62" cy="88"/>
              </a:xfrm>
              <a:custGeom>
                <a:avLst/>
                <a:gdLst>
                  <a:gd name="T0" fmla="*/ 50 w 50"/>
                  <a:gd name="T1" fmla="*/ 0 h 71"/>
                  <a:gd name="T2" fmla="*/ 0 w 50"/>
                  <a:gd name="T3" fmla="*/ 37 h 71"/>
                  <a:gd name="T4" fmla="*/ 29 w 50"/>
                  <a:gd name="T5" fmla="*/ 71 h 71"/>
                  <a:gd name="T6" fmla="*/ 50 w 50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71">
                    <a:moveTo>
                      <a:pt x="50" y="0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0" y="48"/>
                      <a:pt x="19" y="60"/>
                      <a:pt x="29" y="71"/>
                    </a:cubicBezTo>
                    <a:cubicBezTo>
                      <a:pt x="36" y="47"/>
                      <a:pt x="43" y="24"/>
                      <a:pt x="5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5" name="Freeform 435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close/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6" name="Freeform 436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7" name="Freeform 437"/>
              <p:cNvSpPr>
                <a:spLocks noEditPoints="1"/>
              </p:cNvSpPr>
              <p:nvPr userDrawn="1"/>
            </p:nvSpPr>
            <p:spPr bwMode="auto">
              <a:xfrm>
                <a:off x="1304" y="430"/>
                <a:ext cx="60" cy="103"/>
              </a:xfrm>
              <a:custGeom>
                <a:avLst/>
                <a:gdLst>
                  <a:gd name="T0" fmla="*/ 6 w 48"/>
                  <a:gd name="T1" fmla="*/ 46 h 83"/>
                  <a:gd name="T2" fmla="*/ 0 w 48"/>
                  <a:gd name="T3" fmla="*/ 53 h 83"/>
                  <a:gd name="T4" fmla="*/ 4 w 48"/>
                  <a:gd name="T5" fmla="*/ 83 h 83"/>
                  <a:gd name="T6" fmla="*/ 13 w 48"/>
                  <a:gd name="T7" fmla="*/ 80 h 83"/>
                  <a:gd name="T8" fmla="*/ 24 w 48"/>
                  <a:gd name="T9" fmla="*/ 54 h 83"/>
                  <a:gd name="T10" fmla="*/ 6 w 48"/>
                  <a:gd name="T11" fmla="*/ 46 h 83"/>
                  <a:gd name="T12" fmla="*/ 48 w 48"/>
                  <a:gd name="T13" fmla="*/ 0 h 83"/>
                  <a:gd name="T14" fmla="*/ 39 w 48"/>
                  <a:gd name="T15" fmla="*/ 9 h 83"/>
                  <a:gd name="T16" fmla="*/ 45 w 48"/>
                  <a:gd name="T17" fmla="*/ 5 h 83"/>
                  <a:gd name="T18" fmla="*/ 45 w 48"/>
                  <a:gd name="T19" fmla="*/ 7 h 83"/>
                  <a:gd name="T20" fmla="*/ 45 w 48"/>
                  <a:gd name="T21" fmla="*/ 6 h 83"/>
                  <a:gd name="T22" fmla="*/ 45 w 48"/>
                  <a:gd name="T23" fmla="*/ 5 h 83"/>
                  <a:gd name="T24" fmla="*/ 46 w 48"/>
                  <a:gd name="T25" fmla="*/ 4 h 83"/>
                  <a:gd name="T26" fmla="*/ 48 w 48"/>
                  <a:gd name="T2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83">
                    <a:moveTo>
                      <a:pt x="6" y="4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4" y="83"/>
                      <a:pt x="4" y="83"/>
                      <a:pt x="4" y="83"/>
                    </a:cubicBezTo>
                    <a:cubicBezTo>
                      <a:pt x="13" y="80"/>
                      <a:pt x="13" y="80"/>
                      <a:pt x="13" y="80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18" y="51"/>
                      <a:pt x="12" y="49"/>
                      <a:pt x="6" y="46"/>
                    </a:cubicBezTo>
                    <a:moveTo>
                      <a:pt x="48" y="0"/>
                    </a:moveTo>
                    <a:cubicBezTo>
                      <a:pt x="39" y="9"/>
                      <a:pt x="39" y="9"/>
                      <a:pt x="39" y="9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5"/>
                      <a:pt x="45" y="6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8" name="Freeform 438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close/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9" name="Freeform 439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0" name="Freeform 440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1" name="Freeform 441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2" name="Freeform 442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3" name="Freeform 443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4" name="Freeform 444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close/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5" name="Freeform 445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6" name="Freeform 446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7" name="Freeform 447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8" name="Freeform 448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close/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close/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9" name="Freeform 449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0" name="Freeform 450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close/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1" name="Freeform 451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2" name="Freeform 452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close/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close/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3" name="Freeform 453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4" name="Freeform 454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5" name="Freeform 455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6" name="Freeform 456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7" name="Freeform 457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8" name="Freeform 458"/>
              <p:cNvSpPr>
                <a:spLocks noEditPoints="1"/>
              </p:cNvSpPr>
              <p:nvPr userDrawn="1"/>
            </p:nvSpPr>
            <p:spPr bwMode="auto">
              <a:xfrm>
                <a:off x="2938" y="1447"/>
                <a:ext cx="183" cy="38"/>
              </a:xfrm>
              <a:custGeom>
                <a:avLst/>
                <a:gdLst>
                  <a:gd name="T0" fmla="*/ 114 w 148"/>
                  <a:gd name="T1" fmla="*/ 18 h 31"/>
                  <a:gd name="T2" fmla="*/ 99 w 148"/>
                  <a:gd name="T3" fmla="*/ 31 h 31"/>
                  <a:gd name="T4" fmla="*/ 99 w 148"/>
                  <a:gd name="T5" fmla="*/ 31 h 31"/>
                  <a:gd name="T6" fmla="*/ 148 w 148"/>
                  <a:gd name="T7" fmla="*/ 23 h 31"/>
                  <a:gd name="T8" fmla="*/ 114 w 148"/>
                  <a:gd name="T9" fmla="*/ 18 h 31"/>
                  <a:gd name="T10" fmla="*/ 64 w 148"/>
                  <a:gd name="T11" fmla="*/ 10 h 31"/>
                  <a:gd name="T12" fmla="*/ 64 w 148"/>
                  <a:gd name="T13" fmla="*/ 10 h 31"/>
                  <a:gd name="T14" fmla="*/ 65 w 148"/>
                  <a:gd name="T15" fmla="*/ 10 h 31"/>
                  <a:gd name="T16" fmla="*/ 64 w 148"/>
                  <a:gd name="T17" fmla="*/ 10 h 31"/>
                  <a:gd name="T18" fmla="*/ 0 w 148"/>
                  <a:gd name="T19" fmla="*/ 0 h 31"/>
                  <a:gd name="T20" fmla="*/ 4 w 148"/>
                  <a:gd name="T21" fmla="*/ 1 h 31"/>
                  <a:gd name="T22" fmla="*/ 5 w 148"/>
                  <a:gd name="T23" fmla="*/ 1 h 31"/>
                  <a:gd name="T24" fmla="*/ 0 w 148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8" h="31">
                    <a:moveTo>
                      <a:pt x="114" y="18"/>
                    </a:move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37" y="22"/>
                      <a:pt x="126" y="20"/>
                      <a:pt x="114" y="18"/>
                    </a:cubicBezTo>
                    <a:moveTo>
                      <a:pt x="64" y="10"/>
                    </a:moveTo>
                    <a:cubicBezTo>
                      <a:pt x="64" y="10"/>
                      <a:pt x="64" y="10"/>
                      <a:pt x="64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10"/>
                      <a:pt x="65" y="10"/>
                      <a:pt x="64" y="10"/>
                    </a:cubicBezTo>
                    <a:moveTo>
                      <a:pt x="0" y="0"/>
                    </a:moveTo>
                    <a:cubicBezTo>
                      <a:pt x="1" y="0"/>
                      <a:pt x="2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9" name="Freeform 459"/>
              <p:cNvSpPr>
                <a:spLocks noEditPoints="1"/>
              </p:cNvSpPr>
              <p:nvPr userDrawn="1"/>
            </p:nvSpPr>
            <p:spPr bwMode="auto">
              <a:xfrm>
                <a:off x="2915" y="1434"/>
                <a:ext cx="206" cy="51"/>
              </a:xfrm>
              <a:custGeom>
                <a:avLst/>
                <a:gdLst>
                  <a:gd name="T0" fmla="*/ 78 w 167"/>
                  <a:gd name="T1" fmla="*/ 28 h 41"/>
                  <a:gd name="T2" fmla="*/ 70 w 167"/>
                  <a:gd name="T3" fmla="*/ 41 h 41"/>
                  <a:gd name="T4" fmla="*/ 50 w 167"/>
                  <a:gd name="T5" fmla="*/ 29 h 41"/>
                  <a:gd name="T6" fmla="*/ 70 w 167"/>
                  <a:gd name="T7" fmla="*/ 41 h 41"/>
                  <a:gd name="T8" fmla="*/ 0 w 167"/>
                  <a:gd name="T9" fmla="*/ 41 h 41"/>
                  <a:gd name="T10" fmla="*/ 0 w 167"/>
                  <a:gd name="T11" fmla="*/ 41 h 41"/>
                  <a:gd name="T12" fmla="*/ 118 w 167"/>
                  <a:gd name="T13" fmla="*/ 41 h 41"/>
                  <a:gd name="T14" fmla="*/ 78 w 167"/>
                  <a:gd name="T15" fmla="*/ 28 h 41"/>
                  <a:gd name="T16" fmla="*/ 167 w 167"/>
                  <a:gd name="T17" fmla="*/ 0 h 41"/>
                  <a:gd name="T18" fmla="*/ 84 w 167"/>
                  <a:gd name="T19" fmla="*/ 20 h 41"/>
                  <a:gd name="T20" fmla="*/ 133 w 167"/>
                  <a:gd name="T21" fmla="*/ 28 h 41"/>
                  <a:gd name="T22" fmla="*/ 167 w 167"/>
                  <a:gd name="T2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7" h="41">
                    <a:moveTo>
                      <a:pt x="78" y="28"/>
                    </a:moveTo>
                    <a:cubicBezTo>
                      <a:pt x="70" y="41"/>
                      <a:pt x="70" y="41"/>
                      <a:pt x="70" y="41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35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05" y="37"/>
                      <a:pt x="91" y="32"/>
                      <a:pt x="78" y="28"/>
                    </a:cubicBezTo>
                    <a:moveTo>
                      <a:pt x="167" y="0"/>
                    </a:moveTo>
                    <a:cubicBezTo>
                      <a:pt x="84" y="20"/>
                      <a:pt x="84" y="20"/>
                      <a:pt x="84" y="20"/>
                    </a:cubicBezTo>
                    <a:cubicBezTo>
                      <a:pt x="100" y="23"/>
                      <a:pt x="117" y="25"/>
                      <a:pt x="133" y="28"/>
                    </a:cubicBezTo>
                    <a:cubicBezTo>
                      <a:pt x="167" y="0"/>
                      <a:pt x="167" y="0"/>
                      <a:pt x="1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0" name="Freeform 460"/>
              <p:cNvSpPr>
                <a:spLocks/>
              </p:cNvSpPr>
              <p:nvPr userDrawn="1"/>
            </p:nvSpPr>
            <p:spPr bwMode="auto">
              <a:xfrm>
                <a:off x="3011" y="1459"/>
                <a:ext cx="68" cy="26"/>
              </a:xfrm>
              <a:custGeom>
                <a:avLst/>
                <a:gdLst>
                  <a:gd name="T0" fmla="*/ 6 w 55"/>
                  <a:gd name="T1" fmla="*/ 0 h 21"/>
                  <a:gd name="T2" fmla="*/ 5 w 55"/>
                  <a:gd name="T3" fmla="*/ 0 h 21"/>
                  <a:gd name="T4" fmla="*/ 0 w 55"/>
                  <a:gd name="T5" fmla="*/ 8 h 21"/>
                  <a:gd name="T6" fmla="*/ 40 w 55"/>
                  <a:gd name="T7" fmla="*/ 21 h 21"/>
                  <a:gd name="T8" fmla="*/ 40 w 55"/>
                  <a:gd name="T9" fmla="*/ 21 h 21"/>
                  <a:gd name="T10" fmla="*/ 55 w 55"/>
                  <a:gd name="T11" fmla="*/ 8 h 21"/>
                  <a:gd name="T12" fmla="*/ 6 w 5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21">
                    <a:moveTo>
                      <a:pt x="6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3" y="12"/>
                      <a:pt x="27" y="17"/>
                      <a:pt x="40" y="21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39" y="5"/>
                      <a:pt x="22" y="3"/>
                      <a:pt x="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1" name="Freeform 461"/>
              <p:cNvSpPr>
                <a:spLocks/>
              </p:cNvSpPr>
              <p:nvPr userDrawn="1"/>
            </p:nvSpPr>
            <p:spPr bwMode="auto">
              <a:xfrm>
                <a:off x="2834" y="1449"/>
                <a:ext cx="142" cy="36"/>
              </a:xfrm>
              <a:custGeom>
                <a:avLst/>
                <a:gdLst>
                  <a:gd name="T0" fmla="*/ 87 w 115"/>
                  <a:gd name="T1" fmla="*/ 0 h 29"/>
                  <a:gd name="T2" fmla="*/ 63 w 115"/>
                  <a:gd name="T3" fmla="*/ 8 h 29"/>
                  <a:gd name="T4" fmla="*/ 65 w 115"/>
                  <a:gd name="T5" fmla="*/ 29 h 29"/>
                  <a:gd name="T6" fmla="*/ 0 w 115"/>
                  <a:gd name="T7" fmla="*/ 29 h 29"/>
                  <a:gd name="T8" fmla="*/ 65 w 115"/>
                  <a:gd name="T9" fmla="*/ 29 h 29"/>
                  <a:gd name="T10" fmla="*/ 115 w 115"/>
                  <a:gd name="T11" fmla="*/ 17 h 29"/>
                  <a:gd name="T12" fmla="*/ 87 w 115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29">
                    <a:moveTo>
                      <a:pt x="87" y="0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3" y="29"/>
                      <a:pt x="65" y="29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87" y="0"/>
                      <a:pt x="87" y="0"/>
                      <a:pt x="8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2" name="Freeform 462"/>
              <p:cNvSpPr>
                <a:spLocks/>
              </p:cNvSpPr>
              <p:nvPr userDrawn="1"/>
            </p:nvSpPr>
            <p:spPr bwMode="auto">
              <a:xfrm>
                <a:off x="2915" y="1470"/>
                <a:ext cx="86" cy="15"/>
              </a:xfrm>
              <a:custGeom>
                <a:avLst/>
                <a:gdLst>
                  <a:gd name="T0" fmla="*/ 50 w 70"/>
                  <a:gd name="T1" fmla="*/ 0 h 12"/>
                  <a:gd name="T2" fmla="*/ 0 w 70"/>
                  <a:gd name="T3" fmla="*/ 12 h 12"/>
                  <a:gd name="T4" fmla="*/ 70 w 70"/>
                  <a:gd name="T5" fmla="*/ 12 h 12"/>
                  <a:gd name="T6" fmla="*/ 50 w 70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0" h="12">
                    <a:moveTo>
                      <a:pt x="5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35" y="12"/>
                      <a:pt x="70" y="12"/>
                      <a:pt x="70" y="12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3" name="Freeform 463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4" name="Freeform 464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5" name="Freeform 465"/>
              <p:cNvSpPr>
                <a:spLocks/>
              </p:cNvSpPr>
              <p:nvPr userDrawn="1"/>
            </p:nvSpPr>
            <p:spPr bwMode="auto">
              <a:xfrm>
                <a:off x="1891" y="464"/>
                <a:ext cx="62" cy="93"/>
              </a:xfrm>
              <a:custGeom>
                <a:avLst/>
                <a:gdLst>
                  <a:gd name="T0" fmla="*/ 0 w 50"/>
                  <a:gd name="T1" fmla="*/ 0 h 75"/>
                  <a:gd name="T2" fmla="*/ 31 w 50"/>
                  <a:gd name="T3" fmla="*/ 74 h 75"/>
                  <a:gd name="T4" fmla="*/ 31 w 50"/>
                  <a:gd name="T5" fmla="*/ 75 h 75"/>
                  <a:gd name="T6" fmla="*/ 50 w 50"/>
                  <a:gd name="T7" fmla="*/ 46 h 75"/>
                  <a:gd name="T8" fmla="*/ 0 w 5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75">
                    <a:moveTo>
                      <a:pt x="0" y="0"/>
                    </a:moveTo>
                    <a:cubicBezTo>
                      <a:pt x="0" y="0"/>
                      <a:pt x="31" y="70"/>
                      <a:pt x="31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3" y="75"/>
                      <a:pt x="50" y="46"/>
                      <a:pt x="50" y="4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6" name="Freeform 466"/>
              <p:cNvSpPr>
                <a:spLocks noEditPoints="1"/>
              </p:cNvSpPr>
              <p:nvPr userDrawn="1"/>
            </p:nvSpPr>
            <p:spPr bwMode="auto">
              <a:xfrm>
                <a:off x="1762" y="408"/>
                <a:ext cx="129" cy="56"/>
              </a:xfrm>
              <a:custGeom>
                <a:avLst/>
                <a:gdLst>
                  <a:gd name="T0" fmla="*/ 15 w 104"/>
                  <a:gd name="T1" fmla="*/ 15 h 45"/>
                  <a:gd name="T2" fmla="*/ 0 w 104"/>
                  <a:gd name="T3" fmla="*/ 27 h 45"/>
                  <a:gd name="T4" fmla="*/ 1 w 104"/>
                  <a:gd name="T5" fmla="*/ 27 h 45"/>
                  <a:gd name="T6" fmla="*/ 0 w 104"/>
                  <a:gd name="T7" fmla="*/ 30 h 45"/>
                  <a:gd name="T8" fmla="*/ 46 w 104"/>
                  <a:gd name="T9" fmla="*/ 37 h 45"/>
                  <a:gd name="T10" fmla="*/ 15 w 104"/>
                  <a:gd name="T11" fmla="*/ 15 h 45"/>
                  <a:gd name="T12" fmla="*/ 32 w 104"/>
                  <a:gd name="T13" fmla="*/ 0 h 45"/>
                  <a:gd name="T14" fmla="*/ 50 w 104"/>
                  <a:gd name="T15" fmla="*/ 37 h 45"/>
                  <a:gd name="T16" fmla="*/ 104 w 104"/>
                  <a:gd name="T17" fmla="*/ 45 h 45"/>
                  <a:gd name="T18" fmla="*/ 32 w 104"/>
                  <a:gd name="T1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45">
                    <a:moveTo>
                      <a:pt x="15" y="15"/>
                    </a:moveTo>
                    <a:cubicBezTo>
                      <a:pt x="10" y="19"/>
                      <a:pt x="5" y="23"/>
                      <a:pt x="0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15" y="32"/>
                      <a:pt x="31" y="34"/>
                      <a:pt x="46" y="37"/>
                    </a:cubicBezTo>
                    <a:cubicBezTo>
                      <a:pt x="15" y="15"/>
                      <a:pt x="15" y="15"/>
                      <a:pt x="15" y="15"/>
                    </a:cubicBezTo>
                    <a:moveTo>
                      <a:pt x="32" y="0"/>
                    </a:moveTo>
                    <a:cubicBezTo>
                      <a:pt x="50" y="37"/>
                      <a:pt x="50" y="37"/>
                      <a:pt x="50" y="37"/>
                    </a:cubicBezTo>
                    <a:cubicBezTo>
                      <a:pt x="68" y="40"/>
                      <a:pt x="86" y="42"/>
                      <a:pt x="104" y="45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7" name="Freeform 467"/>
              <p:cNvSpPr>
                <a:spLocks noEditPoints="1"/>
              </p:cNvSpPr>
              <p:nvPr userDrawn="1"/>
            </p:nvSpPr>
            <p:spPr bwMode="auto">
              <a:xfrm>
                <a:off x="1709" y="376"/>
                <a:ext cx="116" cy="82"/>
              </a:xfrm>
              <a:custGeom>
                <a:avLst/>
                <a:gdLst>
                  <a:gd name="T0" fmla="*/ 89 w 94"/>
                  <a:gd name="T1" fmla="*/ 63 h 66"/>
                  <a:gd name="T2" fmla="*/ 94 w 94"/>
                  <a:gd name="T3" fmla="*/ 66 h 66"/>
                  <a:gd name="T4" fmla="*/ 93 w 94"/>
                  <a:gd name="T5" fmla="*/ 63 h 66"/>
                  <a:gd name="T6" fmla="*/ 89 w 94"/>
                  <a:gd name="T7" fmla="*/ 63 h 66"/>
                  <a:gd name="T8" fmla="*/ 0 w 94"/>
                  <a:gd name="T9" fmla="*/ 0 h 66"/>
                  <a:gd name="T10" fmla="*/ 10 w 94"/>
                  <a:gd name="T11" fmla="*/ 7 h 66"/>
                  <a:gd name="T12" fmla="*/ 47 w 94"/>
                  <a:gd name="T13" fmla="*/ 16 h 66"/>
                  <a:gd name="T14" fmla="*/ 43 w 94"/>
                  <a:gd name="T15" fmla="*/ 30 h 66"/>
                  <a:gd name="T16" fmla="*/ 58 w 94"/>
                  <a:gd name="T17" fmla="*/ 41 h 66"/>
                  <a:gd name="T18" fmla="*/ 75 w 94"/>
                  <a:gd name="T19" fmla="*/ 26 h 66"/>
                  <a:gd name="T20" fmla="*/ 75 w 94"/>
                  <a:gd name="T21" fmla="*/ 26 h 66"/>
                  <a:gd name="T22" fmla="*/ 0 w 94"/>
                  <a:gd name="T2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66">
                    <a:moveTo>
                      <a:pt x="89" y="63"/>
                    </a:moveTo>
                    <a:cubicBezTo>
                      <a:pt x="94" y="66"/>
                      <a:pt x="94" y="66"/>
                      <a:pt x="94" y="66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1" y="63"/>
                      <a:pt x="90" y="63"/>
                      <a:pt x="89" y="63"/>
                    </a:cubicBezTo>
                    <a:moveTo>
                      <a:pt x="0" y="0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64" y="36"/>
                      <a:pt x="70" y="31"/>
                      <a:pt x="75" y="26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8" name="Freeform 468"/>
              <p:cNvSpPr>
                <a:spLocks/>
              </p:cNvSpPr>
              <p:nvPr userDrawn="1"/>
            </p:nvSpPr>
            <p:spPr bwMode="auto">
              <a:xfrm>
                <a:off x="1781" y="408"/>
                <a:ext cx="43" cy="46"/>
              </a:xfrm>
              <a:custGeom>
                <a:avLst/>
                <a:gdLst>
                  <a:gd name="T0" fmla="*/ 17 w 35"/>
                  <a:gd name="T1" fmla="*/ 0 h 37"/>
                  <a:gd name="T2" fmla="*/ 0 w 35"/>
                  <a:gd name="T3" fmla="*/ 15 h 37"/>
                  <a:gd name="T4" fmla="*/ 31 w 35"/>
                  <a:gd name="T5" fmla="*/ 37 h 37"/>
                  <a:gd name="T6" fmla="*/ 35 w 35"/>
                  <a:gd name="T7" fmla="*/ 37 h 37"/>
                  <a:gd name="T8" fmla="*/ 17 w 35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7">
                    <a:moveTo>
                      <a:pt x="17" y="0"/>
                    </a:moveTo>
                    <a:cubicBezTo>
                      <a:pt x="12" y="5"/>
                      <a:pt x="6" y="10"/>
                      <a:pt x="0" y="15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7"/>
                      <a:pt x="35" y="37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9" name="Freeform 469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0" name="Freeform 470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1" name="Freeform 471"/>
              <p:cNvSpPr>
                <a:spLocks noEditPoints="1"/>
              </p:cNvSpPr>
              <p:nvPr userDrawn="1"/>
            </p:nvSpPr>
            <p:spPr bwMode="auto">
              <a:xfrm>
                <a:off x="1465" y="361"/>
                <a:ext cx="144" cy="52"/>
              </a:xfrm>
              <a:custGeom>
                <a:avLst/>
                <a:gdLst>
                  <a:gd name="T0" fmla="*/ 45 w 116"/>
                  <a:gd name="T1" fmla="*/ 26 h 42"/>
                  <a:gd name="T2" fmla="*/ 16 w 116"/>
                  <a:gd name="T3" fmla="*/ 28 h 42"/>
                  <a:gd name="T4" fmla="*/ 0 w 116"/>
                  <a:gd name="T5" fmla="*/ 42 h 42"/>
                  <a:gd name="T6" fmla="*/ 45 w 116"/>
                  <a:gd name="T7" fmla="*/ 26 h 42"/>
                  <a:gd name="T8" fmla="*/ 116 w 116"/>
                  <a:gd name="T9" fmla="*/ 0 h 42"/>
                  <a:gd name="T10" fmla="*/ 36 w 116"/>
                  <a:gd name="T11" fmla="*/ 9 h 42"/>
                  <a:gd name="T12" fmla="*/ 55 w 116"/>
                  <a:gd name="T13" fmla="*/ 22 h 42"/>
                  <a:gd name="T14" fmla="*/ 116 w 116"/>
                  <a:gd name="T15" fmla="*/ 0 h 42"/>
                  <a:gd name="T16" fmla="*/ 116 w 116"/>
                  <a:gd name="T1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42">
                    <a:moveTo>
                      <a:pt x="45" y="26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1" y="33"/>
                      <a:pt x="6" y="38"/>
                      <a:pt x="0" y="42"/>
                    </a:cubicBezTo>
                    <a:cubicBezTo>
                      <a:pt x="15" y="37"/>
                      <a:pt x="30" y="32"/>
                      <a:pt x="45" y="26"/>
                    </a:cubicBezTo>
                    <a:moveTo>
                      <a:pt x="116" y="0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76" y="15"/>
                      <a:pt x="96" y="7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2" name="Freeform 472"/>
              <p:cNvSpPr>
                <a:spLocks/>
              </p:cNvSpPr>
              <p:nvPr userDrawn="1"/>
            </p:nvSpPr>
            <p:spPr bwMode="auto">
              <a:xfrm>
                <a:off x="2491" y="240"/>
                <a:ext cx="56" cy="74"/>
              </a:xfrm>
              <a:custGeom>
                <a:avLst/>
                <a:gdLst>
                  <a:gd name="T0" fmla="*/ 0 w 45"/>
                  <a:gd name="T1" fmla="*/ 0 h 60"/>
                  <a:gd name="T2" fmla="*/ 35 w 45"/>
                  <a:gd name="T3" fmla="*/ 60 h 60"/>
                  <a:gd name="T4" fmla="*/ 45 w 45"/>
                  <a:gd name="T5" fmla="*/ 40 h 60"/>
                  <a:gd name="T6" fmla="*/ 0 w 45"/>
                  <a:gd name="T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60">
                    <a:moveTo>
                      <a:pt x="0" y="0"/>
                    </a:moveTo>
                    <a:cubicBezTo>
                      <a:pt x="35" y="60"/>
                      <a:pt x="35" y="60"/>
                      <a:pt x="35" y="6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30" y="26"/>
                      <a:pt x="15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3" name="Freeform 473"/>
              <p:cNvSpPr>
                <a:spLocks/>
              </p:cNvSpPr>
              <p:nvPr userDrawn="1"/>
            </p:nvSpPr>
            <p:spPr bwMode="auto">
              <a:xfrm>
                <a:off x="2491" y="240"/>
                <a:ext cx="61" cy="49"/>
              </a:xfrm>
              <a:custGeom>
                <a:avLst/>
                <a:gdLst>
                  <a:gd name="T0" fmla="*/ 0 w 49"/>
                  <a:gd name="T1" fmla="*/ 0 h 40"/>
                  <a:gd name="T2" fmla="*/ 0 w 49"/>
                  <a:gd name="T3" fmla="*/ 0 h 40"/>
                  <a:gd name="T4" fmla="*/ 45 w 49"/>
                  <a:gd name="T5" fmla="*/ 40 h 40"/>
                  <a:gd name="T6" fmla="*/ 49 w 49"/>
                  <a:gd name="T7" fmla="*/ 32 h 40"/>
                  <a:gd name="T8" fmla="*/ 0 w 4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13"/>
                      <a:pt x="30" y="26"/>
                      <a:pt x="45" y="40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4" name="Freeform 474"/>
              <p:cNvSpPr>
                <a:spLocks/>
              </p:cNvSpPr>
              <p:nvPr userDrawn="1"/>
            </p:nvSpPr>
            <p:spPr bwMode="auto">
              <a:xfrm>
                <a:off x="2395" y="263"/>
                <a:ext cx="44" cy="46"/>
              </a:xfrm>
              <a:custGeom>
                <a:avLst/>
                <a:gdLst>
                  <a:gd name="T0" fmla="*/ 10 w 36"/>
                  <a:gd name="T1" fmla="*/ 0 h 37"/>
                  <a:gd name="T2" fmla="*/ 0 w 36"/>
                  <a:gd name="T3" fmla="*/ 3 h 37"/>
                  <a:gd name="T4" fmla="*/ 1 w 36"/>
                  <a:gd name="T5" fmla="*/ 37 h 37"/>
                  <a:gd name="T6" fmla="*/ 36 w 36"/>
                  <a:gd name="T7" fmla="*/ 12 h 37"/>
                  <a:gd name="T8" fmla="*/ 10 w 3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7">
                    <a:moveTo>
                      <a:pt x="1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14"/>
                      <a:pt x="1" y="26"/>
                      <a:pt x="1" y="37"/>
                    </a:cubicBezTo>
                    <a:cubicBezTo>
                      <a:pt x="13" y="29"/>
                      <a:pt x="24" y="20"/>
                      <a:pt x="36" y="12"/>
                    </a:cubicBezTo>
                    <a:cubicBezTo>
                      <a:pt x="27" y="8"/>
                      <a:pt x="19" y="4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5" name="Freeform 475"/>
              <p:cNvSpPr>
                <a:spLocks/>
              </p:cNvSpPr>
              <p:nvPr userDrawn="1"/>
            </p:nvSpPr>
            <p:spPr bwMode="auto">
              <a:xfrm>
                <a:off x="2407" y="240"/>
                <a:ext cx="84" cy="38"/>
              </a:xfrm>
              <a:custGeom>
                <a:avLst/>
                <a:gdLst>
                  <a:gd name="T0" fmla="*/ 68 w 68"/>
                  <a:gd name="T1" fmla="*/ 0 h 31"/>
                  <a:gd name="T2" fmla="*/ 68 w 68"/>
                  <a:gd name="T3" fmla="*/ 0 h 31"/>
                  <a:gd name="T4" fmla="*/ 0 w 68"/>
                  <a:gd name="T5" fmla="*/ 19 h 31"/>
                  <a:gd name="T6" fmla="*/ 26 w 68"/>
                  <a:gd name="T7" fmla="*/ 31 h 31"/>
                  <a:gd name="T8" fmla="*/ 68 w 6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1">
                    <a:moveTo>
                      <a:pt x="68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9" y="23"/>
                      <a:pt x="17" y="27"/>
                      <a:pt x="26" y="31"/>
                    </a:cubicBezTo>
                    <a:cubicBezTo>
                      <a:pt x="40" y="20"/>
                      <a:pt x="54" y="10"/>
                      <a:pt x="6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6" name="Freeform 476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7" name="Freeform 477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8" name="Freeform 478"/>
              <p:cNvSpPr>
                <a:spLocks noEditPoints="1"/>
              </p:cNvSpPr>
              <p:nvPr userDrawn="1"/>
            </p:nvSpPr>
            <p:spPr bwMode="auto">
              <a:xfrm>
                <a:off x="2825" y="784"/>
                <a:ext cx="102" cy="129"/>
              </a:xfrm>
              <a:custGeom>
                <a:avLst/>
                <a:gdLst>
                  <a:gd name="T0" fmla="*/ 65 w 82"/>
                  <a:gd name="T1" fmla="*/ 8 h 104"/>
                  <a:gd name="T2" fmla="*/ 0 w 82"/>
                  <a:gd name="T3" fmla="*/ 35 h 104"/>
                  <a:gd name="T4" fmla="*/ 10 w 82"/>
                  <a:gd name="T5" fmla="*/ 104 h 104"/>
                  <a:gd name="T6" fmla="*/ 52 w 82"/>
                  <a:gd name="T7" fmla="*/ 44 h 104"/>
                  <a:gd name="T8" fmla="*/ 52 w 82"/>
                  <a:gd name="T9" fmla="*/ 43 h 104"/>
                  <a:gd name="T10" fmla="*/ 67 w 82"/>
                  <a:gd name="T11" fmla="*/ 22 h 104"/>
                  <a:gd name="T12" fmla="*/ 65 w 82"/>
                  <a:gd name="T13" fmla="*/ 8 h 104"/>
                  <a:gd name="T14" fmla="*/ 82 w 82"/>
                  <a:gd name="T15" fmla="*/ 0 h 104"/>
                  <a:gd name="T16" fmla="*/ 78 w 82"/>
                  <a:gd name="T17" fmla="*/ 2 h 104"/>
                  <a:gd name="T18" fmla="*/ 77 w 82"/>
                  <a:gd name="T19" fmla="*/ 8 h 104"/>
                  <a:gd name="T20" fmla="*/ 82 w 82"/>
                  <a:gd name="T21" fmla="*/ 0 h 104"/>
                  <a:gd name="T22" fmla="*/ 82 w 82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" h="104">
                    <a:moveTo>
                      <a:pt x="65" y="8"/>
                    </a:moveTo>
                    <a:cubicBezTo>
                      <a:pt x="43" y="17"/>
                      <a:pt x="22" y="26"/>
                      <a:pt x="0" y="35"/>
                    </a:cubicBezTo>
                    <a:cubicBezTo>
                      <a:pt x="3" y="58"/>
                      <a:pt x="7" y="81"/>
                      <a:pt x="10" y="104"/>
                    </a:cubicBezTo>
                    <a:cubicBezTo>
                      <a:pt x="24" y="84"/>
                      <a:pt x="38" y="64"/>
                      <a:pt x="52" y="44"/>
                    </a:cubicBezTo>
                    <a:cubicBezTo>
                      <a:pt x="52" y="43"/>
                      <a:pt x="52" y="43"/>
                      <a:pt x="52" y="43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5" y="8"/>
                      <a:pt x="65" y="8"/>
                      <a:pt x="65" y="8"/>
                    </a:cubicBezTo>
                    <a:moveTo>
                      <a:pt x="82" y="0"/>
                    </a:moveTo>
                    <a:cubicBezTo>
                      <a:pt x="81" y="1"/>
                      <a:pt x="79" y="2"/>
                      <a:pt x="78" y="2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9" name="Freeform 479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55"/>
              </a:xfrm>
              <a:custGeom>
                <a:avLst/>
                <a:gdLst>
                  <a:gd name="T0" fmla="*/ 15 w 30"/>
                  <a:gd name="T1" fmla="*/ 22 h 44"/>
                  <a:gd name="T2" fmla="*/ 0 w 30"/>
                  <a:gd name="T3" fmla="*/ 43 h 44"/>
                  <a:gd name="T4" fmla="*/ 0 w 30"/>
                  <a:gd name="T5" fmla="*/ 44 h 44"/>
                  <a:gd name="T6" fmla="*/ 15 w 30"/>
                  <a:gd name="T7" fmla="*/ 22 h 44"/>
                  <a:gd name="T8" fmla="*/ 15 w 30"/>
                  <a:gd name="T9" fmla="*/ 22 h 44"/>
                  <a:gd name="T10" fmla="*/ 30 w 30"/>
                  <a:gd name="T11" fmla="*/ 0 h 44"/>
                  <a:gd name="T12" fmla="*/ 25 w 30"/>
                  <a:gd name="T13" fmla="*/ 8 h 44"/>
                  <a:gd name="T14" fmla="*/ 25 w 30"/>
                  <a:gd name="T15" fmla="*/ 8 h 44"/>
                  <a:gd name="T16" fmla="*/ 30 w 30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44">
                    <a:moveTo>
                      <a:pt x="15" y="22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5" y="36"/>
                      <a:pt x="10" y="29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7" y="5"/>
                      <a:pt x="29" y="3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0" name="Freeform 480"/>
              <p:cNvSpPr>
                <a:spLocks/>
              </p:cNvSpPr>
              <p:nvPr userDrawn="1"/>
            </p:nvSpPr>
            <p:spPr bwMode="auto">
              <a:xfrm>
                <a:off x="2906" y="787"/>
                <a:ext cx="16" cy="25"/>
              </a:xfrm>
              <a:custGeom>
                <a:avLst/>
                <a:gdLst>
                  <a:gd name="T0" fmla="*/ 13 w 13"/>
                  <a:gd name="T1" fmla="*/ 0 h 20"/>
                  <a:gd name="T2" fmla="*/ 0 w 13"/>
                  <a:gd name="T3" fmla="*/ 6 h 20"/>
                  <a:gd name="T4" fmla="*/ 2 w 13"/>
                  <a:gd name="T5" fmla="*/ 20 h 20"/>
                  <a:gd name="T6" fmla="*/ 12 w 13"/>
                  <a:gd name="T7" fmla="*/ 6 h 20"/>
                  <a:gd name="T8" fmla="*/ 13 w 13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0"/>
                    </a:moveTo>
                    <a:cubicBezTo>
                      <a:pt x="8" y="2"/>
                      <a:pt x="4" y="4"/>
                      <a:pt x="0" y="6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1" name="Freeform 481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18"/>
              </a:xfrm>
              <a:custGeom>
                <a:avLst/>
                <a:gdLst>
                  <a:gd name="T0" fmla="*/ 10 w 10"/>
                  <a:gd name="T1" fmla="*/ 0 h 14"/>
                  <a:gd name="T2" fmla="*/ 0 w 10"/>
                  <a:gd name="T3" fmla="*/ 14 h 14"/>
                  <a:gd name="T4" fmla="*/ 0 w 10"/>
                  <a:gd name="T5" fmla="*/ 14 h 14"/>
                  <a:gd name="T6" fmla="*/ 10 w 10"/>
                  <a:gd name="T7" fmla="*/ 0 h 14"/>
                  <a:gd name="T8" fmla="*/ 10 w 10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1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" y="9"/>
                      <a:pt x="7" y="4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2" name="Freeform 482"/>
              <p:cNvSpPr>
                <a:spLocks/>
              </p:cNvSpPr>
              <p:nvPr userDrawn="1"/>
            </p:nvSpPr>
            <p:spPr bwMode="auto">
              <a:xfrm>
                <a:off x="2832" y="656"/>
                <a:ext cx="53" cy="143"/>
              </a:xfrm>
              <a:custGeom>
                <a:avLst/>
                <a:gdLst>
                  <a:gd name="T0" fmla="*/ 43 w 43"/>
                  <a:gd name="T1" fmla="*/ 0 h 116"/>
                  <a:gd name="T2" fmla="*/ 0 w 43"/>
                  <a:gd name="T3" fmla="*/ 85 h 116"/>
                  <a:gd name="T4" fmla="*/ 27 w 43"/>
                  <a:gd name="T5" fmla="*/ 116 h 116"/>
                  <a:gd name="T6" fmla="*/ 43 w 43"/>
                  <a:gd name="T7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116">
                    <a:moveTo>
                      <a:pt x="43" y="0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9" y="95"/>
                      <a:pt x="18" y="106"/>
                      <a:pt x="27" y="116"/>
                    </a:cubicBezTo>
                    <a:cubicBezTo>
                      <a:pt x="32" y="77"/>
                      <a:pt x="37" y="39"/>
                      <a:pt x="4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3" name="Freeform 483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4" name="Freeform 484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5" name="Freeform 485"/>
              <p:cNvSpPr>
                <a:spLocks/>
              </p:cNvSpPr>
              <p:nvPr userDrawn="1"/>
            </p:nvSpPr>
            <p:spPr bwMode="auto">
              <a:xfrm>
                <a:off x="3091" y="1017"/>
                <a:ext cx="168" cy="105"/>
              </a:xfrm>
              <a:custGeom>
                <a:avLst/>
                <a:gdLst>
                  <a:gd name="T0" fmla="*/ 54 w 135"/>
                  <a:gd name="T1" fmla="*/ 0 h 85"/>
                  <a:gd name="T2" fmla="*/ 0 w 135"/>
                  <a:gd name="T3" fmla="*/ 36 h 85"/>
                  <a:gd name="T4" fmla="*/ 135 w 135"/>
                  <a:gd name="T5" fmla="*/ 85 h 85"/>
                  <a:gd name="T6" fmla="*/ 54 w 135"/>
                  <a:gd name="T7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5" h="85">
                    <a:moveTo>
                      <a:pt x="54" y="0"/>
                    </a:moveTo>
                    <a:cubicBezTo>
                      <a:pt x="36" y="12"/>
                      <a:pt x="18" y="24"/>
                      <a:pt x="0" y="36"/>
                    </a:cubicBezTo>
                    <a:cubicBezTo>
                      <a:pt x="45" y="52"/>
                      <a:pt x="90" y="69"/>
                      <a:pt x="135" y="85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6" name="Freeform 486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7" name="Freeform 487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8" name="Freeform 488"/>
              <p:cNvSpPr>
                <a:spLocks/>
              </p:cNvSpPr>
              <p:nvPr userDrawn="1"/>
            </p:nvSpPr>
            <p:spPr bwMode="auto">
              <a:xfrm>
                <a:off x="1713" y="442"/>
                <a:ext cx="49" cy="123"/>
              </a:xfrm>
              <a:custGeom>
                <a:avLst/>
                <a:gdLst>
                  <a:gd name="T0" fmla="*/ 40 w 40"/>
                  <a:gd name="T1" fmla="*/ 0 h 100"/>
                  <a:gd name="T2" fmla="*/ 34 w 40"/>
                  <a:gd name="T3" fmla="*/ 2 h 100"/>
                  <a:gd name="T4" fmla="*/ 34 w 40"/>
                  <a:gd name="T5" fmla="*/ 3 h 100"/>
                  <a:gd name="T6" fmla="*/ 33 w 40"/>
                  <a:gd name="T7" fmla="*/ 2 h 100"/>
                  <a:gd name="T8" fmla="*/ 0 w 40"/>
                  <a:gd name="T9" fmla="*/ 9 h 100"/>
                  <a:gd name="T10" fmla="*/ 17 w 40"/>
                  <a:gd name="T11" fmla="*/ 100 h 100"/>
                  <a:gd name="T12" fmla="*/ 40 w 40"/>
                  <a:gd name="T13" fmla="*/ 3 h 100"/>
                  <a:gd name="T14" fmla="*/ 38 w 40"/>
                  <a:gd name="T15" fmla="*/ 3 h 100"/>
                  <a:gd name="T16" fmla="*/ 40 w 40"/>
                  <a:gd name="T1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00">
                    <a:moveTo>
                      <a:pt x="40" y="0"/>
                    </a:moveTo>
                    <a:cubicBezTo>
                      <a:pt x="34" y="2"/>
                      <a:pt x="34" y="2"/>
                      <a:pt x="34" y="2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7" y="100"/>
                      <a:pt x="17" y="100"/>
                      <a:pt x="17" y="10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3"/>
                      <a:pt x="38" y="3"/>
                      <a:pt x="38" y="3"/>
                    </a:cubicBezTo>
                    <a:cubicBezTo>
                      <a:pt x="38" y="2"/>
                      <a:pt x="39" y="1"/>
                      <a:pt x="4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9" name="Freeform 489"/>
              <p:cNvSpPr>
                <a:spLocks/>
              </p:cNvSpPr>
              <p:nvPr userDrawn="1"/>
            </p:nvSpPr>
            <p:spPr bwMode="auto">
              <a:xfrm>
                <a:off x="1760" y="442"/>
                <a:ext cx="4" cy="3"/>
              </a:xfrm>
              <a:custGeom>
                <a:avLst/>
                <a:gdLst>
                  <a:gd name="T0" fmla="*/ 3 w 3"/>
                  <a:gd name="T1" fmla="*/ 0 h 3"/>
                  <a:gd name="T2" fmla="*/ 2 w 3"/>
                  <a:gd name="T3" fmla="*/ 0 h 3"/>
                  <a:gd name="T4" fmla="*/ 0 w 3"/>
                  <a:gd name="T5" fmla="*/ 3 h 3"/>
                  <a:gd name="T6" fmla="*/ 2 w 3"/>
                  <a:gd name="T7" fmla="*/ 3 h 3"/>
                  <a:gd name="T8" fmla="*/ 3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0" name="Freeform 490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close/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close/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1" name="Freeform 491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2" name="Freeform 492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3" name="Freeform 493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4" name="Freeform 494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5" name="Freeform 495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6" name="Freeform 496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close/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7" name="Freeform 497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8" name="Freeform 498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9" name="Freeform 499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0" name="Freeform 500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1" name="Freeform 501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2" name="Freeform 502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3" name="Freeform 503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4" name="Freeform 504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5" name="Freeform 505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6" name="Freeform 506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7" name="Freeform 507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8" name="Freeform 508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9" name="Freeform 509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0" name="Freeform 510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close/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1" name="Freeform 511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2" name="Freeform 512"/>
              <p:cNvSpPr>
                <a:spLocks noEditPoints="1"/>
              </p:cNvSpPr>
              <p:nvPr userDrawn="1"/>
            </p:nvSpPr>
            <p:spPr bwMode="auto">
              <a:xfrm>
                <a:off x="2942" y="1393"/>
                <a:ext cx="119" cy="77"/>
              </a:xfrm>
              <a:custGeom>
                <a:avLst/>
                <a:gdLst>
                  <a:gd name="T0" fmla="*/ 1 w 96"/>
                  <a:gd name="T1" fmla="*/ 44 h 62"/>
                  <a:gd name="T2" fmla="*/ 0 w 96"/>
                  <a:gd name="T3" fmla="*/ 45 h 62"/>
                  <a:gd name="T4" fmla="*/ 28 w 96"/>
                  <a:gd name="T5" fmla="*/ 62 h 62"/>
                  <a:gd name="T6" fmla="*/ 44 w 96"/>
                  <a:gd name="T7" fmla="*/ 58 h 62"/>
                  <a:gd name="T8" fmla="*/ 1 w 96"/>
                  <a:gd name="T9" fmla="*/ 44 h 62"/>
                  <a:gd name="T10" fmla="*/ 94 w 96"/>
                  <a:gd name="T11" fmla="*/ 3 h 62"/>
                  <a:gd name="T12" fmla="*/ 89 w 96"/>
                  <a:gd name="T13" fmla="*/ 3 h 62"/>
                  <a:gd name="T14" fmla="*/ 2 w 96"/>
                  <a:gd name="T15" fmla="*/ 44 h 62"/>
                  <a:gd name="T16" fmla="*/ 61 w 96"/>
                  <a:gd name="T17" fmla="*/ 53 h 62"/>
                  <a:gd name="T18" fmla="*/ 94 w 96"/>
                  <a:gd name="T19" fmla="*/ 3 h 62"/>
                  <a:gd name="T20" fmla="*/ 96 w 96"/>
                  <a:gd name="T21" fmla="*/ 0 h 62"/>
                  <a:gd name="T22" fmla="*/ 96 w 96"/>
                  <a:gd name="T23" fmla="*/ 0 h 62"/>
                  <a:gd name="T24" fmla="*/ 96 w 96"/>
                  <a:gd name="T25" fmla="*/ 0 h 62"/>
                  <a:gd name="T26" fmla="*/ 96 w 96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2">
                    <a:moveTo>
                      <a:pt x="1" y="44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30" y="53"/>
                      <a:pt x="15" y="49"/>
                      <a:pt x="1" y="44"/>
                    </a:cubicBezTo>
                    <a:moveTo>
                      <a:pt x="94" y="3"/>
                    </a:moveTo>
                    <a:cubicBezTo>
                      <a:pt x="89" y="3"/>
                      <a:pt x="89" y="3"/>
                      <a:pt x="89" y="3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22" y="47"/>
                      <a:pt x="42" y="50"/>
                      <a:pt x="61" y="53"/>
                    </a:cubicBezTo>
                    <a:cubicBezTo>
                      <a:pt x="94" y="3"/>
                      <a:pt x="94" y="3"/>
                      <a:pt x="94" y="3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3" name="Freeform 513"/>
              <p:cNvSpPr>
                <a:spLocks/>
              </p:cNvSpPr>
              <p:nvPr userDrawn="1"/>
            </p:nvSpPr>
            <p:spPr bwMode="auto">
              <a:xfrm>
                <a:off x="2943" y="1448"/>
                <a:ext cx="74" cy="17"/>
              </a:xfrm>
              <a:custGeom>
                <a:avLst/>
                <a:gdLst>
                  <a:gd name="T0" fmla="*/ 1 w 60"/>
                  <a:gd name="T1" fmla="*/ 0 h 14"/>
                  <a:gd name="T2" fmla="*/ 0 w 60"/>
                  <a:gd name="T3" fmla="*/ 0 h 14"/>
                  <a:gd name="T4" fmla="*/ 43 w 60"/>
                  <a:gd name="T5" fmla="*/ 14 h 14"/>
                  <a:gd name="T6" fmla="*/ 60 w 60"/>
                  <a:gd name="T7" fmla="*/ 9 h 14"/>
                  <a:gd name="T8" fmla="*/ 60 w 60"/>
                  <a:gd name="T9" fmla="*/ 9 h 14"/>
                  <a:gd name="T10" fmla="*/ 1 w 60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4" y="5"/>
                      <a:pt x="29" y="9"/>
                      <a:pt x="43" y="14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41" y="6"/>
                      <a:pt x="21" y="3"/>
                      <a:pt x="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4" name="Freeform 514"/>
              <p:cNvSpPr>
                <a:spLocks/>
              </p:cNvSpPr>
              <p:nvPr userDrawn="1"/>
            </p:nvSpPr>
            <p:spPr bwMode="auto">
              <a:xfrm>
                <a:off x="2976" y="1465"/>
                <a:ext cx="35" cy="20"/>
              </a:xfrm>
              <a:custGeom>
                <a:avLst/>
                <a:gdLst>
                  <a:gd name="T0" fmla="*/ 16 w 28"/>
                  <a:gd name="T1" fmla="*/ 0 h 16"/>
                  <a:gd name="T2" fmla="*/ 0 w 28"/>
                  <a:gd name="T3" fmla="*/ 4 h 16"/>
                  <a:gd name="T4" fmla="*/ 20 w 28"/>
                  <a:gd name="T5" fmla="*/ 16 h 16"/>
                  <a:gd name="T6" fmla="*/ 28 w 28"/>
                  <a:gd name="T7" fmla="*/ 3 h 16"/>
                  <a:gd name="T8" fmla="*/ 16 w 28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16">
                    <a:moveTo>
                      <a:pt x="16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4" y="2"/>
                      <a:pt x="20" y="1"/>
                      <a:pt x="1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5" name="Freeform 515"/>
              <p:cNvSpPr>
                <a:spLocks/>
              </p:cNvSpPr>
              <p:nvPr userDrawn="1"/>
            </p:nvSpPr>
            <p:spPr bwMode="auto">
              <a:xfrm>
                <a:off x="2996" y="1459"/>
                <a:ext cx="21" cy="10"/>
              </a:xfrm>
              <a:custGeom>
                <a:avLst/>
                <a:gdLst>
                  <a:gd name="T0" fmla="*/ 17 w 17"/>
                  <a:gd name="T1" fmla="*/ 0 h 8"/>
                  <a:gd name="T2" fmla="*/ 0 w 17"/>
                  <a:gd name="T3" fmla="*/ 5 h 8"/>
                  <a:gd name="T4" fmla="*/ 12 w 17"/>
                  <a:gd name="T5" fmla="*/ 8 h 8"/>
                  <a:gd name="T6" fmla="*/ 17 w 17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17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6" name="Freeform 516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7" name="Freeform 517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8" name="Freeform 518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close/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9" name="Freeform 519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0" name="Freeform 520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1" name="Freeform 521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2" name="Freeform 522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3" name="Freeform 523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4" name="Freeform 524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5" name="Freeform 525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6" name="Freeform 526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7" name="Freeform 527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8" name="Freeform 528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9" name="Freeform 529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0" name="Freeform 530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1" name="Freeform 531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2" name="Freeform 532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3" name="Freeform 533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4" name="Freeform 534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close/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5" name="Freeform 535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6" name="Freeform 536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7" name="Freeform 537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8" name="Freeform 538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9" name="Freeform 539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0" name="Freeform 540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1" name="Freeform 541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2" name="Freeform 542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3" name="Freeform 543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4" name="Freeform 544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5" name="Freeform 545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6" name="Freeform 546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7" name="Freeform 547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8" name="Freeform 548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9" name="Freeform 549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0" name="Freeform 550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close/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1" name="Freeform 551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2" name="Freeform 552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3" name="Freeform 553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4" name="Freeform 554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5" name="Freeform 555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6" name="Freeform 556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7" name="Freeform 557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8" name="Freeform 558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9" name="Freeform 559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0" name="Freeform 560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1" name="Freeform 561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2" name="Freeform 562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3" name="Freeform 563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4" name="Freeform 564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5" name="Freeform 565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6" name="Freeform 566"/>
              <p:cNvSpPr>
                <a:spLocks/>
              </p:cNvSpPr>
              <p:nvPr userDrawn="1"/>
            </p:nvSpPr>
            <p:spPr bwMode="auto">
              <a:xfrm>
                <a:off x="2025" y="942"/>
                <a:ext cx="121" cy="127"/>
              </a:xfrm>
              <a:custGeom>
                <a:avLst/>
                <a:gdLst>
                  <a:gd name="T0" fmla="*/ 0 w 98"/>
                  <a:gd name="T1" fmla="*/ 0 h 103"/>
                  <a:gd name="T2" fmla="*/ 98 w 98"/>
                  <a:gd name="T3" fmla="*/ 103 h 103"/>
                  <a:gd name="T4" fmla="*/ 96 w 98"/>
                  <a:gd name="T5" fmla="*/ 100 h 103"/>
                  <a:gd name="T6" fmla="*/ 55 w 98"/>
                  <a:gd name="T7" fmla="*/ 56 h 103"/>
                  <a:gd name="T8" fmla="*/ 73 w 98"/>
                  <a:gd name="T9" fmla="*/ 53 h 103"/>
                  <a:gd name="T10" fmla="*/ 50 w 98"/>
                  <a:gd name="T11" fmla="*/ 7 h 103"/>
                  <a:gd name="T12" fmla="*/ 29 w 98"/>
                  <a:gd name="T13" fmla="*/ 4 h 103"/>
                  <a:gd name="T14" fmla="*/ 55 w 98"/>
                  <a:gd name="T15" fmla="*/ 56 h 103"/>
                  <a:gd name="T16" fmla="*/ 2 w 98"/>
                  <a:gd name="T17" fmla="*/ 0 h 103"/>
                  <a:gd name="T18" fmla="*/ 0 w 98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8" h="103">
                    <a:moveTo>
                      <a:pt x="0" y="0"/>
                    </a:moveTo>
                    <a:cubicBezTo>
                      <a:pt x="98" y="103"/>
                      <a:pt x="98" y="103"/>
                      <a:pt x="98" y="103"/>
                    </a:cubicBezTo>
                    <a:cubicBezTo>
                      <a:pt x="96" y="100"/>
                      <a:pt x="96" y="100"/>
                      <a:pt x="96" y="100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61" y="55"/>
                      <a:pt x="67" y="54"/>
                      <a:pt x="73" y="5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7" name="Freeform 567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8" name="Freeform 568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9" name="Freeform 569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0" name="Freeform 570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1" name="Freeform 571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2" name="Freeform 572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3" name="Freeform 573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4" name="Freeform 574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5" name="Freeform 575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6" name="Freeform 576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7" name="Freeform 577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8" name="Freeform 578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9" name="Freeform 579"/>
              <p:cNvSpPr>
                <a:spLocks/>
              </p:cNvSpPr>
              <p:nvPr userDrawn="1"/>
            </p:nvSpPr>
            <p:spPr bwMode="auto">
              <a:xfrm>
                <a:off x="2115" y="997"/>
                <a:ext cx="52" cy="78"/>
              </a:xfrm>
              <a:custGeom>
                <a:avLst/>
                <a:gdLst>
                  <a:gd name="T0" fmla="*/ 42 w 42"/>
                  <a:gd name="T1" fmla="*/ 0 h 63"/>
                  <a:gd name="T2" fmla="*/ 0 w 42"/>
                  <a:gd name="T3" fmla="*/ 8 h 63"/>
                  <a:gd name="T4" fmla="*/ 23 w 42"/>
                  <a:gd name="T5" fmla="*/ 55 h 63"/>
                  <a:gd name="T6" fmla="*/ 30 w 42"/>
                  <a:gd name="T7" fmla="*/ 63 h 63"/>
                  <a:gd name="T8" fmla="*/ 42 w 42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63">
                    <a:moveTo>
                      <a:pt x="42" y="0"/>
                    </a:moveTo>
                    <a:cubicBezTo>
                      <a:pt x="28" y="2"/>
                      <a:pt x="14" y="5"/>
                      <a:pt x="0" y="8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4" y="42"/>
                      <a:pt x="38" y="21"/>
                      <a:pt x="4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0" name="Freeform 580"/>
              <p:cNvSpPr>
                <a:spLocks/>
              </p:cNvSpPr>
              <p:nvPr userDrawn="1"/>
            </p:nvSpPr>
            <p:spPr bwMode="auto">
              <a:xfrm>
                <a:off x="2093" y="1007"/>
                <a:ext cx="51" cy="58"/>
              </a:xfrm>
              <a:custGeom>
                <a:avLst/>
                <a:gdLst>
                  <a:gd name="T0" fmla="*/ 18 w 41"/>
                  <a:gd name="T1" fmla="*/ 0 h 47"/>
                  <a:gd name="T2" fmla="*/ 0 w 41"/>
                  <a:gd name="T3" fmla="*/ 3 h 47"/>
                  <a:gd name="T4" fmla="*/ 41 w 41"/>
                  <a:gd name="T5" fmla="*/ 47 h 47"/>
                  <a:gd name="T6" fmla="*/ 18 w 4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47">
                    <a:moveTo>
                      <a:pt x="18" y="0"/>
                    </a:moveTo>
                    <a:cubicBezTo>
                      <a:pt x="12" y="1"/>
                      <a:pt x="6" y="2"/>
                      <a:pt x="0" y="3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1" name="Freeform 581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2" name="Freeform 582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3" name="Freeform 583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4" name="Freeform 584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5" name="Freeform 585"/>
              <p:cNvSpPr>
                <a:spLocks noEditPoints="1"/>
              </p:cNvSpPr>
              <p:nvPr userDrawn="1"/>
            </p:nvSpPr>
            <p:spPr bwMode="auto">
              <a:xfrm>
                <a:off x="1593" y="1256"/>
                <a:ext cx="82" cy="25"/>
              </a:xfrm>
              <a:custGeom>
                <a:avLst/>
                <a:gdLst>
                  <a:gd name="T0" fmla="*/ 61 w 66"/>
                  <a:gd name="T1" fmla="*/ 7 h 20"/>
                  <a:gd name="T2" fmla="*/ 48 w 66"/>
                  <a:gd name="T3" fmla="*/ 15 h 20"/>
                  <a:gd name="T4" fmla="*/ 66 w 66"/>
                  <a:gd name="T5" fmla="*/ 20 h 20"/>
                  <a:gd name="T6" fmla="*/ 61 w 66"/>
                  <a:gd name="T7" fmla="*/ 7 h 20"/>
                  <a:gd name="T8" fmla="*/ 24 w 66"/>
                  <a:gd name="T9" fmla="*/ 0 h 20"/>
                  <a:gd name="T10" fmla="*/ 0 w 66"/>
                  <a:gd name="T11" fmla="*/ 1 h 20"/>
                  <a:gd name="T12" fmla="*/ 26 w 66"/>
                  <a:gd name="T13" fmla="*/ 8 h 20"/>
                  <a:gd name="T14" fmla="*/ 24 w 66"/>
                  <a:gd name="T1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20">
                    <a:moveTo>
                      <a:pt x="61" y="7"/>
                    </a:moveTo>
                    <a:cubicBezTo>
                      <a:pt x="48" y="15"/>
                      <a:pt x="48" y="15"/>
                      <a:pt x="48" y="15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4" y="16"/>
                      <a:pt x="63" y="11"/>
                      <a:pt x="61" y="7"/>
                    </a:cubicBezTo>
                    <a:moveTo>
                      <a:pt x="2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6" name="Freeform 586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close/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7" name="Freeform 587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8" name="Freeform 588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9" name="Freeform 589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0" name="Freeform 590"/>
              <p:cNvSpPr>
                <a:spLocks noEditPoints="1"/>
              </p:cNvSpPr>
              <p:nvPr userDrawn="1"/>
            </p:nvSpPr>
            <p:spPr bwMode="auto">
              <a:xfrm>
                <a:off x="1595" y="1122"/>
                <a:ext cx="150" cy="72"/>
              </a:xfrm>
              <a:custGeom>
                <a:avLst/>
                <a:gdLst>
                  <a:gd name="T0" fmla="*/ 39 w 121"/>
                  <a:gd name="T1" fmla="*/ 33 h 58"/>
                  <a:gd name="T2" fmla="*/ 0 w 121"/>
                  <a:gd name="T3" fmla="*/ 48 h 58"/>
                  <a:gd name="T4" fmla="*/ 33 w 121"/>
                  <a:gd name="T5" fmla="*/ 58 h 58"/>
                  <a:gd name="T6" fmla="*/ 39 w 121"/>
                  <a:gd name="T7" fmla="*/ 33 h 58"/>
                  <a:gd name="T8" fmla="*/ 121 w 121"/>
                  <a:gd name="T9" fmla="*/ 0 h 58"/>
                  <a:gd name="T10" fmla="*/ 70 w 121"/>
                  <a:gd name="T11" fmla="*/ 20 h 58"/>
                  <a:gd name="T12" fmla="*/ 90 w 121"/>
                  <a:gd name="T13" fmla="*/ 32 h 58"/>
                  <a:gd name="T14" fmla="*/ 121 w 121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8">
                    <a:moveTo>
                      <a:pt x="39" y="33"/>
                    </a:moveTo>
                    <a:cubicBezTo>
                      <a:pt x="26" y="38"/>
                      <a:pt x="13" y="43"/>
                      <a:pt x="0" y="48"/>
                    </a:cubicBezTo>
                    <a:cubicBezTo>
                      <a:pt x="11" y="51"/>
                      <a:pt x="22" y="54"/>
                      <a:pt x="33" y="58"/>
                    </a:cubicBezTo>
                    <a:cubicBezTo>
                      <a:pt x="39" y="33"/>
                      <a:pt x="39" y="33"/>
                      <a:pt x="39" y="33"/>
                    </a:cubicBezTo>
                    <a:moveTo>
                      <a:pt x="121" y="0"/>
                    </a:moveTo>
                    <a:cubicBezTo>
                      <a:pt x="104" y="7"/>
                      <a:pt x="87" y="14"/>
                      <a:pt x="70" y="20"/>
                    </a:cubicBezTo>
                    <a:cubicBezTo>
                      <a:pt x="90" y="32"/>
                      <a:pt x="90" y="32"/>
                      <a:pt x="90" y="32"/>
                    </a:cubicBezTo>
                    <a:cubicBezTo>
                      <a:pt x="121" y="0"/>
                      <a:pt x="121" y="0"/>
                      <a:pt x="12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1" name="Freeform 591"/>
              <p:cNvSpPr>
                <a:spLocks noEditPoints="1"/>
              </p:cNvSpPr>
              <p:nvPr userDrawn="1"/>
            </p:nvSpPr>
            <p:spPr bwMode="auto">
              <a:xfrm>
                <a:off x="1623" y="1130"/>
                <a:ext cx="84" cy="122"/>
              </a:xfrm>
              <a:custGeom>
                <a:avLst/>
                <a:gdLst>
                  <a:gd name="T0" fmla="*/ 68 w 68"/>
                  <a:gd name="T1" fmla="*/ 26 h 99"/>
                  <a:gd name="T2" fmla="*/ 37 w 68"/>
                  <a:gd name="T3" fmla="*/ 59 h 99"/>
                  <a:gd name="T4" fmla="*/ 11 w 68"/>
                  <a:gd name="T5" fmla="*/ 52 h 99"/>
                  <a:gd name="T6" fmla="*/ 7 w 68"/>
                  <a:gd name="T7" fmla="*/ 68 h 99"/>
                  <a:gd name="T8" fmla="*/ 29 w 68"/>
                  <a:gd name="T9" fmla="*/ 68 h 99"/>
                  <a:gd name="T10" fmla="*/ 0 w 68"/>
                  <a:gd name="T11" fmla="*/ 99 h 99"/>
                  <a:gd name="T12" fmla="*/ 68 w 68"/>
                  <a:gd name="T13" fmla="*/ 26 h 99"/>
                  <a:gd name="T14" fmla="*/ 24 w 68"/>
                  <a:gd name="T15" fmla="*/ 0 h 99"/>
                  <a:gd name="T16" fmla="*/ 17 w 68"/>
                  <a:gd name="T17" fmla="*/ 27 h 99"/>
                  <a:gd name="T18" fmla="*/ 48 w 68"/>
                  <a:gd name="T19" fmla="*/ 14 h 99"/>
                  <a:gd name="T20" fmla="*/ 24 w 68"/>
                  <a:gd name="T2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99">
                    <a:moveTo>
                      <a:pt x="68" y="26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29" y="56"/>
                      <a:pt x="20" y="54"/>
                      <a:pt x="11" y="52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68" y="26"/>
                      <a:pt x="68" y="26"/>
                      <a:pt x="68" y="26"/>
                    </a:cubicBezTo>
                    <a:moveTo>
                      <a:pt x="24" y="0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27" y="22"/>
                      <a:pt x="38" y="18"/>
                      <a:pt x="48" y="14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2" name="Freeform 592"/>
              <p:cNvSpPr>
                <a:spLocks/>
              </p:cNvSpPr>
              <p:nvPr userDrawn="1"/>
            </p:nvSpPr>
            <p:spPr bwMode="auto">
              <a:xfrm>
                <a:off x="1636" y="1147"/>
                <a:ext cx="71" cy="56"/>
              </a:xfrm>
              <a:custGeom>
                <a:avLst/>
                <a:gdLst>
                  <a:gd name="T0" fmla="*/ 37 w 57"/>
                  <a:gd name="T1" fmla="*/ 0 h 45"/>
                  <a:gd name="T2" fmla="*/ 6 w 57"/>
                  <a:gd name="T3" fmla="*/ 13 h 45"/>
                  <a:gd name="T4" fmla="*/ 0 w 57"/>
                  <a:gd name="T5" fmla="*/ 38 h 45"/>
                  <a:gd name="T6" fmla="*/ 26 w 57"/>
                  <a:gd name="T7" fmla="*/ 45 h 45"/>
                  <a:gd name="T8" fmla="*/ 57 w 57"/>
                  <a:gd name="T9" fmla="*/ 12 h 45"/>
                  <a:gd name="T10" fmla="*/ 37 w 5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45">
                    <a:moveTo>
                      <a:pt x="37" y="0"/>
                    </a:moveTo>
                    <a:cubicBezTo>
                      <a:pt x="27" y="4"/>
                      <a:pt x="16" y="8"/>
                      <a:pt x="6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40"/>
                      <a:pt x="18" y="42"/>
                      <a:pt x="26" y="45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3" name="Freeform 593"/>
              <p:cNvSpPr>
                <a:spLocks noEditPoints="1"/>
              </p:cNvSpPr>
              <p:nvPr userDrawn="1"/>
            </p:nvSpPr>
            <p:spPr bwMode="auto">
              <a:xfrm>
                <a:off x="1623" y="1252"/>
                <a:ext cx="69" cy="35"/>
              </a:xfrm>
              <a:custGeom>
                <a:avLst/>
                <a:gdLst>
                  <a:gd name="T0" fmla="*/ 2 w 56"/>
                  <a:gd name="T1" fmla="*/ 11 h 28"/>
                  <a:gd name="T2" fmla="*/ 6 w 56"/>
                  <a:gd name="T3" fmla="*/ 28 h 28"/>
                  <a:gd name="T4" fmla="*/ 24 w 56"/>
                  <a:gd name="T5" fmla="*/ 18 h 28"/>
                  <a:gd name="T6" fmla="*/ 2 w 56"/>
                  <a:gd name="T7" fmla="*/ 11 h 28"/>
                  <a:gd name="T8" fmla="*/ 56 w 56"/>
                  <a:gd name="T9" fmla="*/ 0 h 28"/>
                  <a:gd name="T10" fmla="*/ 0 w 56"/>
                  <a:gd name="T11" fmla="*/ 0 h 28"/>
                  <a:gd name="T12" fmla="*/ 0 w 56"/>
                  <a:gd name="T13" fmla="*/ 3 h 28"/>
                  <a:gd name="T14" fmla="*/ 35 w 56"/>
                  <a:gd name="T15" fmla="*/ 2 h 28"/>
                  <a:gd name="T16" fmla="*/ 34 w 56"/>
                  <a:gd name="T17" fmla="*/ 1 h 28"/>
                  <a:gd name="T18" fmla="*/ 54 w 56"/>
                  <a:gd name="T19" fmla="*/ 1 h 28"/>
                  <a:gd name="T20" fmla="*/ 56 w 56"/>
                  <a:gd name="T2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6" h="28">
                    <a:moveTo>
                      <a:pt x="2" y="11"/>
                    </a:moveTo>
                    <a:cubicBezTo>
                      <a:pt x="6" y="28"/>
                      <a:pt x="6" y="28"/>
                      <a:pt x="6" y="2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" y="11"/>
                      <a:pt x="2" y="11"/>
                      <a:pt x="2" y="11"/>
                    </a:cubicBezTo>
                    <a:moveTo>
                      <a:pt x="5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4" y="1"/>
                      <a:pt x="34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4" name="Freeform 594"/>
              <p:cNvSpPr>
                <a:spLocks/>
              </p:cNvSpPr>
              <p:nvPr userDrawn="1"/>
            </p:nvSpPr>
            <p:spPr bwMode="auto">
              <a:xfrm>
                <a:off x="1623" y="1255"/>
                <a:ext cx="45" cy="20"/>
              </a:xfrm>
              <a:custGeom>
                <a:avLst/>
                <a:gdLst>
                  <a:gd name="T0" fmla="*/ 35 w 37"/>
                  <a:gd name="T1" fmla="*/ 0 h 16"/>
                  <a:gd name="T2" fmla="*/ 0 w 37"/>
                  <a:gd name="T3" fmla="*/ 1 h 16"/>
                  <a:gd name="T4" fmla="*/ 2 w 37"/>
                  <a:gd name="T5" fmla="*/ 9 h 16"/>
                  <a:gd name="T6" fmla="*/ 24 w 37"/>
                  <a:gd name="T7" fmla="*/ 16 h 16"/>
                  <a:gd name="T8" fmla="*/ 37 w 37"/>
                  <a:gd name="T9" fmla="*/ 8 h 16"/>
                  <a:gd name="T10" fmla="*/ 35 w 3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6">
                    <a:moveTo>
                      <a:pt x="3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6"/>
                      <a:pt x="35" y="3"/>
                      <a:pt x="35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5" name="Freeform 595"/>
              <p:cNvSpPr>
                <a:spLocks noEditPoints="1"/>
              </p:cNvSpPr>
              <p:nvPr userDrawn="1"/>
            </p:nvSpPr>
            <p:spPr bwMode="auto">
              <a:xfrm>
                <a:off x="1675" y="1254"/>
                <a:ext cx="66" cy="39"/>
              </a:xfrm>
              <a:custGeom>
                <a:avLst/>
                <a:gdLst>
                  <a:gd name="T0" fmla="*/ 0 w 54"/>
                  <a:gd name="T1" fmla="*/ 22 h 32"/>
                  <a:gd name="T2" fmla="*/ 3 w 54"/>
                  <a:gd name="T3" fmla="*/ 32 h 32"/>
                  <a:gd name="T4" fmla="*/ 13 w 54"/>
                  <a:gd name="T5" fmla="*/ 26 h 32"/>
                  <a:gd name="T6" fmla="*/ 0 w 54"/>
                  <a:gd name="T7" fmla="*/ 22 h 32"/>
                  <a:gd name="T8" fmla="*/ 12 w 54"/>
                  <a:gd name="T9" fmla="*/ 0 h 32"/>
                  <a:gd name="T10" fmla="*/ 11 w 54"/>
                  <a:gd name="T11" fmla="*/ 1 h 32"/>
                  <a:gd name="T12" fmla="*/ 19 w 54"/>
                  <a:gd name="T13" fmla="*/ 1 h 32"/>
                  <a:gd name="T14" fmla="*/ 29 w 54"/>
                  <a:gd name="T15" fmla="*/ 16 h 32"/>
                  <a:gd name="T16" fmla="*/ 54 w 54"/>
                  <a:gd name="T17" fmla="*/ 1 h 32"/>
                  <a:gd name="T18" fmla="*/ 12 w 54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32">
                    <a:moveTo>
                      <a:pt x="0" y="22"/>
                    </a:moveTo>
                    <a:cubicBezTo>
                      <a:pt x="1" y="25"/>
                      <a:pt x="2" y="28"/>
                      <a:pt x="3" y="32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12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6" name="Freeform 596"/>
              <p:cNvSpPr>
                <a:spLocks/>
              </p:cNvSpPr>
              <p:nvPr userDrawn="1"/>
            </p:nvSpPr>
            <p:spPr bwMode="auto">
              <a:xfrm>
                <a:off x="1668" y="1255"/>
                <a:ext cx="42" cy="31"/>
              </a:xfrm>
              <a:custGeom>
                <a:avLst/>
                <a:gdLst>
                  <a:gd name="T0" fmla="*/ 24 w 34"/>
                  <a:gd name="T1" fmla="*/ 0 h 25"/>
                  <a:gd name="T2" fmla="*/ 16 w 34"/>
                  <a:gd name="T3" fmla="*/ 0 h 25"/>
                  <a:gd name="T4" fmla="*/ 0 w 34"/>
                  <a:gd name="T5" fmla="*/ 8 h 25"/>
                  <a:gd name="T6" fmla="*/ 5 w 34"/>
                  <a:gd name="T7" fmla="*/ 21 h 25"/>
                  <a:gd name="T8" fmla="*/ 18 w 34"/>
                  <a:gd name="T9" fmla="*/ 25 h 25"/>
                  <a:gd name="T10" fmla="*/ 34 w 34"/>
                  <a:gd name="T11" fmla="*/ 15 h 25"/>
                  <a:gd name="T12" fmla="*/ 24 w 34"/>
                  <a:gd name="T1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5">
                    <a:moveTo>
                      <a:pt x="2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12"/>
                      <a:pt x="3" y="17"/>
                      <a:pt x="5" y="21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7" name="Freeform 597"/>
              <p:cNvSpPr>
                <a:spLocks/>
              </p:cNvSpPr>
              <p:nvPr userDrawn="1"/>
            </p:nvSpPr>
            <p:spPr bwMode="auto">
              <a:xfrm>
                <a:off x="1665" y="1254"/>
                <a:ext cx="24" cy="1"/>
              </a:xfrm>
              <a:custGeom>
                <a:avLst/>
                <a:gdLst>
                  <a:gd name="T0" fmla="*/ 0 w 20"/>
                  <a:gd name="T1" fmla="*/ 0 h 1"/>
                  <a:gd name="T2" fmla="*/ 1 w 20"/>
                  <a:gd name="T3" fmla="*/ 1 h 1"/>
                  <a:gd name="T4" fmla="*/ 19 w 20"/>
                  <a:gd name="T5" fmla="*/ 1 h 1"/>
                  <a:gd name="T6" fmla="*/ 20 w 20"/>
                  <a:gd name="T7" fmla="*/ 0 h 1"/>
                  <a:gd name="T8" fmla="*/ 0 w 20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8" name="Freeform 598"/>
              <p:cNvSpPr>
                <a:spLocks/>
              </p:cNvSpPr>
              <p:nvPr userDrawn="1"/>
            </p:nvSpPr>
            <p:spPr bwMode="auto">
              <a:xfrm>
                <a:off x="1666" y="1255"/>
                <a:ext cx="22" cy="10"/>
              </a:xfrm>
              <a:custGeom>
                <a:avLst/>
                <a:gdLst>
                  <a:gd name="T0" fmla="*/ 18 w 18"/>
                  <a:gd name="T1" fmla="*/ 0 h 8"/>
                  <a:gd name="T2" fmla="*/ 0 w 18"/>
                  <a:gd name="T3" fmla="*/ 0 h 8"/>
                  <a:gd name="T4" fmla="*/ 2 w 18"/>
                  <a:gd name="T5" fmla="*/ 8 h 8"/>
                  <a:gd name="T6" fmla="*/ 18 w 18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8">
                    <a:moveTo>
                      <a:pt x="1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6"/>
                      <a:pt x="2" y="8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9" name="Freeform 599"/>
              <p:cNvSpPr>
                <a:spLocks/>
              </p:cNvSpPr>
              <p:nvPr userDrawn="1"/>
            </p:nvSpPr>
            <p:spPr bwMode="auto">
              <a:xfrm>
                <a:off x="1699" y="1255"/>
                <a:ext cx="42" cy="84"/>
              </a:xfrm>
              <a:custGeom>
                <a:avLst/>
                <a:gdLst>
                  <a:gd name="T0" fmla="*/ 34 w 34"/>
                  <a:gd name="T1" fmla="*/ 0 h 68"/>
                  <a:gd name="T2" fmla="*/ 34 w 34"/>
                  <a:gd name="T3" fmla="*/ 0 h 68"/>
                  <a:gd name="T4" fmla="*/ 18 w 34"/>
                  <a:gd name="T5" fmla="*/ 32 h 68"/>
                  <a:gd name="T6" fmla="*/ 18 w 34"/>
                  <a:gd name="T7" fmla="*/ 32 h 68"/>
                  <a:gd name="T8" fmla="*/ 18 w 34"/>
                  <a:gd name="T9" fmla="*/ 32 h 68"/>
                  <a:gd name="T10" fmla="*/ 0 w 34"/>
                  <a:gd name="T11" fmla="*/ 68 h 68"/>
                  <a:gd name="T12" fmla="*/ 34 w 34"/>
                  <a:gd name="T13" fmla="*/ 45 h 68"/>
                  <a:gd name="T14" fmla="*/ 34 w 34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68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11"/>
                      <a:pt x="23" y="21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2" y="44"/>
                      <a:pt x="6" y="56"/>
                      <a:pt x="0" y="68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34" y="21"/>
                      <a:pt x="34" y="0"/>
                      <a:pt x="3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0" name="Freeform 600"/>
              <p:cNvSpPr>
                <a:spLocks/>
              </p:cNvSpPr>
              <p:nvPr userDrawn="1"/>
            </p:nvSpPr>
            <p:spPr bwMode="auto">
              <a:xfrm>
                <a:off x="1722" y="129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1" name="Freeform 601"/>
              <p:cNvSpPr>
                <a:spLocks/>
              </p:cNvSpPr>
              <p:nvPr userDrawn="1"/>
            </p:nvSpPr>
            <p:spPr bwMode="auto">
              <a:xfrm>
                <a:off x="1651" y="1293"/>
                <a:ext cx="45" cy="51"/>
              </a:xfrm>
              <a:custGeom>
                <a:avLst/>
                <a:gdLst>
                  <a:gd name="T0" fmla="*/ 22 w 36"/>
                  <a:gd name="T1" fmla="*/ 0 h 41"/>
                  <a:gd name="T2" fmla="*/ 0 w 36"/>
                  <a:gd name="T3" fmla="*/ 14 h 41"/>
                  <a:gd name="T4" fmla="*/ 34 w 36"/>
                  <a:gd name="T5" fmla="*/ 41 h 41"/>
                  <a:gd name="T6" fmla="*/ 36 w 36"/>
                  <a:gd name="T7" fmla="*/ 39 h 41"/>
                  <a:gd name="T8" fmla="*/ 22 w 3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1">
                    <a:moveTo>
                      <a:pt x="22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2" y="26"/>
                      <a:pt x="27" y="13"/>
                      <a:pt x="2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2" name="Freeform 602"/>
              <p:cNvSpPr>
                <a:spLocks noEditPoints="1"/>
              </p:cNvSpPr>
              <p:nvPr userDrawn="1"/>
            </p:nvSpPr>
            <p:spPr bwMode="auto">
              <a:xfrm>
                <a:off x="1678" y="1255"/>
                <a:ext cx="63" cy="86"/>
              </a:xfrm>
              <a:custGeom>
                <a:avLst/>
                <a:gdLst>
                  <a:gd name="T0" fmla="*/ 10 w 51"/>
                  <a:gd name="T1" fmla="*/ 25 h 70"/>
                  <a:gd name="T2" fmla="*/ 0 w 51"/>
                  <a:gd name="T3" fmla="*/ 31 h 70"/>
                  <a:gd name="T4" fmla="*/ 14 w 51"/>
                  <a:gd name="T5" fmla="*/ 70 h 70"/>
                  <a:gd name="T6" fmla="*/ 17 w 51"/>
                  <a:gd name="T7" fmla="*/ 68 h 70"/>
                  <a:gd name="T8" fmla="*/ 35 w 51"/>
                  <a:gd name="T9" fmla="*/ 32 h 70"/>
                  <a:gd name="T10" fmla="*/ 10 w 51"/>
                  <a:gd name="T11" fmla="*/ 25 h 70"/>
                  <a:gd name="T12" fmla="*/ 51 w 51"/>
                  <a:gd name="T13" fmla="*/ 0 h 70"/>
                  <a:gd name="T14" fmla="*/ 26 w 51"/>
                  <a:gd name="T15" fmla="*/ 15 h 70"/>
                  <a:gd name="T16" fmla="*/ 35 w 51"/>
                  <a:gd name="T17" fmla="*/ 32 h 70"/>
                  <a:gd name="T18" fmla="*/ 51 w 51"/>
                  <a:gd name="T19" fmla="*/ 0 h 70"/>
                  <a:gd name="T20" fmla="*/ 51 w 51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70">
                    <a:moveTo>
                      <a:pt x="10" y="25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5" y="44"/>
                      <a:pt x="10" y="57"/>
                      <a:pt x="14" y="70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23" y="56"/>
                      <a:pt x="29" y="44"/>
                      <a:pt x="35" y="32"/>
                    </a:cubicBezTo>
                    <a:cubicBezTo>
                      <a:pt x="10" y="25"/>
                      <a:pt x="10" y="25"/>
                      <a:pt x="10" y="25"/>
                    </a:cubicBezTo>
                    <a:moveTo>
                      <a:pt x="51" y="0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40" y="21"/>
                      <a:pt x="46" y="11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3" name="Freeform 603"/>
              <p:cNvSpPr>
                <a:spLocks/>
              </p:cNvSpPr>
              <p:nvPr userDrawn="1"/>
            </p:nvSpPr>
            <p:spPr bwMode="auto">
              <a:xfrm>
                <a:off x="1691" y="1273"/>
                <a:ext cx="31" cy="21"/>
              </a:xfrm>
              <a:custGeom>
                <a:avLst/>
                <a:gdLst>
                  <a:gd name="T0" fmla="*/ 16 w 25"/>
                  <a:gd name="T1" fmla="*/ 0 h 17"/>
                  <a:gd name="T2" fmla="*/ 0 w 25"/>
                  <a:gd name="T3" fmla="*/ 10 h 17"/>
                  <a:gd name="T4" fmla="*/ 25 w 25"/>
                  <a:gd name="T5" fmla="*/ 17 h 17"/>
                  <a:gd name="T6" fmla="*/ 25 w 25"/>
                  <a:gd name="T7" fmla="*/ 17 h 17"/>
                  <a:gd name="T8" fmla="*/ 16 w 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7">
                    <a:moveTo>
                      <a:pt x="16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4" name="Freeform 604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5" name="Freeform 605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6" name="Freeform 606"/>
              <p:cNvSpPr>
                <a:spLocks noEditPoints="1"/>
              </p:cNvSpPr>
              <p:nvPr userDrawn="1"/>
            </p:nvSpPr>
            <p:spPr bwMode="auto">
              <a:xfrm>
                <a:off x="2592" y="474"/>
                <a:ext cx="56" cy="104"/>
              </a:xfrm>
              <a:custGeom>
                <a:avLst/>
                <a:gdLst>
                  <a:gd name="T0" fmla="*/ 3 w 46"/>
                  <a:gd name="T1" fmla="*/ 79 h 84"/>
                  <a:gd name="T2" fmla="*/ 0 w 46"/>
                  <a:gd name="T3" fmla="*/ 84 h 84"/>
                  <a:gd name="T4" fmla="*/ 4 w 46"/>
                  <a:gd name="T5" fmla="*/ 84 h 84"/>
                  <a:gd name="T6" fmla="*/ 3 w 46"/>
                  <a:gd name="T7" fmla="*/ 79 h 84"/>
                  <a:gd name="T8" fmla="*/ 46 w 46"/>
                  <a:gd name="T9" fmla="*/ 0 h 84"/>
                  <a:gd name="T10" fmla="*/ 7 w 46"/>
                  <a:gd name="T11" fmla="*/ 72 h 84"/>
                  <a:gd name="T12" fmla="*/ 7 w 46"/>
                  <a:gd name="T13" fmla="*/ 72 h 84"/>
                  <a:gd name="T14" fmla="*/ 10 w 46"/>
                  <a:gd name="T15" fmla="*/ 84 h 84"/>
                  <a:gd name="T16" fmla="*/ 46 w 46"/>
                  <a:gd name="T17" fmla="*/ 84 h 84"/>
                  <a:gd name="T18" fmla="*/ 46 w 46"/>
                  <a:gd name="T1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84">
                    <a:moveTo>
                      <a:pt x="3" y="79"/>
                    </a:moveTo>
                    <a:cubicBezTo>
                      <a:pt x="0" y="84"/>
                      <a:pt x="0" y="84"/>
                      <a:pt x="0" y="84"/>
                    </a:cubicBezTo>
                    <a:cubicBezTo>
                      <a:pt x="4" y="84"/>
                      <a:pt x="4" y="84"/>
                      <a:pt x="4" y="84"/>
                    </a:cubicBezTo>
                    <a:cubicBezTo>
                      <a:pt x="4" y="82"/>
                      <a:pt x="3" y="81"/>
                      <a:pt x="3" y="79"/>
                    </a:cubicBezTo>
                    <a:moveTo>
                      <a:pt x="46" y="0"/>
                    </a:move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9" y="75"/>
                      <a:pt x="9" y="79"/>
                      <a:pt x="10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2" name="Group 808"/>
            <p:cNvGrpSpPr>
              <a:grpSpLocks/>
            </p:cNvGrpSpPr>
            <p:nvPr userDrawn="1"/>
          </p:nvGrpSpPr>
          <p:grpSpPr bwMode="auto">
            <a:xfrm>
              <a:off x="693738" y="-268288"/>
              <a:ext cx="3440113" cy="2625726"/>
              <a:chOff x="437" y="-169"/>
              <a:chExt cx="2167" cy="1654"/>
            </a:xfrm>
          </p:grpSpPr>
          <p:sp>
            <p:nvSpPr>
              <p:cNvPr id="567" name="Freeform 608"/>
              <p:cNvSpPr>
                <a:spLocks/>
              </p:cNvSpPr>
              <p:nvPr userDrawn="1"/>
            </p:nvSpPr>
            <p:spPr bwMode="auto">
              <a:xfrm>
                <a:off x="2595" y="563"/>
                <a:ext cx="9" cy="15"/>
              </a:xfrm>
              <a:custGeom>
                <a:avLst/>
                <a:gdLst>
                  <a:gd name="T0" fmla="*/ 4 w 7"/>
                  <a:gd name="T1" fmla="*/ 0 h 12"/>
                  <a:gd name="T2" fmla="*/ 0 w 7"/>
                  <a:gd name="T3" fmla="*/ 7 h 12"/>
                  <a:gd name="T4" fmla="*/ 1 w 7"/>
                  <a:gd name="T5" fmla="*/ 12 h 12"/>
                  <a:gd name="T6" fmla="*/ 7 w 7"/>
                  <a:gd name="T7" fmla="*/ 12 h 12"/>
                  <a:gd name="T8" fmla="*/ 4 w 7"/>
                  <a:gd name="T9" fmla="*/ 0 h 12"/>
                  <a:gd name="T10" fmla="*/ 4 w 7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2">
                    <a:moveTo>
                      <a:pt x="4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9"/>
                      <a:pt x="1" y="10"/>
                      <a:pt x="1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7"/>
                      <a:pt x="6" y="3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8" name="Freeform 609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9" name="Freeform 610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0" name="Freeform 611"/>
              <p:cNvSpPr>
                <a:spLocks/>
              </p:cNvSpPr>
              <p:nvPr userDrawn="1"/>
            </p:nvSpPr>
            <p:spPr bwMode="auto">
              <a:xfrm>
                <a:off x="1693" y="1310"/>
                <a:ext cx="48" cy="71"/>
              </a:xfrm>
              <a:custGeom>
                <a:avLst/>
                <a:gdLst>
                  <a:gd name="T0" fmla="*/ 39 w 39"/>
                  <a:gd name="T1" fmla="*/ 0 h 57"/>
                  <a:gd name="T2" fmla="*/ 5 w 39"/>
                  <a:gd name="T3" fmla="*/ 23 h 57"/>
                  <a:gd name="T4" fmla="*/ 3 w 39"/>
                  <a:gd name="T5" fmla="*/ 28 h 57"/>
                  <a:gd name="T6" fmla="*/ 2 w 39"/>
                  <a:gd name="T7" fmla="*/ 25 h 57"/>
                  <a:gd name="T8" fmla="*/ 0 w 39"/>
                  <a:gd name="T9" fmla="*/ 27 h 57"/>
                  <a:gd name="T10" fmla="*/ 39 w 39"/>
                  <a:gd name="T11" fmla="*/ 57 h 57"/>
                  <a:gd name="T12" fmla="*/ 39 w 39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57">
                    <a:moveTo>
                      <a:pt x="39" y="0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4" y="25"/>
                      <a:pt x="4" y="26"/>
                      <a:pt x="3" y="28"/>
                    </a:cubicBezTo>
                    <a:cubicBezTo>
                      <a:pt x="3" y="27"/>
                      <a:pt x="3" y="26"/>
                      <a:pt x="2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6"/>
                      <a:pt x="39" y="27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1" name="Freeform 612"/>
              <p:cNvSpPr>
                <a:spLocks/>
              </p:cNvSpPr>
              <p:nvPr userDrawn="1"/>
            </p:nvSpPr>
            <p:spPr bwMode="auto">
              <a:xfrm>
                <a:off x="1696" y="1339"/>
                <a:ext cx="3" cy="6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2 h 5"/>
                  <a:gd name="T4" fmla="*/ 1 w 3"/>
                  <a:gd name="T5" fmla="*/ 5 h 5"/>
                  <a:gd name="T6" fmla="*/ 3 w 3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2" y="3"/>
                      <a:pt x="2" y="2"/>
                      <a:pt x="3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2" name="Freeform 613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3" name="Freeform 614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4" name="Freeform 615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5" name="Freeform 616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6" name="Freeform 617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7" name="Freeform 618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8" name="Freeform 619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close/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9" name="Freeform 620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0" name="Freeform 621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1" name="Freeform 622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2" name="Freeform 623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3" name="Freeform 624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4" name="Freeform 625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5" name="Freeform 626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6" name="Freeform 627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7" name="Freeform 628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8" name="Freeform 629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close/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close/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9" name="Freeform 630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0" name="Freeform 631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1" name="Freeform 632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2" name="Freeform 633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3" name="Freeform 634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4" name="Freeform 635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5" name="Freeform 636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6" name="Freeform 637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7" name="Freeform 638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8" name="Freeform 639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9" name="Freeform 640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0" name="Freeform 641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1" name="Freeform 642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2" name="Freeform 643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3" name="Freeform 644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4" name="Freeform 645"/>
              <p:cNvSpPr>
                <a:spLocks noEditPoints="1"/>
              </p:cNvSpPr>
              <p:nvPr userDrawn="1"/>
            </p:nvSpPr>
            <p:spPr bwMode="auto">
              <a:xfrm>
                <a:off x="913" y="1444"/>
                <a:ext cx="132" cy="41"/>
              </a:xfrm>
              <a:custGeom>
                <a:avLst/>
                <a:gdLst>
                  <a:gd name="T0" fmla="*/ 43 w 106"/>
                  <a:gd name="T1" fmla="*/ 13 h 33"/>
                  <a:gd name="T2" fmla="*/ 20 w 106"/>
                  <a:gd name="T3" fmla="*/ 33 h 33"/>
                  <a:gd name="T4" fmla="*/ 20 w 106"/>
                  <a:gd name="T5" fmla="*/ 33 h 33"/>
                  <a:gd name="T6" fmla="*/ 106 w 106"/>
                  <a:gd name="T7" fmla="*/ 33 h 33"/>
                  <a:gd name="T8" fmla="*/ 104 w 106"/>
                  <a:gd name="T9" fmla="*/ 32 h 33"/>
                  <a:gd name="T10" fmla="*/ 63 w 106"/>
                  <a:gd name="T11" fmla="*/ 33 h 33"/>
                  <a:gd name="T12" fmla="*/ 86 w 106"/>
                  <a:gd name="T13" fmla="*/ 26 h 33"/>
                  <a:gd name="T14" fmla="*/ 43 w 106"/>
                  <a:gd name="T15" fmla="*/ 13 h 33"/>
                  <a:gd name="T16" fmla="*/ 0 w 106"/>
                  <a:gd name="T17" fmla="*/ 0 h 33"/>
                  <a:gd name="T18" fmla="*/ 4 w 106"/>
                  <a:gd name="T19" fmla="*/ 7 h 33"/>
                  <a:gd name="T20" fmla="*/ 13 w 106"/>
                  <a:gd name="T21" fmla="*/ 4 h 33"/>
                  <a:gd name="T22" fmla="*/ 0 w 106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6" h="33">
                    <a:moveTo>
                      <a:pt x="43" y="13"/>
                    </a:moveTo>
                    <a:cubicBezTo>
                      <a:pt x="35" y="20"/>
                      <a:pt x="28" y="26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86" y="26"/>
                      <a:pt x="86" y="26"/>
                      <a:pt x="86" y="26"/>
                    </a:cubicBezTo>
                    <a:cubicBezTo>
                      <a:pt x="43" y="13"/>
                      <a:pt x="43" y="13"/>
                      <a:pt x="43" y="13"/>
                    </a:cubicBezTo>
                    <a:moveTo>
                      <a:pt x="0" y="0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7" y="6"/>
                      <a:pt x="10" y="5"/>
                      <a:pt x="13" y="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5" name="Freeform 646"/>
              <p:cNvSpPr>
                <a:spLocks noEditPoints="1"/>
              </p:cNvSpPr>
              <p:nvPr userDrawn="1"/>
            </p:nvSpPr>
            <p:spPr bwMode="auto">
              <a:xfrm>
                <a:off x="831" y="1422"/>
                <a:ext cx="179" cy="63"/>
              </a:xfrm>
              <a:custGeom>
                <a:avLst/>
                <a:gdLst>
                  <a:gd name="T0" fmla="*/ 71 w 145"/>
                  <a:gd name="T1" fmla="*/ 25 h 51"/>
                  <a:gd name="T2" fmla="*/ 0 w 145"/>
                  <a:gd name="T3" fmla="*/ 49 h 51"/>
                  <a:gd name="T4" fmla="*/ 87 w 145"/>
                  <a:gd name="T5" fmla="*/ 51 h 51"/>
                  <a:gd name="T6" fmla="*/ 71 w 145"/>
                  <a:gd name="T7" fmla="*/ 25 h 51"/>
                  <a:gd name="T8" fmla="*/ 145 w 145"/>
                  <a:gd name="T9" fmla="*/ 0 h 51"/>
                  <a:gd name="T10" fmla="*/ 142 w 145"/>
                  <a:gd name="T11" fmla="*/ 1 h 51"/>
                  <a:gd name="T12" fmla="*/ 143 w 145"/>
                  <a:gd name="T13" fmla="*/ 2 h 51"/>
                  <a:gd name="T14" fmla="*/ 145 w 145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51">
                    <a:moveTo>
                      <a:pt x="71" y="25"/>
                    </a:moveTo>
                    <a:cubicBezTo>
                      <a:pt x="47" y="33"/>
                      <a:pt x="23" y="41"/>
                      <a:pt x="0" y="49"/>
                    </a:cubicBezTo>
                    <a:cubicBezTo>
                      <a:pt x="87" y="51"/>
                      <a:pt x="87" y="51"/>
                      <a:pt x="87" y="51"/>
                    </a:cubicBezTo>
                    <a:cubicBezTo>
                      <a:pt x="71" y="25"/>
                      <a:pt x="71" y="25"/>
                      <a:pt x="71" y="25"/>
                    </a:cubicBezTo>
                    <a:moveTo>
                      <a:pt x="145" y="0"/>
                    </a:moveTo>
                    <a:cubicBezTo>
                      <a:pt x="144" y="0"/>
                      <a:pt x="143" y="0"/>
                      <a:pt x="142" y="1"/>
                    </a:cubicBezTo>
                    <a:cubicBezTo>
                      <a:pt x="143" y="2"/>
                      <a:pt x="143" y="2"/>
                      <a:pt x="143" y="2"/>
                    </a:cubicBezTo>
                    <a:cubicBezTo>
                      <a:pt x="143" y="1"/>
                      <a:pt x="144" y="0"/>
                      <a:pt x="14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6" name="Freeform 647"/>
              <p:cNvSpPr>
                <a:spLocks/>
              </p:cNvSpPr>
              <p:nvPr userDrawn="1"/>
            </p:nvSpPr>
            <p:spPr bwMode="auto">
              <a:xfrm>
                <a:off x="918" y="1449"/>
                <a:ext cx="49" cy="36"/>
              </a:xfrm>
              <a:custGeom>
                <a:avLst/>
                <a:gdLst>
                  <a:gd name="T0" fmla="*/ 9 w 39"/>
                  <a:gd name="T1" fmla="*/ 0 h 29"/>
                  <a:gd name="T2" fmla="*/ 0 w 39"/>
                  <a:gd name="T3" fmla="*/ 3 h 29"/>
                  <a:gd name="T4" fmla="*/ 16 w 39"/>
                  <a:gd name="T5" fmla="*/ 29 h 29"/>
                  <a:gd name="T6" fmla="*/ 39 w 39"/>
                  <a:gd name="T7" fmla="*/ 9 h 29"/>
                  <a:gd name="T8" fmla="*/ 9 w 3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9">
                    <a:moveTo>
                      <a:pt x="9" y="0"/>
                    </a:moveTo>
                    <a:cubicBezTo>
                      <a:pt x="6" y="1"/>
                      <a:pt x="3" y="2"/>
                      <a:pt x="0" y="3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4" y="22"/>
                      <a:pt x="31" y="16"/>
                      <a:pt x="39" y="9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7" name="Freeform 648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close/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8" name="Freeform 649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9" name="Freeform 650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0" name="Freeform 651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1" name="Freeform 652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2" name="Freeform 653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3" name="Freeform 654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4" name="Freeform 655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5" name="Freeform 656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close/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6" name="Freeform 657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7" name="Freeform 658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close/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8" name="Freeform 659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9" name="Freeform 660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0" name="Freeform 661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1" name="Freeform 662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2" name="Freeform 663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3" name="Freeform 664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4" name="Freeform 665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5" name="Freeform 666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close/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close/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6" name="Freeform 667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7" name="Freeform 668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8" name="Freeform 669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9" name="Freeform 670"/>
              <p:cNvSpPr>
                <a:spLocks noEditPoints="1"/>
              </p:cNvSpPr>
              <p:nvPr userDrawn="1"/>
            </p:nvSpPr>
            <p:spPr bwMode="auto">
              <a:xfrm>
                <a:off x="699" y="1132"/>
                <a:ext cx="86" cy="122"/>
              </a:xfrm>
              <a:custGeom>
                <a:avLst/>
                <a:gdLst>
                  <a:gd name="T0" fmla="*/ 28 w 69"/>
                  <a:gd name="T1" fmla="*/ 24 h 98"/>
                  <a:gd name="T2" fmla="*/ 7 w 69"/>
                  <a:gd name="T3" fmla="*/ 53 h 98"/>
                  <a:gd name="T4" fmla="*/ 0 w 69"/>
                  <a:gd name="T5" fmla="*/ 97 h 98"/>
                  <a:gd name="T6" fmla="*/ 69 w 69"/>
                  <a:gd name="T7" fmla="*/ 98 h 98"/>
                  <a:gd name="T8" fmla="*/ 28 w 69"/>
                  <a:gd name="T9" fmla="*/ 24 h 98"/>
                  <a:gd name="T10" fmla="*/ 15 w 69"/>
                  <a:gd name="T11" fmla="*/ 0 h 98"/>
                  <a:gd name="T12" fmla="*/ 9 w 69"/>
                  <a:gd name="T13" fmla="*/ 41 h 98"/>
                  <a:gd name="T14" fmla="*/ 18 w 69"/>
                  <a:gd name="T15" fmla="*/ 7 h 98"/>
                  <a:gd name="T16" fmla="*/ 15 w 69"/>
                  <a:gd name="T17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98">
                    <a:moveTo>
                      <a:pt x="28" y="24"/>
                    </a:moveTo>
                    <a:cubicBezTo>
                      <a:pt x="7" y="53"/>
                      <a:pt x="7" y="53"/>
                      <a:pt x="7" y="5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23" y="97"/>
                      <a:pt x="46" y="97"/>
                      <a:pt x="69" y="98"/>
                    </a:cubicBezTo>
                    <a:cubicBezTo>
                      <a:pt x="55" y="73"/>
                      <a:pt x="42" y="49"/>
                      <a:pt x="28" y="24"/>
                    </a:cubicBezTo>
                    <a:moveTo>
                      <a:pt x="15" y="0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5"/>
                      <a:pt x="16" y="2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0" name="Freeform 671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close/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1" name="Freeform 672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2" name="Freeform 673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3" name="Freeform 674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4" name="Freeform 675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5" name="Freeform 676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6" name="Freeform 677"/>
              <p:cNvSpPr>
                <a:spLocks noEditPoints="1"/>
              </p:cNvSpPr>
              <p:nvPr userDrawn="1"/>
            </p:nvSpPr>
            <p:spPr bwMode="auto">
              <a:xfrm>
                <a:off x="761" y="961"/>
                <a:ext cx="88" cy="77"/>
              </a:xfrm>
              <a:custGeom>
                <a:avLst/>
                <a:gdLst>
                  <a:gd name="T0" fmla="*/ 69 w 71"/>
                  <a:gd name="T1" fmla="*/ 50 h 62"/>
                  <a:gd name="T2" fmla="*/ 66 w 71"/>
                  <a:gd name="T3" fmla="*/ 57 h 62"/>
                  <a:gd name="T4" fmla="*/ 71 w 71"/>
                  <a:gd name="T5" fmla="*/ 57 h 62"/>
                  <a:gd name="T6" fmla="*/ 69 w 71"/>
                  <a:gd name="T7" fmla="*/ 50 h 62"/>
                  <a:gd name="T8" fmla="*/ 56 w 71"/>
                  <a:gd name="T9" fmla="*/ 0 h 62"/>
                  <a:gd name="T10" fmla="*/ 0 w 71"/>
                  <a:gd name="T11" fmla="*/ 62 h 62"/>
                  <a:gd name="T12" fmla="*/ 32 w 71"/>
                  <a:gd name="T13" fmla="*/ 60 h 62"/>
                  <a:gd name="T14" fmla="*/ 56 w 71"/>
                  <a:gd name="T1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62">
                    <a:moveTo>
                      <a:pt x="69" y="50"/>
                    </a:moveTo>
                    <a:cubicBezTo>
                      <a:pt x="66" y="57"/>
                      <a:pt x="66" y="57"/>
                      <a:pt x="66" y="57"/>
                    </a:cubicBezTo>
                    <a:cubicBezTo>
                      <a:pt x="68" y="57"/>
                      <a:pt x="70" y="57"/>
                      <a:pt x="71" y="57"/>
                    </a:cubicBezTo>
                    <a:cubicBezTo>
                      <a:pt x="71" y="55"/>
                      <a:pt x="70" y="52"/>
                      <a:pt x="69" y="50"/>
                    </a:cubicBezTo>
                    <a:moveTo>
                      <a:pt x="56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10" y="61"/>
                      <a:pt x="21" y="60"/>
                      <a:pt x="32" y="60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7" name="Freeform 678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8" name="Freeform 679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9" name="Freeform 680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close/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0" name="Freeform 681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1" name="Freeform 682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2" name="Freeform 683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3" name="Freeform 684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close/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4" name="Freeform 685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5" name="Freeform 686"/>
              <p:cNvSpPr>
                <a:spLocks noEditPoints="1"/>
              </p:cNvSpPr>
              <p:nvPr userDrawn="1"/>
            </p:nvSpPr>
            <p:spPr bwMode="auto">
              <a:xfrm>
                <a:off x="1427" y="372"/>
                <a:ext cx="113" cy="27"/>
              </a:xfrm>
              <a:custGeom>
                <a:avLst/>
                <a:gdLst>
                  <a:gd name="T0" fmla="*/ 86 w 91"/>
                  <a:gd name="T1" fmla="*/ 13 h 22"/>
                  <a:gd name="T2" fmla="*/ 76 w 91"/>
                  <a:gd name="T3" fmla="*/ 17 h 22"/>
                  <a:gd name="T4" fmla="*/ 91 w 91"/>
                  <a:gd name="T5" fmla="*/ 16 h 22"/>
                  <a:gd name="T6" fmla="*/ 86 w 91"/>
                  <a:gd name="T7" fmla="*/ 13 h 22"/>
                  <a:gd name="T8" fmla="*/ 67 w 91"/>
                  <a:gd name="T9" fmla="*/ 0 h 22"/>
                  <a:gd name="T10" fmla="*/ 0 w 91"/>
                  <a:gd name="T11" fmla="*/ 22 h 22"/>
                  <a:gd name="T12" fmla="*/ 47 w 91"/>
                  <a:gd name="T13" fmla="*/ 19 h 22"/>
                  <a:gd name="T14" fmla="*/ 67 w 91"/>
                  <a:gd name="T15" fmla="*/ 0 h 22"/>
                  <a:gd name="T16" fmla="*/ 67 w 91"/>
                  <a:gd name="T1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22">
                    <a:moveTo>
                      <a:pt x="86" y="13"/>
                    </a:moveTo>
                    <a:cubicBezTo>
                      <a:pt x="83" y="14"/>
                      <a:pt x="79" y="16"/>
                      <a:pt x="76" y="17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86" y="13"/>
                      <a:pt x="86" y="13"/>
                      <a:pt x="86" y="13"/>
                    </a:cubicBezTo>
                    <a:moveTo>
                      <a:pt x="67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4" y="13"/>
                      <a:pt x="61" y="6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6" name="Freeform 687"/>
              <p:cNvSpPr>
                <a:spLocks/>
              </p:cNvSpPr>
              <p:nvPr userDrawn="1"/>
            </p:nvSpPr>
            <p:spPr bwMode="auto">
              <a:xfrm>
                <a:off x="1485" y="372"/>
                <a:ext cx="48" cy="24"/>
              </a:xfrm>
              <a:custGeom>
                <a:avLst/>
                <a:gdLst>
                  <a:gd name="T0" fmla="*/ 20 w 39"/>
                  <a:gd name="T1" fmla="*/ 0 h 19"/>
                  <a:gd name="T2" fmla="*/ 20 w 39"/>
                  <a:gd name="T3" fmla="*/ 0 h 19"/>
                  <a:gd name="T4" fmla="*/ 0 w 39"/>
                  <a:gd name="T5" fmla="*/ 19 h 19"/>
                  <a:gd name="T6" fmla="*/ 29 w 39"/>
                  <a:gd name="T7" fmla="*/ 17 h 19"/>
                  <a:gd name="T8" fmla="*/ 39 w 39"/>
                  <a:gd name="T9" fmla="*/ 13 h 19"/>
                  <a:gd name="T10" fmla="*/ 20 w 39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9">
                    <a:moveTo>
                      <a:pt x="20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4" y="6"/>
                      <a:pt x="7" y="13"/>
                      <a:pt x="0" y="19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32" y="16"/>
                      <a:pt x="36" y="14"/>
                      <a:pt x="39" y="13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7" name="Freeform 688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8" name="Freeform 689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9" name="Freeform 690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0" name="Freeform 691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1" name="Freeform 692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2" name="Freeform 693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3" name="Freeform 694"/>
              <p:cNvSpPr>
                <a:spLocks noEditPoints="1"/>
              </p:cNvSpPr>
              <p:nvPr userDrawn="1"/>
            </p:nvSpPr>
            <p:spPr bwMode="auto">
              <a:xfrm>
                <a:off x="1302" y="439"/>
                <a:ext cx="58" cy="68"/>
              </a:xfrm>
              <a:custGeom>
                <a:avLst/>
                <a:gdLst>
                  <a:gd name="T0" fmla="*/ 41 w 47"/>
                  <a:gd name="T1" fmla="*/ 2 h 55"/>
                  <a:gd name="T2" fmla="*/ 0 w 47"/>
                  <a:gd name="T3" fmla="*/ 36 h 55"/>
                  <a:gd name="T4" fmla="*/ 8 w 47"/>
                  <a:gd name="T5" fmla="*/ 39 h 55"/>
                  <a:gd name="T6" fmla="*/ 41 w 47"/>
                  <a:gd name="T7" fmla="*/ 2 h 55"/>
                  <a:gd name="T8" fmla="*/ 47 w 47"/>
                  <a:gd name="T9" fmla="*/ 0 h 55"/>
                  <a:gd name="T10" fmla="*/ 26 w 47"/>
                  <a:gd name="T11" fmla="*/ 47 h 55"/>
                  <a:gd name="T12" fmla="*/ 45 w 47"/>
                  <a:gd name="T13" fmla="*/ 55 h 55"/>
                  <a:gd name="T14" fmla="*/ 47 w 47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5">
                    <a:moveTo>
                      <a:pt x="41" y="2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3" y="37"/>
                      <a:pt x="5" y="38"/>
                      <a:pt x="8" y="39"/>
                    </a:cubicBezTo>
                    <a:cubicBezTo>
                      <a:pt x="41" y="2"/>
                      <a:pt x="41" y="2"/>
                      <a:pt x="41" y="2"/>
                    </a:cubicBezTo>
                    <a:moveTo>
                      <a:pt x="47" y="0"/>
                    </a:moveTo>
                    <a:cubicBezTo>
                      <a:pt x="26" y="47"/>
                      <a:pt x="26" y="47"/>
                      <a:pt x="26" y="47"/>
                    </a:cubicBezTo>
                    <a:cubicBezTo>
                      <a:pt x="32" y="50"/>
                      <a:pt x="39" y="52"/>
                      <a:pt x="45" y="55"/>
                    </a:cubicBezTo>
                    <a:cubicBezTo>
                      <a:pt x="45" y="37"/>
                      <a:pt x="46" y="18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4" name="Freeform 695"/>
              <p:cNvSpPr>
                <a:spLocks/>
              </p:cNvSpPr>
              <p:nvPr userDrawn="1"/>
            </p:nvSpPr>
            <p:spPr bwMode="auto">
              <a:xfrm>
                <a:off x="1312" y="437"/>
                <a:ext cx="48" cy="60"/>
              </a:xfrm>
              <a:custGeom>
                <a:avLst/>
                <a:gdLst>
                  <a:gd name="T0" fmla="*/ 39 w 39"/>
                  <a:gd name="T1" fmla="*/ 0 h 49"/>
                  <a:gd name="T2" fmla="*/ 33 w 39"/>
                  <a:gd name="T3" fmla="*/ 4 h 49"/>
                  <a:gd name="T4" fmla="*/ 0 w 39"/>
                  <a:gd name="T5" fmla="*/ 41 h 49"/>
                  <a:gd name="T6" fmla="*/ 18 w 39"/>
                  <a:gd name="T7" fmla="*/ 49 h 49"/>
                  <a:gd name="T8" fmla="*/ 39 w 39"/>
                  <a:gd name="T9" fmla="*/ 2 h 49"/>
                  <a:gd name="T10" fmla="*/ 39 w 39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9">
                    <a:moveTo>
                      <a:pt x="39" y="0"/>
                    </a:moveTo>
                    <a:cubicBezTo>
                      <a:pt x="33" y="4"/>
                      <a:pt x="33" y="4"/>
                      <a:pt x="33" y="4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6" y="44"/>
                      <a:pt x="12" y="46"/>
                      <a:pt x="18" y="49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9" y="1"/>
                      <a:pt x="39" y="0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5" name="Freeform 696"/>
              <p:cNvSpPr>
                <a:spLocks/>
              </p:cNvSpPr>
              <p:nvPr userDrawn="1"/>
            </p:nvSpPr>
            <p:spPr bwMode="auto">
              <a:xfrm>
                <a:off x="1189" y="154"/>
                <a:ext cx="59" cy="72"/>
              </a:xfrm>
              <a:custGeom>
                <a:avLst/>
                <a:gdLst>
                  <a:gd name="T0" fmla="*/ 47 w 47"/>
                  <a:gd name="T1" fmla="*/ 0 h 58"/>
                  <a:gd name="T2" fmla="*/ 0 w 47"/>
                  <a:gd name="T3" fmla="*/ 38 h 58"/>
                  <a:gd name="T4" fmla="*/ 45 w 47"/>
                  <a:gd name="T5" fmla="*/ 58 h 58"/>
                  <a:gd name="T6" fmla="*/ 47 w 47"/>
                  <a:gd name="T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58">
                    <a:moveTo>
                      <a:pt x="47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5" y="45"/>
                      <a:pt x="30" y="51"/>
                      <a:pt x="45" y="58"/>
                    </a:cubicBezTo>
                    <a:cubicBezTo>
                      <a:pt x="46" y="38"/>
                      <a:pt x="46" y="19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6" name="Freeform 697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7" name="Freeform 698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8" name="Freeform 699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9" name="Freeform 700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0" name="Freeform 701"/>
              <p:cNvSpPr>
                <a:spLocks noEditPoints="1"/>
              </p:cNvSpPr>
              <p:nvPr userDrawn="1"/>
            </p:nvSpPr>
            <p:spPr bwMode="auto">
              <a:xfrm>
                <a:off x="1188" y="569"/>
                <a:ext cx="133" cy="102"/>
              </a:xfrm>
              <a:custGeom>
                <a:avLst/>
                <a:gdLst>
                  <a:gd name="T0" fmla="*/ 82 w 107"/>
                  <a:gd name="T1" fmla="*/ 27 h 82"/>
                  <a:gd name="T2" fmla="*/ 74 w 107"/>
                  <a:gd name="T3" fmla="*/ 54 h 82"/>
                  <a:gd name="T4" fmla="*/ 107 w 107"/>
                  <a:gd name="T5" fmla="*/ 41 h 82"/>
                  <a:gd name="T6" fmla="*/ 82 w 107"/>
                  <a:gd name="T7" fmla="*/ 27 h 82"/>
                  <a:gd name="T8" fmla="*/ 37 w 107"/>
                  <a:gd name="T9" fmla="*/ 0 h 82"/>
                  <a:gd name="T10" fmla="*/ 0 w 107"/>
                  <a:gd name="T11" fmla="*/ 82 h 82"/>
                  <a:gd name="T12" fmla="*/ 0 w 107"/>
                  <a:gd name="T13" fmla="*/ 82 h 82"/>
                  <a:gd name="T14" fmla="*/ 28 w 107"/>
                  <a:gd name="T15" fmla="*/ 71 h 82"/>
                  <a:gd name="T16" fmla="*/ 37 w 107"/>
                  <a:gd name="T1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82">
                    <a:moveTo>
                      <a:pt x="82" y="27"/>
                    </a:moveTo>
                    <a:cubicBezTo>
                      <a:pt x="74" y="54"/>
                      <a:pt x="74" y="54"/>
                      <a:pt x="74" y="54"/>
                    </a:cubicBezTo>
                    <a:cubicBezTo>
                      <a:pt x="85" y="49"/>
                      <a:pt x="96" y="45"/>
                      <a:pt x="107" y="41"/>
                    </a:cubicBezTo>
                    <a:cubicBezTo>
                      <a:pt x="98" y="36"/>
                      <a:pt x="90" y="31"/>
                      <a:pt x="82" y="27"/>
                    </a:cubicBezTo>
                    <a:moveTo>
                      <a:pt x="37" y="0"/>
                    </a:moveTo>
                    <a:cubicBezTo>
                      <a:pt x="37" y="0"/>
                      <a:pt x="1" y="77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9" y="78"/>
                      <a:pt x="19" y="74"/>
                      <a:pt x="28" y="71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1" name="Freeform 702"/>
              <p:cNvSpPr>
                <a:spLocks/>
              </p:cNvSpPr>
              <p:nvPr userDrawn="1"/>
            </p:nvSpPr>
            <p:spPr bwMode="auto">
              <a:xfrm>
                <a:off x="1170" y="671"/>
                <a:ext cx="49" cy="82"/>
              </a:xfrm>
              <a:custGeom>
                <a:avLst/>
                <a:gdLst>
                  <a:gd name="T0" fmla="*/ 15 w 40"/>
                  <a:gd name="T1" fmla="*/ 0 h 67"/>
                  <a:gd name="T2" fmla="*/ 0 w 40"/>
                  <a:gd name="T3" fmla="*/ 67 h 67"/>
                  <a:gd name="T4" fmla="*/ 40 w 40"/>
                  <a:gd name="T5" fmla="*/ 18 h 67"/>
                  <a:gd name="T6" fmla="*/ 40 w 40"/>
                  <a:gd name="T7" fmla="*/ 14 h 67"/>
                  <a:gd name="T8" fmla="*/ 15 w 40"/>
                  <a:gd name="T9" fmla="*/ 0 h 67"/>
                  <a:gd name="T10" fmla="*/ 15 w 40"/>
                  <a:gd name="T11" fmla="*/ 0 h 67"/>
                  <a:gd name="T12" fmla="*/ 15 w 40"/>
                  <a:gd name="T13" fmla="*/ 0 h 67"/>
                  <a:gd name="T14" fmla="*/ 15 w 40"/>
                  <a:gd name="T1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32" y="9"/>
                      <a:pt x="23" y="4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2" name="Freeform 703"/>
              <p:cNvSpPr>
                <a:spLocks noEditPoints="1"/>
              </p:cNvSpPr>
              <p:nvPr userDrawn="1"/>
            </p:nvSpPr>
            <p:spPr bwMode="auto">
              <a:xfrm>
                <a:off x="1170" y="690"/>
                <a:ext cx="91" cy="63"/>
              </a:xfrm>
              <a:custGeom>
                <a:avLst/>
                <a:gdLst>
                  <a:gd name="T0" fmla="*/ 0 w 74"/>
                  <a:gd name="T1" fmla="*/ 51 h 51"/>
                  <a:gd name="T2" fmla="*/ 0 w 74"/>
                  <a:gd name="T3" fmla="*/ 51 h 51"/>
                  <a:gd name="T4" fmla="*/ 0 w 74"/>
                  <a:gd name="T5" fmla="*/ 51 h 51"/>
                  <a:gd name="T6" fmla="*/ 0 w 74"/>
                  <a:gd name="T7" fmla="*/ 51 h 51"/>
                  <a:gd name="T8" fmla="*/ 0 w 74"/>
                  <a:gd name="T9" fmla="*/ 51 h 51"/>
                  <a:gd name="T10" fmla="*/ 44 w 74"/>
                  <a:gd name="T11" fmla="*/ 0 h 51"/>
                  <a:gd name="T12" fmla="*/ 40 w 74"/>
                  <a:gd name="T13" fmla="*/ 2 h 51"/>
                  <a:gd name="T14" fmla="*/ 52 w 74"/>
                  <a:gd name="T15" fmla="*/ 27 h 51"/>
                  <a:gd name="T16" fmla="*/ 74 w 74"/>
                  <a:gd name="T17" fmla="*/ 17 h 51"/>
                  <a:gd name="T18" fmla="*/ 44 w 74"/>
                  <a:gd name="T1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51">
                    <a:moveTo>
                      <a:pt x="0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moveTo>
                      <a:pt x="44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9" y="24"/>
                      <a:pt x="67" y="20"/>
                      <a:pt x="74" y="17"/>
                    </a:cubicBezTo>
                    <a:cubicBezTo>
                      <a:pt x="64" y="11"/>
                      <a:pt x="54" y="6"/>
                      <a:pt x="4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3" name="Freeform 704"/>
              <p:cNvSpPr>
                <a:spLocks/>
              </p:cNvSpPr>
              <p:nvPr userDrawn="1"/>
            </p:nvSpPr>
            <p:spPr bwMode="auto">
              <a:xfrm>
                <a:off x="904" y="705"/>
                <a:ext cx="92" cy="83"/>
              </a:xfrm>
              <a:custGeom>
                <a:avLst/>
                <a:gdLst>
                  <a:gd name="T0" fmla="*/ 15 w 75"/>
                  <a:gd name="T1" fmla="*/ 0 h 67"/>
                  <a:gd name="T2" fmla="*/ 0 w 75"/>
                  <a:gd name="T3" fmla="*/ 67 h 67"/>
                  <a:gd name="T4" fmla="*/ 75 w 75"/>
                  <a:gd name="T5" fmla="*/ 33 h 67"/>
                  <a:gd name="T6" fmla="*/ 15 w 75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25" y="56"/>
                      <a:pt x="50" y="44"/>
                      <a:pt x="75" y="33"/>
                    </a:cubicBezTo>
                    <a:cubicBezTo>
                      <a:pt x="55" y="22"/>
                      <a:pt x="35" y="11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4" name="Freeform 705"/>
              <p:cNvSpPr>
                <a:spLocks/>
              </p:cNvSpPr>
              <p:nvPr userDrawn="1"/>
            </p:nvSpPr>
            <p:spPr bwMode="auto">
              <a:xfrm>
                <a:off x="1168" y="753"/>
                <a:ext cx="59" cy="132"/>
              </a:xfrm>
              <a:custGeom>
                <a:avLst/>
                <a:gdLst>
                  <a:gd name="T0" fmla="*/ 1 w 47"/>
                  <a:gd name="T1" fmla="*/ 0 h 106"/>
                  <a:gd name="T2" fmla="*/ 0 w 47"/>
                  <a:gd name="T3" fmla="*/ 92 h 106"/>
                  <a:gd name="T4" fmla="*/ 47 w 47"/>
                  <a:gd name="T5" fmla="*/ 106 h 106"/>
                  <a:gd name="T6" fmla="*/ 27 w 47"/>
                  <a:gd name="T7" fmla="*/ 60 h 106"/>
                  <a:gd name="T8" fmla="*/ 1 w 47"/>
                  <a:gd name="T9" fmla="*/ 77 h 106"/>
                  <a:gd name="T10" fmla="*/ 1 w 47"/>
                  <a:gd name="T11" fmla="*/ 0 h 106"/>
                  <a:gd name="T12" fmla="*/ 1 w 47"/>
                  <a:gd name="T13" fmla="*/ 0 h 106"/>
                  <a:gd name="T14" fmla="*/ 1 w 47"/>
                  <a:gd name="T15" fmla="*/ 0 h 106"/>
                  <a:gd name="T16" fmla="*/ 1 w 47"/>
                  <a:gd name="T17" fmla="*/ 0 h 106"/>
                  <a:gd name="T18" fmla="*/ 1 w 47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106">
                    <a:moveTo>
                      <a:pt x="1" y="0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16" y="97"/>
                      <a:pt x="31" y="101"/>
                      <a:pt x="47" y="106"/>
                    </a:cubicBezTo>
                    <a:cubicBezTo>
                      <a:pt x="40" y="91"/>
                      <a:pt x="34" y="75"/>
                      <a:pt x="27" y="60"/>
                    </a:cubicBezTo>
                    <a:cubicBezTo>
                      <a:pt x="19" y="66"/>
                      <a:pt x="10" y="71"/>
                      <a:pt x="1" y="77"/>
                    </a:cubicBezTo>
                    <a:cubicBezTo>
                      <a:pt x="1" y="51"/>
                      <a:pt x="1" y="25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5" name="Freeform 706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6" name="Freeform 707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7" name="Freeform 708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8" name="Freeform 709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9" name="Freeform 710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0" name="Freeform 711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1" name="Freeform 712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2" name="Freeform 713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3" name="Freeform 714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4" name="Freeform 715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5" name="Freeform 716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6" name="Freeform 717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7" name="Freeform 718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8" name="Freeform 719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9" name="Freeform 720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0" name="Freeform 721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1" name="Freeform 722"/>
              <p:cNvSpPr>
                <a:spLocks noEditPoints="1"/>
              </p:cNvSpPr>
              <p:nvPr userDrawn="1"/>
            </p:nvSpPr>
            <p:spPr bwMode="auto">
              <a:xfrm>
                <a:off x="1234" y="538"/>
                <a:ext cx="77" cy="119"/>
              </a:xfrm>
              <a:custGeom>
                <a:avLst/>
                <a:gdLst>
                  <a:gd name="T0" fmla="*/ 37 w 62"/>
                  <a:gd name="T1" fmla="*/ 79 h 96"/>
                  <a:gd name="T2" fmla="*/ 25 w 62"/>
                  <a:gd name="T3" fmla="*/ 83 h 96"/>
                  <a:gd name="T4" fmla="*/ 31 w 62"/>
                  <a:gd name="T5" fmla="*/ 96 h 96"/>
                  <a:gd name="T6" fmla="*/ 37 w 62"/>
                  <a:gd name="T7" fmla="*/ 79 h 96"/>
                  <a:gd name="T8" fmla="*/ 62 w 62"/>
                  <a:gd name="T9" fmla="*/ 0 h 96"/>
                  <a:gd name="T10" fmla="*/ 0 w 62"/>
                  <a:gd name="T11" fmla="*/ 25 h 96"/>
                  <a:gd name="T12" fmla="*/ 45 w 62"/>
                  <a:gd name="T13" fmla="*/ 52 h 96"/>
                  <a:gd name="T14" fmla="*/ 62 w 62"/>
                  <a:gd name="T1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96">
                    <a:moveTo>
                      <a:pt x="37" y="79"/>
                    </a:moveTo>
                    <a:cubicBezTo>
                      <a:pt x="33" y="80"/>
                      <a:pt x="29" y="81"/>
                      <a:pt x="25" y="83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37" y="79"/>
                      <a:pt x="37" y="79"/>
                      <a:pt x="37" y="79"/>
                    </a:cubicBezTo>
                    <a:moveTo>
                      <a:pt x="62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15" y="34"/>
                      <a:pt x="30" y="43"/>
                      <a:pt x="45" y="52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2" name="Freeform 723"/>
              <p:cNvSpPr>
                <a:spLocks/>
              </p:cNvSpPr>
              <p:nvPr userDrawn="1"/>
            </p:nvSpPr>
            <p:spPr bwMode="auto">
              <a:xfrm>
                <a:off x="1234" y="569"/>
                <a:ext cx="56" cy="72"/>
              </a:xfrm>
              <a:custGeom>
                <a:avLst/>
                <a:gdLst>
                  <a:gd name="T0" fmla="*/ 0 w 45"/>
                  <a:gd name="T1" fmla="*/ 0 h 58"/>
                  <a:gd name="T2" fmla="*/ 25 w 45"/>
                  <a:gd name="T3" fmla="*/ 58 h 58"/>
                  <a:gd name="T4" fmla="*/ 37 w 45"/>
                  <a:gd name="T5" fmla="*/ 54 h 58"/>
                  <a:gd name="T6" fmla="*/ 45 w 45"/>
                  <a:gd name="T7" fmla="*/ 27 h 58"/>
                  <a:gd name="T8" fmla="*/ 0 w 45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8">
                    <a:moveTo>
                      <a:pt x="0" y="0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9" y="56"/>
                      <a:pt x="33" y="55"/>
                      <a:pt x="37" y="54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30" y="18"/>
                      <a:pt x="15" y="9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3" name="Freeform 724"/>
              <p:cNvSpPr>
                <a:spLocks/>
              </p:cNvSpPr>
              <p:nvPr userDrawn="1"/>
            </p:nvSpPr>
            <p:spPr bwMode="auto">
              <a:xfrm>
                <a:off x="1219" y="641"/>
                <a:ext cx="53" cy="49"/>
              </a:xfrm>
              <a:custGeom>
                <a:avLst/>
                <a:gdLst>
                  <a:gd name="T0" fmla="*/ 37 w 43"/>
                  <a:gd name="T1" fmla="*/ 0 h 40"/>
                  <a:gd name="T2" fmla="*/ 3 w 43"/>
                  <a:gd name="T3" fmla="*/ 13 h 40"/>
                  <a:gd name="T4" fmla="*/ 0 w 43"/>
                  <a:gd name="T5" fmla="*/ 38 h 40"/>
                  <a:gd name="T6" fmla="*/ 4 w 43"/>
                  <a:gd name="T7" fmla="*/ 40 h 40"/>
                  <a:gd name="T8" fmla="*/ 43 w 43"/>
                  <a:gd name="T9" fmla="*/ 13 h 40"/>
                  <a:gd name="T10" fmla="*/ 37 w 4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37" y="0"/>
                    </a:moveTo>
                    <a:cubicBezTo>
                      <a:pt x="26" y="4"/>
                      <a:pt x="15" y="8"/>
                      <a:pt x="3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39"/>
                      <a:pt x="2" y="39"/>
                      <a:pt x="4" y="40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4" name="Freeform 725"/>
              <p:cNvSpPr>
                <a:spLocks/>
              </p:cNvSpPr>
              <p:nvPr userDrawn="1"/>
            </p:nvSpPr>
            <p:spPr bwMode="auto">
              <a:xfrm>
                <a:off x="1223" y="569"/>
                <a:ext cx="42" cy="88"/>
              </a:xfrm>
              <a:custGeom>
                <a:avLst/>
                <a:gdLst>
                  <a:gd name="T0" fmla="*/ 9 w 34"/>
                  <a:gd name="T1" fmla="*/ 0 h 71"/>
                  <a:gd name="T2" fmla="*/ 9 w 34"/>
                  <a:gd name="T3" fmla="*/ 0 h 71"/>
                  <a:gd name="T4" fmla="*/ 0 w 34"/>
                  <a:gd name="T5" fmla="*/ 71 h 71"/>
                  <a:gd name="T6" fmla="*/ 34 w 34"/>
                  <a:gd name="T7" fmla="*/ 58 h 71"/>
                  <a:gd name="T8" fmla="*/ 9 w 34"/>
                  <a:gd name="T9" fmla="*/ 0 h 71"/>
                  <a:gd name="T10" fmla="*/ 9 w 34"/>
                  <a:gd name="T11" fmla="*/ 0 h 71"/>
                  <a:gd name="T12" fmla="*/ 9 w 34"/>
                  <a:gd name="T1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71">
                    <a:moveTo>
                      <a:pt x="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12" y="66"/>
                      <a:pt x="23" y="62"/>
                      <a:pt x="34" y="5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5" name="Freeform 726"/>
              <p:cNvSpPr>
                <a:spLocks/>
              </p:cNvSpPr>
              <p:nvPr userDrawn="1"/>
            </p:nvSpPr>
            <p:spPr bwMode="auto">
              <a:xfrm>
                <a:off x="1219" y="688"/>
                <a:ext cx="5" cy="5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4 h 4"/>
                  <a:gd name="T4" fmla="*/ 4 w 4"/>
                  <a:gd name="T5" fmla="*/ 2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1"/>
                      <a:pt x="1" y="1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6" name="Freeform 727"/>
              <p:cNvSpPr>
                <a:spLocks/>
              </p:cNvSpPr>
              <p:nvPr userDrawn="1"/>
            </p:nvSpPr>
            <p:spPr bwMode="auto">
              <a:xfrm>
                <a:off x="1170" y="724"/>
                <a:ext cx="75" cy="29"/>
              </a:xfrm>
              <a:custGeom>
                <a:avLst/>
                <a:gdLst>
                  <a:gd name="T0" fmla="*/ 52 w 61"/>
                  <a:gd name="T1" fmla="*/ 0 h 24"/>
                  <a:gd name="T2" fmla="*/ 0 w 61"/>
                  <a:gd name="T3" fmla="*/ 24 h 24"/>
                  <a:gd name="T4" fmla="*/ 61 w 61"/>
                  <a:gd name="T5" fmla="*/ 19 h 24"/>
                  <a:gd name="T6" fmla="*/ 52 w 6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24">
                    <a:moveTo>
                      <a:pt x="52" y="0"/>
                    </a:moveTo>
                    <a:cubicBezTo>
                      <a:pt x="35" y="8"/>
                      <a:pt x="17" y="16"/>
                      <a:pt x="0" y="2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52" y="0"/>
                      <a:pt x="52" y="0"/>
                      <a:pt x="5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7" name="Freeform 728"/>
              <p:cNvSpPr>
                <a:spLocks/>
              </p:cNvSpPr>
              <p:nvPr userDrawn="1"/>
            </p:nvSpPr>
            <p:spPr bwMode="auto">
              <a:xfrm>
                <a:off x="1170" y="693"/>
                <a:ext cx="64" cy="60"/>
              </a:xfrm>
              <a:custGeom>
                <a:avLst/>
                <a:gdLst>
                  <a:gd name="T0" fmla="*/ 40 w 52"/>
                  <a:gd name="T1" fmla="*/ 0 h 49"/>
                  <a:gd name="T2" fmla="*/ 0 w 52"/>
                  <a:gd name="T3" fmla="*/ 49 h 49"/>
                  <a:gd name="T4" fmla="*/ 0 w 52"/>
                  <a:gd name="T5" fmla="*/ 49 h 49"/>
                  <a:gd name="T6" fmla="*/ 52 w 52"/>
                  <a:gd name="T7" fmla="*/ 25 h 49"/>
                  <a:gd name="T8" fmla="*/ 40 w 52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49">
                    <a:moveTo>
                      <a:pt x="4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7" y="41"/>
                      <a:pt x="35" y="33"/>
                      <a:pt x="52" y="2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8" name="Freeform 729"/>
              <p:cNvSpPr>
                <a:spLocks/>
              </p:cNvSpPr>
              <p:nvPr userDrawn="1"/>
            </p:nvSpPr>
            <p:spPr bwMode="auto">
              <a:xfrm>
                <a:off x="1170" y="753"/>
                <a:ext cx="73" cy="75"/>
              </a:xfrm>
              <a:custGeom>
                <a:avLst/>
                <a:gdLst>
                  <a:gd name="T0" fmla="*/ 0 w 59"/>
                  <a:gd name="T1" fmla="*/ 0 h 60"/>
                  <a:gd name="T2" fmla="*/ 0 w 59"/>
                  <a:gd name="T3" fmla="*/ 0 h 60"/>
                  <a:gd name="T4" fmla="*/ 26 w 59"/>
                  <a:gd name="T5" fmla="*/ 60 h 60"/>
                  <a:gd name="T6" fmla="*/ 59 w 59"/>
                  <a:gd name="T7" fmla="*/ 38 h 60"/>
                  <a:gd name="T8" fmla="*/ 0 w 59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20"/>
                      <a:pt x="17" y="40"/>
                      <a:pt x="26" y="60"/>
                    </a:cubicBezTo>
                    <a:cubicBezTo>
                      <a:pt x="37" y="53"/>
                      <a:pt x="48" y="46"/>
                      <a:pt x="59" y="38"/>
                    </a:cubicBezTo>
                    <a:cubicBezTo>
                      <a:pt x="39" y="25"/>
                      <a:pt x="20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9" name="Freeform 730"/>
              <p:cNvSpPr>
                <a:spLocks/>
              </p:cNvSpPr>
              <p:nvPr userDrawn="1"/>
            </p:nvSpPr>
            <p:spPr bwMode="auto">
              <a:xfrm>
                <a:off x="1170" y="753"/>
                <a:ext cx="32" cy="96"/>
              </a:xfrm>
              <a:custGeom>
                <a:avLst/>
                <a:gdLst>
                  <a:gd name="T0" fmla="*/ 0 w 26"/>
                  <a:gd name="T1" fmla="*/ 0 h 77"/>
                  <a:gd name="T2" fmla="*/ 0 w 26"/>
                  <a:gd name="T3" fmla="*/ 77 h 77"/>
                  <a:gd name="T4" fmla="*/ 26 w 26"/>
                  <a:gd name="T5" fmla="*/ 60 h 77"/>
                  <a:gd name="T6" fmla="*/ 0 w 26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77">
                    <a:moveTo>
                      <a:pt x="0" y="0"/>
                    </a:moveTo>
                    <a:cubicBezTo>
                      <a:pt x="0" y="25"/>
                      <a:pt x="0" y="51"/>
                      <a:pt x="0" y="77"/>
                    </a:cubicBezTo>
                    <a:cubicBezTo>
                      <a:pt x="9" y="71"/>
                      <a:pt x="18" y="66"/>
                      <a:pt x="26" y="60"/>
                    </a:cubicBezTo>
                    <a:cubicBezTo>
                      <a:pt x="17" y="40"/>
                      <a:pt x="9" y="2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0" name="Freeform 731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1" name="Freeform 732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2" name="Freeform 733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close/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close/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3" name="Freeform 734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4" name="Freeform 735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5" name="Freeform 736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6" name="Freeform 737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7" name="Freeform 738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8" name="Freeform 739"/>
              <p:cNvSpPr>
                <a:spLocks noEditPoints="1"/>
              </p:cNvSpPr>
              <p:nvPr userDrawn="1"/>
            </p:nvSpPr>
            <p:spPr bwMode="auto">
              <a:xfrm>
                <a:off x="831" y="952"/>
                <a:ext cx="44" cy="85"/>
              </a:xfrm>
              <a:custGeom>
                <a:avLst/>
                <a:gdLst>
                  <a:gd name="T0" fmla="*/ 10 w 36"/>
                  <a:gd name="T1" fmla="*/ 65 h 69"/>
                  <a:gd name="T2" fmla="*/ 8 w 36"/>
                  <a:gd name="T3" fmla="*/ 66 h 69"/>
                  <a:gd name="T4" fmla="*/ 9 w 36"/>
                  <a:gd name="T5" fmla="*/ 69 h 69"/>
                  <a:gd name="T6" fmla="*/ 10 w 36"/>
                  <a:gd name="T7" fmla="*/ 65 h 69"/>
                  <a:gd name="T8" fmla="*/ 36 w 36"/>
                  <a:gd name="T9" fmla="*/ 0 h 69"/>
                  <a:gd name="T10" fmla="*/ 0 w 36"/>
                  <a:gd name="T11" fmla="*/ 8 h 69"/>
                  <a:gd name="T12" fmla="*/ 13 w 36"/>
                  <a:gd name="T13" fmla="*/ 58 h 69"/>
                  <a:gd name="T14" fmla="*/ 36 w 36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69">
                    <a:moveTo>
                      <a:pt x="10" y="65"/>
                    </a:moveTo>
                    <a:cubicBezTo>
                      <a:pt x="9" y="66"/>
                      <a:pt x="9" y="66"/>
                      <a:pt x="8" y="66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10" y="65"/>
                      <a:pt x="10" y="65"/>
                      <a:pt x="10" y="65"/>
                    </a:cubicBezTo>
                    <a:moveTo>
                      <a:pt x="36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" y="24"/>
                      <a:pt x="9" y="41"/>
                      <a:pt x="13" y="58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9" name="Freeform 740"/>
              <p:cNvSpPr>
                <a:spLocks/>
              </p:cNvSpPr>
              <p:nvPr userDrawn="1"/>
            </p:nvSpPr>
            <p:spPr bwMode="auto">
              <a:xfrm>
                <a:off x="831" y="961"/>
                <a:ext cx="16" cy="72"/>
              </a:xfrm>
              <a:custGeom>
                <a:avLst/>
                <a:gdLst>
                  <a:gd name="T0" fmla="*/ 0 w 13"/>
                  <a:gd name="T1" fmla="*/ 0 h 58"/>
                  <a:gd name="T2" fmla="*/ 8 w 13"/>
                  <a:gd name="T3" fmla="*/ 58 h 58"/>
                  <a:gd name="T4" fmla="*/ 10 w 13"/>
                  <a:gd name="T5" fmla="*/ 57 h 58"/>
                  <a:gd name="T6" fmla="*/ 13 w 13"/>
                  <a:gd name="T7" fmla="*/ 50 h 58"/>
                  <a:gd name="T8" fmla="*/ 0 w 13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8">
                    <a:moveTo>
                      <a:pt x="0" y="0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9" y="58"/>
                      <a:pt x="9" y="58"/>
                      <a:pt x="10" y="57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9" y="33"/>
                      <a:pt x="4" y="16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0" name="Freeform 741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1" name="Freeform 742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2" name="Freeform 743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3" name="Freeform 744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4" name="Freeform 745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5" name="Freeform 746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6" name="Freeform 747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7" name="Freeform 748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8" name="Freeform 749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9" name="Freeform 750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0" name="Freeform 751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1" name="Freeform 752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2" name="Freeform 753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3" name="Freeform 754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4" name="Freeform 755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close/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close/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5" name="Freeform 756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6" name="Freeform 757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7" name="Freeform 758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8" name="Freeform 759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9" name="Freeform 760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0" name="Freeform 761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1" name="Freeform 762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2" name="Freeform 763"/>
              <p:cNvSpPr>
                <a:spLocks noEditPoints="1"/>
              </p:cNvSpPr>
              <p:nvPr userDrawn="1"/>
            </p:nvSpPr>
            <p:spPr bwMode="auto">
              <a:xfrm>
                <a:off x="704" y="1093"/>
                <a:ext cx="65" cy="110"/>
              </a:xfrm>
              <a:custGeom>
                <a:avLst/>
                <a:gdLst>
                  <a:gd name="T0" fmla="*/ 5 w 52"/>
                  <a:gd name="T1" fmla="*/ 73 h 89"/>
                  <a:gd name="T2" fmla="*/ 0 w 52"/>
                  <a:gd name="T3" fmla="*/ 89 h 89"/>
                  <a:gd name="T4" fmla="*/ 3 w 52"/>
                  <a:gd name="T5" fmla="*/ 85 h 89"/>
                  <a:gd name="T6" fmla="*/ 5 w 52"/>
                  <a:gd name="T7" fmla="*/ 73 h 89"/>
                  <a:gd name="T8" fmla="*/ 52 w 52"/>
                  <a:gd name="T9" fmla="*/ 17 h 89"/>
                  <a:gd name="T10" fmla="*/ 17 w 52"/>
                  <a:gd name="T11" fmla="*/ 30 h 89"/>
                  <a:gd name="T12" fmla="*/ 14 w 52"/>
                  <a:gd name="T13" fmla="*/ 39 h 89"/>
                  <a:gd name="T14" fmla="*/ 24 w 52"/>
                  <a:gd name="T15" fmla="*/ 56 h 89"/>
                  <a:gd name="T16" fmla="*/ 52 w 52"/>
                  <a:gd name="T17" fmla="*/ 17 h 89"/>
                  <a:gd name="T18" fmla="*/ 25 w 52"/>
                  <a:gd name="T19" fmla="*/ 0 h 89"/>
                  <a:gd name="T20" fmla="*/ 25 w 52"/>
                  <a:gd name="T21" fmla="*/ 0 h 89"/>
                  <a:gd name="T22" fmla="*/ 25 w 52"/>
                  <a:gd name="T23" fmla="*/ 0 h 89"/>
                  <a:gd name="T24" fmla="*/ 25 w 52"/>
                  <a:gd name="T25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89">
                    <a:moveTo>
                      <a:pt x="5" y="73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3" y="85"/>
                      <a:pt x="3" y="85"/>
                      <a:pt x="3" y="85"/>
                    </a:cubicBezTo>
                    <a:cubicBezTo>
                      <a:pt x="5" y="73"/>
                      <a:pt x="5" y="73"/>
                      <a:pt x="5" y="73"/>
                    </a:cubicBezTo>
                    <a:moveTo>
                      <a:pt x="52" y="17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8" y="44"/>
                      <a:pt x="21" y="50"/>
                      <a:pt x="24" y="56"/>
                    </a:cubicBezTo>
                    <a:cubicBezTo>
                      <a:pt x="52" y="17"/>
                      <a:pt x="52" y="17"/>
                      <a:pt x="52" y="17"/>
                    </a:cubicBezTo>
                    <a:moveTo>
                      <a:pt x="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3" name="Freeform 764"/>
              <p:cNvSpPr>
                <a:spLocks/>
              </p:cNvSpPr>
              <p:nvPr userDrawn="1"/>
            </p:nvSpPr>
            <p:spPr bwMode="auto">
              <a:xfrm>
                <a:off x="708" y="1141"/>
                <a:ext cx="26" cy="57"/>
              </a:xfrm>
              <a:custGeom>
                <a:avLst/>
                <a:gdLst>
                  <a:gd name="T0" fmla="*/ 11 w 21"/>
                  <a:gd name="T1" fmla="*/ 0 h 46"/>
                  <a:gd name="T2" fmla="*/ 2 w 21"/>
                  <a:gd name="T3" fmla="*/ 34 h 46"/>
                  <a:gd name="T4" fmla="*/ 0 w 21"/>
                  <a:gd name="T5" fmla="*/ 46 h 46"/>
                  <a:gd name="T6" fmla="*/ 21 w 21"/>
                  <a:gd name="T7" fmla="*/ 17 h 46"/>
                  <a:gd name="T8" fmla="*/ 11 w 21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46">
                    <a:moveTo>
                      <a:pt x="11" y="0"/>
                    </a:moveTo>
                    <a:cubicBezTo>
                      <a:pt x="2" y="34"/>
                      <a:pt x="2" y="34"/>
                      <a:pt x="2" y="3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18" y="11"/>
                      <a:pt x="15" y="5"/>
                      <a:pt x="1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4" name="Freeform 765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5" name="Freeform 766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6" name="Freeform 767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close/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7" name="Freeform 768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8" name="Freeform 769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9" name="Freeform 770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0" name="Freeform 771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close/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1" name="Freeform 772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2" name="Freeform 773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3" name="Freeform 774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4" name="Freeform 775"/>
              <p:cNvSpPr>
                <a:spLocks/>
              </p:cNvSpPr>
              <p:nvPr userDrawn="1"/>
            </p:nvSpPr>
            <p:spPr bwMode="auto">
              <a:xfrm>
                <a:off x="769" y="1033"/>
                <a:ext cx="73" cy="81"/>
              </a:xfrm>
              <a:custGeom>
                <a:avLst/>
                <a:gdLst>
                  <a:gd name="T0" fmla="*/ 58 w 59"/>
                  <a:gd name="T1" fmla="*/ 0 h 65"/>
                  <a:gd name="T2" fmla="*/ 26 w 59"/>
                  <a:gd name="T3" fmla="*/ 2 h 65"/>
                  <a:gd name="T4" fmla="*/ 0 w 59"/>
                  <a:gd name="T5" fmla="*/ 65 h 65"/>
                  <a:gd name="T6" fmla="*/ 59 w 59"/>
                  <a:gd name="T7" fmla="*/ 3 h 65"/>
                  <a:gd name="T8" fmla="*/ 58 w 59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5">
                    <a:moveTo>
                      <a:pt x="58" y="0"/>
                    </a:moveTo>
                    <a:cubicBezTo>
                      <a:pt x="47" y="0"/>
                      <a:pt x="36" y="1"/>
                      <a:pt x="26" y="2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5" name="Freeform 776"/>
              <p:cNvSpPr>
                <a:spLocks/>
              </p:cNvSpPr>
              <p:nvPr userDrawn="1"/>
            </p:nvSpPr>
            <p:spPr bwMode="auto">
              <a:xfrm>
                <a:off x="801" y="961"/>
                <a:ext cx="39" cy="75"/>
              </a:xfrm>
              <a:custGeom>
                <a:avLst/>
                <a:gdLst>
                  <a:gd name="T0" fmla="*/ 24 w 32"/>
                  <a:gd name="T1" fmla="*/ 0 h 60"/>
                  <a:gd name="T2" fmla="*/ 24 w 32"/>
                  <a:gd name="T3" fmla="*/ 0 h 60"/>
                  <a:gd name="T4" fmla="*/ 0 w 32"/>
                  <a:gd name="T5" fmla="*/ 60 h 60"/>
                  <a:gd name="T6" fmla="*/ 32 w 32"/>
                  <a:gd name="T7" fmla="*/ 58 h 60"/>
                  <a:gd name="T8" fmla="*/ 24 w 32"/>
                  <a:gd name="T9" fmla="*/ 0 h 60"/>
                  <a:gd name="T10" fmla="*/ 24 w 32"/>
                  <a:gd name="T1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60"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10" y="59"/>
                      <a:pt x="21" y="58"/>
                      <a:pt x="32" y="5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6" name="Freeform 777"/>
              <p:cNvSpPr>
                <a:spLocks noEditPoints="1"/>
              </p:cNvSpPr>
              <p:nvPr userDrawn="1"/>
            </p:nvSpPr>
            <p:spPr bwMode="auto">
              <a:xfrm>
                <a:off x="913" y="1381"/>
                <a:ext cx="124" cy="95"/>
              </a:xfrm>
              <a:custGeom>
                <a:avLst/>
                <a:gdLst>
                  <a:gd name="T0" fmla="*/ 76 w 100"/>
                  <a:gd name="T1" fmla="*/ 35 h 77"/>
                  <a:gd name="T2" fmla="*/ 43 w 100"/>
                  <a:gd name="T3" fmla="*/ 64 h 77"/>
                  <a:gd name="T4" fmla="*/ 86 w 100"/>
                  <a:gd name="T5" fmla="*/ 77 h 77"/>
                  <a:gd name="T6" fmla="*/ 100 w 100"/>
                  <a:gd name="T7" fmla="*/ 74 h 77"/>
                  <a:gd name="T8" fmla="*/ 76 w 100"/>
                  <a:gd name="T9" fmla="*/ 35 h 77"/>
                  <a:gd name="T10" fmla="*/ 54 w 100"/>
                  <a:gd name="T11" fmla="*/ 0 h 77"/>
                  <a:gd name="T12" fmla="*/ 0 w 100"/>
                  <a:gd name="T13" fmla="*/ 51 h 77"/>
                  <a:gd name="T14" fmla="*/ 13 w 100"/>
                  <a:gd name="T15" fmla="*/ 55 h 77"/>
                  <a:gd name="T16" fmla="*/ 75 w 100"/>
                  <a:gd name="T17" fmla="*/ 34 h 77"/>
                  <a:gd name="T18" fmla="*/ 54 w 100"/>
                  <a:gd name="T1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77">
                    <a:moveTo>
                      <a:pt x="76" y="35"/>
                    </a:moveTo>
                    <a:cubicBezTo>
                      <a:pt x="65" y="44"/>
                      <a:pt x="54" y="54"/>
                      <a:pt x="43" y="64"/>
                    </a:cubicBezTo>
                    <a:cubicBezTo>
                      <a:pt x="86" y="77"/>
                      <a:pt x="86" y="77"/>
                      <a:pt x="86" y="77"/>
                    </a:cubicBezTo>
                    <a:cubicBezTo>
                      <a:pt x="100" y="74"/>
                      <a:pt x="100" y="74"/>
                      <a:pt x="100" y="74"/>
                    </a:cubicBezTo>
                    <a:cubicBezTo>
                      <a:pt x="76" y="35"/>
                      <a:pt x="76" y="35"/>
                      <a:pt x="76" y="35"/>
                    </a:cubicBezTo>
                    <a:moveTo>
                      <a:pt x="54" y="0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34" y="48"/>
                      <a:pt x="54" y="41"/>
                      <a:pt x="75" y="34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7" name="Freeform 778"/>
              <p:cNvSpPr>
                <a:spLocks/>
              </p:cNvSpPr>
              <p:nvPr userDrawn="1"/>
            </p:nvSpPr>
            <p:spPr bwMode="auto">
              <a:xfrm>
                <a:off x="930" y="1423"/>
                <a:ext cx="77" cy="37"/>
              </a:xfrm>
              <a:custGeom>
                <a:avLst/>
                <a:gdLst>
                  <a:gd name="T0" fmla="*/ 62 w 63"/>
                  <a:gd name="T1" fmla="*/ 0 h 30"/>
                  <a:gd name="T2" fmla="*/ 0 w 63"/>
                  <a:gd name="T3" fmla="*/ 21 h 30"/>
                  <a:gd name="T4" fmla="*/ 30 w 63"/>
                  <a:gd name="T5" fmla="*/ 30 h 30"/>
                  <a:gd name="T6" fmla="*/ 63 w 63"/>
                  <a:gd name="T7" fmla="*/ 1 h 30"/>
                  <a:gd name="T8" fmla="*/ 62 w 63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30">
                    <a:moveTo>
                      <a:pt x="62" y="0"/>
                    </a:moveTo>
                    <a:cubicBezTo>
                      <a:pt x="41" y="7"/>
                      <a:pt x="21" y="14"/>
                      <a:pt x="0" y="2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1" y="20"/>
                      <a:pt x="52" y="10"/>
                      <a:pt x="63" y="1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8" name="Freeform 779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9" name="Freeform 780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0" name="Freeform 781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1" name="Freeform 782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2" name="Freeform 783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close/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3" name="Freeform 784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4" name="Freeform 785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5" name="Freeform 786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6" name="Freeform 787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7" name="Freeform 788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8" name="Freeform 789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9" name="Freeform 790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0" name="Freeform 791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1" name="Freeform 792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2" name="Freeform 793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3" name="Freeform 794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4" name="Freeform 795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5" name="Freeform 796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6" name="Freeform 797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7" name="Freeform 798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8" name="Freeform 79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39" cy="79"/>
              </a:xfrm>
              <a:custGeom>
                <a:avLst/>
                <a:gdLst>
                  <a:gd name="T0" fmla="*/ 61 w 112"/>
                  <a:gd name="T1" fmla="*/ 14 h 64"/>
                  <a:gd name="T2" fmla="*/ 26 w 112"/>
                  <a:gd name="T3" fmla="*/ 24 h 64"/>
                  <a:gd name="T4" fmla="*/ 0 w 112"/>
                  <a:gd name="T5" fmla="*/ 64 h 64"/>
                  <a:gd name="T6" fmla="*/ 74 w 112"/>
                  <a:gd name="T7" fmla="*/ 22 h 64"/>
                  <a:gd name="T8" fmla="*/ 61 w 112"/>
                  <a:gd name="T9" fmla="*/ 14 h 64"/>
                  <a:gd name="T10" fmla="*/ 112 w 112"/>
                  <a:gd name="T11" fmla="*/ 0 h 64"/>
                  <a:gd name="T12" fmla="*/ 81 w 112"/>
                  <a:gd name="T13" fmla="*/ 9 h 64"/>
                  <a:gd name="T14" fmla="*/ 101 w 112"/>
                  <a:gd name="T15" fmla="*/ 7 h 64"/>
                  <a:gd name="T16" fmla="*/ 112 w 112"/>
                  <a:gd name="T1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64">
                    <a:moveTo>
                      <a:pt x="61" y="1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0" y="20"/>
                      <a:pt x="65" y="17"/>
                      <a:pt x="61" y="14"/>
                    </a:cubicBezTo>
                    <a:moveTo>
                      <a:pt x="112" y="0"/>
                    </a:moveTo>
                    <a:cubicBezTo>
                      <a:pt x="81" y="9"/>
                      <a:pt x="81" y="9"/>
                      <a:pt x="81" y="9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9" name="Freeform 800"/>
              <p:cNvSpPr>
                <a:spLocks noEditPoints="1"/>
              </p:cNvSpPr>
              <p:nvPr userDrawn="1"/>
            </p:nvSpPr>
            <p:spPr bwMode="auto">
              <a:xfrm>
                <a:off x="1300" y="953"/>
                <a:ext cx="105" cy="28"/>
              </a:xfrm>
              <a:custGeom>
                <a:avLst/>
                <a:gdLst>
                  <a:gd name="T0" fmla="*/ 45 w 85"/>
                  <a:gd name="T1" fmla="*/ 3 h 23"/>
                  <a:gd name="T2" fmla="*/ 38 w 85"/>
                  <a:gd name="T3" fmla="*/ 23 h 23"/>
                  <a:gd name="T4" fmla="*/ 85 w 85"/>
                  <a:gd name="T5" fmla="*/ 7 h 23"/>
                  <a:gd name="T6" fmla="*/ 45 w 85"/>
                  <a:gd name="T7" fmla="*/ 3 h 23"/>
                  <a:gd name="T8" fmla="*/ 0 w 85"/>
                  <a:gd name="T9" fmla="*/ 0 h 23"/>
                  <a:gd name="T10" fmla="*/ 5 w 85"/>
                  <a:gd name="T11" fmla="*/ 5 h 23"/>
                  <a:gd name="T12" fmla="*/ 29 w 85"/>
                  <a:gd name="T13" fmla="*/ 2 h 23"/>
                  <a:gd name="T14" fmla="*/ 0 w 85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5" h="23">
                    <a:moveTo>
                      <a:pt x="45" y="3"/>
                    </a:moveTo>
                    <a:cubicBezTo>
                      <a:pt x="43" y="10"/>
                      <a:pt x="40" y="16"/>
                      <a:pt x="38" y="23"/>
                    </a:cubicBezTo>
                    <a:cubicBezTo>
                      <a:pt x="85" y="7"/>
                      <a:pt x="85" y="7"/>
                      <a:pt x="85" y="7"/>
                    </a:cubicBezTo>
                    <a:cubicBezTo>
                      <a:pt x="82" y="6"/>
                      <a:pt x="64" y="4"/>
                      <a:pt x="45" y="3"/>
                    </a:cubicBezTo>
                    <a:moveTo>
                      <a:pt x="0" y="0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14" y="1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0" name="Freeform 801"/>
              <p:cNvSpPr>
                <a:spLocks noEditPoints="1"/>
              </p:cNvSpPr>
              <p:nvPr userDrawn="1"/>
            </p:nvSpPr>
            <p:spPr bwMode="auto">
              <a:xfrm>
                <a:off x="1231" y="953"/>
                <a:ext cx="125" cy="73"/>
              </a:xfrm>
              <a:custGeom>
                <a:avLst/>
                <a:gdLst>
                  <a:gd name="T0" fmla="*/ 80 w 101"/>
                  <a:gd name="T1" fmla="*/ 27 h 59"/>
                  <a:gd name="T2" fmla="*/ 42 w 101"/>
                  <a:gd name="T3" fmla="*/ 37 h 59"/>
                  <a:gd name="T4" fmla="*/ 78 w 101"/>
                  <a:gd name="T5" fmla="*/ 59 h 59"/>
                  <a:gd name="T6" fmla="*/ 89 w 101"/>
                  <a:gd name="T7" fmla="*/ 31 h 59"/>
                  <a:gd name="T8" fmla="*/ 80 w 101"/>
                  <a:gd name="T9" fmla="*/ 27 h 59"/>
                  <a:gd name="T10" fmla="*/ 93 w 101"/>
                  <a:gd name="T11" fmla="*/ 23 h 59"/>
                  <a:gd name="T12" fmla="*/ 80 w 101"/>
                  <a:gd name="T13" fmla="*/ 27 h 59"/>
                  <a:gd name="T14" fmla="*/ 91 w 101"/>
                  <a:gd name="T15" fmla="*/ 27 h 59"/>
                  <a:gd name="T16" fmla="*/ 93 w 101"/>
                  <a:gd name="T17" fmla="*/ 23 h 59"/>
                  <a:gd name="T18" fmla="*/ 24 w 101"/>
                  <a:gd name="T19" fmla="*/ 9 h 59"/>
                  <a:gd name="T20" fmla="*/ 0 w 101"/>
                  <a:gd name="T21" fmla="*/ 12 h 59"/>
                  <a:gd name="T22" fmla="*/ 4 w 101"/>
                  <a:gd name="T23" fmla="*/ 14 h 59"/>
                  <a:gd name="T24" fmla="*/ 24 w 101"/>
                  <a:gd name="T25" fmla="*/ 9 h 59"/>
                  <a:gd name="T26" fmla="*/ 101 w 101"/>
                  <a:gd name="T27" fmla="*/ 0 h 59"/>
                  <a:gd name="T28" fmla="*/ 84 w 101"/>
                  <a:gd name="T29" fmla="*/ 2 h 59"/>
                  <a:gd name="T30" fmla="*/ 100 w 101"/>
                  <a:gd name="T31" fmla="*/ 3 h 59"/>
                  <a:gd name="T32" fmla="*/ 101 w 101"/>
                  <a:gd name="T3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59">
                    <a:moveTo>
                      <a:pt x="80" y="27"/>
                    </a:moveTo>
                    <a:cubicBezTo>
                      <a:pt x="42" y="37"/>
                      <a:pt x="42" y="37"/>
                      <a:pt x="42" y="37"/>
                    </a:cubicBezTo>
                    <a:cubicBezTo>
                      <a:pt x="54" y="45"/>
                      <a:pt x="66" y="52"/>
                      <a:pt x="78" y="59"/>
                    </a:cubicBezTo>
                    <a:cubicBezTo>
                      <a:pt x="82" y="50"/>
                      <a:pt x="86" y="40"/>
                      <a:pt x="89" y="31"/>
                    </a:cubicBezTo>
                    <a:cubicBezTo>
                      <a:pt x="80" y="27"/>
                      <a:pt x="80" y="27"/>
                      <a:pt x="80" y="27"/>
                    </a:cubicBezTo>
                    <a:moveTo>
                      <a:pt x="93" y="23"/>
                    </a:moveTo>
                    <a:cubicBezTo>
                      <a:pt x="80" y="27"/>
                      <a:pt x="80" y="27"/>
                      <a:pt x="80" y="27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1" y="26"/>
                      <a:pt x="92" y="24"/>
                      <a:pt x="93" y="23"/>
                    </a:cubicBezTo>
                    <a:moveTo>
                      <a:pt x="24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3"/>
                      <a:pt x="3" y="14"/>
                      <a:pt x="4" y="14"/>
                    </a:cubicBezTo>
                    <a:cubicBezTo>
                      <a:pt x="24" y="9"/>
                      <a:pt x="24" y="9"/>
                      <a:pt x="24" y="9"/>
                    </a:cubicBezTo>
                    <a:moveTo>
                      <a:pt x="101" y="0"/>
                    </a:moveTo>
                    <a:cubicBezTo>
                      <a:pt x="84" y="2"/>
                      <a:pt x="84" y="2"/>
                      <a:pt x="84" y="2"/>
                    </a:cubicBezTo>
                    <a:cubicBezTo>
                      <a:pt x="89" y="2"/>
                      <a:pt x="95" y="3"/>
                      <a:pt x="100" y="3"/>
                    </a:cubicBezTo>
                    <a:cubicBezTo>
                      <a:pt x="101" y="2"/>
                      <a:pt x="101" y="1"/>
                      <a:pt x="10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1" name="Freeform 802"/>
              <p:cNvSpPr>
                <a:spLocks/>
              </p:cNvSpPr>
              <p:nvPr userDrawn="1"/>
            </p:nvSpPr>
            <p:spPr bwMode="auto">
              <a:xfrm>
                <a:off x="1236" y="961"/>
                <a:ext cx="50" cy="19"/>
              </a:xfrm>
              <a:custGeom>
                <a:avLst/>
                <a:gdLst>
                  <a:gd name="T0" fmla="*/ 40 w 40"/>
                  <a:gd name="T1" fmla="*/ 0 h 15"/>
                  <a:gd name="T2" fmla="*/ 20 w 40"/>
                  <a:gd name="T3" fmla="*/ 2 h 15"/>
                  <a:gd name="T4" fmla="*/ 0 w 40"/>
                  <a:gd name="T5" fmla="*/ 7 h 15"/>
                  <a:gd name="T6" fmla="*/ 13 w 40"/>
                  <a:gd name="T7" fmla="*/ 15 h 15"/>
                  <a:gd name="T8" fmla="*/ 40 w 40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5">
                    <a:moveTo>
                      <a:pt x="40" y="0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10"/>
                      <a:pt x="9" y="13"/>
                      <a:pt x="13" y="1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2" name="Freeform 803"/>
              <p:cNvSpPr>
                <a:spLocks/>
              </p:cNvSpPr>
              <p:nvPr userDrawn="1"/>
            </p:nvSpPr>
            <p:spPr bwMode="auto">
              <a:xfrm>
                <a:off x="1306" y="955"/>
                <a:ext cx="49" cy="31"/>
              </a:xfrm>
              <a:custGeom>
                <a:avLst/>
                <a:gdLst>
                  <a:gd name="T0" fmla="*/ 24 w 40"/>
                  <a:gd name="T1" fmla="*/ 0 h 25"/>
                  <a:gd name="T2" fmla="*/ 0 w 40"/>
                  <a:gd name="T3" fmla="*/ 3 h 25"/>
                  <a:gd name="T4" fmla="*/ 20 w 40"/>
                  <a:gd name="T5" fmla="*/ 25 h 25"/>
                  <a:gd name="T6" fmla="*/ 33 w 40"/>
                  <a:gd name="T7" fmla="*/ 21 h 25"/>
                  <a:gd name="T8" fmla="*/ 40 w 40"/>
                  <a:gd name="T9" fmla="*/ 1 h 25"/>
                  <a:gd name="T10" fmla="*/ 24 w 40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25">
                    <a:moveTo>
                      <a:pt x="24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5" y="14"/>
                      <a:pt x="38" y="8"/>
                      <a:pt x="40" y="1"/>
                    </a:cubicBezTo>
                    <a:cubicBezTo>
                      <a:pt x="35" y="1"/>
                      <a:pt x="29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3" name="Freeform 804"/>
              <p:cNvSpPr>
                <a:spLocks/>
              </p:cNvSpPr>
              <p:nvPr userDrawn="1"/>
            </p:nvSpPr>
            <p:spPr bwMode="auto">
              <a:xfrm>
                <a:off x="1405" y="961"/>
                <a:ext cx="90" cy="34"/>
              </a:xfrm>
              <a:custGeom>
                <a:avLst/>
                <a:gdLst>
                  <a:gd name="T0" fmla="*/ 0 w 73"/>
                  <a:gd name="T1" fmla="*/ 0 h 27"/>
                  <a:gd name="T2" fmla="*/ 5 w 73"/>
                  <a:gd name="T3" fmla="*/ 24 h 27"/>
                  <a:gd name="T4" fmla="*/ 73 w 73"/>
                  <a:gd name="T5" fmla="*/ 27 h 27"/>
                  <a:gd name="T6" fmla="*/ 0 w 73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27">
                    <a:moveTo>
                      <a:pt x="0" y="0"/>
                    </a:moveTo>
                    <a:cubicBezTo>
                      <a:pt x="2" y="8"/>
                      <a:pt x="4" y="16"/>
                      <a:pt x="5" y="24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4" name="Freeform 805"/>
              <p:cNvSpPr>
                <a:spLocks/>
              </p:cNvSpPr>
              <p:nvPr userDrawn="1"/>
            </p:nvSpPr>
            <p:spPr bwMode="auto">
              <a:xfrm>
                <a:off x="1342" y="986"/>
                <a:ext cx="153" cy="57"/>
              </a:xfrm>
              <a:custGeom>
                <a:avLst/>
                <a:gdLst>
                  <a:gd name="T0" fmla="*/ 2 w 124"/>
                  <a:gd name="T1" fmla="*/ 0 h 46"/>
                  <a:gd name="T2" fmla="*/ 0 w 124"/>
                  <a:gd name="T3" fmla="*/ 4 h 46"/>
                  <a:gd name="T4" fmla="*/ 97 w 124"/>
                  <a:gd name="T5" fmla="*/ 46 h 46"/>
                  <a:gd name="T6" fmla="*/ 124 w 124"/>
                  <a:gd name="T7" fmla="*/ 7 h 46"/>
                  <a:gd name="T8" fmla="*/ 62 w 124"/>
                  <a:gd name="T9" fmla="*/ 30 h 46"/>
                  <a:gd name="T10" fmla="*/ 56 w 124"/>
                  <a:gd name="T11" fmla="*/ 4 h 46"/>
                  <a:gd name="T12" fmla="*/ 2 w 124"/>
                  <a:gd name="T1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46">
                    <a:moveTo>
                      <a:pt x="2" y="0"/>
                    </a:moveTo>
                    <a:cubicBezTo>
                      <a:pt x="1" y="2"/>
                      <a:pt x="1" y="3"/>
                      <a:pt x="0" y="4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24" y="7"/>
                      <a:pt x="124" y="7"/>
                      <a:pt x="124" y="7"/>
                    </a:cubicBezTo>
                    <a:cubicBezTo>
                      <a:pt x="103" y="15"/>
                      <a:pt x="82" y="23"/>
                      <a:pt x="62" y="30"/>
                    </a:cubicBezTo>
                    <a:cubicBezTo>
                      <a:pt x="60" y="21"/>
                      <a:pt x="58" y="13"/>
                      <a:pt x="56" y="4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5" name="Freeform 806"/>
              <p:cNvSpPr>
                <a:spLocks/>
              </p:cNvSpPr>
              <p:nvPr userDrawn="1"/>
            </p:nvSpPr>
            <p:spPr bwMode="auto">
              <a:xfrm>
                <a:off x="1330" y="986"/>
                <a:ext cx="14" cy="5"/>
              </a:xfrm>
              <a:custGeom>
                <a:avLst/>
                <a:gdLst>
                  <a:gd name="T0" fmla="*/ 0 w 11"/>
                  <a:gd name="T1" fmla="*/ 0 h 4"/>
                  <a:gd name="T2" fmla="*/ 0 w 11"/>
                  <a:gd name="T3" fmla="*/ 0 h 4"/>
                  <a:gd name="T4" fmla="*/ 9 w 11"/>
                  <a:gd name="T5" fmla="*/ 4 h 4"/>
                  <a:gd name="T6" fmla="*/ 11 w 11"/>
                  <a:gd name="T7" fmla="*/ 0 h 4"/>
                  <a:gd name="T8" fmla="*/ 0 w 1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3"/>
                      <a:pt x="10" y="2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6" name="Freeform 807"/>
              <p:cNvSpPr>
                <a:spLocks/>
              </p:cNvSpPr>
              <p:nvPr userDrawn="1"/>
            </p:nvSpPr>
            <p:spPr bwMode="auto">
              <a:xfrm>
                <a:off x="1411" y="991"/>
                <a:ext cx="84" cy="32"/>
              </a:xfrm>
              <a:custGeom>
                <a:avLst/>
                <a:gdLst>
                  <a:gd name="T0" fmla="*/ 0 w 68"/>
                  <a:gd name="T1" fmla="*/ 0 h 26"/>
                  <a:gd name="T2" fmla="*/ 6 w 68"/>
                  <a:gd name="T3" fmla="*/ 26 h 26"/>
                  <a:gd name="T4" fmla="*/ 68 w 68"/>
                  <a:gd name="T5" fmla="*/ 3 h 26"/>
                  <a:gd name="T6" fmla="*/ 68 w 68"/>
                  <a:gd name="T7" fmla="*/ 3 h 26"/>
                  <a:gd name="T8" fmla="*/ 0 w 68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6">
                    <a:moveTo>
                      <a:pt x="0" y="0"/>
                    </a:moveTo>
                    <a:cubicBezTo>
                      <a:pt x="2" y="9"/>
                      <a:pt x="4" y="17"/>
                      <a:pt x="6" y="26"/>
                    </a:cubicBezTo>
                    <a:cubicBezTo>
                      <a:pt x="26" y="19"/>
                      <a:pt x="47" y="11"/>
                      <a:pt x="68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3" name="Group 1009"/>
            <p:cNvGrpSpPr>
              <a:grpSpLocks/>
            </p:cNvGrpSpPr>
            <p:nvPr userDrawn="1"/>
          </p:nvGrpSpPr>
          <p:grpSpPr bwMode="auto">
            <a:xfrm>
              <a:off x="1196976" y="-138113"/>
              <a:ext cx="4010025" cy="2497138"/>
              <a:chOff x="754" y="-87"/>
              <a:chExt cx="2526" cy="1573"/>
            </a:xfrm>
          </p:grpSpPr>
          <p:sp>
            <p:nvSpPr>
              <p:cNvPr id="367" name="Freeform 80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45" cy="79"/>
              </a:xfrm>
              <a:custGeom>
                <a:avLst/>
                <a:gdLst>
                  <a:gd name="T0" fmla="*/ 74 w 117"/>
                  <a:gd name="T1" fmla="*/ 22 h 64"/>
                  <a:gd name="T2" fmla="*/ 0 w 117"/>
                  <a:gd name="T3" fmla="*/ 64 h 64"/>
                  <a:gd name="T4" fmla="*/ 99 w 117"/>
                  <a:gd name="T5" fmla="*/ 37 h 64"/>
                  <a:gd name="T6" fmla="*/ 74 w 117"/>
                  <a:gd name="T7" fmla="*/ 22 h 64"/>
                  <a:gd name="T8" fmla="*/ 112 w 117"/>
                  <a:gd name="T9" fmla="*/ 0 h 64"/>
                  <a:gd name="T10" fmla="*/ 112 w 117"/>
                  <a:gd name="T11" fmla="*/ 0 h 64"/>
                  <a:gd name="T12" fmla="*/ 101 w 117"/>
                  <a:gd name="T13" fmla="*/ 7 h 64"/>
                  <a:gd name="T14" fmla="*/ 117 w 117"/>
                  <a:gd name="T15" fmla="*/ 5 h 64"/>
                  <a:gd name="T16" fmla="*/ 112 w 117"/>
                  <a:gd name="T17" fmla="*/ 0 h 64"/>
                  <a:gd name="T18" fmla="*/ 112 w 117"/>
                  <a:gd name="T1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7" h="64">
                    <a:moveTo>
                      <a:pt x="74" y="22"/>
                    </a:moveTo>
                    <a:cubicBezTo>
                      <a:pt x="0" y="64"/>
                      <a:pt x="0" y="64"/>
                      <a:pt x="0" y="64"/>
                    </a:cubicBezTo>
                    <a:cubicBezTo>
                      <a:pt x="99" y="37"/>
                      <a:pt x="99" y="37"/>
                      <a:pt x="99" y="37"/>
                    </a:cubicBezTo>
                    <a:cubicBezTo>
                      <a:pt x="91" y="32"/>
                      <a:pt x="82" y="27"/>
                      <a:pt x="74" y="22"/>
                    </a:cubicBezTo>
                    <a:moveTo>
                      <a:pt x="112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Freeform 810"/>
              <p:cNvSpPr>
                <a:spLocks/>
              </p:cNvSpPr>
              <p:nvPr userDrawn="1"/>
            </p:nvSpPr>
            <p:spPr bwMode="auto">
              <a:xfrm>
                <a:off x="1253" y="959"/>
                <a:ext cx="77" cy="40"/>
              </a:xfrm>
              <a:custGeom>
                <a:avLst/>
                <a:gdLst>
                  <a:gd name="T0" fmla="*/ 43 w 63"/>
                  <a:gd name="T1" fmla="*/ 0 h 32"/>
                  <a:gd name="T2" fmla="*/ 27 w 63"/>
                  <a:gd name="T3" fmla="*/ 2 h 32"/>
                  <a:gd name="T4" fmla="*/ 0 w 63"/>
                  <a:gd name="T5" fmla="*/ 17 h 32"/>
                  <a:gd name="T6" fmla="*/ 25 w 63"/>
                  <a:gd name="T7" fmla="*/ 32 h 32"/>
                  <a:gd name="T8" fmla="*/ 63 w 63"/>
                  <a:gd name="T9" fmla="*/ 22 h 32"/>
                  <a:gd name="T10" fmla="*/ 43 w 63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32">
                    <a:moveTo>
                      <a:pt x="43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8" y="22"/>
                      <a:pt x="17" y="27"/>
                      <a:pt x="25" y="3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Freeform 811"/>
              <p:cNvSpPr>
                <a:spLocks/>
              </p:cNvSpPr>
              <p:nvPr userDrawn="1"/>
            </p:nvSpPr>
            <p:spPr bwMode="auto">
              <a:xfrm>
                <a:off x="2385" y="871"/>
                <a:ext cx="47" cy="103"/>
              </a:xfrm>
              <a:custGeom>
                <a:avLst/>
                <a:gdLst>
                  <a:gd name="T0" fmla="*/ 0 w 38"/>
                  <a:gd name="T1" fmla="*/ 0 h 83"/>
                  <a:gd name="T2" fmla="*/ 9 w 38"/>
                  <a:gd name="T3" fmla="*/ 82 h 83"/>
                  <a:gd name="T4" fmla="*/ 9 w 38"/>
                  <a:gd name="T5" fmla="*/ 83 h 83"/>
                  <a:gd name="T6" fmla="*/ 38 w 38"/>
                  <a:gd name="T7" fmla="*/ 63 h 83"/>
                  <a:gd name="T8" fmla="*/ 38 w 38"/>
                  <a:gd name="T9" fmla="*/ 63 h 83"/>
                  <a:gd name="T10" fmla="*/ 0 w 38"/>
                  <a:gd name="T1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83">
                    <a:moveTo>
                      <a:pt x="0" y="0"/>
                    </a:moveTo>
                    <a:cubicBezTo>
                      <a:pt x="0" y="0"/>
                      <a:pt x="10" y="78"/>
                      <a:pt x="9" y="82"/>
                    </a:cubicBezTo>
                    <a:cubicBezTo>
                      <a:pt x="9" y="83"/>
                      <a:pt x="9" y="83"/>
                      <a:pt x="9" y="83"/>
                    </a:cubicBezTo>
                    <a:cubicBezTo>
                      <a:pt x="12" y="8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Freeform 812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Freeform 813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Freeform 814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3" name="Freeform 815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816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817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818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819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820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821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822"/>
              <p:cNvSpPr>
                <a:spLocks/>
              </p:cNvSpPr>
              <p:nvPr userDrawn="1"/>
            </p:nvSpPr>
            <p:spPr bwMode="auto">
              <a:xfrm>
                <a:off x="1918" y="646"/>
                <a:ext cx="97" cy="37"/>
              </a:xfrm>
              <a:custGeom>
                <a:avLst/>
                <a:gdLst>
                  <a:gd name="T0" fmla="*/ 0 w 78"/>
                  <a:gd name="T1" fmla="*/ 0 h 30"/>
                  <a:gd name="T2" fmla="*/ 12 w 78"/>
                  <a:gd name="T3" fmla="*/ 5 h 30"/>
                  <a:gd name="T4" fmla="*/ 14 w 78"/>
                  <a:gd name="T5" fmla="*/ 5 h 30"/>
                  <a:gd name="T6" fmla="*/ 14 w 78"/>
                  <a:gd name="T7" fmla="*/ 5 h 30"/>
                  <a:gd name="T8" fmla="*/ 72 w 78"/>
                  <a:gd name="T9" fmla="*/ 30 h 30"/>
                  <a:gd name="T10" fmla="*/ 78 w 78"/>
                  <a:gd name="T11" fmla="*/ 3 h 30"/>
                  <a:gd name="T12" fmla="*/ 0 w 78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30">
                    <a:moveTo>
                      <a:pt x="0" y="0"/>
                    </a:moveTo>
                    <a:cubicBezTo>
                      <a:pt x="4" y="1"/>
                      <a:pt x="8" y="3"/>
                      <a:pt x="12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33" y="13"/>
                      <a:pt x="52" y="21"/>
                      <a:pt x="72" y="30"/>
                    </a:cubicBezTo>
                    <a:cubicBezTo>
                      <a:pt x="74" y="21"/>
                      <a:pt x="76" y="12"/>
                      <a:pt x="7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823"/>
              <p:cNvSpPr>
                <a:spLocks/>
              </p:cNvSpPr>
              <p:nvPr userDrawn="1"/>
            </p:nvSpPr>
            <p:spPr bwMode="auto">
              <a:xfrm>
                <a:off x="1837" y="652"/>
                <a:ext cx="99" cy="48"/>
              </a:xfrm>
              <a:custGeom>
                <a:avLst/>
                <a:gdLst>
                  <a:gd name="T0" fmla="*/ 78 w 80"/>
                  <a:gd name="T1" fmla="*/ 0 h 39"/>
                  <a:gd name="T2" fmla="*/ 0 w 80"/>
                  <a:gd name="T3" fmla="*/ 3 h 39"/>
                  <a:gd name="T4" fmla="*/ 60 w 80"/>
                  <a:gd name="T5" fmla="*/ 39 h 39"/>
                  <a:gd name="T6" fmla="*/ 80 w 80"/>
                  <a:gd name="T7" fmla="*/ 0 h 39"/>
                  <a:gd name="T8" fmla="*/ 78 w 80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9">
                    <a:moveTo>
                      <a:pt x="78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15"/>
                      <a:pt x="40" y="27"/>
                      <a:pt x="60" y="39"/>
                    </a:cubicBezTo>
                    <a:cubicBezTo>
                      <a:pt x="67" y="26"/>
                      <a:pt x="73" y="13"/>
                      <a:pt x="80" y="0"/>
                    </a:cubicBezTo>
                    <a:cubicBezTo>
                      <a:pt x="79" y="0"/>
                      <a:pt x="79" y="0"/>
                      <a:pt x="7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824"/>
              <p:cNvSpPr>
                <a:spLocks/>
              </p:cNvSpPr>
              <p:nvPr userDrawn="1"/>
            </p:nvSpPr>
            <p:spPr bwMode="auto">
              <a:xfrm>
                <a:off x="1933" y="652"/>
                <a:ext cx="3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825"/>
              <p:cNvSpPr>
                <a:spLocks/>
              </p:cNvSpPr>
              <p:nvPr userDrawn="1"/>
            </p:nvSpPr>
            <p:spPr bwMode="auto">
              <a:xfrm>
                <a:off x="1785" y="746"/>
                <a:ext cx="81" cy="50"/>
              </a:xfrm>
              <a:custGeom>
                <a:avLst/>
                <a:gdLst>
                  <a:gd name="T0" fmla="*/ 66 w 66"/>
                  <a:gd name="T1" fmla="*/ 0 h 40"/>
                  <a:gd name="T2" fmla="*/ 0 w 66"/>
                  <a:gd name="T3" fmla="*/ 9 h 40"/>
                  <a:gd name="T4" fmla="*/ 47 w 66"/>
                  <a:gd name="T5" fmla="*/ 40 h 40"/>
                  <a:gd name="T6" fmla="*/ 66 w 66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40">
                    <a:moveTo>
                      <a:pt x="66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6" y="20"/>
                      <a:pt x="31" y="30"/>
                      <a:pt x="47" y="40"/>
                    </a:cubicBezTo>
                    <a:cubicBezTo>
                      <a:pt x="53" y="27"/>
                      <a:pt x="59" y="14"/>
                      <a:pt x="6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826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827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828"/>
              <p:cNvSpPr>
                <a:spLocks/>
              </p:cNvSpPr>
              <p:nvPr userDrawn="1"/>
            </p:nvSpPr>
            <p:spPr bwMode="auto">
              <a:xfrm>
                <a:off x="1760" y="679"/>
                <a:ext cx="5" cy="1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1 h 1"/>
                  <a:gd name="T4" fmla="*/ 2 w 4"/>
                  <a:gd name="T5" fmla="*/ 1 h 1"/>
                  <a:gd name="T6" fmla="*/ 4 w 4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0"/>
                      <a:pt x="3" y="0"/>
                      <a:pt x="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829"/>
              <p:cNvSpPr>
                <a:spLocks/>
              </p:cNvSpPr>
              <p:nvPr userDrawn="1"/>
            </p:nvSpPr>
            <p:spPr bwMode="auto">
              <a:xfrm>
                <a:off x="1580" y="737"/>
                <a:ext cx="81" cy="113"/>
              </a:xfrm>
              <a:custGeom>
                <a:avLst/>
                <a:gdLst>
                  <a:gd name="T0" fmla="*/ 65 w 65"/>
                  <a:gd name="T1" fmla="*/ 0 h 91"/>
                  <a:gd name="T2" fmla="*/ 0 w 65"/>
                  <a:gd name="T3" fmla="*/ 64 h 91"/>
                  <a:gd name="T4" fmla="*/ 20 w 65"/>
                  <a:gd name="T5" fmla="*/ 91 h 91"/>
                  <a:gd name="T6" fmla="*/ 50 w 65"/>
                  <a:gd name="T7" fmla="*/ 30 h 91"/>
                  <a:gd name="T8" fmla="*/ 25 w 65"/>
                  <a:gd name="T9" fmla="*/ 39 h 91"/>
                  <a:gd name="T10" fmla="*/ 58 w 65"/>
                  <a:gd name="T11" fmla="*/ 13 h 91"/>
                  <a:gd name="T12" fmla="*/ 65 w 65"/>
                  <a:gd name="T1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91">
                    <a:moveTo>
                      <a:pt x="65" y="0"/>
                    </a:moveTo>
                    <a:cubicBezTo>
                      <a:pt x="65" y="0"/>
                      <a:pt x="3" y="60"/>
                      <a:pt x="0" y="64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830"/>
              <p:cNvSpPr>
                <a:spLocks/>
              </p:cNvSpPr>
              <p:nvPr userDrawn="1"/>
            </p:nvSpPr>
            <p:spPr bwMode="auto">
              <a:xfrm>
                <a:off x="1535" y="817"/>
                <a:ext cx="70" cy="71"/>
              </a:xfrm>
              <a:custGeom>
                <a:avLst/>
                <a:gdLst>
                  <a:gd name="T0" fmla="*/ 37 w 57"/>
                  <a:gd name="T1" fmla="*/ 0 h 58"/>
                  <a:gd name="T2" fmla="*/ 0 w 57"/>
                  <a:gd name="T3" fmla="*/ 58 h 58"/>
                  <a:gd name="T4" fmla="*/ 57 w 57"/>
                  <a:gd name="T5" fmla="*/ 27 h 58"/>
                  <a:gd name="T6" fmla="*/ 37 w 57"/>
                  <a:gd name="T7" fmla="*/ 0 h 58"/>
                  <a:gd name="T8" fmla="*/ 37 w 57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37" y="0"/>
                    </a:moveTo>
                    <a:cubicBezTo>
                      <a:pt x="37" y="0"/>
                      <a:pt x="1" y="55"/>
                      <a:pt x="0" y="58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831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832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Freeform 833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Freeform 834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835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836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837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838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839"/>
              <p:cNvSpPr>
                <a:spLocks noEditPoints="1"/>
              </p:cNvSpPr>
              <p:nvPr userDrawn="1"/>
            </p:nvSpPr>
            <p:spPr bwMode="auto">
              <a:xfrm>
                <a:off x="1642" y="705"/>
                <a:ext cx="109" cy="70"/>
              </a:xfrm>
              <a:custGeom>
                <a:avLst/>
                <a:gdLst>
                  <a:gd name="T0" fmla="*/ 73 w 88"/>
                  <a:gd name="T1" fmla="*/ 11 h 56"/>
                  <a:gd name="T2" fmla="*/ 34 w 88"/>
                  <a:gd name="T3" fmla="*/ 20 h 56"/>
                  <a:gd name="T4" fmla="*/ 8 w 88"/>
                  <a:gd name="T5" fmla="*/ 39 h 56"/>
                  <a:gd name="T6" fmla="*/ 0 w 88"/>
                  <a:gd name="T7" fmla="*/ 56 h 56"/>
                  <a:gd name="T8" fmla="*/ 88 w 88"/>
                  <a:gd name="T9" fmla="*/ 25 h 56"/>
                  <a:gd name="T10" fmla="*/ 73 w 88"/>
                  <a:gd name="T11" fmla="*/ 11 h 56"/>
                  <a:gd name="T12" fmla="*/ 60 w 88"/>
                  <a:gd name="T13" fmla="*/ 0 h 56"/>
                  <a:gd name="T14" fmla="*/ 52 w 88"/>
                  <a:gd name="T15" fmla="*/ 7 h 56"/>
                  <a:gd name="T16" fmla="*/ 61 w 88"/>
                  <a:gd name="T17" fmla="*/ 1 h 56"/>
                  <a:gd name="T18" fmla="*/ 60 w 88"/>
                  <a:gd name="T1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56">
                    <a:moveTo>
                      <a:pt x="73" y="11"/>
                    </a:moveTo>
                    <a:cubicBezTo>
                      <a:pt x="60" y="14"/>
                      <a:pt x="47" y="17"/>
                      <a:pt x="34" y="20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73" y="11"/>
                      <a:pt x="73" y="11"/>
                      <a:pt x="73" y="11"/>
                    </a:cubicBezTo>
                    <a:moveTo>
                      <a:pt x="60" y="0"/>
                    </a:moveTo>
                    <a:cubicBezTo>
                      <a:pt x="52" y="7"/>
                      <a:pt x="52" y="7"/>
                      <a:pt x="52" y="7"/>
                    </a:cubicBezTo>
                    <a:cubicBezTo>
                      <a:pt x="55" y="5"/>
                      <a:pt x="58" y="3"/>
                      <a:pt x="61" y="1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840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841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842"/>
              <p:cNvSpPr>
                <a:spLocks noEditPoints="1"/>
              </p:cNvSpPr>
              <p:nvPr userDrawn="1"/>
            </p:nvSpPr>
            <p:spPr bwMode="auto">
              <a:xfrm>
                <a:off x="1675" y="672"/>
                <a:ext cx="136" cy="60"/>
              </a:xfrm>
              <a:custGeom>
                <a:avLst/>
                <a:gdLst>
                  <a:gd name="T0" fmla="*/ 26 w 110"/>
                  <a:gd name="T1" fmla="*/ 34 h 49"/>
                  <a:gd name="T2" fmla="*/ 0 w 110"/>
                  <a:gd name="T3" fmla="*/ 49 h 49"/>
                  <a:gd name="T4" fmla="*/ 8 w 110"/>
                  <a:gd name="T5" fmla="*/ 47 h 49"/>
                  <a:gd name="T6" fmla="*/ 26 w 110"/>
                  <a:gd name="T7" fmla="*/ 34 h 49"/>
                  <a:gd name="T8" fmla="*/ 71 w 110"/>
                  <a:gd name="T9" fmla="*/ 7 h 49"/>
                  <a:gd name="T10" fmla="*/ 35 w 110"/>
                  <a:gd name="T11" fmla="*/ 28 h 49"/>
                  <a:gd name="T12" fmla="*/ 47 w 110"/>
                  <a:gd name="T13" fmla="*/ 38 h 49"/>
                  <a:gd name="T14" fmla="*/ 110 w 110"/>
                  <a:gd name="T15" fmla="*/ 24 h 49"/>
                  <a:gd name="T16" fmla="*/ 92 w 110"/>
                  <a:gd name="T17" fmla="*/ 9 h 49"/>
                  <a:gd name="T18" fmla="*/ 71 w 110"/>
                  <a:gd name="T19" fmla="*/ 7 h 49"/>
                  <a:gd name="T20" fmla="*/ 82 w 110"/>
                  <a:gd name="T21" fmla="*/ 0 h 49"/>
                  <a:gd name="T22" fmla="*/ 73 w 110"/>
                  <a:gd name="T23" fmla="*/ 6 h 49"/>
                  <a:gd name="T24" fmla="*/ 84 w 110"/>
                  <a:gd name="T25" fmla="*/ 2 h 49"/>
                  <a:gd name="T26" fmla="*/ 82 w 110"/>
                  <a:gd name="T2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49">
                    <a:moveTo>
                      <a:pt x="26" y="34"/>
                    </a:moveTo>
                    <a:cubicBezTo>
                      <a:pt x="17" y="39"/>
                      <a:pt x="8" y="44"/>
                      <a:pt x="0" y="49"/>
                    </a:cubicBezTo>
                    <a:cubicBezTo>
                      <a:pt x="2" y="48"/>
                      <a:pt x="5" y="48"/>
                      <a:pt x="8" y="47"/>
                    </a:cubicBezTo>
                    <a:cubicBezTo>
                      <a:pt x="26" y="34"/>
                      <a:pt x="26" y="34"/>
                      <a:pt x="26" y="34"/>
                    </a:cubicBezTo>
                    <a:moveTo>
                      <a:pt x="71" y="7"/>
                    </a:moveTo>
                    <a:cubicBezTo>
                      <a:pt x="59" y="14"/>
                      <a:pt x="47" y="21"/>
                      <a:pt x="35" y="28"/>
                    </a:cubicBezTo>
                    <a:cubicBezTo>
                      <a:pt x="47" y="38"/>
                      <a:pt x="47" y="38"/>
                      <a:pt x="47" y="38"/>
                    </a:cubicBezTo>
                    <a:cubicBezTo>
                      <a:pt x="68" y="34"/>
                      <a:pt x="89" y="29"/>
                      <a:pt x="110" y="24"/>
                    </a:cubicBezTo>
                    <a:cubicBezTo>
                      <a:pt x="92" y="9"/>
                      <a:pt x="92" y="9"/>
                      <a:pt x="92" y="9"/>
                    </a:cubicBezTo>
                    <a:cubicBezTo>
                      <a:pt x="71" y="7"/>
                      <a:pt x="71" y="7"/>
                      <a:pt x="71" y="7"/>
                    </a:cubicBezTo>
                    <a:moveTo>
                      <a:pt x="82" y="0"/>
                    </a:moveTo>
                    <a:cubicBezTo>
                      <a:pt x="79" y="2"/>
                      <a:pt x="76" y="4"/>
                      <a:pt x="73" y="6"/>
                    </a:cubicBezTo>
                    <a:cubicBezTo>
                      <a:pt x="84" y="2"/>
                      <a:pt x="84" y="2"/>
                      <a:pt x="84" y="2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843"/>
              <p:cNvSpPr>
                <a:spLocks/>
              </p:cNvSpPr>
              <p:nvPr userDrawn="1"/>
            </p:nvSpPr>
            <p:spPr bwMode="auto">
              <a:xfrm>
                <a:off x="1762" y="674"/>
                <a:ext cx="26" cy="9"/>
              </a:xfrm>
              <a:custGeom>
                <a:avLst/>
                <a:gdLst>
                  <a:gd name="T0" fmla="*/ 13 w 21"/>
                  <a:gd name="T1" fmla="*/ 0 h 7"/>
                  <a:gd name="T2" fmla="*/ 2 w 21"/>
                  <a:gd name="T3" fmla="*/ 4 h 7"/>
                  <a:gd name="T4" fmla="*/ 0 w 21"/>
                  <a:gd name="T5" fmla="*/ 5 h 7"/>
                  <a:gd name="T6" fmla="*/ 21 w 21"/>
                  <a:gd name="T7" fmla="*/ 7 h 7"/>
                  <a:gd name="T8" fmla="*/ 13 w 21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7">
                    <a:moveTo>
                      <a:pt x="13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0" y="5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844"/>
              <p:cNvSpPr>
                <a:spLocks/>
              </p:cNvSpPr>
              <p:nvPr userDrawn="1"/>
            </p:nvSpPr>
            <p:spPr bwMode="auto">
              <a:xfrm>
                <a:off x="1684" y="706"/>
                <a:ext cx="49" cy="24"/>
              </a:xfrm>
              <a:custGeom>
                <a:avLst/>
                <a:gdLst>
                  <a:gd name="T0" fmla="*/ 27 w 39"/>
                  <a:gd name="T1" fmla="*/ 0 h 19"/>
                  <a:gd name="T2" fmla="*/ 18 w 39"/>
                  <a:gd name="T3" fmla="*/ 6 h 19"/>
                  <a:gd name="T4" fmla="*/ 0 w 39"/>
                  <a:gd name="T5" fmla="*/ 19 h 19"/>
                  <a:gd name="T6" fmla="*/ 39 w 39"/>
                  <a:gd name="T7" fmla="*/ 10 h 19"/>
                  <a:gd name="T8" fmla="*/ 27 w 39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9">
                    <a:moveTo>
                      <a:pt x="27" y="0"/>
                    </a:moveTo>
                    <a:cubicBezTo>
                      <a:pt x="24" y="2"/>
                      <a:pt x="21" y="4"/>
                      <a:pt x="18" y="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3"/>
                      <a:pt x="39" y="10"/>
                    </a:cubicBez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845"/>
              <p:cNvSpPr>
                <a:spLocks noEditPoints="1"/>
              </p:cNvSpPr>
              <p:nvPr userDrawn="1"/>
            </p:nvSpPr>
            <p:spPr bwMode="auto">
              <a:xfrm>
                <a:off x="2480" y="1017"/>
                <a:ext cx="113" cy="76"/>
              </a:xfrm>
              <a:custGeom>
                <a:avLst/>
                <a:gdLst>
                  <a:gd name="T0" fmla="*/ 38 w 91"/>
                  <a:gd name="T1" fmla="*/ 14 h 61"/>
                  <a:gd name="T2" fmla="*/ 0 w 91"/>
                  <a:gd name="T3" fmla="*/ 26 h 61"/>
                  <a:gd name="T4" fmla="*/ 91 w 91"/>
                  <a:gd name="T5" fmla="*/ 61 h 61"/>
                  <a:gd name="T6" fmla="*/ 86 w 91"/>
                  <a:gd name="T7" fmla="*/ 23 h 61"/>
                  <a:gd name="T8" fmla="*/ 38 w 91"/>
                  <a:gd name="T9" fmla="*/ 14 h 61"/>
                  <a:gd name="T10" fmla="*/ 83 w 91"/>
                  <a:gd name="T11" fmla="*/ 0 h 61"/>
                  <a:gd name="T12" fmla="*/ 48 w 91"/>
                  <a:gd name="T13" fmla="*/ 11 h 61"/>
                  <a:gd name="T14" fmla="*/ 83 w 91"/>
                  <a:gd name="T15" fmla="*/ 5 h 61"/>
                  <a:gd name="T16" fmla="*/ 83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38" y="14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30" y="38"/>
                      <a:pt x="60" y="49"/>
                      <a:pt x="91" y="61"/>
                    </a:cubicBezTo>
                    <a:cubicBezTo>
                      <a:pt x="89" y="48"/>
                      <a:pt x="87" y="36"/>
                      <a:pt x="86" y="23"/>
                    </a:cubicBezTo>
                    <a:cubicBezTo>
                      <a:pt x="38" y="14"/>
                      <a:pt x="38" y="14"/>
                      <a:pt x="38" y="14"/>
                    </a:cubicBezTo>
                    <a:moveTo>
                      <a:pt x="83" y="0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3"/>
                      <a:pt x="83" y="2"/>
                      <a:pt x="8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846"/>
              <p:cNvSpPr>
                <a:spLocks/>
              </p:cNvSpPr>
              <p:nvPr userDrawn="1"/>
            </p:nvSpPr>
            <p:spPr bwMode="auto">
              <a:xfrm>
                <a:off x="2583" y="1015"/>
                <a:ext cx="114" cy="59"/>
              </a:xfrm>
              <a:custGeom>
                <a:avLst/>
                <a:gdLst>
                  <a:gd name="T0" fmla="*/ 74 w 92"/>
                  <a:gd name="T1" fmla="*/ 0 h 48"/>
                  <a:gd name="T2" fmla="*/ 0 w 92"/>
                  <a:gd name="T3" fmla="*/ 2 h 48"/>
                  <a:gd name="T4" fmla="*/ 7 w 92"/>
                  <a:gd name="T5" fmla="*/ 6 h 48"/>
                  <a:gd name="T6" fmla="*/ 31 w 92"/>
                  <a:gd name="T7" fmla="*/ 1 h 48"/>
                  <a:gd name="T8" fmla="*/ 29 w 92"/>
                  <a:gd name="T9" fmla="*/ 17 h 48"/>
                  <a:gd name="T10" fmla="*/ 92 w 92"/>
                  <a:gd name="T11" fmla="*/ 48 h 48"/>
                  <a:gd name="T12" fmla="*/ 74 w 92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48">
                    <a:moveTo>
                      <a:pt x="74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5" y="5"/>
                      <a:pt x="7" y="6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50" y="27"/>
                      <a:pt x="71" y="37"/>
                      <a:pt x="92" y="48"/>
                    </a:cubicBezTo>
                    <a:cubicBezTo>
                      <a:pt x="86" y="32"/>
                      <a:pt x="80" y="16"/>
                      <a:pt x="7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847"/>
              <p:cNvSpPr>
                <a:spLocks noEditPoints="1"/>
              </p:cNvSpPr>
              <p:nvPr userDrawn="1"/>
            </p:nvSpPr>
            <p:spPr bwMode="auto">
              <a:xfrm>
                <a:off x="2674" y="1015"/>
                <a:ext cx="96" cy="63"/>
              </a:xfrm>
              <a:custGeom>
                <a:avLst/>
                <a:gdLst>
                  <a:gd name="T0" fmla="*/ 76 w 77"/>
                  <a:gd name="T1" fmla="*/ 48 h 51"/>
                  <a:gd name="T2" fmla="*/ 72 w 77"/>
                  <a:gd name="T3" fmla="*/ 48 h 51"/>
                  <a:gd name="T4" fmla="*/ 77 w 77"/>
                  <a:gd name="T5" fmla="*/ 51 h 51"/>
                  <a:gd name="T6" fmla="*/ 76 w 77"/>
                  <a:gd name="T7" fmla="*/ 48 h 51"/>
                  <a:gd name="T8" fmla="*/ 0 w 77"/>
                  <a:gd name="T9" fmla="*/ 0 h 51"/>
                  <a:gd name="T10" fmla="*/ 51 w 77"/>
                  <a:gd name="T11" fmla="*/ 34 h 51"/>
                  <a:gd name="T12" fmla="*/ 71 w 77"/>
                  <a:gd name="T13" fmla="*/ 21 h 51"/>
                  <a:gd name="T14" fmla="*/ 0 w 77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51">
                    <a:moveTo>
                      <a:pt x="76" y="48"/>
                    </a:moveTo>
                    <a:cubicBezTo>
                      <a:pt x="72" y="48"/>
                      <a:pt x="72" y="48"/>
                      <a:pt x="72" y="48"/>
                    </a:cubicBezTo>
                    <a:cubicBezTo>
                      <a:pt x="74" y="49"/>
                      <a:pt x="75" y="50"/>
                      <a:pt x="77" y="51"/>
                    </a:cubicBezTo>
                    <a:cubicBezTo>
                      <a:pt x="76" y="50"/>
                      <a:pt x="76" y="49"/>
                      <a:pt x="76" y="48"/>
                    </a:cubicBezTo>
                    <a:moveTo>
                      <a:pt x="0" y="0"/>
                    </a:moveTo>
                    <a:cubicBezTo>
                      <a:pt x="17" y="12"/>
                      <a:pt x="34" y="23"/>
                      <a:pt x="51" y="34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Freeform 848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849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850"/>
              <p:cNvSpPr>
                <a:spLocks noEditPoints="1"/>
              </p:cNvSpPr>
              <p:nvPr userDrawn="1"/>
            </p:nvSpPr>
            <p:spPr bwMode="auto">
              <a:xfrm>
                <a:off x="2813" y="1093"/>
                <a:ext cx="100" cy="78"/>
              </a:xfrm>
              <a:custGeom>
                <a:avLst/>
                <a:gdLst>
                  <a:gd name="T0" fmla="*/ 72 w 81"/>
                  <a:gd name="T1" fmla="*/ 53 h 63"/>
                  <a:gd name="T2" fmla="*/ 76 w 81"/>
                  <a:gd name="T3" fmla="*/ 59 h 63"/>
                  <a:gd name="T4" fmla="*/ 81 w 81"/>
                  <a:gd name="T5" fmla="*/ 63 h 63"/>
                  <a:gd name="T6" fmla="*/ 72 w 81"/>
                  <a:gd name="T7" fmla="*/ 53 h 63"/>
                  <a:gd name="T8" fmla="*/ 65 w 81"/>
                  <a:gd name="T9" fmla="*/ 45 h 63"/>
                  <a:gd name="T10" fmla="*/ 70 w 81"/>
                  <a:gd name="T11" fmla="*/ 52 h 63"/>
                  <a:gd name="T12" fmla="*/ 69 w 81"/>
                  <a:gd name="T13" fmla="*/ 50 h 63"/>
                  <a:gd name="T14" fmla="*/ 65 w 81"/>
                  <a:gd name="T15" fmla="*/ 45 h 63"/>
                  <a:gd name="T16" fmla="*/ 24 w 81"/>
                  <a:gd name="T17" fmla="*/ 0 h 63"/>
                  <a:gd name="T18" fmla="*/ 24 w 81"/>
                  <a:gd name="T19" fmla="*/ 0 h 63"/>
                  <a:gd name="T20" fmla="*/ 0 w 81"/>
                  <a:gd name="T21" fmla="*/ 12 h 63"/>
                  <a:gd name="T22" fmla="*/ 61 w 81"/>
                  <a:gd name="T23" fmla="*/ 50 h 63"/>
                  <a:gd name="T24" fmla="*/ 57 w 81"/>
                  <a:gd name="T25" fmla="*/ 36 h 63"/>
                  <a:gd name="T26" fmla="*/ 24 w 81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" h="63">
                    <a:moveTo>
                      <a:pt x="72" y="53"/>
                    </a:moveTo>
                    <a:cubicBezTo>
                      <a:pt x="73" y="55"/>
                      <a:pt x="75" y="57"/>
                      <a:pt x="76" y="59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72" y="53"/>
                      <a:pt x="72" y="53"/>
                      <a:pt x="72" y="53"/>
                    </a:cubicBezTo>
                    <a:moveTo>
                      <a:pt x="65" y="45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69" y="51"/>
                      <a:pt x="69" y="50"/>
                      <a:pt x="69" y="50"/>
                    </a:cubicBezTo>
                    <a:cubicBezTo>
                      <a:pt x="65" y="45"/>
                      <a:pt x="65" y="45"/>
                      <a:pt x="65" y="45"/>
                    </a:cubicBezTo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61" y="50"/>
                      <a:pt x="61" y="50"/>
                      <a:pt x="61" y="50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851"/>
              <p:cNvSpPr>
                <a:spLocks noEditPoints="1"/>
              </p:cNvSpPr>
              <p:nvPr userDrawn="1"/>
            </p:nvSpPr>
            <p:spPr bwMode="auto">
              <a:xfrm>
                <a:off x="2898" y="1151"/>
                <a:ext cx="68" cy="122"/>
              </a:xfrm>
              <a:custGeom>
                <a:avLst/>
                <a:gdLst>
                  <a:gd name="T0" fmla="*/ 32 w 55"/>
                  <a:gd name="T1" fmla="*/ 58 h 99"/>
                  <a:gd name="T2" fmla="*/ 10 w 55"/>
                  <a:gd name="T3" fmla="*/ 69 h 99"/>
                  <a:gd name="T4" fmla="*/ 10 w 55"/>
                  <a:gd name="T5" fmla="*/ 69 h 99"/>
                  <a:gd name="T6" fmla="*/ 55 w 55"/>
                  <a:gd name="T7" fmla="*/ 99 h 99"/>
                  <a:gd name="T8" fmla="*/ 32 w 55"/>
                  <a:gd name="T9" fmla="*/ 58 h 99"/>
                  <a:gd name="T10" fmla="*/ 0 w 55"/>
                  <a:gd name="T11" fmla="*/ 0 h 99"/>
                  <a:gd name="T12" fmla="*/ 0 w 55"/>
                  <a:gd name="T13" fmla="*/ 3 h 99"/>
                  <a:gd name="T14" fmla="*/ 1 w 55"/>
                  <a:gd name="T15" fmla="*/ 5 h 99"/>
                  <a:gd name="T16" fmla="*/ 14 w 55"/>
                  <a:gd name="T17" fmla="*/ 25 h 99"/>
                  <a:gd name="T18" fmla="*/ 7 w 55"/>
                  <a:gd name="T19" fmla="*/ 12 h 99"/>
                  <a:gd name="T20" fmla="*/ 3 w 55"/>
                  <a:gd name="T21" fmla="*/ 6 h 99"/>
                  <a:gd name="T22" fmla="*/ 0 w 55"/>
                  <a:gd name="T23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99">
                    <a:moveTo>
                      <a:pt x="32" y="58"/>
                    </a:moveTo>
                    <a:cubicBezTo>
                      <a:pt x="10" y="69"/>
                      <a:pt x="10" y="69"/>
                      <a:pt x="10" y="6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55" y="99"/>
                      <a:pt x="55" y="99"/>
                      <a:pt x="55" y="99"/>
                    </a:cubicBezTo>
                    <a:cubicBezTo>
                      <a:pt x="48" y="85"/>
                      <a:pt x="40" y="71"/>
                      <a:pt x="32" y="58"/>
                    </a:cubicBezTo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1" y="21"/>
                      <a:pt x="9" y="17"/>
                      <a:pt x="7" y="12"/>
                    </a:cubicBezTo>
                    <a:cubicBezTo>
                      <a:pt x="6" y="10"/>
                      <a:pt x="4" y="8"/>
                      <a:pt x="3" y="6"/>
                    </a:cubicBez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852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853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Freeform 854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855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856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857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858"/>
              <p:cNvSpPr>
                <a:spLocks/>
              </p:cNvSpPr>
              <p:nvPr userDrawn="1"/>
            </p:nvSpPr>
            <p:spPr bwMode="auto">
              <a:xfrm>
                <a:off x="2420" y="949"/>
                <a:ext cx="59" cy="100"/>
              </a:xfrm>
              <a:custGeom>
                <a:avLst/>
                <a:gdLst>
                  <a:gd name="T0" fmla="*/ 10 w 48"/>
                  <a:gd name="T1" fmla="*/ 0 h 81"/>
                  <a:gd name="T2" fmla="*/ 10 w 48"/>
                  <a:gd name="T3" fmla="*/ 0 h 81"/>
                  <a:gd name="T4" fmla="*/ 10 w 48"/>
                  <a:gd name="T5" fmla="*/ 0 h 81"/>
                  <a:gd name="T6" fmla="*/ 0 w 48"/>
                  <a:gd name="T7" fmla="*/ 81 h 81"/>
                  <a:gd name="T8" fmla="*/ 48 w 48"/>
                  <a:gd name="T9" fmla="*/ 78 h 81"/>
                  <a:gd name="T10" fmla="*/ 10 w 48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27"/>
                      <a:pt x="3" y="54"/>
                      <a:pt x="0" y="81"/>
                    </a:cubicBezTo>
                    <a:cubicBezTo>
                      <a:pt x="16" y="80"/>
                      <a:pt x="32" y="79"/>
                      <a:pt x="48" y="78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859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Freeform 860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Freeform 861"/>
              <p:cNvSpPr>
                <a:spLocks noEditPoints="1"/>
              </p:cNvSpPr>
              <p:nvPr userDrawn="1"/>
            </p:nvSpPr>
            <p:spPr bwMode="auto">
              <a:xfrm>
                <a:off x="2887" y="783"/>
                <a:ext cx="42" cy="150"/>
              </a:xfrm>
              <a:custGeom>
                <a:avLst/>
                <a:gdLst>
                  <a:gd name="T0" fmla="*/ 7 w 34"/>
                  <a:gd name="T1" fmla="*/ 121 h 121"/>
                  <a:gd name="T2" fmla="*/ 7 w 34"/>
                  <a:gd name="T3" fmla="*/ 121 h 121"/>
                  <a:gd name="T4" fmla="*/ 6 w 34"/>
                  <a:gd name="T5" fmla="*/ 120 h 121"/>
                  <a:gd name="T6" fmla="*/ 1 w 34"/>
                  <a:gd name="T7" fmla="*/ 44 h 121"/>
                  <a:gd name="T8" fmla="*/ 1 w 34"/>
                  <a:gd name="T9" fmla="*/ 43 h 121"/>
                  <a:gd name="T10" fmla="*/ 31 w 34"/>
                  <a:gd name="T11" fmla="*/ 0 h 121"/>
                  <a:gd name="T12" fmla="*/ 33 w 34"/>
                  <a:gd name="T13" fmla="*/ 0 h 121"/>
                  <a:gd name="T14" fmla="*/ 34 w 34"/>
                  <a:gd name="T15" fmla="*/ 2 h 121"/>
                  <a:gd name="T16" fmla="*/ 9 w 34"/>
                  <a:gd name="T17" fmla="*/ 120 h 121"/>
                  <a:gd name="T18" fmla="*/ 7 w 34"/>
                  <a:gd name="T19" fmla="*/ 121 h 121"/>
                  <a:gd name="T20" fmla="*/ 4 w 34"/>
                  <a:gd name="T21" fmla="*/ 45 h 121"/>
                  <a:gd name="T22" fmla="*/ 8 w 34"/>
                  <a:gd name="T23" fmla="*/ 107 h 121"/>
                  <a:gd name="T24" fmla="*/ 29 w 34"/>
                  <a:gd name="T25" fmla="*/ 9 h 121"/>
                  <a:gd name="T26" fmla="*/ 4 w 34"/>
                  <a:gd name="T27" fmla="*/ 4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121">
                    <a:moveTo>
                      <a:pt x="7" y="121"/>
                    </a:moveTo>
                    <a:cubicBezTo>
                      <a:pt x="7" y="121"/>
                      <a:pt x="7" y="121"/>
                      <a:pt x="7" y="121"/>
                    </a:cubicBezTo>
                    <a:cubicBezTo>
                      <a:pt x="6" y="121"/>
                      <a:pt x="6" y="121"/>
                      <a:pt x="6" y="120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1" y="43"/>
                      <a:pt x="1" y="4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9" y="120"/>
                      <a:pt x="9" y="120"/>
                      <a:pt x="9" y="120"/>
                    </a:cubicBezTo>
                    <a:cubicBezTo>
                      <a:pt x="9" y="121"/>
                      <a:pt x="8" y="121"/>
                      <a:pt x="7" y="121"/>
                    </a:cubicBezTo>
                    <a:close/>
                    <a:moveTo>
                      <a:pt x="4" y="45"/>
                    </a:moveTo>
                    <a:cubicBezTo>
                      <a:pt x="8" y="107"/>
                      <a:pt x="8" y="107"/>
                      <a:pt x="8" y="107"/>
                    </a:cubicBezTo>
                    <a:cubicBezTo>
                      <a:pt x="29" y="9"/>
                      <a:pt x="29" y="9"/>
                      <a:pt x="29" y="9"/>
                    </a:cubicBezTo>
                    <a:lnTo>
                      <a:pt x="4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862"/>
              <p:cNvSpPr>
                <a:spLocks noEditPoints="1"/>
              </p:cNvSpPr>
              <p:nvPr userDrawn="1"/>
            </p:nvSpPr>
            <p:spPr bwMode="auto">
              <a:xfrm>
                <a:off x="2901" y="590"/>
                <a:ext cx="28" cy="197"/>
              </a:xfrm>
              <a:custGeom>
                <a:avLst/>
                <a:gdLst>
                  <a:gd name="T0" fmla="*/ 21 w 23"/>
                  <a:gd name="T1" fmla="*/ 159 h 159"/>
                  <a:gd name="T2" fmla="*/ 20 w 23"/>
                  <a:gd name="T3" fmla="*/ 158 h 159"/>
                  <a:gd name="T4" fmla="*/ 0 w 23"/>
                  <a:gd name="T5" fmla="*/ 117 h 159"/>
                  <a:gd name="T6" fmla="*/ 0 w 23"/>
                  <a:gd name="T7" fmla="*/ 116 h 159"/>
                  <a:gd name="T8" fmla="*/ 9 w 23"/>
                  <a:gd name="T9" fmla="*/ 2 h 159"/>
                  <a:gd name="T10" fmla="*/ 11 w 23"/>
                  <a:gd name="T11" fmla="*/ 0 h 159"/>
                  <a:gd name="T12" fmla="*/ 11 w 23"/>
                  <a:gd name="T13" fmla="*/ 0 h 159"/>
                  <a:gd name="T14" fmla="*/ 13 w 23"/>
                  <a:gd name="T15" fmla="*/ 2 h 159"/>
                  <a:gd name="T16" fmla="*/ 23 w 23"/>
                  <a:gd name="T17" fmla="*/ 157 h 159"/>
                  <a:gd name="T18" fmla="*/ 22 w 23"/>
                  <a:gd name="T19" fmla="*/ 159 h 159"/>
                  <a:gd name="T20" fmla="*/ 21 w 23"/>
                  <a:gd name="T21" fmla="*/ 159 h 159"/>
                  <a:gd name="T22" fmla="*/ 3 w 23"/>
                  <a:gd name="T23" fmla="*/ 116 h 159"/>
                  <a:gd name="T24" fmla="*/ 19 w 23"/>
                  <a:gd name="T25" fmla="*/ 149 h 159"/>
                  <a:gd name="T26" fmla="*/ 11 w 23"/>
                  <a:gd name="T27" fmla="*/ 24 h 159"/>
                  <a:gd name="T28" fmla="*/ 3 w 23"/>
                  <a:gd name="T29" fmla="*/ 116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159">
                    <a:moveTo>
                      <a:pt x="21" y="159"/>
                    </a:moveTo>
                    <a:cubicBezTo>
                      <a:pt x="21" y="159"/>
                      <a:pt x="20" y="159"/>
                      <a:pt x="20" y="158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10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3" y="1"/>
                      <a:pt x="13" y="2"/>
                    </a:cubicBezTo>
                    <a:cubicBezTo>
                      <a:pt x="23" y="157"/>
                      <a:pt x="23" y="157"/>
                      <a:pt x="23" y="157"/>
                    </a:cubicBezTo>
                    <a:cubicBezTo>
                      <a:pt x="23" y="158"/>
                      <a:pt x="22" y="159"/>
                      <a:pt x="22" y="159"/>
                    </a:cubicBezTo>
                    <a:lnTo>
                      <a:pt x="21" y="159"/>
                    </a:lnTo>
                    <a:close/>
                    <a:moveTo>
                      <a:pt x="3" y="116"/>
                    </a:moveTo>
                    <a:cubicBezTo>
                      <a:pt x="19" y="149"/>
                      <a:pt x="19" y="149"/>
                      <a:pt x="19" y="149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3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863"/>
              <p:cNvSpPr>
                <a:spLocks noEditPoints="1"/>
              </p:cNvSpPr>
              <p:nvPr userDrawn="1"/>
            </p:nvSpPr>
            <p:spPr bwMode="auto">
              <a:xfrm>
                <a:off x="2882" y="554"/>
                <a:ext cx="49" cy="136"/>
              </a:xfrm>
              <a:custGeom>
                <a:avLst/>
                <a:gdLst>
                  <a:gd name="T0" fmla="*/ 37 w 39"/>
                  <a:gd name="T1" fmla="*/ 110 h 110"/>
                  <a:gd name="T2" fmla="*/ 36 w 39"/>
                  <a:gd name="T3" fmla="*/ 110 h 110"/>
                  <a:gd name="T4" fmla="*/ 1 w 39"/>
                  <a:gd name="T5" fmla="*/ 84 h 110"/>
                  <a:gd name="T6" fmla="*/ 0 w 39"/>
                  <a:gd name="T7" fmla="*/ 82 h 110"/>
                  <a:gd name="T8" fmla="*/ 20 w 39"/>
                  <a:gd name="T9" fmla="*/ 1 h 110"/>
                  <a:gd name="T10" fmla="*/ 21 w 39"/>
                  <a:gd name="T11" fmla="*/ 0 h 110"/>
                  <a:gd name="T12" fmla="*/ 23 w 39"/>
                  <a:gd name="T13" fmla="*/ 1 h 110"/>
                  <a:gd name="T14" fmla="*/ 39 w 39"/>
                  <a:gd name="T15" fmla="*/ 108 h 110"/>
                  <a:gd name="T16" fmla="*/ 38 w 39"/>
                  <a:gd name="T17" fmla="*/ 110 h 110"/>
                  <a:gd name="T18" fmla="*/ 37 w 39"/>
                  <a:gd name="T19" fmla="*/ 110 h 110"/>
                  <a:gd name="T20" fmla="*/ 4 w 39"/>
                  <a:gd name="T21" fmla="*/ 82 h 110"/>
                  <a:gd name="T22" fmla="*/ 35 w 39"/>
                  <a:gd name="T23" fmla="*/ 105 h 110"/>
                  <a:gd name="T24" fmla="*/ 21 w 39"/>
                  <a:gd name="T25" fmla="*/ 10 h 110"/>
                  <a:gd name="T26" fmla="*/ 4 w 39"/>
                  <a:gd name="T27" fmla="*/ 82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10">
                    <a:moveTo>
                      <a:pt x="37" y="110"/>
                    </a:moveTo>
                    <a:cubicBezTo>
                      <a:pt x="36" y="110"/>
                      <a:pt x="36" y="110"/>
                      <a:pt x="36" y="110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0" y="83"/>
                      <a:pt x="0" y="82"/>
                      <a:pt x="0" y="8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9"/>
                      <a:pt x="39" y="110"/>
                      <a:pt x="38" y="110"/>
                    </a:cubicBezTo>
                    <a:lnTo>
                      <a:pt x="37" y="110"/>
                    </a:lnTo>
                    <a:close/>
                    <a:moveTo>
                      <a:pt x="4" y="82"/>
                    </a:moveTo>
                    <a:cubicBezTo>
                      <a:pt x="35" y="105"/>
                      <a:pt x="35" y="105"/>
                      <a:pt x="35" y="105"/>
                    </a:cubicBezTo>
                    <a:cubicBezTo>
                      <a:pt x="21" y="10"/>
                      <a:pt x="21" y="10"/>
                      <a:pt x="21" y="10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864"/>
              <p:cNvSpPr>
                <a:spLocks noEditPoints="1"/>
              </p:cNvSpPr>
              <p:nvPr userDrawn="1"/>
            </p:nvSpPr>
            <p:spPr bwMode="auto">
              <a:xfrm>
                <a:off x="2882" y="653"/>
                <a:ext cx="49" cy="207"/>
              </a:xfrm>
              <a:custGeom>
                <a:avLst/>
                <a:gdLst>
                  <a:gd name="T0" fmla="*/ 27 w 39"/>
                  <a:gd name="T1" fmla="*/ 167 h 167"/>
                  <a:gd name="T2" fmla="*/ 26 w 39"/>
                  <a:gd name="T3" fmla="*/ 166 h 167"/>
                  <a:gd name="T4" fmla="*/ 0 w 39"/>
                  <a:gd name="T5" fmla="*/ 2 h 167"/>
                  <a:gd name="T6" fmla="*/ 1 w 39"/>
                  <a:gd name="T7" fmla="*/ 1 h 167"/>
                  <a:gd name="T8" fmla="*/ 3 w 39"/>
                  <a:gd name="T9" fmla="*/ 1 h 167"/>
                  <a:gd name="T10" fmla="*/ 38 w 39"/>
                  <a:gd name="T11" fmla="*/ 27 h 167"/>
                  <a:gd name="T12" fmla="*/ 39 w 39"/>
                  <a:gd name="T13" fmla="*/ 29 h 167"/>
                  <a:gd name="T14" fmla="*/ 29 w 39"/>
                  <a:gd name="T15" fmla="*/ 166 h 167"/>
                  <a:gd name="T16" fmla="*/ 27 w 39"/>
                  <a:gd name="T17" fmla="*/ 167 h 167"/>
                  <a:gd name="T18" fmla="*/ 4 w 39"/>
                  <a:gd name="T19" fmla="*/ 6 h 167"/>
                  <a:gd name="T20" fmla="*/ 27 w 39"/>
                  <a:gd name="T21" fmla="*/ 151 h 167"/>
                  <a:gd name="T22" fmla="*/ 36 w 39"/>
                  <a:gd name="T23" fmla="*/ 29 h 167"/>
                  <a:gd name="T24" fmla="*/ 4 w 39"/>
                  <a:gd name="T25" fmla="*/ 6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167">
                    <a:moveTo>
                      <a:pt x="27" y="167"/>
                    </a:moveTo>
                    <a:cubicBezTo>
                      <a:pt x="27" y="167"/>
                      <a:pt x="26" y="167"/>
                      <a:pt x="26" y="16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8"/>
                      <a:pt x="39" y="28"/>
                      <a:pt x="39" y="29"/>
                    </a:cubicBezTo>
                    <a:cubicBezTo>
                      <a:pt x="29" y="166"/>
                      <a:pt x="29" y="166"/>
                      <a:pt x="29" y="166"/>
                    </a:cubicBezTo>
                    <a:cubicBezTo>
                      <a:pt x="29" y="167"/>
                      <a:pt x="28" y="167"/>
                      <a:pt x="27" y="167"/>
                    </a:cubicBezTo>
                    <a:close/>
                    <a:moveTo>
                      <a:pt x="4" y="6"/>
                    </a:moveTo>
                    <a:cubicBezTo>
                      <a:pt x="27" y="151"/>
                      <a:pt x="27" y="151"/>
                      <a:pt x="27" y="151"/>
                    </a:cubicBezTo>
                    <a:cubicBezTo>
                      <a:pt x="36" y="29"/>
                      <a:pt x="36" y="29"/>
                      <a:pt x="36" y="29"/>
                    </a:cubicBez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865"/>
              <p:cNvSpPr>
                <a:spLocks noEditPoints="1"/>
              </p:cNvSpPr>
              <p:nvPr userDrawn="1"/>
            </p:nvSpPr>
            <p:spPr bwMode="auto">
              <a:xfrm>
                <a:off x="2856" y="449"/>
                <a:ext cx="55" cy="109"/>
              </a:xfrm>
              <a:custGeom>
                <a:avLst/>
                <a:gdLst>
                  <a:gd name="T0" fmla="*/ 42 w 44"/>
                  <a:gd name="T1" fmla="*/ 88 h 88"/>
                  <a:gd name="T2" fmla="*/ 41 w 44"/>
                  <a:gd name="T3" fmla="*/ 88 h 88"/>
                  <a:gd name="T4" fmla="*/ 1 w 44"/>
                  <a:gd name="T5" fmla="*/ 65 h 88"/>
                  <a:gd name="T6" fmla="*/ 0 w 44"/>
                  <a:gd name="T7" fmla="*/ 64 h 88"/>
                  <a:gd name="T8" fmla="*/ 0 w 44"/>
                  <a:gd name="T9" fmla="*/ 2 h 88"/>
                  <a:gd name="T10" fmla="*/ 2 w 44"/>
                  <a:gd name="T11" fmla="*/ 0 h 88"/>
                  <a:gd name="T12" fmla="*/ 4 w 44"/>
                  <a:gd name="T13" fmla="*/ 1 h 88"/>
                  <a:gd name="T14" fmla="*/ 44 w 44"/>
                  <a:gd name="T15" fmla="*/ 86 h 88"/>
                  <a:gd name="T16" fmla="*/ 43 w 44"/>
                  <a:gd name="T17" fmla="*/ 88 h 88"/>
                  <a:gd name="T18" fmla="*/ 42 w 44"/>
                  <a:gd name="T19" fmla="*/ 88 h 88"/>
                  <a:gd name="T20" fmla="*/ 4 w 44"/>
                  <a:gd name="T21" fmla="*/ 63 h 88"/>
                  <a:gd name="T22" fmla="*/ 38 w 44"/>
                  <a:gd name="T23" fmla="*/ 82 h 88"/>
                  <a:gd name="T24" fmla="*/ 4 w 44"/>
                  <a:gd name="T25" fmla="*/ 10 h 88"/>
                  <a:gd name="T26" fmla="*/ 4 w 44"/>
                  <a:gd name="T27" fmla="*/ 6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88">
                    <a:moveTo>
                      <a:pt x="42" y="88"/>
                    </a:moveTo>
                    <a:cubicBezTo>
                      <a:pt x="41" y="88"/>
                      <a:pt x="41" y="88"/>
                      <a:pt x="41" y="88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1"/>
                      <a:pt x="4" y="1"/>
                    </a:cubicBezTo>
                    <a:cubicBezTo>
                      <a:pt x="44" y="86"/>
                      <a:pt x="44" y="86"/>
                      <a:pt x="44" y="86"/>
                    </a:cubicBezTo>
                    <a:cubicBezTo>
                      <a:pt x="44" y="86"/>
                      <a:pt x="44" y="87"/>
                      <a:pt x="43" y="88"/>
                    </a:cubicBezTo>
                    <a:cubicBezTo>
                      <a:pt x="43" y="88"/>
                      <a:pt x="43" y="88"/>
                      <a:pt x="42" y="88"/>
                    </a:cubicBezTo>
                    <a:close/>
                    <a:moveTo>
                      <a:pt x="4" y="63"/>
                    </a:moveTo>
                    <a:cubicBezTo>
                      <a:pt x="38" y="82"/>
                      <a:pt x="38" y="82"/>
                      <a:pt x="38" y="82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4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866"/>
              <p:cNvSpPr>
                <a:spLocks noEditPoints="1"/>
              </p:cNvSpPr>
              <p:nvPr userDrawn="1"/>
            </p:nvSpPr>
            <p:spPr bwMode="auto">
              <a:xfrm>
                <a:off x="2782" y="354"/>
                <a:ext cx="79" cy="127"/>
              </a:xfrm>
              <a:custGeom>
                <a:avLst/>
                <a:gdLst>
                  <a:gd name="T0" fmla="*/ 45 w 64"/>
                  <a:gd name="T1" fmla="*/ 103 h 103"/>
                  <a:gd name="T2" fmla="*/ 44 w 64"/>
                  <a:gd name="T3" fmla="*/ 103 h 103"/>
                  <a:gd name="T4" fmla="*/ 43 w 64"/>
                  <a:gd name="T5" fmla="*/ 102 h 103"/>
                  <a:gd name="T6" fmla="*/ 0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3 w 64"/>
                  <a:gd name="T13" fmla="*/ 78 h 103"/>
                  <a:gd name="T14" fmla="*/ 63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8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8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4" y="103"/>
                      <a:pt x="44" y="103"/>
                      <a:pt x="44" y="103"/>
                    </a:cubicBezTo>
                    <a:cubicBezTo>
                      <a:pt x="44" y="103"/>
                      <a:pt x="43" y="103"/>
                      <a:pt x="43" y="10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79"/>
                      <a:pt x="64" y="80"/>
                      <a:pt x="63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5" y="103"/>
                      <a:pt x="45" y="103"/>
                    </a:cubicBezTo>
                    <a:close/>
                    <a:moveTo>
                      <a:pt x="8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867"/>
              <p:cNvSpPr>
                <a:spLocks noEditPoints="1"/>
              </p:cNvSpPr>
              <p:nvPr userDrawn="1"/>
            </p:nvSpPr>
            <p:spPr bwMode="auto">
              <a:xfrm>
                <a:off x="2666" y="90"/>
                <a:ext cx="79" cy="128"/>
              </a:xfrm>
              <a:custGeom>
                <a:avLst/>
                <a:gdLst>
                  <a:gd name="T0" fmla="*/ 45 w 64"/>
                  <a:gd name="T1" fmla="*/ 103 h 103"/>
                  <a:gd name="T2" fmla="*/ 45 w 64"/>
                  <a:gd name="T3" fmla="*/ 103 h 103"/>
                  <a:gd name="T4" fmla="*/ 44 w 64"/>
                  <a:gd name="T5" fmla="*/ 102 h 103"/>
                  <a:gd name="T6" fmla="*/ 1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4 w 64"/>
                  <a:gd name="T13" fmla="*/ 78 h 103"/>
                  <a:gd name="T14" fmla="*/ 64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9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9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5" y="103"/>
                      <a:pt x="45" y="103"/>
                      <a:pt x="45" y="103"/>
                    </a:cubicBezTo>
                    <a:cubicBezTo>
                      <a:pt x="44" y="103"/>
                      <a:pt x="44" y="103"/>
                      <a:pt x="44" y="10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9"/>
                      <a:pt x="64" y="79"/>
                      <a:pt x="64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6" y="103"/>
                      <a:pt x="45" y="103"/>
                    </a:cubicBezTo>
                    <a:close/>
                    <a:moveTo>
                      <a:pt x="9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9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868"/>
              <p:cNvSpPr>
                <a:spLocks noEditPoints="1"/>
              </p:cNvSpPr>
              <p:nvPr userDrawn="1"/>
            </p:nvSpPr>
            <p:spPr bwMode="auto">
              <a:xfrm>
                <a:off x="2666" y="278"/>
                <a:ext cx="120" cy="81"/>
              </a:xfrm>
              <a:custGeom>
                <a:avLst/>
                <a:gdLst>
                  <a:gd name="T0" fmla="*/ 96 w 97"/>
                  <a:gd name="T1" fmla="*/ 65 h 65"/>
                  <a:gd name="T2" fmla="*/ 95 w 97"/>
                  <a:gd name="T3" fmla="*/ 65 h 65"/>
                  <a:gd name="T4" fmla="*/ 32 w 97"/>
                  <a:gd name="T5" fmla="*/ 59 h 65"/>
                  <a:gd name="T6" fmla="*/ 31 w 97"/>
                  <a:gd name="T7" fmla="*/ 58 h 65"/>
                  <a:gd name="T8" fmla="*/ 1 w 97"/>
                  <a:gd name="T9" fmla="*/ 2 h 65"/>
                  <a:gd name="T10" fmla="*/ 1 w 97"/>
                  <a:gd name="T11" fmla="*/ 0 h 65"/>
                  <a:gd name="T12" fmla="*/ 3 w 97"/>
                  <a:gd name="T13" fmla="*/ 0 h 65"/>
                  <a:gd name="T14" fmla="*/ 96 w 97"/>
                  <a:gd name="T15" fmla="*/ 62 h 65"/>
                  <a:gd name="T16" fmla="*/ 97 w 97"/>
                  <a:gd name="T17" fmla="*/ 64 h 65"/>
                  <a:gd name="T18" fmla="*/ 96 w 97"/>
                  <a:gd name="T19" fmla="*/ 65 h 65"/>
                  <a:gd name="T20" fmla="*/ 33 w 97"/>
                  <a:gd name="T21" fmla="*/ 56 h 65"/>
                  <a:gd name="T22" fmla="*/ 89 w 97"/>
                  <a:gd name="T23" fmla="*/ 61 h 65"/>
                  <a:gd name="T24" fmla="*/ 7 w 97"/>
                  <a:gd name="T25" fmla="*/ 7 h 65"/>
                  <a:gd name="T26" fmla="*/ 33 w 97"/>
                  <a:gd name="T27" fmla="*/ 5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65">
                    <a:moveTo>
                      <a:pt x="96" y="65"/>
                    </a:moveTo>
                    <a:cubicBezTo>
                      <a:pt x="95" y="65"/>
                      <a:pt x="95" y="65"/>
                      <a:pt x="95" y="65"/>
                    </a:cubicBezTo>
                    <a:cubicBezTo>
                      <a:pt x="32" y="59"/>
                      <a:pt x="32" y="59"/>
                      <a:pt x="32" y="59"/>
                    </a:cubicBezTo>
                    <a:cubicBezTo>
                      <a:pt x="31" y="59"/>
                      <a:pt x="31" y="59"/>
                      <a:pt x="31" y="5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96" y="62"/>
                      <a:pt x="96" y="62"/>
                      <a:pt x="96" y="62"/>
                    </a:cubicBezTo>
                    <a:cubicBezTo>
                      <a:pt x="97" y="62"/>
                      <a:pt x="97" y="63"/>
                      <a:pt x="97" y="64"/>
                    </a:cubicBezTo>
                    <a:cubicBezTo>
                      <a:pt x="97" y="65"/>
                      <a:pt x="96" y="65"/>
                      <a:pt x="96" y="65"/>
                    </a:cubicBezTo>
                    <a:close/>
                    <a:moveTo>
                      <a:pt x="33" y="56"/>
                    </a:moveTo>
                    <a:cubicBezTo>
                      <a:pt x="89" y="61"/>
                      <a:pt x="89" y="61"/>
                      <a:pt x="89" y="61"/>
                    </a:cubicBezTo>
                    <a:cubicBezTo>
                      <a:pt x="7" y="7"/>
                      <a:pt x="7" y="7"/>
                      <a:pt x="7" y="7"/>
                    </a:cubicBezTo>
                    <a:lnTo>
                      <a:pt x="33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869"/>
              <p:cNvSpPr>
                <a:spLocks noEditPoints="1"/>
              </p:cNvSpPr>
              <p:nvPr userDrawn="1"/>
            </p:nvSpPr>
            <p:spPr bwMode="auto">
              <a:xfrm>
                <a:off x="2895" y="916"/>
                <a:ext cx="76" cy="44"/>
              </a:xfrm>
              <a:custGeom>
                <a:avLst/>
                <a:gdLst>
                  <a:gd name="T0" fmla="*/ 39 w 62"/>
                  <a:gd name="T1" fmla="*/ 36 h 36"/>
                  <a:gd name="T2" fmla="*/ 38 w 62"/>
                  <a:gd name="T3" fmla="*/ 36 h 36"/>
                  <a:gd name="T4" fmla="*/ 1 w 62"/>
                  <a:gd name="T5" fmla="*/ 14 h 36"/>
                  <a:gd name="T6" fmla="*/ 0 w 62"/>
                  <a:gd name="T7" fmla="*/ 12 h 36"/>
                  <a:gd name="T8" fmla="*/ 1 w 62"/>
                  <a:gd name="T9" fmla="*/ 11 h 36"/>
                  <a:gd name="T10" fmla="*/ 60 w 62"/>
                  <a:gd name="T11" fmla="*/ 0 h 36"/>
                  <a:gd name="T12" fmla="*/ 62 w 62"/>
                  <a:gd name="T13" fmla="*/ 1 h 36"/>
                  <a:gd name="T14" fmla="*/ 62 w 62"/>
                  <a:gd name="T15" fmla="*/ 3 h 36"/>
                  <a:gd name="T16" fmla="*/ 41 w 62"/>
                  <a:gd name="T17" fmla="*/ 35 h 36"/>
                  <a:gd name="T18" fmla="*/ 39 w 62"/>
                  <a:gd name="T19" fmla="*/ 36 h 36"/>
                  <a:gd name="T20" fmla="*/ 6 w 62"/>
                  <a:gd name="T21" fmla="*/ 14 h 36"/>
                  <a:gd name="T22" fmla="*/ 39 w 62"/>
                  <a:gd name="T23" fmla="*/ 32 h 36"/>
                  <a:gd name="T24" fmla="*/ 57 w 62"/>
                  <a:gd name="T25" fmla="*/ 4 h 36"/>
                  <a:gd name="T26" fmla="*/ 6 w 62"/>
                  <a:gd name="T27" fmla="*/ 1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36">
                    <a:moveTo>
                      <a:pt x="39" y="36"/>
                    </a:moveTo>
                    <a:cubicBezTo>
                      <a:pt x="38" y="36"/>
                      <a:pt x="38" y="36"/>
                      <a:pt x="38" y="36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4"/>
                      <a:pt x="0" y="13"/>
                      <a:pt x="0" y="12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1"/>
                      <a:pt x="62" y="1"/>
                    </a:cubicBezTo>
                    <a:cubicBezTo>
                      <a:pt x="62" y="2"/>
                      <a:pt x="62" y="2"/>
                      <a:pt x="62" y="3"/>
                    </a:cubicBezTo>
                    <a:cubicBezTo>
                      <a:pt x="41" y="35"/>
                      <a:pt x="41" y="35"/>
                      <a:pt x="41" y="35"/>
                    </a:cubicBezTo>
                    <a:cubicBezTo>
                      <a:pt x="40" y="36"/>
                      <a:pt x="40" y="36"/>
                      <a:pt x="39" y="36"/>
                    </a:cubicBezTo>
                    <a:close/>
                    <a:moveTo>
                      <a:pt x="6" y="1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870"/>
              <p:cNvSpPr>
                <a:spLocks noEditPoints="1"/>
              </p:cNvSpPr>
              <p:nvPr userDrawn="1"/>
            </p:nvSpPr>
            <p:spPr bwMode="auto">
              <a:xfrm>
                <a:off x="2966" y="916"/>
                <a:ext cx="107" cy="31"/>
              </a:xfrm>
              <a:custGeom>
                <a:avLst/>
                <a:gdLst>
                  <a:gd name="T0" fmla="*/ 43 w 86"/>
                  <a:gd name="T1" fmla="*/ 25 h 25"/>
                  <a:gd name="T2" fmla="*/ 42 w 86"/>
                  <a:gd name="T3" fmla="*/ 25 h 25"/>
                  <a:gd name="T4" fmla="*/ 1 w 86"/>
                  <a:gd name="T5" fmla="*/ 4 h 25"/>
                  <a:gd name="T6" fmla="*/ 1 w 86"/>
                  <a:gd name="T7" fmla="*/ 2 h 25"/>
                  <a:gd name="T8" fmla="*/ 2 w 86"/>
                  <a:gd name="T9" fmla="*/ 0 h 25"/>
                  <a:gd name="T10" fmla="*/ 84 w 86"/>
                  <a:gd name="T11" fmla="*/ 11 h 25"/>
                  <a:gd name="T12" fmla="*/ 86 w 86"/>
                  <a:gd name="T13" fmla="*/ 13 h 25"/>
                  <a:gd name="T14" fmla="*/ 84 w 86"/>
                  <a:gd name="T15" fmla="*/ 14 h 25"/>
                  <a:gd name="T16" fmla="*/ 43 w 86"/>
                  <a:gd name="T17" fmla="*/ 25 h 25"/>
                  <a:gd name="T18" fmla="*/ 11 w 86"/>
                  <a:gd name="T19" fmla="*/ 5 h 25"/>
                  <a:gd name="T20" fmla="*/ 43 w 86"/>
                  <a:gd name="T21" fmla="*/ 22 h 25"/>
                  <a:gd name="T22" fmla="*/ 75 w 86"/>
                  <a:gd name="T23" fmla="*/ 13 h 25"/>
                  <a:gd name="T24" fmla="*/ 11 w 86"/>
                  <a:gd name="T25" fmla="*/ 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25">
                    <a:moveTo>
                      <a:pt x="43" y="25"/>
                    </a:moveTo>
                    <a:cubicBezTo>
                      <a:pt x="42" y="25"/>
                      <a:pt x="42" y="25"/>
                      <a:pt x="42" y="2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0" y="2"/>
                      <a:pt x="1" y="2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5" y="12"/>
                      <a:pt x="86" y="13"/>
                    </a:cubicBezTo>
                    <a:cubicBezTo>
                      <a:pt x="86" y="13"/>
                      <a:pt x="85" y="14"/>
                      <a:pt x="84" y="14"/>
                    </a:cubicBezTo>
                    <a:cubicBezTo>
                      <a:pt x="43" y="25"/>
                      <a:pt x="43" y="25"/>
                      <a:pt x="43" y="25"/>
                    </a:cubicBezTo>
                    <a:close/>
                    <a:moveTo>
                      <a:pt x="11" y="5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75" y="13"/>
                      <a:pt x="75" y="13"/>
                      <a:pt x="75" y="13"/>
                    </a:cubicBez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871"/>
              <p:cNvSpPr>
                <a:spLocks noEditPoints="1"/>
              </p:cNvSpPr>
              <p:nvPr userDrawn="1"/>
            </p:nvSpPr>
            <p:spPr bwMode="auto">
              <a:xfrm>
                <a:off x="3017" y="929"/>
                <a:ext cx="143" cy="50"/>
              </a:xfrm>
              <a:custGeom>
                <a:avLst/>
                <a:gdLst>
                  <a:gd name="T0" fmla="*/ 114 w 115"/>
                  <a:gd name="T1" fmla="*/ 40 h 40"/>
                  <a:gd name="T2" fmla="*/ 113 w 115"/>
                  <a:gd name="T3" fmla="*/ 40 h 40"/>
                  <a:gd name="T4" fmla="*/ 2 w 115"/>
                  <a:gd name="T5" fmla="*/ 14 h 40"/>
                  <a:gd name="T6" fmla="*/ 0 w 115"/>
                  <a:gd name="T7" fmla="*/ 13 h 40"/>
                  <a:gd name="T8" fmla="*/ 2 w 115"/>
                  <a:gd name="T9" fmla="*/ 11 h 40"/>
                  <a:gd name="T10" fmla="*/ 42 w 115"/>
                  <a:gd name="T11" fmla="*/ 0 h 40"/>
                  <a:gd name="T12" fmla="*/ 44 w 115"/>
                  <a:gd name="T13" fmla="*/ 0 h 40"/>
                  <a:gd name="T14" fmla="*/ 114 w 115"/>
                  <a:gd name="T15" fmla="*/ 37 h 40"/>
                  <a:gd name="T16" fmla="*/ 115 w 115"/>
                  <a:gd name="T17" fmla="*/ 39 h 40"/>
                  <a:gd name="T18" fmla="*/ 114 w 115"/>
                  <a:gd name="T19" fmla="*/ 40 h 40"/>
                  <a:gd name="T20" fmla="*/ 9 w 115"/>
                  <a:gd name="T21" fmla="*/ 12 h 40"/>
                  <a:gd name="T22" fmla="*/ 101 w 115"/>
                  <a:gd name="T23" fmla="*/ 34 h 40"/>
                  <a:gd name="T24" fmla="*/ 43 w 115"/>
                  <a:gd name="T25" fmla="*/ 3 h 40"/>
                  <a:gd name="T26" fmla="*/ 9 w 115"/>
                  <a:gd name="T27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40">
                    <a:moveTo>
                      <a:pt x="114" y="40"/>
                    </a:moveTo>
                    <a:cubicBezTo>
                      <a:pt x="113" y="40"/>
                      <a:pt x="113" y="40"/>
                      <a:pt x="113" y="4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0" y="13"/>
                    </a:cubicBezTo>
                    <a:cubicBezTo>
                      <a:pt x="0" y="12"/>
                      <a:pt x="1" y="11"/>
                      <a:pt x="2" y="11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14" y="37"/>
                      <a:pt x="114" y="37"/>
                      <a:pt x="114" y="37"/>
                    </a:cubicBezTo>
                    <a:cubicBezTo>
                      <a:pt x="115" y="38"/>
                      <a:pt x="115" y="39"/>
                      <a:pt x="115" y="39"/>
                    </a:cubicBezTo>
                    <a:cubicBezTo>
                      <a:pt x="115" y="40"/>
                      <a:pt x="114" y="40"/>
                      <a:pt x="114" y="40"/>
                    </a:cubicBezTo>
                    <a:close/>
                    <a:moveTo>
                      <a:pt x="9" y="12"/>
                    </a:moveTo>
                    <a:cubicBezTo>
                      <a:pt x="101" y="34"/>
                      <a:pt x="101" y="34"/>
                      <a:pt x="101" y="3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872"/>
              <p:cNvSpPr>
                <a:spLocks noEditPoints="1"/>
              </p:cNvSpPr>
              <p:nvPr userDrawn="1"/>
            </p:nvSpPr>
            <p:spPr bwMode="auto">
              <a:xfrm>
                <a:off x="3156" y="975"/>
                <a:ext cx="68" cy="73"/>
              </a:xfrm>
              <a:custGeom>
                <a:avLst/>
                <a:gdLst>
                  <a:gd name="T0" fmla="*/ 53 w 55"/>
                  <a:gd name="T1" fmla="*/ 59 h 59"/>
                  <a:gd name="T2" fmla="*/ 52 w 55"/>
                  <a:gd name="T3" fmla="*/ 59 h 59"/>
                  <a:gd name="T4" fmla="*/ 1 w 55"/>
                  <a:gd name="T5" fmla="*/ 35 h 59"/>
                  <a:gd name="T6" fmla="*/ 0 w 55"/>
                  <a:gd name="T7" fmla="*/ 34 h 59"/>
                  <a:gd name="T8" fmla="*/ 0 w 55"/>
                  <a:gd name="T9" fmla="*/ 2 h 59"/>
                  <a:gd name="T10" fmla="*/ 1 w 55"/>
                  <a:gd name="T11" fmla="*/ 0 h 59"/>
                  <a:gd name="T12" fmla="*/ 3 w 55"/>
                  <a:gd name="T13" fmla="*/ 1 h 59"/>
                  <a:gd name="T14" fmla="*/ 54 w 55"/>
                  <a:gd name="T15" fmla="*/ 56 h 59"/>
                  <a:gd name="T16" fmla="*/ 54 w 55"/>
                  <a:gd name="T17" fmla="*/ 58 h 59"/>
                  <a:gd name="T18" fmla="*/ 53 w 55"/>
                  <a:gd name="T19" fmla="*/ 59 h 59"/>
                  <a:gd name="T20" fmla="*/ 3 w 55"/>
                  <a:gd name="T21" fmla="*/ 33 h 59"/>
                  <a:gd name="T22" fmla="*/ 47 w 55"/>
                  <a:gd name="T23" fmla="*/ 52 h 59"/>
                  <a:gd name="T24" fmla="*/ 3 w 55"/>
                  <a:gd name="T25" fmla="*/ 6 h 59"/>
                  <a:gd name="T26" fmla="*/ 3 w 55"/>
                  <a:gd name="T27" fmla="*/ 3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59">
                    <a:moveTo>
                      <a:pt x="53" y="59"/>
                    </a:moveTo>
                    <a:cubicBezTo>
                      <a:pt x="52" y="59"/>
                      <a:pt x="52" y="59"/>
                      <a:pt x="52" y="59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5" y="3"/>
                      <a:pt x="51" y="51"/>
                      <a:pt x="54" y="56"/>
                    </a:cubicBezTo>
                    <a:cubicBezTo>
                      <a:pt x="55" y="57"/>
                      <a:pt x="55" y="57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lose/>
                    <a:moveTo>
                      <a:pt x="3" y="33"/>
                    </a:moveTo>
                    <a:cubicBezTo>
                      <a:pt x="47" y="52"/>
                      <a:pt x="47" y="52"/>
                      <a:pt x="47" y="52"/>
                    </a:cubicBezTo>
                    <a:cubicBezTo>
                      <a:pt x="37" y="42"/>
                      <a:pt x="17" y="20"/>
                      <a:pt x="3" y="6"/>
                    </a:cubicBezTo>
                    <a:lnTo>
                      <a:pt x="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873"/>
              <p:cNvSpPr>
                <a:spLocks noEditPoints="1"/>
              </p:cNvSpPr>
              <p:nvPr userDrawn="1"/>
            </p:nvSpPr>
            <p:spPr bwMode="auto">
              <a:xfrm>
                <a:off x="3068" y="943"/>
                <a:ext cx="129" cy="70"/>
              </a:xfrm>
              <a:custGeom>
                <a:avLst/>
                <a:gdLst>
                  <a:gd name="T0" fmla="*/ 102 w 104"/>
                  <a:gd name="T1" fmla="*/ 57 h 57"/>
                  <a:gd name="T2" fmla="*/ 102 w 104"/>
                  <a:gd name="T3" fmla="*/ 57 h 57"/>
                  <a:gd name="T4" fmla="*/ 1 w 104"/>
                  <a:gd name="T5" fmla="*/ 29 h 57"/>
                  <a:gd name="T6" fmla="*/ 0 w 104"/>
                  <a:gd name="T7" fmla="*/ 28 h 57"/>
                  <a:gd name="T8" fmla="*/ 1 w 104"/>
                  <a:gd name="T9" fmla="*/ 27 h 57"/>
                  <a:gd name="T10" fmla="*/ 28 w 104"/>
                  <a:gd name="T11" fmla="*/ 0 h 57"/>
                  <a:gd name="T12" fmla="*/ 30 w 104"/>
                  <a:gd name="T13" fmla="*/ 0 h 57"/>
                  <a:gd name="T14" fmla="*/ 103 w 104"/>
                  <a:gd name="T15" fmla="*/ 54 h 57"/>
                  <a:gd name="T16" fmla="*/ 104 w 104"/>
                  <a:gd name="T17" fmla="*/ 56 h 57"/>
                  <a:gd name="T18" fmla="*/ 102 w 104"/>
                  <a:gd name="T19" fmla="*/ 57 h 57"/>
                  <a:gd name="T20" fmla="*/ 5 w 104"/>
                  <a:gd name="T21" fmla="*/ 27 h 57"/>
                  <a:gd name="T22" fmla="*/ 94 w 104"/>
                  <a:gd name="T23" fmla="*/ 51 h 57"/>
                  <a:gd name="T24" fmla="*/ 30 w 104"/>
                  <a:gd name="T25" fmla="*/ 4 h 57"/>
                  <a:gd name="T26" fmla="*/ 5 w 104"/>
                  <a:gd name="T27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4" h="57">
                    <a:moveTo>
                      <a:pt x="102" y="57"/>
                    </a:moveTo>
                    <a:cubicBezTo>
                      <a:pt x="102" y="57"/>
                      <a:pt x="102" y="57"/>
                      <a:pt x="102" y="57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103" y="54"/>
                      <a:pt x="103" y="54"/>
                      <a:pt x="103" y="54"/>
                    </a:cubicBezTo>
                    <a:cubicBezTo>
                      <a:pt x="104" y="55"/>
                      <a:pt x="104" y="55"/>
                      <a:pt x="104" y="56"/>
                    </a:cubicBezTo>
                    <a:cubicBezTo>
                      <a:pt x="104" y="57"/>
                      <a:pt x="103" y="57"/>
                      <a:pt x="102" y="57"/>
                    </a:cubicBezTo>
                    <a:close/>
                    <a:moveTo>
                      <a:pt x="5" y="27"/>
                    </a:moveTo>
                    <a:cubicBezTo>
                      <a:pt x="94" y="51"/>
                      <a:pt x="94" y="51"/>
                      <a:pt x="94" y="51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874"/>
              <p:cNvSpPr>
                <a:spLocks noEditPoints="1"/>
              </p:cNvSpPr>
              <p:nvPr userDrawn="1"/>
            </p:nvSpPr>
            <p:spPr bwMode="auto">
              <a:xfrm>
                <a:off x="2549" y="251"/>
                <a:ext cx="122" cy="31"/>
              </a:xfrm>
              <a:custGeom>
                <a:avLst/>
                <a:gdLst>
                  <a:gd name="T0" fmla="*/ 96 w 98"/>
                  <a:gd name="T1" fmla="*/ 25 h 25"/>
                  <a:gd name="T2" fmla="*/ 1 w 98"/>
                  <a:gd name="T3" fmla="*/ 25 h 25"/>
                  <a:gd name="T4" fmla="*/ 0 w 98"/>
                  <a:gd name="T5" fmla="*/ 24 h 25"/>
                  <a:gd name="T6" fmla="*/ 1 w 98"/>
                  <a:gd name="T7" fmla="*/ 22 h 25"/>
                  <a:gd name="T8" fmla="*/ 31 w 98"/>
                  <a:gd name="T9" fmla="*/ 0 h 25"/>
                  <a:gd name="T10" fmla="*/ 32 w 98"/>
                  <a:gd name="T11" fmla="*/ 0 h 25"/>
                  <a:gd name="T12" fmla="*/ 97 w 98"/>
                  <a:gd name="T13" fmla="*/ 22 h 25"/>
                  <a:gd name="T14" fmla="*/ 98 w 98"/>
                  <a:gd name="T15" fmla="*/ 24 h 25"/>
                  <a:gd name="T16" fmla="*/ 96 w 98"/>
                  <a:gd name="T17" fmla="*/ 25 h 25"/>
                  <a:gd name="T18" fmla="*/ 7 w 98"/>
                  <a:gd name="T19" fmla="*/ 22 h 25"/>
                  <a:gd name="T20" fmla="*/ 86 w 98"/>
                  <a:gd name="T21" fmla="*/ 22 h 25"/>
                  <a:gd name="T22" fmla="*/ 32 w 98"/>
                  <a:gd name="T23" fmla="*/ 3 h 25"/>
                  <a:gd name="T24" fmla="*/ 7 w 98"/>
                  <a:gd name="T25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25">
                    <a:moveTo>
                      <a:pt x="96" y="25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8" y="22"/>
                      <a:pt x="98" y="23"/>
                      <a:pt x="98" y="24"/>
                    </a:cubicBezTo>
                    <a:cubicBezTo>
                      <a:pt x="98" y="25"/>
                      <a:pt x="97" y="25"/>
                      <a:pt x="96" y="25"/>
                    </a:cubicBezTo>
                    <a:close/>
                    <a:moveTo>
                      <a:pt x="7" y="22"/>
                    </a:moveTo>
                    <a:cubicBezTo>
                      <a:pt x="86" y="22"/>
                      <a:pt x="86" y="22"/>
                      <a:pt x="86" y="22"/>
                    </a:cubicBezTo>
                    <a:cubicBezTo>
                      <a:pt x="32" y="3"/>
                      <a:pt x="32" y="3"/>
                      <a:pt x="32" y="3"/>
                    </a:cubicBezTo>
                    <a:lnTo>
                      <a:pt x="7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875"/>
              <p:cNvSpPr>
                <a:spLocks noEditPoints="1"/>
              </p:cNvSpPr>
              <p:nvPr userDrawn="1"/>
            </p:nvSpPr>
            <p:spPr bwMode="auto">
              <a:xfrm>
                <a:off x="2735" y="317"/>
                <a:ext cx="93" cy="89"/>
              </a:xfrm>
              <a:custGeom>
                <a:avLst/>
                <a:gdLst>
                  <a:gd name="T0" fmla="*/ 73 w 75"/>
                  <a:gd name="T1" fmla="*/ 72 h 72"/>
                  <a:gd name="T2" fmla="*/ 73 w 75"/>
                  <a:gd name="T3" fmla="*/ 71 h 72"/>
                  <a:gd name="T4" fmla="*/ 1 w 75"/>
                  <a:gd name="T5" fmla="*/ 41 h 72"/>
                  <a:gd name="T6" fmla="*/ 0 w 75"/>
                  <a:gd name="T7" fmla="*/ 40 h 72"/>
                  <a:gd name="T8" fmla="*/ 0 w 75"/>
                  <a:gd name="T9" fmla="*/ 1 h 72"/>
                  <a:gd name="T10" fmla="*/ 1 w 75"/>
                  <a:gd name="T11" fmla="*/ 0 h 72"/>
                  <a:gd name="T12" fmla="*/ 3 w 75"/>
                  <a:gd name="T13" fmla="*/ 0 h 72"/>
                  <a:gd name="T14" fmla="*/ 75 w 75"/>
                  <a:gd name="T15" fmla="*/ 69 h 72"/>
                  <a:gd name="T16" fmla="*/ 75 w 75"/>
                  <a:gd name="T17" fmla="*/ 71 h 72"/>
                  <a:gd name="T18" fmla="*/ 73 w 75"/>
                  <a:gd name="T19" fmla="*/ 72 h 72"/>
                  <a:gd name="T20" fmla="*/ 3 w 75"/>
                  <a:gd name="T21" fmla="*/ 39 h 72"/>
                  <a:gd name="T22" fmla="*/ 66 w 75"/>
                  <a:gd name="T23" fmla="*/ 65 h 72"/>
                  <a:gd name="T24" fmla="*/ 3 w 75"/>
                  <a:gd name="T25" fmla="*/ 5 h 72"/>
                  <a:gd name="T26" fmla="*/ 3 w 75"/>
                  <a:gd name="T27" fmla="*/ 3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72">
                    <a:moveTo>
                      <a:pt x="73" y="72"/>
                    </a:moveTo>
                    <a:cubicBezTo>
                      <a:pt x="73" y="71"/>
                      <a:pt x="73" y="71"/>
                      <a:pt x="73" y="7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75" y="69"/>
                      <a:pt x="75" y="69"/>
                      <a:pt x="75" y="69"/>
                    </a:cubicBezTo>
                    <a:cubicBezTo>
                      <a:pt x="75" y="69"/>
                      <a:pt x="75" y="70"/>
                      <a:pt x="75" y="71"/>
                    </a:cubicBezTo>
                    <a:cubicBezTo>
                      <a:pt x="75" y="71"/>
                      <a:pt x="74" y="72"/>
                      <a:pt x="73" y="72"/>
                    </a:cubicBezTo>
                    <a:close/>
                    <a:moveTo>
                      <a:pt x="3" y="39"/>
                    </a:moveTo>
                    <a:cubicBezTo>
                      <a:pt x="66" y="65"/>
                      <a:pt x="66" y="65"/>
                      <a:pt x="66" y="65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Freeform 876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101" cy="45"/>
              </a:xfrm>
              <a:custGeom>
                <a:avLst/>
                <a:gdLst>
                  <a:gd name="T0" fmla="*/ 50 w 82"/>
                  <a:gd name="T1" fmla="*/ 36 h 36"/>
                  <a:gd name="T2" fmla="*/ 50 w 82"/>
                  <a:gd name="T3" fmla="*/ 36 h 36"/>
                  <a:gd name="T4" fmla="*/ 1 w 82"/>
                  <a:gd name="T5" fmla="*/ 3 h 36"/>
                  <a:gd name="T6" fmla="*/ 1 w 82"/>
                  <a:gd name="T7" fmla="*/ 1 h 36"/>
                  <a:gd name="T8" fmla="*/ 3 w 82"/>
                  <a:gd name="T9" fmla="*/ 0 h 36"/>
                  <a:gd name="T10" fmla="*/ 81 w 82"/>
                  <a:gd name="T11" fmla="*/ 11 h 36"/>
                  <a:gd name="T12" fmla="*/ 82 w 82"/>
                  <a:gd name="T13" fmla="*/ 12 h 36"/>
                  <a:gd name="T14" fmla="*/ 82 w 82"/>
                  <a:gd name="T15" fmla="*/ 14 h 36"/>
                  <a:gd name="T16" fmla="*/ 51 w 82"/>
                  <a:gd name="T17" fmla="*/ 36 h 36"/>
                  <a:gd name="T18" fmla="*/ 50 w 82"/>
                  <a:gd name="T19" fmla="*/ 36 h 36"/>
                  <a:gd name="T20" fmla="*/ 9 w 82"/>
                  <a:gd name="T21" fmla="*/ 4 h 36"/>
                  <a:gd name="T22" fmla="*/ 50 w 82"/>
                  <a:gd name="T23" fmla="*/ 32 h 36"/>
                  <a:gd name="T24" fmla="*/ 76 w 82"/>
                  <a:gd name="T25" fmla="*/ 14 h 36"/>
                  <a:gd name="T26" fmla="*/ 9 w 82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36">
                    <a:moveTo>
                      <a:pt x="50" y="36"/>
                    </a:moveTo>
                    <a:cubicBezTo>
                      <a:pt x="50" y="36"/>
                      <a:pt x="50" y="36"/>
                      <a:pt x="50" y="3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2" y="11"/>
                      <a:pt x="82" y="11"/>
                      <a:pt x="82" y="12"/>
                    </a:cubicBezTo>
                    <a:cubicBezTo>
                      <a:pt x="82" y="13"/>
                      <a:pt x="82" y="14"/>
                      <a:pt x="82" y="14"/>
                    </a:cubicBezTo>
                    <a:cubicBezTo>
                      <a:pt x="51" y="36"/>
                      <a:pt x="51" y="36"/>
                      <a:pt x="51" y="36"/>
                    </a:cubicBezTo>
                    <a:lnTo>
                      <a:pt x="50" y="36"/>
                    </a:lnTo>
                    <a:close/>
                    <a:moveTo>
                      <a:pt x="9" y="4"/>
                    </a:moveTo>
                    <a:cubicBezTo>
                      <a:pt x="50" y="32"/>
                      <a:pt x="50" y="32"/>
                      <a:pt x="50" y="32"/>
                    </a:cubicBezTo>
                    <a:cubicBezTo>
                      <a:pt x="76" y="14"/>
                      <a:pt x="76" y="14"/>
                      <a:pt x="76" y="14"/>
                    </a:cubicBez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Freeform 877"/>
              <p:cNvSpPr>
                <a:spLocks noEditPoints="1"/>
              </p:cNvSpPr>
              <p:nvPr userDrawn="1"/>
            </p:nvSpPr>
            <p:spPr bwMode="auto">
              <a:xfrm>
                <a:off x="2370" y="237"/>
                <a:ext cx="124" cy="31"/>
              </a:xfrm>
              <a:custGeom>
                <a:avLst/>
                <a:gdLst>
                  <a:gd name="T0" fmla="*/ 20 w 100"/>
                  <a:gd name="T1" fmla="*/ 25 h 25"/>
                  <a:gd name="T2" fmla="*/ 19 w 100"/>
                  <a:gd name="T3" fmla="*/ 25 h 25"/>
                  <a:gd name="T4" fmla="*/ 1 w 100"/>
                  <a:gd name="T5" fmla="*/ 9 h 25"/>
                  <a:gd name="T6" fmla="*/ 0 w 100"/>
                  <a:gd name="T7" fmla="*/ 7 h 25"/>
                  <a:gd name="T8" fmla="*/ 2 w 100"/>
                  <a:gd name="T9" fmla="*/ 6 h 25"/>
                  <a:gd name="T10" fmla="*/ 98 w 100"/>
                  <a:gd name="T11" fmla="*/ 0 h 25"/>
                  <a:gd name="T12" fmla="*/ 100 w 100"/>
                  <a:gd name="T13" fmla="*/ 1 h 25"/>
                  <a:gd name="T14" fmla="*/ 99 w 100"/>
                  <a:gd name="T15" fmla="*/ 3 h 25"/>
                  <a:gd name="T16" fmla="*/ 20 w 100"/>
                  <a:gd name="T17" fmla="*/ 25 h 25"/>
                  <a:gd name="T18" fmla="*/ 6 w 100"/>
                  <a:gd name="T19" fmla="*/ 9 h 25"/>
                  <a:gd name="T20" fmla="*/ 20 w 100"/>
                  <a:gd name="T21" fmla="*/ 22 h 25"/>
                  <a:gd name="T22" fmla="*/ 83 w 100"/>
                  <a:gd name="T23" fmla="*/ 4 h 25"/>
                  <a:gd name="T24" fmla="*/ 6 w 100"/>
                  <a:gd name="T25" fmla="*/ 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0" h="25">
                    <a:moveTo>
                      <a:pt x="20" y="25"/>
                    </a:moveTo>
                    <a:cubicBezTo>
                      <a:pt x="19" y="25"/>
                      <a:pt x="19" y="25"/>
                      <a:pt x="19" y="25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6"/>
                      <a:pt x="1" y="6"/>
                      <a:pt x="2" y="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100" y="0"/>
                      <a:pt x="100" y="1"/>
                    </a:cubicBezTo>
                    <a:cubicBezTo>
                      <a:pt x="100" y="2"/>
                      <a:pt x="100" y="3"/>
                      <a:pt x="99" y="3"/>
                    </a:cubicBezTo>
                    <a:cubicBezTo>
                      <a:pt x="20" y="25"/>
                      <a:pt x="20" y="25"/>
                      <a:pt x="20" y="25"/>
                    </a:cubicBezTo>
                    <a:close/>
                    <a:moveTo>
                      <a:pt x="6" y="9"/>
                    </a:moveTo>
                    <a:cubicBezTo>
                      <a:pt x="20" y="22"/>
                      <a:pt x="20" y="22"/>
                      <a:pt x="20" y="22"/>
                    </a:cubicBezTo>
                    <a:cubicBezTo>
                      <a:pt x="83" y="4"/>
                      <a:pt x="83" y="4"/>
                      <a:pt x="83" y="4"/>
                    </a:cubicBezTo>
                    <a:lnTo>
                      <a:pt x="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878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50" cy="94"/>
              </a:xfrm>
              <a:custGeom>
                <a:avLst/>
                <a:gdLst>
                  <a:gd name="T0" fmla="*/ 2 w 121"/>
                  <a:gd name="T1" fmla="*/ 76 h 76"/>
                  <a:gd name="T2" fmla="*/ 1 w 121"/>
                  <a:gd name="T3" fmla="*/ 75 h 76"/>
                  <a:gd name="T4" fmla="*/ 1 w 121"/>
                  <a:gd name="T5" fmla="*/ 73 h 76"/>
                  <a:gd name="T6" fmla="*/ 25 w 121"/>
                  <a:gd name="T7" fmla="*/ 25 h 76"/>
                  <a:gd name="T8" fmla="*/ 26 w 121"/>
                  <a:gd name="T9" fmla="*/ 25 h 76"/>
                  <a:gd name="T10" fmla="*/ 118 w 121"/>
                  <a:gd name="T11" fmla="*/ 0 h 76"/>
                  <a:gd name="T12" fmla="*/ 120 w 121"/>
                  <a:gd name="T13" fmla="*/ 1 h 76"/>
                  <a:gd name="T14" fmla="*/ 120 w 121"/>
                  <a:gd name="T15" fmla="*/ 3 h 76"/>
                  <a:gd name="T16" fmla="*/ 3 w 121"/>
                  <a:gd name="T17" fmla="*/ 76 h 76"/>
                  <a:gd name="T18" fmla="*/ 2 w 121"/>
                  <a:gd name="T19" fmla="*/ 76 h 76"/>
                  <a:gd name="T20" fmla="*/ 28 w 121"/>
                  <a:gd name="T21" fmla="*/ 28 h 76"/>
                  <a:gd name="T22" fmla="*/ 6 w 121"/>
                  <a:gd name="T23" fmla="*/ 70 h 76"/>
                  <a:gd name="T24" fmla="*/ 108 w 121"/>
                  <a:gd name="T25" fmla="*/ 6 h 76"/>
                  <a:gd name="T26" fmla="*/ 28 w 121"/>
                  <a:gd name="T27" fmla="*/ 2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5"/>
                      <a:pt x="0" y="74"/>
                      <a:pt x="1" y="73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25"/>
                      <a:pt x="26" y="25"/>
                      <a:pt x="26" y="25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20" y="0"/>
                      <a:pt x="120" y="1"/>
                    </a:cubicBezTo>
                    <a:cubicBezTo>
                      <a:pt x="121" y="1"/>
                      <a:pt x="120" y="2"/>
                      <a:pt x="120" y="3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8" y="28"/>
                    </a:moveTo>
                    <a:cubicBezTo>
                      <a:pt x="6" y="70"/>
                      <a:pt x="6" y="70"/>
                      <a:pt x="6" y="70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28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879"/>
              <p:cNvSpPr>
                <a:spLocks noEditPoints="1"/>
              </p:cNvSpPr>
              <p:nvPr userDrawn="1"/>
            </p:nvSpPr>
            <p:spPr bwMode="auto">
              <a:xfrm>
                <a:off x="2139" y="274"/>
                <a:ext cx="121" cy="65"/>
              </a:xfrm>
              <a:custGeom>
                <a:avLst/>
                <a:gdLst>
                  <a:gd name="T0" fmla="*/ 72 w 98"/>
                  <a:gd name="T1" fmla="*/ 52 h 52"/>
                  <a:gd name="T2" fmla="*/ 1 w 98"/>
                  <a:gd name="T3" fmla="*/ 52 h 52"/>
                  <a:gd name="T4" fmla="*/ 0 w 98"/>
                  <a:gd name="T5" fmla="*/ 51 h 52"/>
                  <a:gd name="T6" fmla="*/ 1 w 98"/>
                  <a:gd name="T7" fmla="*/ 49 h 52"/>
                  <a:gd name="T8" fmla="*/ 96 w 98"/>
                  <a:gd name="T9" fmla="*/ 1 h 52"/>
                  <a:gd name="T10" fmla="*/ 98 w 98"/>
                  <a:gd name="T11" fmla="*/ 1 h 52"/>
                  <a:gd name="T12" fmla="*/ 98 w 98"/>
                  <a:gd name="T13" fmla="*/ 3 h 52"/>
                  <a:gd name="T14" fmla="*/ 74 w 98"/>
                  <a:gd name="T15" fmla="*/ 51 h 52"/>
                  <a:gd name="T16" fmla="*/ 72 w 98"/>
                  <a:gd name="T17" fmla="*/ 52 h 52"/>
                  <a:gd name="T18" fmla="*/ 9 w 98"/>
                  <a:gd name="T19" fmla="*/ 49 h 52"/>
                  <a:gd name="T20" fmla="*/ 71 w 98"/>
                  <a:gd name="T21" fmla="*/ 49 h 52"/>
                  <a:gd name="T22" fmla="*/ 93 w 98"/>
                  <a:gd name="T23" fmla="*/ 6 h 52"/>
                  <a:gd name="T24" fmla="*/ 9 w 98"/>
                  <a:gd name="T25" fmla="*/ 4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52">
                    <a:moveTo>
                      <a:pt x="72" y="52"/>
                    </a:moveTo>
                    <a:cubicBezTo>
                      <a:pt x="1" y="52"/>
                      <a:pt x="1" y="52"/>
                      <a:pt x="1" y="52"/>
                    </a:cubicBezTo>
                    <a:cubicBezTo>
                      <a:pt x="1" y="52"/>
                      <a:pt x="0" y="51"/>
                      <a:pt x="0" y="51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0"/>
                      <a:pt x="97" y="1"/>
                      <a:pt x="98" y="1"/>
                    </a:cubicBezTo>
                    <a:cubicBezTo>
                      <a:pt x="98" y="2"/>
                      <a:pt x="98" y="2"/>
                      <a:pt x="98" y="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3" y="52"/>
                      <a:pt x="73" y="52"/>
                      <a:pt x="72" y="52"/>
                    </a:cubicBezTo>
                    <a:close/>
                    <a:moveTo>
                      <a:pt x="9" y="49"/>
                    </a:moveTo>
                    <a:cubicBezTo>
                      <a:pt x="71" y="49"/>
                      <a:pt x="71" y="49"/>
                      <a:pt x="71" y="49"/>
                    </a:cubicBezTo>
                    <a:cubicBezTo>
                      <a:pt x="93" y="6"/>
                      <a:pt x="93" y="6"/>
                      <a:pt x="93" y="6"/>
                    </a:cubicBezTo>
                    <a:lnTo>
                      <a:pt x="9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Freeform 880"/>
              <p:cNvSpPr>
                <a:spLocks noEditPoints="1"/>
              </p:cNvSpPr>
              <p:nvPr userDrawn="1"/>
            </p:nvSpPr>
            <p:spPr bwMode="auto">
              <a:xfrm>
                <a:off x="2075" y="335"/>
                <a:ext cx="155" cy="50"/>
              </a:xfrm>
              <a:custGeom>
                <a:avLst/>
                <a:gdLst>
                  <a:gd name="T0" fmla="*/ 2 w 125"/>
                  <a:gd name="T1" fmla="*/ 40 h 40"/>
                  <a:gd name="T2" fmla="*/ 1 w 125"/>
                  <a:gd name="T3" fmla="*/ 39 h 40"/>
                  <a:gd name="T4" fmla="*/ 1 w 125"/>
                  <a:gd name="T5" fmla="*/ 37 h 40"/>
                  <a:gd name="T6" fmla="*/ 51 w 125"/>
                  <a:gd name="T7" fmla="*/ 0 h 40"/>
                  <a:gd name="T8" fmla="*/ 52 w 125"/>
                  <a:gd name="T9" fmla="*/ 0 h 40"/>
                  <a:gd name="T10" fmla="*/ 123 w 125"/>
                  <a:gd name="T11" fmla="*/ 0 h 40"/>
                  <a:gd name="T12" fmla="*/ 125 w 125"/>
                  <a:gd name="T13" fmla="*/ 1 h 40"/>
                  <a:gd name="T14" fmla="*/ 124 w 125"/>
                  <a:gd name="T15" fmla="*/ 3 h 40"/>
                  <a:gd name="T16" fmla="*/ 3 w 125"/>
                  <a:gd name="T17" fmla="*/ 40 h 40"/>
                  <a:gd name="T18" fmla="*/ 2 w 125"/>
                  <a:gd name="T19" fmla="*/ 40 h 40"/>
                  <a:gd name="T20" fmla="*/ 53 w 125"/>
                  <a:gd name="T21" fmla="*/ 3 h 40"/>
                  <a:gd name="T22" fmla="*/ 11 w 125"/>
                  <a:gd name="T23" fmla="*/ 34 h 40"/>
                  <a:gd name="T24" fmla="*/ 112 w 125"/>
                  <a:gd name="T25" fmla="*/ 3 h 40"/>
                  <a:gd name="T26" fmla="*/ 53 w 125"/>
                  <a:gd name="T27" fmla="*/ 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0">
                    <a:moveTo>
                      <a:pt x="2" y="40"/>
                    </a:moveTo>
                    <a:cubicBezTo>
                      <a:pt x="1" y="40"/>
                      <a:pt x="1" y="40"/>
                      <a:pt x="1" y="39"/>
                    </a:cubicBezTo>
                    <a:cubicBezTo>
                      <a:pt x="0" y="38"/>
                      <a:pt x="0" y="37"/>
                      <a:pt x="1" y="37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5" y="0"/>
                      <a:pt x="125" y="1"/>
                    </a:cubicBezTo>
                    <a:cubicBezTo>
                      <a:pt x="125" y="2"/>
                      <a:pt x="124" y="3"/>
                      <a:pt x="124" y="3"/>
                    </a:cubicBezTo>
                    <a:cubicBezTo>
                      <a:pt x="3" y="40"/>
                      <a:pt x="3" y="40"/>
                      <a:pt x="3" y="40"/>
                    </a:cubicBezTo>
                    <a:lnTo>
                      <a:pt x="2" y="40"/>
                    </a:lnTo>
                    <a:close/>
                    <a:moveTo>
                      <a:pt x="53" y="3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2" y="3"/>
                      <a:pt x="112" y="3"/>
                      <a:pt x="112" y="3"/>
                    </a:cubicBez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881"/>
              <p:cNvSpPr>
                <a:spLocks noEditPoints="1"/>
              </p:cNvSpPr>
              <p:nvPr userDrawn="1"/>
            </p:nvSpPr>
            <p:spPr bwMode="auto">
              <a:xfrm>
                <a:off x="2011" y="380"/>
                <a:ext cx="69" cy="68"/>
              </a:xfrm>
              <a:custGeom>
                <a:avLst/>
                <a:gdLst>
                  <a:gd name="T0" fmla="*/ 1 w 56"/>
                  <a:gd name="T1" fmla="*/ 55 h 55"/>
                  <a:gd name="T2" fmla="*/ 0 w 56"/>
                  <a:gd name="T3" fmla="*/ 54 h 55"/>
                  <a:gd name="T4" fmla="*/ 0 w 56"/>
                  <a:gd name="T5" fmla="*/ 52 h 55"/>
                  <a:gd name="T6" fmla="*/ 53 w 56"/>
                  <a:gd name="T7" fmla="*/ 1 h 55"/>
                  <a:gd name="T8" fmla="*/ 55 w 56"/>
                  <a:gd name="T9" fmla="*/ 1 h 55"/>
                  <a:gd name="T10" fmla="*/ 56 w 56"/>
                  <a:gd name="T11" fmla="*/ 3 h 55"/>
                  <a:gd name="T12" fmla="*/ 36 w 56"/>
                  <a:gd name="T13" fmla="*/ 41 h 55"/>
                  <a:gd name="T14" fmla="*/ 36 w 56"/>
                  <a:gd name="T15" fmla="*/ 42 h 55"/>
                  <a:gd name="T16" fmla="*/ 2 w 56"/>
                  <a:gd name="T17" fmla="*/ 54 h 55"/>
                  <a:gd name="T18" fmla="*/ 1 w 56"/>
                  <a:gd name="T19" fmla="*/ 55 h 55"/>
                  <a:gd name="T20" fmla="*/ 48 w 56"/>
                  <a:gd name="T21" fmla="*/ 10 h 55"/>
                  <a:gd name="T22" fmla="*/ 8 w 56"/>
                  <a:gd name="T23" fmla="*/ 48 h 55"/>
                  <a:gd name="T24" fmla="*/ 34 w 56"/>
                  <a:gd name="T25" fmla="*/ 39 h 55"/>
                  <a:gd name="T26" fmla="*/ 48 w 56"/>
                  <a:gd name="T27" fmla="*/ 1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55">
                    <a:moveTo>
                      <a:pt x="1" y="55"/>
                    </a:moveTo>
                    <a:cubicBezTo>
                      <a:pt x="1" y="55"/>
                      <a:pt x="0" y="54"/>
                      <a:pt x="0" y="54"/>
                    </a:cubicBezTo>
                    <a:cubicBezTo>
                      <a:pt x="0" y="53"/>
                      <a:pt x="0" y="52"/>
                      <a:pt x="0" y="52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4" y="1"/>
                      <a:pt x="54" y="0"/>
                      <a:pt x="55" y="1"/>
                    </a:cubicBezTo>
                    <a:cubicBezTo>
                      <a:pt x="56" y="1"/>
                      <a:pt x="56" y="2"/>
                      <a:pt x="56" y="3"/>
                    </a:cubicBezTo>
                    <a:cubicBezTo>
                      <a:pt x="36" y="41"/>
                      <a:pt x="36" y="41"/>
                      <a:pt x="36" y="41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2" y="54"/>
                      <a:pt x="2" y="54"/>
                      <a:pt x="2" y="54"/>
                    </a:cubicBezTo>
                    <a:lnTo>
                      <a:pt x="1" y="55"/>
                    </a:lnTo>
                    <a:close/>
                    <a:moveTo>
                      <a:pt x="48" y="10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34" y="39"/>
                      <a:pt x="34" y="39"/>
                      <a:pt x="34" y="39"/>
                    </a:cubicBezTo>
                    <a:lnTo>
                      <a:pt x="48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882"/>
              <p:cNvSpPr>
                <a:spLocks noEditPoints="1"/>
              </p:cNvSpPr>
              <p:nvPr userDrawn="1"/>
            </p:nvSpPr>
            <p:spPr bwMode="auto">
              <a:xfrm>
                <a:off x="1950" y="443"/>
                <a:ext cx="65" cy="80"/>
              </a:xfrm>
              <a:custGeom>
                <a:avLst/>
                <a:gdLst>
                  <a:gd name="T0" fmla="*/ 31 w 52"/>
                  <a:gd name="T1" fmla="*/ 65 h 65"/>
                  <a:gd name="T2" fmla="*/ 2 w 52"/>
                  <a:gd name="T3" fmla="*/ 65 h 65"/>
                  <a:gd name="T4" fmla="*/ 1 w 52"/>
                  <a:gd name="T5" fmla="*/ 64 h 65"/>
                  <a:gd name="T6" fmla="*/ 1 w 52"/>
                  <a:gd name="T7" fmla="*/ 62 h 65"/>
                  <a:gd name="T8" fmla="*/ 49 w 52"/>
                  <a:gd name="T9" fmla="*/ 1 h 65"/>
                  <a:gd name="T10" fmla="*/ 51 w 52"/>
                  <a:gd name="T11" fmla="*/ 0 h 65"/>
                  <a:gd name="T12" fmla="*/ 52 w 52"/>
                  <a:gd name="T13" fmla="*/ 2 h 65"/>
                  <a:gd name="T14" fmla="*/ 32 w 52"/>
                  <a:gd name="T15" fmla="*/ 64 h 65"/>
                  <a:gd name="T16" fmla="*/ 31 w 52"/>
                  <a:gd name="T17" fmla="*/ 65 h 65"/>
                  <a:gd name="T18" fmla="*/ 6 w 52"/>
                  <a:gd name="T19" fmla="*/ 62 h 65"/>
                  <a:gd name="T20" fmla="*/ 29 w 52"/>
                  <a:gd name="T21" fmla="*/ 62 h 65"/>
                  <a:gd name="T22" fmla="*/ 46 w 52"/>
                  <a:gd name="T23" fmla="*/ 10 h 65"/>
                  <a:gd name="T24" fmla="*/ 6 w 52"/>
                  <a:gd name="T25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5">
                    <a:moveTo>
                      <a:pt x="31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2" y="65"/>
                      <a:pt x="1" y="65"/>
                      <a:pt x="1" y="64"/>
                    </a:cubicBezTo>
                    <a:cubicBezTo>
                      <a:pt x="0" y="64"/>
                      <a:pt x="1" y="63"/>
                      <a:pt x="1" y="62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50" y="0"/>
                      <a:pt x="51" y="0"/>
                      <a:pt x="51" y="0"/>
                    </a:cubicBezTo>
                    <a:cubicBezTo>
                      <a:pt x="52" y="1"/>
                      <a:pt x="52" y="2"/>
                      <a:pt x="52" y="2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5"/>
                      <a:pt x="31" y="65"/>
                      <a:pt x="31" y="65"/>
                    </a:cubicBezTo>
                    <a:close/>
                    <a:moveTo>
                      <a:pt x="6" y="62"/>
                    </a:moveTo>
                    <a:cubicBezTo>
                      <a:pt x="29" y="62"/>
                      <a:pt x="29" y="62"/>
                      <a:pt x="29" y="62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6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883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10"/>
              </a:xfrm>
              <a:custGeom>
                <a:avLst/>
                <a:gdLst>
                  <a:gd name="T0" fmla="*/ 83 w 85"/>
                  <a:gd name="T1" fmla="*/ 89 h 89"/>
                  <a:gd name="T2" fmla="*/ 82 w 85"/>
                  <a:gd name="T3" fmla="*/ 88 h 89"/>
                  <a:gd name="T4" fmla="*/ 0 w 85"/>
                  <a:gd name="T5" fmla="*/ 3 h 89"/>
                  <a:gd name="T6" fmla="*/ 0 w 85"/>
                  <a:gd name="T7" fmla="*/ 1 h 89"/>
                  <a:gd name="T8" fmla="*/ 2 w 85"/>
                  <a:gd name="T9" fmla="*/ 0 h 89"/>
                  <a:gd name="T10" fmla="*/ 54 w 85"/>
                  <a:gd name="T11" fmla="*/ 23 h 89"/>
                  <a:gd name="T12" fmla="*/ 54 w 85"/>
                  <a:gd name="T13" fmla="*/ 24 h 89"/>
                  <a:gd name="T14" fmla="*/ 85 w 85"/>
                  <a:gd name="T15" fmla="*/ 86 h 89"/>
                  <a:gd name="T16" fmla="*/ 84 w 85"/>
                  <a:gd name="T17" fmla="*/ 88 h 89"/>
                  <a:gd name="T18" fmla="*/ 83 w 85"/>
                  <a:gd name="T19" fmla="*/ 89 h 89"/>
                  <a:gd name="T20" fmla="*/ 9 w 85"/>
                  <a:gd name="T21" fmla="*/ 7 h 89"/>
                  <a:gd name="T22" fmla="*/ 77 w 85"/>
                  <a:gd name="T23" fmla="*/ 78 h 89"/>
                  <a:gd name="T24" fmla="*/ 52 w 85"/>
                  <a:gd name="T25" fmla="*/ 26 h 89"/>
                  <a:gd name="T26" fmla="*/ 9 w 85"/>
                  <a:gd name="T27" fmla="*/ 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89">
                    <a:moveTo>
                      <a:pt x="83" y="89"/>
                    </a:moveTo>
                    <a:cubicBezTo>
                      <a:pt x="83" y="89"/>
                      <a:pt x="82" y="88"/>
                      <a:pt x="82" y="8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5" y="87"/>
                      <a:pt x="85" y="88"/>
                      <a:pt x="84" y="88"/>
                    </a:cubicBezTo>
                    <a:lnTo>
                      <a:pt x="83" y="89"/>
                    </a:lnTo>
                    <a:close/>
                    <a:moveTo>
                      <a:pt x="9" y="7"/>
                    </a:moveTo>
                    <a:cubicBezTo>
                      <a:pt x="77" y="78"/>
                      <a:pt x="77" y="78"/>
                      <a:pt x="77" y="78"/>
                    </a:cubicBezTo>
                    <a:cubicBezTo>
                      <a:pt x="52" y="26"/>
                      <a:pt x="52" y="26"/>
                      <a:pt x="52" y="26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884"/>
              <p:cNvSpPr>
                <a:spLocks noEditPoints="1"/>
              </p:cNvSpPr>
              <p:nvPr userDrawn="1"/>
            </p:nvSpPr>
            <p:spPr bwMode="auto">
              <a:xfrm>
                <a:off x="3226" y="1120"/>
                <a:ext cx="51" cy="129"/>
              </a:xfrm>
              <a:custGeom>
                <a:avLst/>
                <a:gdLst>
                  <a:gd name="T0" fmla="*/ 2 w 41"/>
                  <a:gd name="T1" fmla="*/ 104 h 104"/>
                  <a:gd name="T2" fmla="*/ 1 w 41"/>
                  <a:gd name="T3" fmla="*/ 103 h 104"/>
                  <a:gd name="T4" fmla="*/ 0 w 41"/>
                  <a:gd name="T5" fmla="*/ 102 h 104"/>
                  <a:gd name="T6" fmla="*/ 24 w 41"/>
                  <a:gd name="T7" fmla="*/ 1 h 104"/>
                  <a:gd name="T8" fmla="*/ 26 w 41"/>
                  <a:gd name="T9" fmla="*/ 0 h 104"/>
                  <a:gd name="T10" fmla="*/ 28 w 41"/>
                  <a:gd name="T11" fmla="*/ 2 h 104"/>
                  <a:gd name="T12" fmla="*/ 41 w 41"/>
                  <a:gd name="T13" fmla="*/ 59 h 104"/>
                  <a:gd name="T14" fmla="*/ 40 w 41"/>
                  <a:gd name="T15" fmla="*/ 60 h 104"/>
                  <a:gd name="T16" fmla="*/ 3 w 41"/>
                  <a:gd name="T17" fmla="*/ 103 h 104"/>
                  <a:gd name="T18" fmla="*/ 2 w 41"/>
                  <a:gd name="T19" fmla="*/ 104 h 104"/>
                  <a:gd name="T20" fmla="*/ 26 w 41"/>
                  <a:gd name="T21" fmla="*/ 9 h 104"/>
                  <a:gd name="T22" fmla="*/ 5 w 41"/>
                  <a:gd name="T23" fmla="*/ 96 h 104"/>
                  <a:gd name="T24" fmla="*/ 37 w 41"/>
                  <a:gd name="T25" fmla="*/ 59 h 104"/>
                  <a:gd name="T26" fmla="*/ 26 w 41"/>
                  <a:gd name="T27" fmla="*/ 9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04">
                    <a:moveTo>
                      <a:pt x="2" y="104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3"/>
                      <a:pt x="0" y="102"/>
                      <a:pt x="0" y="102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5" y="1"/>
                      <a:pt x="25" y="0"/>
                      <a:pt x="26" y="0"/>
                    </a:cubicBezTo>
                    <a:cubicBezTo>
                      <a:pt x="27" y="0"/>
                      <a:pt x="27" y="1"/>
                      <a:pt x="28" y="2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60"/>
                      <a:pt x="40" y="60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3" y="103"/>
                      <a:pt x="2" y="104"/>
                      <a:pt x="2" y="104"/>
                    </a:cubicBezTo>
                    <a:close/>
                    <a:moveTo>
                      <a:pt x="26" y="9"/>
                    </a:moveTo>
                    <a:cubicBezTo>
                      <a:pt x="5" y="96"/>
                      <a:pt x="5" y="96"/>
                      <a:pt x="5" y="96"/>
                    </a:cubicBezTo>
                    <a:cubicBezTo>
                      <a:pt x="37" y="59"/>
                      <a:pt x="37" y="59"/>
                      <a:pt x="37" y="59"/>
                    </a:cubicBezTo>
                    <a:lnTo>
                      <a:pt x="2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885"/>
              <p:cNvSpPr>
                <a:spLocks noEditPoints="1"/>
              </p:cNvSpPr>
              <p:nvPr userDrawn="1"/>
            </p:nvSpPr>
            <p:spPr bwMode="auto">
              <a:xfrm>
                <a:off x="3226" y="1190"/>
                <a:ext cx="54" cy="77"/>
              </a:xfrm>
              <a:custGeom>
                <a:avLst/>
                <a:gdLst>
                  <a:gd name="T0" fmla="*/ 41 w 43"/>
                  <a:gd name="T1" fmla="*/ 62 h 62"/>
                  <a:gd name="T2" fmla="*/ 40 w 43"/>
                  <a:gd name="T3" fmla="*/ 62 h 62"/>
                  <a:gd name="T4" fmla="*/ 1 w 43"/>
                  <a:gd name="T5" fmla="*/ 46 h 62"/>
                  <a:gd name="T6" fmla="*/ 0 w 43"/>
                  <a:gd name="T7" fmla="*/ 45 h 62"/>
                  <a:gd name="T8" fmla="*/ 1 w 43"/>
                  <a:gd name="T9" fmla="*/ 44 h 62"/>
                  <a:gd name="T10" fmla="*/ 38 w 43"/>
                  <a:gd name="T11" fmla="*/ 1 h 62"/>
                  <a:gd name="T12" fmla="*/ 40 w 43"/>
                  <a:gd name="T13" fmla="*/ 1 h 62"/>
                  <a:gd name="T14" fmla="*/ 41 w 43"/>
                  <a:gd name="T15" fmla="*/ 2 h 62"/>
                  <a:gd name="T16" fmla="*/ 43 w 43"/>
                  <a:gd name="T17" fmla="*/ 61 h 62"/>
                  <a:gd name="T18" fmla="*/ 42 w 43"/>
                  <a:gd name="T19" fmla="*/ 62 h 62"/>
                  <a:gd name="T20" fmla="*/ 41 w 43"/>
                  <a:gd name="T21" fmla="*/ 62 h 62"/>
                  <a:gd name="T22" fmla="*/ 5 w 43"/>
                  <a:gd name="T23" fmla="*/ 44 h 62"/>
                  <a:gd name="T24" fmla="*/ 39 w 43"/>
                  <a:gd name="T25" fmla="*/ 58 h 62"/>
                  <a:gd name="T26" fmla="*/ 38 w 43"/>
                  <a:gd name="T27" fmla="*/ 6 h 62"/>
                  <a:gd name="T28" fmla="*/ 5 w 43"/>
                  <a:gd name="T29" fmla="*/ 4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62">
                    <a:moveTo>
                      <a:pt x="41" y="62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1" y="46"/>
                      <a:pt x="0" y="46"/>
                      <a:pt x="0" y="45"/>
                    </a:cubicBezTo>
                    <a:cubicBezTo>
                      <a:pt x="0" y="45"/>
                      <a:pt x="0" y="44"/>
                      <a:pt x="1" y="44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1"/>
                      <a:pt x="39" y="0"/>
                      <a:pt x="40" y="1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3" y="61"/>
                      <a:pt x="43" y="62"/>
                      <a:pt x="42" y="62"/>
                    </a:cubicBezTo>
                    <a:lnTo>
                      <a:pt x="41" y="62"/>
                    </a:lnTo>
                    <a:close/>
                    <a:moveTo>
                      <a:pt x="5" y="44"/>
                    </a:moveTo>
                    <a:cubicBezTo>
                      <a:pt x="39" y="58"/>
                      <a:pt x="39" y="58"/>
                      <a:pt x="39" y="58"/>
                    </a:cubicBezTo>
                    <a:cubicBezTo>
                      <a:pt x="38" y="6"/>
                      <a:pt x="38" y="6"/>
                      <a:pt x="38" y="6"/>
                    </a:cubicBezTo>
                    <a:lnTo>
                      <a:pt x="5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886"/>
              <p:cNvSpPr>
                <a:spLocks noEditPoints="1"/>
              </p:cNvSpPr>
              <p:nvPr userDrawn="1"/>
            </p:nvSpPr>
            <p:spPr bwMode="auto">
              <a:xfrm>
                <a:off x="3226" y="1244"/>
                <a:ext cx="54" cy="111"/>
              </a:xfrm>
              <a:custGeom>
                <a:avLst/>
                <a:gdLst>
                  <a:gd name="T0" fmla="*/ 20 w 43"/>
                  <a:gd name="T1" fmla="*/ 90 h 90"/>
                  <a:gd name="T2" fmla="*/ 20 w 43"/>
                  <a:gd name="T3" fmla="*/ 90 h 90"/>
                  <a:gd name="T4" fmla="*/ 19 w 43"/>
                  <a:gd name="T5" fmla="*/ 89 h 90"/>
                  <a:gd name="T6" fmla="*/ 0 w 43"/>
                  <a:gd name="T7" fmla="*/ 2 h 90"/>
                  <a:gd name="T8" fmla="*/ 1 w 43"/>
                  <a:gd name="T9" fmla="*/ 1 h 90"/>
                  <a:gd name="T10" fmla="*/ 3 w 43"/>
                  <a:gd name="T11" fmla="*/ 0 h 90"/>
                  <a:gd name="T12" fmla="*/ 42 w 43"/>
                  <a:gd name="T13" fmla="*/ 16 h 90"/>
                  <a:gd name="T14" fmla="*/ 43 w 43"/>
                  <a:gd name="T15" fmla="*/ 18 h 90"/>
                  <a:gd name="T16" fmla="*/ 22 w 43"/>
                  <a:gd name="T17" fmla="*/ 89 h 90"/>
                  <a:gd name="T18" fmla="*/ 20 w 43"/>
                  <a:gd name="T19" fmla="*/ 90 h 90"/>
                  <a:gd name="T20" fmla="*/ 4 w 43"/>
                  <a:gd name="T21" fmla="*/ 5 h 90"/>
                  <a:gd name="T22" fmla="*/ 21 w 43"/>
                  <a:gd name="T23" fmla="*/ 82 h 90"/>
                  <a:gd name="T24" fmla="*/ 39 w 43"/>
                  <a:gd name="T25" fmla="*/ 19 h 90"/>
                  <a:gd name="T26" fmla="*/ 4 w 43"/>
                  <a:gd name="T27" fmla="*/ 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3" h="90">
                    <a:moveTo>
                      <a:pt x="20" y="90"/>
                    </a:moveTo>
                    <a:cubicBezTo>
                      <a:pt x="20" y="90"/>
                      <a:pt x="20" y="90"/>
                      <a:pt x="20" y="90"/>
                    </a:cubicBezTo>
                    <a:cubicBezTo>
                      <a:pt x="20" y="90"/>
                      <a:pt x="19" y="90"/>
                      <a:pt x="19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3" y="16"/>
                      <a:pt x="43" y="17"/>
                      <a:pt x="43" y="18"/>
                    </a:cubicBezTo>
                    <a:cubicBezTo>
                      <a:pt x="22" y="89"/>
                      <a:pt x="22" y="89"/>
                      <a:pt x="22" y="89"/>
                    </a:cubicBezTo>
                    <a:cubicBezTo>
                      <a:pt x="22" y="90"/>
                      <a:pt x="21" y="90"/>
                      <a:pt x="20" y="90"/>
                    </a:cubicBezTo>
                    <a:close/>
                    <a:moveTo>
                      <a:pt x="4" y="5"/>
                    </a:moveTo>
                    <a:cubicBezTo>
                      <a:pt x="21" y="82"/>
                      <a:pt x="21" y="82"/>
                      <a:pt x="21" y="82"/>
                    </a:cubicBezTo>
                    <a:cubicBezTo>
                      <a:pt x="39" y="19"/>
                      <a:pt x="39" y="19"/>
                      <a:pt x="39" y="19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887"/>
              <p:cNvSpPr>
                <a:spLocks noEditPoints="1"/>
              </p:cNvSpPr>
              <p:nvPr userDrawn="1"/>
            </p:nvSpPr>
            <p:spPr bwMode="auto">
              <a:xfrm>
                <a:off x="3188" y="1351"/>
                <a:ext cx="66" cy="86"/>
              </a:xfrm>
              <a:custGeom>
                <a:avLst/>
                <a:gdLst>
                  <a:gd name="T0" fmla="*/ 1 w 53"/>
                  <a:gd name="T1" fmla="*/ 69 h 69"/>
                  <a:gd name="T2" fmla="*/ 1 w 53"/>
                  <a:gd name="T3" fmla="*/ 69 h 69"/>
                  <a:gd name="T4" fmla="*/ 0 w 53"/>
                  <a:gd name="T5" fmla="*/ 67 h 69"/>
                  <a:gd name="T6" fmla="*/ 0 w 53"/>
                  <a:gd name="T7" fmla="*/ 34 h 69"/>
                  <a:gd name="T8" fmla="*/ 0 w 53"/>
                  <a:gd name="T9" fmla="*/ 33 h 69"/>
                  <a:gd name="T10" fmla="*/ 51 w 53"/>
                  <a:gd name="T11" fmla="*/ 0 h 69"/>
                  <a:gd name="T12" fmla="*/ 53 w 53"/>
                  <a:gd name="T13" fmla="*/ 0 h 69"/>
                  <a:gd name="T14" fmla="*/ 53 w 53"/>
                  <a:gd name="T15" fmla="*/ 3 h 69"/>
                  <a:gd name="T16" fmla="*/ 3 w 53"/>
                  <a:gd name="T17" fmla="*/ 68 h 69"/>
                  <a:gd name="T18" fmla="*/ 1 w 53"/>
                  <a:gd name="T19" fmla="*/ 69 h 69"/>
                  <a:gd name="T20" fmla="*/ 3 w 53"/>
                  <a:gd name="T21" fmla="*/ 35 h 69"/>
                  <a:gd name="T22" fmla="*/ 3 w 53"/>
                  <a:gd name="T23" fmla="*/ 62 h 69"/>
                  <a:gd name="T24" fmla="*/ 44 w 53"/>
                  <a:gd name="T25" fmla="*/ 8 h 69"/>
                  <a:gd name="T26" fmla="*/ 3 w 53"/>
                  <a:gd name="T27" fmla="*/ 3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9">
                    <a:moveTo>
                      <a:pt x="1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3"/>
                      <a:pt x="0" y="33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1"/>
                      <a:pt x="53" y="2"/>
                      <a:pt x="53" y="3"/>
                    </a:cubicBezTo>
                    <a:cubicBezTo>
                      <a:pt x="3" y="68"/>
                      <a:pt x="3" y="68"/>
                      <a:pt x="3" y="68"/>
                    </a:cubicBezTo>
                    <a:cubicBezTo>
                      <a:pt x="2" y="68"/>
                      <a:pt x="2" y="69"/>
                      <a:pt x="1" y="69"/>
                    </a:cubicBezTo>
                    <a:close/>
                    <a:moveTo>
                      <a:pt x="3" y="35"/>
                    </a:moveTo>
                    <a:cubicBezTo>
                      <a:pt x="3" y="62"/>
                      <a:pt x="3" y="62"/>
                      <a:pt x="3" y="62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3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888"/>
              <p:cNvSpPr>
                <a:spLocks noEditPoints="1"/>
              </p:cNvSpPr>
              <p:nvPr userDrawn="1"/>
            </p:nvSpPr>
            <p:spPr bwMode="auto">
              <a:xfrm>
                <a:off x="3120" y="1432"/>
                <a:ext cx="72" cy="46"/>
              </a:xfrm>
              <a:custGeom>
                <a:avLst/>
                <a:gdLst>
                  <a:gd name="T0" fmla="*/ 1 w 58"/>
                  <a:gd name="T1" fmla="*/ 37 h 37"/>
                  <a:gd name="T2" fmla="*/ 0 w 58"/>
                  <a:gd name="T3" fmla="*/ 37 h 37"/>
                  <a:gd name="T4" fmla="*/ 0 w 58"/>
                  <a:gd name="T5" fmla="*/ 35 h 37"/>
                  <a:gd name="T6" fmla="*/ 0 w 58"/>
                  <a:gd name="T7" fmla="*/ 2 h 37"/>
                  <a:gd name="T8" fmla="*/ 1 w 58"/>
                  <a:gd name="T9" fmla="*/ 0 h 37"/>
                  <a:gd name="T10" fmla="*/ 56 w 58"/>
                  <a:gd name="T11" fmla="*/ 0 h 37"/>
                  <a:gd name="T12" fmla="*/ 58 w 58"/>
                  <a:gd name="T13" fmla="*/ 1 h 37"/>
                  <a:gd name="T14" fmla="*/ 57 w 58"/>
                  <a:gd name="T15" fmla="*/ 3 h 37"/>
                  <a:gd name="T16" fmla="*/ 2 w 58"/>
                  <a:gd name="T17" fmla="*/ 37 h 37"/>
                  <a:gd name="T18" fmla="*/ 1 w 58"/>
                  <a:gd name="T19" fmla="*/ 37 h 37"/>
                  <a:gd name="T20" fmla="*/ 3 w 58"/>
                  <a:gd name="T21" fmla="*/ 4 h 37"/>
                  <a:gd name="T22" fmla="*/ 3 w 58"/>
                  <a:gd name="T23" fmla="*/ 32 h 37"/>
                  <a:gd name="T24" fmla="*/ 50 w 58"/>
                  <a:gd name="T25" fmla="*/ 4 h 37"/>
                  <a:gd name="T26" fmla="*/ 3 w 58"/>
                  <a:gd name="T27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37">
                    <a:moveTo>
                      <a:pt x="1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1"/>
                    </a:cubicBezTo>
                    <a:cubicBezTo>
                      <a:pt x="58" y="2"/>
                      <a:pt x="58" y="3"/>
                      <a:pt x="57" y="3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3" y="4"/>
                    </a:moveTo>
                    <a:cubicBezTo>
                      <a:pt x="3" y="32"/>
                      <a:pt x="3" y="32"/>
                      <a:pt x="3" y="32"/>
                    </a:cubicBezTo>
                    <a:cubicBezTo>
                      <a:pt x="50" y="4"/>
                      <a:pt x="50" y="4"/>
                      <a:pt x="50" y="4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889"/>
              <p:cNvSpPr>
                <a:spLocks noEditPoints="1"/>
              </p:cNvSpPr>
              <p:nvPr userDrawn="1"/>
            </p:nvSpPr>
            <p:spPr bwMode="auto">
              <a:xfrm>
                <a:off x="3153" y="1392"/>
                <a:ext cx="78" cy="68"/>
              </a:xfrm>
              <a:custGeom>
                <a:avLst/>
                <a:gdLst>
                  <a:gd name="T0" fmla="*/ 2 w 63"/>
                  <a:gd name="T1" fmla="*/ 55 h 55"/>
                  <a:gd name="T2" fmla="*/ 1 w 63"/>
                  <a:gd name="T3" fmla="*/ 55 h 55"/>
                  <a:gd name="T4" fmla="*/ 0 w 63"/>
                  <a:gd name="T5" fmla="*/ 53 h 55"/>
                  <a:gd name="T6" fmla="*/ 28 w 63"/>
                  <a:gd name="T7" fmla="*/ 0 h 55"/>
                  <a:gd name="T8" fmla="*/ 29 w 63"/>
                  <a:gd name="T9" fmla="*/ 0 h 55"/>
                  <a:gd name="T10" fmla="*/ 61 w 63"/>
                  <a:gd name="T11" fmla="*/ 0 h 55"/>
                  <a:gd name="T12" fmla="*/ 62 w 63"/>
                  <a:gd name="T13" fmla="*/ 1 h 55"/>
                  <a:gd name="T14" fmla="*/ 62 w 63"/>
                  <a:gd name="T15" fmla="*/ 2 h 55"/>
                  <a:gd name="T16" fmla="*/ 3 w 63"/>
                  <a:gd name="T17" fmla="*/ 55 h 55"/>
                  <a:gd name="T18" fmla="*/ 2 w 63"/>
                  <a:gd name="T19" fmla="*/ 55 h 55"/>
                  <a:gd name="T20" fmla="*/ 30 w 63"/>
                  <a:gd name="T21" fmla="*/ 3 h 55"/>
                  <a:gd name="T22" fmla="*/ 7 w 63"/>
                  <a:gd name="T23" fmla="*/ 46 h 55"/>
                  <a:gd name="T24" fmla="*/ 56 w 63"/>
                  <a:gd name="T25" fmla="*/ 3 h 55"/>
                  <a:gd name="T26" fmla="*/ 30 w 63"/>
                  <a:gd name="T27" fmla="*/ 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55">
                    <a:moveTo>
                      <a:pt x="2" y="55"/>
                    </a:moveTo>
                    <a:cubicBezTo>
                      <a:pt x="1" y="55"/>
                      <a:pt x="1" y="55"/>
                      <a:pt x="1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9" y="0"/>
                      <a:pt x="2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0"/>
                      <a:pt x="62" y="1"/>
                    </a:cubicBezTo>
                    <a:cubicBezTo>
                      <a:pt x="63" y="1"/>
                      <a:pt x="63" y="2"/>
                      <a:pt x="62" y="2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2" y="55"/>
                      <a:pt x="2" y="55"/>
                    </a:cubicBezTo>
                    <a:close/>
                    <a:moveTo>
                      <a:pt x="30" y="3"/>
                    </a:moveTo>
                    <a:cubicBezTo>
                      <a:pt x="7" y="46"/>
                      <a:pt x="7" y="46"/>
                      <a:pt x="7" y="46"/>
                    </a:cubicBezTo>
                    <a:cubicBezTo>
                      <a:pt x="56" y="3"/>
                      <a:pt x="56" y="3"/>
                      <a:pt x="56" y="3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890"/>
              <p:cNvSpPr>
                <a:spLocks noEditPoints="1"/>
              </p:cNvSpPr>
              <p:nvPr userDrawn="1"/>
            </p:nvSpPr>
            <p:spPr bwMode="auto">
              <a:xfrm>
                <a:off x="3058" y="1432"/>
                <a:ext cx="66" cy="54"/>
              </a:xfrm>
              <a:custGeom>
                <a:avLst/>
                <a:gdLst>
                  <a:gd name="T0" fmla="*/ 2 w 53"/>
                  <a:gd name="T1" fmla="*/ 44 h 44"/>
                  <a:gd name="T2" fmla="*/ 1 w 53"/>
                  <a:gd name="T3" fmla="*/ 43 h 44"/>
                  <a:gd name="T4" fmla="*/ 1 w 53"/>
                  <a:gd name="T5" fmla="*/ 41 h 44"/>
                  <a:gd name="T6" fmla="*/ 50 w 53"/>
                  <a:gd name="T7" fmla="*/ 1 h 44"/>
                  <a:gd name="T8" fmla="*/ 52 w 53"/>
                  <a:gd name="T9" fmla="*/ 0 h 44"/>
                  <a:gd name="T10" fmla="*/ 53 w 53"/>
                  <a:gd name="T11" fmla="*/ 2 h 44"/>
                  <a:gd name="T12" fmla="*/ 53 w 53"/>
                  <a:gd name="T13" fmla="*/ 35 h 44"/>
                  <a:gd name="T14" fmla="*/ 51 w 53"/>
                  <a:gd name="T15" fmla="*/ 37 h 44"/>
                  <a:gd name="T16" fmla="*/ 2 w 53"/>
                  <a:gd name="T17" fmla="*/ 44 h 44"/>
                  <a:gd name="T18" fmla="*/ 50 w 53"/>
                  <a:gd name="T19" fmla="*/ 6 h 44"/>
                  <a:gd name="T20" fmla="*/ 8 w 53"/>
                  <a:gd name="T21" fmla="*/ 40 h 44"/>
                  <a:gd name="T22" fmla="*/ 50 w 53"/>
                  <a:gd name="T23" fmla="*/ 34 h 44"/>
                  <a:gd name="T24" fmla="*/ 50 w 53"/>
                  <a:gd name="T25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44">
                    <a:moveTo>
                      <a:pt x="2" y="44"/>
                    </a:moveTo>
                    <a:cubicBezTo>
                      <a:pt x="2" y="44"/>
                      <a:pt x="1" y="44"/>
                      <a:pt x="1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1" y="0"/>
                      <a:pt x="51" y="0"/>
                      <a:pt x="52" y="0"/>
                    </a:cubicBezTo>
                    <a:cubicBezTo>
                      <a:pt x="52" y="1"/>
                      <a:pt x="53" y="1"/>
                      <a:pt x="53" y="2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6"/>
                      <a:pt x="52" y="37"/>
                      <a:pt x="51" y="37"/>
                    </a:cubicBezTo>
                    <a:cubicBezTo>
                      <a:pt x="2" y="44"/>
                      <a:pt x="2" y="44"/>
                      <a:pt x="2" y="44"/>
                    </a:cubicBezTo>
                    <a:close/>
                    <a:moveTo>
                      <a:pt x="50" y="6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50" y="34"/>
                      <a:pt x="50" y="34"/>
                      <a:pt x="50" y="34"/>
                    </a:cubicBezTo>
                    <a:lnTo>
                      <a:pt x="5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891"/>
              <p:cNvSpPr>
                <a:spLocks noEditPoints="1"/>
              </p:cNvSpPr>
              <p:nvPr userDrawn="1"/>
            </p:nvSpPr>
            <p:spPr bwMode="auto">
              <a:xfrm>
                <a:off x="2913" y="1432"/>
                <a:ext cx="211" cy="54"/>
              </a:xfrm>
              <a:custGeom>
                <a:avLst/>
                <a:gdLst>
                  <a:gd name="T0" fmla="*/ 119 w 170"/>
                  <a:gd name="T1" fmla="*/ 44 h 44"/>
                  <a:gd name="T2" fmla="*/ 1 w 170"/>
                  <a:gd name="T3" fmla="*/ 44 h 44"/>
                  <a:gd name="T4" fmla="*/ 0 w 170"/>
                  <a:gd name="T5" fmla="*/ 43 h 44"/>
                  <a:gd name="T6" fmla="*/ 1 w 170"/>
                  <a:gd name="T7" fmla="*/ 41 h 44"/>
                  <a:gd name="T8" fmla="*/ 168 w 170"/>
                  <a:gd name="T9" fmla="*/ 0 h 44"/>
                  <a:gd name="T10" fmla="*/ 170 w 170"/>
                  <a:gd name="T11" fmla="*/ 1 h 44"/>
                  <a:gd name="T12" fmla="*/ 169 w 170"/>
                  <a:gd name="T13" fmla="*/ 3 h 44"/>
                  <a:gd name="T14" fmla="*/ 120 w 170"/>
                  <a:gd name="T15" fmla="*/ 44 h 44"/>
                  <a:gd name="T16" fmla="*/ 119 w 170"/>
                  <a:gd name="T17" fmla="*/ 44 h 44"/>
                  <a:gd name="T18" fmla="*/ 15 w 170"/>
                  <a:gd name="T19" fmla="*/ 41 h 44"/>
                  <a:gd name="T20" fmla="*/ 119 w 170"/>
                  <a:gd name="T21" fmla="*/ 41 h 44"/>
                  <a:gd name="T22" fmla="*/ 162 w 170"/>
                  <a:gd name="T23" fmla="*/ 5 h 44"/>
                  <a:gd name="T24" fmla="*/ 15 w 170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44">
                    <a:moveTo>
                      <a:pt x="119" y="44"/>
                    </a:move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69" y="0"/>
                      <a:pt x="169" y="0"/>
                      <a:pt x="170" y="1"/>
                    </a:cubicBezTo>
                    <a:cubicBezTo>
                      <a:pt x="170" y="2"/>
                      <a:pt x="170" y="3"/>
                      <a:pt x="169" y="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4"/>
                      <a:pt x="120" y="44"/>
                      <a:pt x="119" y="44"/>
                    </a:cubicBezTo>
                    <a:close/>
                    <a:moveTo>
                      <a:pt x="15" y="41"/>
                    </a:moveTo>
                    <a:cubicBezTo>
                      <a:pt x="119" y="41"/>
                      <a:pt x="119" y="41"/>
                      <a:pt x="119" y="41"/>
                    </a:cubicBezTo>
                    <a:cubicBezTo>
                      <a:pt x="162" y="5"/>
                      <a:pt x="162" y="5"/>
                      <a:pt x="162" y="5"/>
                    </a:cubicBezTo>
                    <a:lnTo>
                      <a:pt x="1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892"/>
              <p:cNvSpPr>
                <a:spLocks noEditPoints="1"/>
              </p:cNvSpPr>
              <p:nvPr userDrawn="1"/>
            </p:nvSpPr>
            <p:spPr bwMode="auto">
              <a:xfrm>
                <a:off x="2833" y="1447"/>
                <a:ext cx="171" cy="39"/>
              </a:xfrm>
              <a:custGeom>
                <a:avLst/>
                <a:gdLst>
                  <a:gd name="T0" fmla="*/ 136 w 138"/>
                  <a:gd name="T1" fmla="*/ 32 h 32"/>
                  <a:gd name="T2" fmla="*/ 1 w 138"/>
                  <a:gd name="T3" fmla="*/ 32 h 32"/>
                  <a:gd name="T4" fmla="*/ 0 w 138"/>
                  <a:gd name="T5" fmla="*/ 31 h 32"/>
                  <a:gd name="T6" fmla="*/ 1 w 138"/>
                  <a:gd name="T7" fmla="*/ 29 h 32"/>
                  <a:gd name="T8" fmla="*/ 87 w 138"/>
                  <a:gd name="T9" fmla="*/ 0 h 32"/>
                  <a:gd name="T10" fmla="*/ 89 w 138"/>
                  <a:gd name="T11" fmla="*/ 0 h 32"/>
                  <a:gd name="T12" fmla="*/ 137 w 138"/>
                  <a:gd name="T13" fmla="*/ 29 h 32"/>
                  <a:gd name="T14" fmla="*/ 138 w 138"/>
                  <a:gd name="T15" fmla="*/ 31 h 32"/>
                  <a:gd name="T16" fmla="*/ 136 w 138"/>
                  <a:gd name="T17" fmla="*/ 32 h 32"/>
                  <a:gd name="T18" fmla="*/ 12 w 138"/>
                  <a:gd name="T19" fmla="*/ 29 h 32"/>
                  <a:gd name="T20" fmla="*/ 130 w 138"/>
                  <a:gd name="T21" fmla="*/ 29 h 32"/>
                  <a:gd name="T22" fmla="*/ 87 w 138"/>
                  <a:gd name="T23" fmla="*/ 4 h 32"/>
                  <a:gd name="T24" fmla="*/ 12 w 138"/>
                  <a:gd name="T25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32">
                    <a:moveTo>
                      <a:pt x="136" y="32"/>
                    </a:moveTo>
                    <a:cubicBezTo>
                      <a:pt x="1" y="32"/>
                      <a:pt x="1" y="32"/>
                      <a:pt x="1" y="32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0"/>
                      <a:pt x="89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7" y="30"/>
                      <a:pt x="138" y="30"/>
                      <a:pt x="138" y="31"/>
                    </a:cubicBezTo>
                    <a:cubicBezTo>
                      <a:pt x="137" y="32"/>
                      <a:pt x="137" y="32"/>
                      <a:pt x="136" y="32"/>
                    </a:cubicBezTo>
                    <a:close/>
                    <a:moveTo>
                      <a:pt x="12" y="29"/>
                    </a:moveTo>
                    <a:cubicBezTo>
                      <a:pt x="130" y="29"/>
                      <a:pt x="130" y="29"/>
                      <a:pt x="130" y="29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2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893"/>
              <p:cNvSpPr>
                <a:spLocks noEditPoints="1"/>
              </p:cNvSpPr>
              <p:nvPr userDrawn="1"/>
            </p:nvSpPr>
            <p:spPr bwMode="auto">
              <a:xfrm>
                <a:off x="2688" y="1453"/>
                <a:ext cx="149" cy="33"/>
              </a:xfrm>
              <a:custGeom>
                <a:avLst/>
                <a:gdLst>
                  <a:gd name="T0" fmla="*/ 118 w 120"/>
                  <a:gd name="T1" fmla="*/ 27 h 27"/>
                  <a:gd name="T2" fmla="*/ 2 w 120"/>
                  <a:gd name="T3" fmla="*/ 27 h 27"/>
                  <a:gd name="T4" fmla="*/ 0 w 120"/>
                  <a:gd name="T5" fmla="*/ 26 h 27"/>
                  <a:gd name="T6" fmla="*/ 1 w 120"/>
                  <a:gd name="T7" fmla="*/ 24 h 27"/>
                  <a:gd name="T8" fmla="*/ 39 w 120"/>
                  <a:gd name="T9" fmla="*/ 0 h 27"/>
                  <a:gd name="T10" fmla="*/ 40 w 120"/>
                  <a:gd name="T11" fmla="*/ 0 h 27"/>
                  <a:gd name="T12" fmla="*/ 119 w 120"/>
                  <a:gd name="T13" fmla="*/ 24 h 27"/>
                  <a:gd name="T14" fmla="*/ 120 w 120"/>
                  <a:gd name="T15" fmla="*/ 26 h 27"/>
                  <a:gd name="T16" fmla="*/ 118 w 120"/>
                  <a:gd name="T17" fmla="*/ 27 h 27"/>
                  <a:gd name="T18" fmla="*/ 7 w 120"/>
                  <a:gd name="T19" fmla="*/ 24 h 27"/>
                  <a:gd name="T20" fmla="*/ 107 w 120"/>
                  <a:gd name="T21" fmla="*/ 24 h 27"/>
                  <a:gd name="T22" fmla="*/ 40 w 120"/>
                  <a:gd name="T23" fmla="*/ 3 h 27"/>
                  <a:gd name="T24" fmla="*/ 7 w 12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27">
                    <a:moveTo>
                      <a:pt x="118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4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40" y="0"/>
                    </a:cubicBezTo>
                    <a:cubicBezTo>
                      <a:pt x="119" y="24"/>
                      <a:pt x="119" y="24"/>
                      <a:pt x="119" y="24"/>
                    </a:cubicBezTo>
                    <a:cubicBezTo>
                      <a:pt x="120" y="24"/>
                      <a:pt x="120" y="25"/>
                      <a:pt x="120" y="26"/>
                    </a:cubicBezTo>
                    <a:cubicBezTo>
                      <a:pt x="120" y="27"/>
                      <a:pt x="119" y="27"/>
                      <a:pt x="118" y="27"/>
                    </a:cubicBezTo>
                    <a:close/>
                    <a:moveTo>
                      <a:pt x="7" y="24"/>
                    </a:moveTo>
                    <a:cubicBezTo>
                      <a:pt x="107" y="24"/>
                      <a:pt x="107" y="24"/>
                      <a:pt x="107" y="24"/>
                    </a:cubicBezTo>
                    <a:cubicBezTo>
                      <a:pt x="40" y="3"/>
                      <a:pt x="40" y="3"/>
                      <a:pt x="40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894"/>
              <p:cNvSpPr>
                <a:spLocks noEditPoints="1"/>
              </p:cNvSpPr>
              <p:nvPr userDrawn="1"/>
            </p:nvSpPr>
            <p:spPr bwMode="auto">
              <a:xfrm>
                <a:off x="1889" y="461"/>
                <a:ext cx="66" cy="98"/>
              </a:xfrm>
              <a:custGeom>
                <a:avLst/>
                <a:gdLst>
                  <a:gd name="T0" fmla="*/ 33 w 54"/>
                  <a:gd name="T1" fmla="*/ 79 h 79"/>
                  <a:gd name="T2" fmla="*/ 33 w 54"/>
                  <a:gd name="T3" fmla="*/ 78 h 79"/>
                  <a:gd name="T4" fmla="*/ 31 w 54"/>
                  <a:gd name="T5" fmla="*/ 76 h 79"/>
                  <a:gd name="T6" fmla="*/ 1 w 54"/>
                  <a:gd name="T7" fmla="*/ 2 h 79"/>
                  <a:gd name="T8" fmla="*/ 1 w 54"/>
                  <a:gd name="T9" fmla="*/ 0 h 79"/>
                  <a:gd name="T10" fmla="*/ 3 w 54"/>
                  <a:gd name="T11" fmla="*/ 1 h 79"/>
                  <a:gd name="T12" fmla="*/ 53 w 54"/>
                  <a:gd name="T13" fmla="*/ 47 h 79"/>
                  <a:gd name="T14" fmla="*/ 54 w 54"/>
                  <a:gd name="T15" fmla="*/ 49 h 79"/>
                  <a:gd name="T16" fmla="*/ 33 w 54"/>
                  <a:gd name="T17" fmla="*/ 79 h 79"/>
                  <a:gd name="T18" fmla="*/ 7 w 54"/>
                  <a:gd name="T19" fmla="*/ 9 h 79"/>
                  <a:gd name="T20" fmla="*/ 34 w 54"/>
                  <a:gd name="T21" fmla="*/ 74 h 79"/>
                  <a:gd name="T22" fmla="*/ 50 w 54"/>
                  <a:gd name="T23" fmla="*/ 49 h 79"/>
                  <a:gd name="T24" fmla="*/ 7 w 54"/>
                  <a:gd name="T25" fmla="*/ 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79">
                    <a:moveTo>
                      <a:pt x="33" y="79"/>
                    </a:moveTo>
                    <a:cubicBezTo>
                      <a:pt x="33" y="78"/>
                      <a:pt x="33" y="78"/>
                      <a:pt x="33" y="78"/>
                    </a:cubicBezTo>
                    <a:cubicBezTo>
                      <a:pt x="32" y="78"/>
                      <a:pt x="31" y="78"/>
                      <a:pt x="31" y="76"/>
                    </a:cubicBezTo>
                    <a:cubicBezTo>
                      <a:pt x="31" y="73"/>
                      <a:pt x="12" y="29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54" y="48"/>
                      <a:pt x="54" y="49"/>
                      <a:pt x="54" y="49"/>
                    </a:cubicBezTo>
                    <a:cubicBezTo>
                      <a:pt x="38" y="76"/>
                      <a:pt x="35" y="79"/>
                      <a:pt x="33" y="79"/>
                    </a:cubicBezTo>
                    <a:close/>
                    <a:moveTo>
                      <a:pt x="7" y="9"/>
                    </a:moveTo>
                    <a:cubicBezTo>
                      <a:pt x="15" y="26"/>
                      <a:pt x="31" y="63"/>
                      <a:pt x="34" y="74"/>
                    </a:cubicBezTo>
                    <a:cubicBezTo>
                      <a:pt x="37" y="70"/>
                      <a:pt x="44" y="59"/>
                      <a:pt x="50" y="49"/>
                    </a:cubicBez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895"/>
              <p:cNvSpPr>
                <a:spLocks noEditPoints="1"/>
              </p:cNvSpPr>
              <p:nvPr userDrawn="1"/>
            </p:nvSpPr>
            <p:spPr bwMode="auto">
              <a:xfrm>
                <a:off x="1801" y="407"/>
                <a:ext cx="93" cy="58"/>
              </a:xfrm>
              <a:custGeom>
                <a:avLst/>
                <a:gdLst>
                  <a:gd name="T0" fmla="*/ 73 w 75"/>
                  <a:gd name="T1" fmla="*/ 47 h 47"/>
                  <a:gd name="T2" fmla="*/ 73 w 75"/>
                  <a:gd name="T3" fmla="*/ 47 h 47"/>
                  <a:gd name="T4" fmla="*/ 20 w 75"/>
                  <a:gd name="T5" fmla="*/ 42 h 47"/>
                  <a:gd name="T6" fmla="*/ 18 w 75"/>
                  <a:gd name="T7" fmla="*/ 42 h 47"/>
                  <a:gd name="T8" fmla="*/ 0 w 75"/>
                  <a:gd name="T9" fmla="*/ 2 h 47"/>
                  <a:gd name="T10" fmla="*/ 0 w 75"/>
                  <a:gd name="T11" fmla="*/ 0 h 47"/>
                  <a:gd name="T12" fmla="*/ 2 w 75"/>
                  <a:gd name="T13" fmla="*/ 0 h 47"/>
                  <a:gd name="T14" fmla="*/ 74 w 75"/>
                  <a:gd name="T15" fmla="*/ 44 h 47"/>
                  <a:gd name="T16" fmla="*/ 75 w 75"/>
                  <a:gd name="T17" fmla="*/ 46 h 47"/>
                  <a:gd name="T18" fmla="*/ 73 w 75"/>
                  <a:gd name="T19" fmla="*/ 47 h 47"/>
                  <a:gd name="T20" fmla="*/ 21 w 75"/>
                  <a:gd name="T21" fmla="*/ 39 h 47"/>
                  <a:gd name="T22" fmla="*/ 66 w 75"/>
                  <a:gd name="T23" fmla="*/ 43 h 47"/>
                  <a:gd name="T24" fmla="*/ 5 w 75"/>
                  <a:gd name="T25" fmla="*/ 6 h 47"/>
                  <a:gd name="T26" fmla="*/ 21 w 75"/>
                  <a:gd name="T27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47">
                    <a:moveTo>
                      <a:pt x="73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2"/>
                      <a:pt x="19" y="42"/>
                      <a:pt x="18" y="4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5" y="45"/>
                      <a:pt x="75" y="46"/>
                      <a:pt x="75" y="46"/>
                    </a:cubicBezTo>
                    <a:cubicBezTo>
                      <a:pt x="74" y="47"/>
                      <a:pt x="74" y="47"/>
                      <a:pt x="73" y="47"/>
                    </a:cubicBezTo>
                    <a:close/>
                    <a:moveTo>
                      <a:pt x="21" y="39"/>
                    </a:moveTo>
                    <a:cubicBezTo>
                      <a:pt x="66" y="43"/>
                      <a:pt x="66" y="43"/>
                      <a:pt x="66" y="43"/>
                    </a:cubicBezTo>
                    <a:cubicBezTo>
                      <a:pt x="5" y="6"/>
                      <a:pt x="5" y="6"/>
                      <a:pt x="5" y="6"/>
                    </a:cubicBezTo>
                    <a:lnTo>
                      <a:pt x="21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Freeform 896"/>
              <p:cNvSpPr>
                <a:spLocks noEditPoints="1"/>
              </p:cNvSpPr>
              <p:nvPr userDrawn="1"/>
            </p:nvSpPr>
            <p:spPr bwMode="auto">
              <a:xfrm>
                <a:off x="1707" y="373"/>
                <a:ext cx="121" cy="86"/>
              </a:xfrm>
              <a:custGeom>
                <a:avLst/>
                <a:gdLst>
                  <a:gd name="T0" fmla="*/ 96 w 98"/>
                  <a:gd name="T1" fmla="*/ 69 h 69"/>
                  <a:gd name="T2" fmla="*/ 95 w 98"/>
                  <a:gd name="T3" fmla="*/ 69 h 69"/>
                  <a:gd name="T4" fmla="*/ 1 w 98"/>
                  <a:gd name="T5" fmla="*/ 3 h 69"/>
                  <a:gd name="T6" fmla="*/ 0 w 98"/>
                  <a:gd name="T7" fmla="*/ 1 h 69"/>
                  <a:gd name="T8" fmla="*/ 2 w 98"/>
                  <a:gd name="T9" fmla="*/ 0 h 69"/>
                  <a:gd name="T10" fmla="*/ 78 w 98"/>
                  <a:gd name="T11" fmla="*/ 27 h 69"/>
                  <a:gd name="T12" fmla="*/ 79 w 98"/>
                  <a:gd name="T13" fmla="*/ 28 h 69"/>
                  <a:gd name="T14" fmla="*/ 97 w 98"/>
                  <a:gd name="T15" fmla="*/ 67 h 69"/>
                  <a:gd name="T16" fmla="*/ 97 w 98"/>
                  <a:gd name="T17" fmla="*/ 69 h 69"/>
                  <a:gd name="T18" fmla="*/ 96 w 98"/>
                  <a:gd name="T19" fmla="*/ 69 h 69"/>
                  <a:gd name="T20" fmla="*/ 13 w 98"/>
                  <a:gd name="T21" fmla="*/ 7 h 69"/>
                  <a:gd name="T22" fmla="*/ 92 w 98"/>
                  <a:gd name="T23" fmla="*/ 63 h 69"/>
                  <a:gd name="T24" fmla="*/ 76 w 98"/>
                  <a:gd name="T25" fmla="*/ 30 h 69"/>
                  <a:gd name="T26" fmla="*/ 13 w 98"/>
                  <a:gd name="T27" fmla="*/ 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69">
                    <a:moveTo>
                      <a:pt x="96" y="69"/>
                    </a:moveTo>
                    <a:cubicBezTo>
                      <a:pt x="95" y="69"/>
                      <a:pt x="95" y="69"/>
                      <a:pt x="95" y="6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7"/>
                      <a:pt x="79" y="27"/>
                      <a:pt x="79" y="28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8" y="68"/>
                      <a:pt x="98" y="69"/>
                      <a:pt x="97" y="69"/>
                    </a:cubicBezTo>
                    <a:cubicBezTo>
                      <a:pt x="97" y="69"/>
                      <a:pt x="96" y="69"/>
                      <a:pt x="96" y="69"/>
                    </a:cubicBezTo>
                    <a:close/>
                    <a:moveTo>
                      <a:pt x="13" y="7"/>
                    </a:moveTo>
                    <a:cubicBezTo>
                      <a:pt x="92" y="63"/>
                      <a:pt x="92" y="63"/>
                      <a:pt x="92" y="63"/>
                    </a:cubicBezTo>
                    <a:cubicBezTo>
                      <a:pt x="76" y="30"/>
                      <a:pt x="76" y="30"/>
                      <a:pt x="76" y="30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Freeform 897"/>
              <p:cNvSpPr>
                <a:spLocks noEditPoints="1"/>
              </p:cNvSpPr>
              <p:nvPr userDrawn="1"/>
            </p:nvSpPr>
            <p:spPr bwMode="auto">
              <a:xfrm>
                <a:off x="1606" y="359"/>
                <a:ext cx="104" cy="47"/>
              </a:xfrm>
              <a:custGeom>
                <a:avLst/>
                <a:gdLst>
                  <a:gd name="T0" fmla="*/ 30 w 84"/>
                  <a:gd name="T1" fmla="*/ 38 h 38"/>
                  <a:gd name="T2" fmla="*/ 29 w 84"/>
                  <a:gd name="T3" fmla="*/ 37 h 38"/>
                  <a:gd name="T4" fmla="*/ 1 w 84"/>
                  <a:gd name="T5" fmla="*/ 3 h 38"/>
                  <a:gd name="T6" fmla="*/ 0 w 84"/>
                  <a:gd name="T7" fmla="*/ 1 h 38"/>
                  <a:gd name="T8" fmla="*/ 2 w 84"/>
                  <a:gd name="T9" fmla="*/ 0 h 38"/>
                  <a:gd name="T10" fmla="*/ 83 w 84"/>
                  <a:gd name="T11" fmla="*/ 12 h 38"/>
                  <a:gd name="T12" fmla="*/ 84 w 84"/>
                  <a:gd name="T13" fmla="*/ 14 h 38"/>
                  <a:gd name="T14" fmla="*/ 83 w 84"/>
                  <a:gd name="T15" fmla="*/ 15 h 38"/>
                  <a:gd name="T16" fmla="*/ 31 w 84"/>
                  <a:gd name="T17" fmla="*/ 37 h 38"/>
                  <a:gd name="T18" fmla="*/ 30 w 84"/>
                  <a:gd name="T19" fmla="*/ 38 h 38"/>
                  <a:gd name="T20" fmla="*/ 6 w 84"/>
                  <a:gd name="T21" fmla="*/ 4 h 38"/>
                  <a:gd name="T22" fmla="*/ 30 w 84"/>
                  <a:gd name="T23" fmla="*/ 34 h 38"/>
                  <a:gd name="T24" fmla="*/ 76 w 84"/>
                  <a:gd name="T25" fmla="*/ 15 h 38"/>
                  <a:gd name="T26" fmla="*/ 6 w 84"/>
                  <a:gd name="T27" fmla="*/ 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8">
                    <a:moveTo>
                      <a:pt x="30" y="38"/>
                    </a:moveTo>
                    <a:cubicBezTo>
                      <a:pt x="29" y="38"/>
                      <a:pt x="29" y="37"/>
                      <a:pt x="29" y="3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4" y="12"/>
                      <a:pt x="84" y="13"/>
                      <a:pt x="84" y="14"/>
                    </a:cubicBezTo>
                    <a:cubicBezTo>
                      <a:pt x="84" y="14"/>
                      <a:pt x="84" y="15"/>
                      <a:pt x="83" y="15"/>
                    </a:cubicBezTo>
                    <a:cubicBezTo>
                      <a:pt x="31" y="37"/>
                      <a:pt x="31" y="37"/>
                      <a:pt x="31" y="37"/>
                    </a:cubicBezTo>
                    <a:lnTo>
                      <a:pt x="30" y="38"/>
                    </a:lnTo>
                    <a:close/>
                    <a:moveTo>
                      <a:pt x="6" y="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76" y="15"/>
                      <a:pt x="76" y="15"/>
                      <a:pt x="76" y="15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898"/>
              <p:cNvSpPr>
                <a:spLocks noEditPoints="1"/>
              </p:cNvSpPr>
              <p:nvPr userDrawn="1"/>
            </p:nvSpPr>
            <p:spPr bwMode="auto">
              <a:xfrm>
                <a:off x="1509" y="359"/>
                <a:ext cx="102" cy="36"/>
              </a:xfrm>
              <a:custGeom>
                <a:avLst/>
                <a:gdLst>
                  <a:gd name="T0" fmla="*/ 25 w 83"/>
                  <a:gd name="T1" fmla="*/ 29 h 29"/>
                  <a:gd name="T2" fmla="*/ 24 w 83"/>
                  <a:gd name="T3" fmla="*/ 28 h 29"/>
                  <a:gd name="T4" fmla="*/ 1 w 83"/>
                  <a:gd name="T5" fmla="*/ 13 h 29"/>
                  <a:gd name="T6" fmla="*/ 0 w 83"/>
                  <a:gd name="T7" fmla="*/ 11 h 29"/>
                  <a:gd name="T8" fmla="*/ 1 w 83"/>
                  <a:gd name="T9" fmla="*/ 10 h 29"/>
                  <a:gd name="T10" fmla="*/ 81 w 83"/>
                  <a:gd name="T11" fmla="*/ 0 h 29"/>
                  <a:gd name="T12" fmla="*/ 83 w 83"/>
                  <a:gd name="T13" fmla="*/ 1 h 29"/>
                  <a:gd name="T14" fmla="*/ 82 w 83"/>
                  <a:gd name="T15" fmla="*/ 3 h 29"/>
                  <a:gd name="T16" fmla="*/ 25 w 83"/>
                  <a:gd name="T17" fmla="*/ 29 h 29"/>
                  <a:gd name="T18" fmla="*/ 6 w 83"/>
                  <a:gd name="T19" fmla="*/ 12 h 29"/>
                  <a:gd name="T20" fmla="*/ 25 w 83"/>
                  <a:gd name="T21" fmla="*/ 25 h 29"/>
                  <a:gd name="T22" fmla="*/ 70 w 83"/>
                  <a:gd name="T23" fmla="*/ 5 h 29"/>
                  <a:gd name="T24" fmla="*/ 6 w 83"/>
                  <a:gd name="T25" fmla="*/ 1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29">
                    <a:moveTo>
                      <a:pt x="25" y="29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0"/>
                      <a:pt x="1" y="10"/>
                      <a:pt x="1" y="1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82" y="0"/>
                      <a:pt x="83" y="1"/>
                    </a:cubicBezTo>
                    <a:cubicBezTo>
                      <a:pt x="83" y="2"/>
                      <a:pt x="82" y="3"/>
                      <a:pt x="82" y="3"/>
                    </a:cubicBezTo>
                    <a:cubicBezTo>
                      <a:pt x="25" y="29"/>
                      <a:pt x="25" y="29"/>
                      <a:pt x="25" y="29"/>
                    </a:cubicBezTo>
                    <a:close/>
                    <a:moveTo>
                      <a:pt x="6" y="12"/>
                    </a:moveTo>
                    <a:cubicBezTo>
                      <a:pt x="25" y="25"/>
                      <a:pt x="25" y="25"/>
                      <a:pt x="25" y="2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899"/>
              <p:cNvSpPr>
                <a:spLocks noEditPoints="1"/>
              </p:cNvSpPr>
              <p:nvPr userDrawn="1"/>
            </p:nvSpPr>
            <p:spPr bwMode="auto">
              <a:xfrm>
                <a:off x="2835" y="449"/>
                <a:ext cx="26" cy="82"/>
              </a:xfrm>
              <a:custGeom>
                <a:avLst/>
                <a:gdLst>
                  <a:gd name="T0" fmla="*/ 19 w 21"/>
                  <a:gd name="T1" fmla="*/ 66 h 66"/>
                  <a:gd name="T2" fmla="*/ 17 w 21"/>
                  <a:gd name="T3" fmla="*/ 65 h 66"/>
                  <a:gd name="T4" fmla="*/ 0 w 21"/>
                  <a:gd name="T5" fmla="*/ 25 h 66"/>
                  <a:gd name="T6" fmla="*/ 0 w 21"/>
                  <a:gd name="T7" fmla="*/ 24 h 66"/>
                  <a:gd name="T8" fmla="*/ 18 w 21"/>
                  <a:gd name="T9" fmla="*/ 1 h 66"/>
                  <a:gd name="T10" fmla="*/ 20 w 21"/>
                  <a:gd name="T11" fmla="*/ 1 h 66"/>
                  <a:gd name="T12" fmla="*/ 21 w 21"/>
                  <a:gd name="T13" fmla="*/ 2 h 66"/>
                  <a:gd name="T14" fmla="*/ 21 w 21"/>
                  <a:gd name="T15" fmla="*/ 64 h 66"/>
                  <a:gd name="T16" fmla="*/ 19 w 21"/>
                  <a:gd name="T17" fmla="*/ 66 h 66"/>
                  <a:gd name="T18" fmla="*/ 4 w 21"/>
                  <a:gd name="T19" fmla="*/ 25 h 66"/>
                  <a:gd name="T20" fmla="*/ 17 w 21"/>
                  <a:gd name="T21" fmla="*/ 56 h 66"/>
                  <a:gd name="T22" fmla="*/ 17 w 21"/>
                  <a:gd name="T23" fmla="*/ 7 h 66"/>
                  <a:gd name="T24" fmla="*/ 4 w 21"/>
                  <a:gd name="T25" fmla="*/ 2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66">
                    <a:moveTo>
                      <a:pt x="19" y="66"/>
                    </a:moveTo>
                    <a:cubicBezTo>
                      <a:pt x="18" y="66"/>
                      <a:pt x="18" y="65"/>
                      <a:pt x="17" y="6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4"/>
                      <a:pt x="0" y="24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9" y="0"/>
                      <a:pt x="20" y="1"/>
                    </a:cubicBezTo>
                    <a:cubicBezTo>
                      <a:pt x="20" y="1"/>
                      <a:pt x="21" y="1"/>
                      <a:pt x="21" y="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1" y="65"/>
                      <a:pt x="20" y="65"/>
                      <a:pt x="19" y="66"/>
                    </a:cubicBezTo>
                    <a:close/>
                    <a:moveTo>
                      <a:pt x="4" y="25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17" y="7"/>
                      <a:pt x="17" y="7"/>
                      <a:pt x="17" y="7"/>
                    </a:cubicBezTo>
                    <a:lnTo>
                      <a:pt x="4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900"/>
              <p:cNvSpPr>
                <a:spLocks noEditPoints="1"/>
              </p:cNvSpPr>
              <p:nvPr userDrawn="1"/>
            </p:nvSpPr>
            <p:spPr bwMode="auto">
              <a:xfrm>
                <a:off x="2803" y="526"/>
                <a:ext cx="108" cy="32"/>
              </a:xfrm>
              <a:custGeom>
                <a:avLst/>
                <a:gdLst>
                  <a:gd name="T0" fmla="*/ 85 w 87"/>
                  <a:gd name="T1" fmla="*/ 26 h 26"/>
                  <a:gd name="T2" fmla="*/ 2 w 87"/>
                  <a:gd name="T3" fmla="*/ 26 h 26"/>
                  <a:gd name="T4" fmla="*/ 0 w 87"/>
                  <a:gd name="T5" fmla="*/ 25 h 26"/>
                  <a:gd name="T6" fmla="*/ 1 w 87"/>
                  <a:gd name="T7" fmla="*/ 23 h 26"/>
                  <a:gd name="T8" fmla="*/ 44 w 87"/>
                  <a:gd name="T9" fmla="*/ 1 h 26"/>
                  <a:gd name="T10" fmla="*/ 46 w 87"/>
                  <a:gd name="T11" fmla="*/ 1 h 26"/>
                  <a:gd name="T12" fmla="*/ 86 w 87"/>
                  <a:gd name="T13" fmla="*/ 23 h 26"/>
                  <a:gd name="T14" fmla="*/ 87 w 87"/>
                  <a:gd name="T15" fmla="*/ 25 h 26"/>
                  <a:gd name="T16" fmla="*/ 85 w 87"/>
                  <a:gd name="T17" fmla="*/ 26 h 26"/>
                  <a:gd name="T18" fmla="*/ 9 w 87"/>
                  <a:gd name="T19" fmla="*/ 23 h 26"/>
                  <a:gd name="T20" fmla="*/ 79 w 87"/>
                  <a:gd name="T21" fmla="*/ 23 h 26"/>
                  <a:gd name="T22" fmla="*/ 45 w 87"/>
                  <a:gd name="T23" fmla="*/ 4 h 26"/>
                  <a:gd name="T24" fmla="*/ 9 w 87"/>
                  <a:gd name="T25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26">
                    <a:moveTo>
                      <a:pt x="85" y="26"/>
                    </a:move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6"/>
                      <a:pt x="0" y="25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5" y="0"/>
                      <a:pt x="45" y="0"/>
                      <a:pt x="46" y="1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7" y="23"/>
                      <a:pt x="87" y="24"/>
                      <a:pt x="87" y="25"/>
                    </a:cubicBezTo>
                    <a:cubicBezTo>
                      <a:pt x="87" y="26"/>
                      <a:pt x="86" y="26"/>
                      <a:pt x="85" y="26"/>
                    </a:cubicBezTo>
                    <a:close/>
                    <a:moveTo>
                      <a:pt x="9" y="23"/>
                    </a:moveTo>
                    <a:cubicBezTo>
                      <a:pt x="79" y="23"/>
                      <a:pt x="79" y="23"/>
                      <a:pt x="79" y="23"/>
                    </a:cubicBezTo>
                    <a:cubicBezTo>
                      <a:pt x="45" y="4"/>
                      <a:pt x="45" y="4"/>
                      <a:pt x="45" y="4"/>
                    </a:cubicBezTo>
                    <a:lnTo>
                      <a:pt x="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901"/>
              <p:cNvSpPr>
                <a:spLocks noEditPoints="1"/>
              </p:cNvSpPr>
              <p:nvPr userDrawn="1"/>
            </p:nvSpPr>
            <p:spPr bwMode="auto">
              <a:xfrm>
                <a:off x="2863" y="554"/>
                <a:ext cx="48" cy="104"/>
              </a:xfrm>
              <a:custGeom>
                <a:avLst/>
                <a:gdLst>
                  <a:gd name="T0" fmla="*/ 18 w 39"/>
                  <a:gd name="T1" fmla="*/ 84 h 84"/>
                  <a:gd name="T2" fmla="*/ 16 w 39"/>
                  <a:gd name="T3" fmla="*/ 83 h 84"/>
                  <a:gd name="T4" fmla="*/ 0 w 39"/>
                  <a:gd name="T5" fmla="*/ 42 h 84"/>
                  <a:gd name="T6" fmla="*/ 1 w 39"/>
                  <a:gd name="T7" fmla="*/ 41 h 84"/>
                  <a:gd name="T8" fmla="*/ 36 w 39"/>
                  <a:gd name="T9" fmla="*/ 0 h 84"/>
                  <a:gd name="T10" fmla="*/ 38 w 39"/>
                  <a:gd name="T11" fmla="*/ 0 h 84"/>
                  <a:gd name="T12" fmla="*/ 39 w 39"/>
                  <a:gd name="T13" fmla="*/ 2 h 84"/>
                  <a:gd name="T14" fmla="*/ 19 w 39"/>
                  <a:gd name="T15" fmla="*/ 83 h 84"/>
                  <a:gd name="T16" fmla="*/ 18 w 39"/>
                  <a:gd name="T17" fmla="*/ 84 h 84"/>
                  <a:gd name="T18" fmla="*/ 4 w 39"/>
                  <a:gd name="T19" fmla="*/ 42 h 84"/>
                  <a:gd name="T20" fmla="*/ 17 w 39"/>
                  <a:gd name="T21" fmla="*/ 77 h 84"/>
                  <a:gd name="T22" fmla="*/ 34 w 39"/>
                  <a:gd name="T23" fmla="*/ 8 h 84"/>
                  <a:gd name="T24" fmla="*/ 4 w 39"/>
                  <a:gd name="T25" fmla="*/ 4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84">
                    <a:moveTo>
                      <a:pt x="18" y="84"/>
                    </a:moveTo>
                    <a:cubicBezTo>
                      <a:pt x="17" y="84"/>
                      <a:pt x="16" y="83"/>
                      <a:pt x="16" y="8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2"/>
                    </a:cubicBezTo>
                    <a:cubicBezTo>
                      <a:pt x="19" y="83"/>
                      <a:pt x="19" y="83"/>
                      <a:pt x="19" y="83"/>
                    </a:cubicBezTo>
                    <a:cubicBezTo>
                      <a:pt x="19" y="83"/>
                      <a:pt x="19" y="84"/>
                      <a:pt x="18" y="84"/>
                    </a:cubicBezTo>
                    <a:close/>
                    <a:moveTo>
                      <a:pt x="4" y="42"/>
                    </a:moveTo>
                    <a:cubicBezTo>
                      <a:pt x="17" y="77"/>
                      <a:pt x="17" y="77"/>
                      <a:pt x="17" y="77"/>
                    </a:cubicBezTo>
                    <a:cubicBezTo>
                      <a:pt x="34" y="8"/>
                      <a:pt x="34" y="8"/>
                      <a:pt x="34" y="8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Freeform 902"/>
              <p:cNvSpPr>
                <a:spLocks noEditPoints="1"/>
              </p:cNvSpPr>
              <p:nvPr userDrawn="1"/>
            </p:nvSpPr>
            <p:spPr bwMode="auto">
              <a:xfrm>
                <a:off x="2803" y="554"/>
                <a:ext cx="108" cy="53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3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2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2" y="3"/>
                      <a:pt x="82" y="3"/>
                      <a:pt x="82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Freeform 903"/>
              <p:cNvSpPr>
                <a:spLocks noEditPoints="1"/>
              </p:cNvSpPr>
              <p:nvPr userDrawn="1"/>
            </p:nvSpPr>
            <p:spPr bwMode="auto">
              <a:xfrm>
                <a:off x="2809" y="149"/>
                <a:ext cx="108" cy="54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2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1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2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1" y="3"/>
                      <a:pt x="81" y="3"/>
                      <a:pt x="81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904"/>
              <p:cNvSpPr>
                <a:spLocks noEditPoints="1"/>
              </p:cNvSpPr>
              <p:nvPr userDrawn="1"/>
            </p:nvSpPr>
            <p:spPr bwMode="auto">
              <a:xfrm>
                <a:off x="2745" y="355"/>
                <a:ext cx="94" cy="126"/>
              </a:xfrm>
              <a:custGeom>
                <a:avLst/>
                <a:gdLst>
                  <a:gd name="T0" fmla="*/ 75 w 76"/>
                  <a:gd name="T1" fmla="*/ 102 h 102"/>
                  <a:gd name="T2" fmla="*/ 74 w 76"/>
                  <a:gd name="T3" fmla="*/ 102 h 102"/>
                  <a:gd name="T4" fmla="*/ 1 w 76"/>
                  <a:gd name="T5" fmla="*/ 84 h 102"/>
                  <a:gd name="T6" fmla="*/ 0 w 76"/>
                  <a:gd name="T7" fmla="*/ 84 h 102"/>
                  <a:gd name="T8" fmla="*/ 0 w 76"/>
                  <a:gd name="T9" fmla="*/ 82 h 102"/>
                  <a:gd name="T10" fmla="*/ 30 w 76"/>
                  <a:gd name="T11" fmla="*/ 1 h 102"/>
                  <a:gd name="T12" fmla="*/ 32 w 76"/>
                  <a:gd name="T13" fmla="*/ 0 h 102"/>
                  <a:gd name="T14" fmla="*/ 33 w 76"/>
                  <a:gd name="T15" fmla="*/ 1 h 102"/>
                  <a:gd name="T16" fmla="*/ 76 w 76"/>
                  <a:gd name="T17" fmla="*/ 100 h 102"/>
                  <a:gd name="T18" fmla="*/ 76 w 76"/>
                  <a:gd name="T19" fmla="*/ 102 h 102"/>
                  <a:gd name="T20" fmla="*/ 75 w 76"/>
                  <a:gd name="T21" fmla="*/ 102 h 102"/>
                  <a:gd name="T22" fmla="*/ 4 w 76"/>
                  <a:gd name="T23" fmla="*/ 82 h 102"/>
                  <a:gd name="T24" fmla="*/ 72 w 76"/>
                  <a:gd name="T25" fmla="*/ 98 h 102"/>
                  <a:gd name="T26" fmla="*/ 32 w 76"/>
                  <a:gd name="T27" fmla="*/ 6 h 102"/>
                  <a:gd name="T28" fmla="*/ 4 w 76"/>
                  <a:gd name="T29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2">
                    <a:moveTo>
                      <a:pt x="75" y="102"/>
                    </a:moveTo>
                    <a:cubicBezTo>
                      <a:pt x="74" y="102"/>
                      <a:pt x="74" y="102"/>
                      <a:pt x="74" y="102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0" y="84"/>
                      <a:pt x="0" y="84"/>
                    </a:cubicBezTo>
                    <a:cubicBezTo>
                      <a:pt x="0" y="83"/>
                      <a:pt x="0" y="83"/>
                      <a:pt x="0" y="8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2" y="0"/>
                      <a:pt x="33" y="0"/>
                      <a:pt x="33" y="1"/>
                    </a:cubicBezTo>
                    <a:cubicBezTo>
                      <a:pt x="76" y="100"/>
                      <a:pt x="76" y="100"/>
                      <a:pt x="76" y="100"/>
                    </a:cubicBezTo>
                    <a:cubicBezTo>
                      <a:pt x="76" y="101"/>
                      <a:pt x="76" y="101"/>
                      <a:pt x="76" y="102"/>
                    </a:cubicBezTo>
                    <a:cubicBezTo>
                      <a:pt x="76" y="102"/>
                      <a:pt x="75" y="102"/>
                      <a:pt x="75" y="102"/>
                    </a:cubicBezTo>
                    <a:close/>
                    <a:moveTo>
                      <a:pt x="4" y="82"/>
                    </a:moveTo>
                    <a:cubicBezTo>
                      <a:pt x="72" y="98"/>
                      <a:pt x="72" y="98"/>
                      <a:pt x="72" y="98"/>
                    </a:cubicBezTo>
                    <a:cubicBezTo>
                      <a:pt x="32" y="6"/>
                      <a:pt x="32" y="6"/>
                      <a:pt x="32" y="6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905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73"/>
              </a:xfrm>
              <a:custGeom>
                <a:avLst/>
                <a:gdLst>
                  <a:gd name="T0" fmla="*/ 126 w 128"/>
                  <a:gd name="T1" fmla="*/ 59 h 59"/>
                  <a:gd name="T2" fmla="*/ 125 w 128"/>
                  <a:gd name="T3" fmla="*/ 59 h 59"/>
                  <a:gd name="T4" fmla="*/ 1 w 128"/>
                  <a:gd name="T5" fmla="*/ 3 h 59"/>
                  <a:gd name="T6" fmla="*/ 0 w 128"/>
                  <a:gd name="T7" fmla="*/ 1 h 59"/>
                  <a:gd name="T8" fmla="*/ 1 w 128"/>
                  <a:gd name="T9" fmla="*/ 0 h 59"/>
                  <a:gd name="T10" fmla="*/ 96 w 128"/>
                  <a:gd name="T11" fmla="*/ 0 h 59"/>
                  <a:gd name="T12" fmla="*/ 98 w 128"/>
                  <a:gd name="T13" fmla="*/ 1 h 59"/>
                  <a:gd name="T14" fmla="*/ 127 w 128"/>
                  <a:gd name="T15" fmla="*/ 57 h 59"/>
                  <a:gd name="T16" fmla="*/ 127 w 128"/>
                  <a:gd name="T17" fmla="*/ 58 h 59"/>
                  <a:gd name="T18" fmla="*/ 126 w 128"/>
                  <a:gd name="T19" fmla="*/ 59 h 59"/>
                  <a:gd name="T20" fmla="*/ 9 w 128"/>
                  <a:gd name="T21" fmla="*/ 3 h 59"/>
                  <a:gd name="T22" fmla="*/ 122 w 128"/>
                  <a:gd name="T23" fmla="*/ 54 h 59"/>
                  <a:gd name="T24" fmla="*/ 95 w 128"/>
                  <a:gd name="T25" fmla="*/ 3 h 59"/>
                  <a:gd name="T26" fmla="*/ 9 w 128"/>
                  <a:gd name="T2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59">
                    <a:moveTo>
                      <a:pt x="126" y="59"/>
                    </a:moveTo>
                    <a:cubicBezTo>
                      <a:pt x="125" y="59"/>
                      <a:pt x="125" y="59"/>
                      <a:pt x="125" y="5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7" y="0"/>
                      <a:pt x="98" y="1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57"/>
                      <a:pt x="128" y="58"/>
                      <a:pt x="127" y="58"/>
                    </a:cubicBezTo>
                    <a:cubicBezTo>
                      <a:pt x="127" y="59"/>
                      <a:pt x="126" y="59"/>
                      <a:pt x="126" y="59"/>
                    </a:cubicBezTo>
                    <a:close/>
                    <a:moveTo>
                      <a:pt x="9" y="3"/>
                    </a:moveTo>
                    <a:cubicBezTo>
                      <a:pt x="122" y="54"/>
                      <a:pt x="122" y="54"/>
                      <a:pt x="122" y="54"/>
                    </a:cubicBezTo>
                    <a:cubicBezTo>
                      <a:pt x="95" y="3"/>
                      <a:pt x="95" y="3"/>
                      <a:pt x="95" y="3"/>
                    </a:cubicBez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906"/>
              <p:cNvSpPr>
                <a:spLocks noEditPoints="1"/>
              </p:cNvSpPr>
              <p:nvPr userDrawn="1"/>
            </p:nvSpPr>
            <p:spPr bwMode="auto">
              <a:xfrm>
                <a:off x="2703" y="347"/>
                <a:ext cx="83" cy="112"/>
              </a:xfrm>
              <a:custGeom>
                <a:avLst/>
                <a:gdLst>
                  <a:gd name="T0" fmla="*/ 36 w 67"/>
                  <a:gd name="T1" fmla="*/ 90 h 90"/>
                  <a:gd name="T2" fmla="*/ 34 w 67"/>
                  <a:gd name="T3" fmla="*/ 89 h 90"/>
                  <a:gd name="T4" fmla="*/ 0 w 67"/>
                  <a:gd name="T5" fmla="*/ 2 h 90"/>
                  <a:gd name="T6" fmla="*/ 1 w 67"/>
                  <a:gd name="T7" fmla="*/ 0 h 90"/>
                  <a:gd name="T8" fmla="*/ 2 w 67"/>
                  <a:gd name="T9" fmla="*/ 0 h 90"/>
                  <a:gd name="T10" fmla="*/ 66 w 67"/>
                  <a:gd name="T11" fmla="*/ 6 h 90"/>
                  <a:gd name="T12" fmla="*/ 67 w 67"/>
                  <a:gd name="T13" fmla="*/ 6 h 90"/>
                  <a:gd name="T14" fmla="*/ 67 w 67"/>
                  <a:gd name="T15" fmla="*/ 8 h 90"/>
                  <a:gd name="T16" fmla="*/ 37 w 67"/>
                  <a:gd name="T17" fmla="*/ 89 h 90"/>
                  <a:gd name="T18" fmla="*/ 36 w 67"/>
                  <a:gd name="T19" fmla="*/ 90 h 90"/>
                  <a:gd name="T20" fmla="*/ 5 w 67"/>
                  <a:gd name="T21" fmla="*/ 3 h 90"/>
                  <a:gd name="T22" fmla="*/ 36 w 67"/>
                  <a:gd name="T23" fmla="*/ 84 h 90"/>
                  <a:gd name="T24" fmla="*/ 63 w 67"/>
                  <a:gd name="T25" fmla="*/ 9 h 90"/>
                  <a:gd name="T26" fmla="*/ 5 w 67"/>
                  <a:gd name="T27" fmla="*/ 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" h="90">
                    <a:moveTo>
                      <a:pt x="36" y="90"/>
                    </a:moveTo>
                    <a:cubicBezTo>
                      <a:pt x="35" y="90"/>
                      <a:pt x="34" y="90"/>
                      <a:pt x="34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7"/>
                      <a:pt x="67" y="7"/>
                      <a:pt x="67" y="8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7" y="90"/>
                      <a:pt x="36" y="90"/>
                      <a:pt x="36" y="90"/>
                    </a:cubicBezTo>
                    <a:close/>
                    <a:moveTo>
                      <a:pt x="5" y="3"/>
                    </a:moveTo>
                    <a:cubicBezTo>
                      <a:pt x="36" y="84"/>
                      <a:pt x="36" y="84"/>
                      <a:pt x="36" y="84"/>
                    </a:cubicBezTo>
                    <a:cubicBezTo>
                      <a:pt x="63" y="9"/>
                      <a:pt x="63" y="9"/>
                      <a:pt x="63" y="9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907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64" cy="80"/>
              </a:xfrm>
              <a:custGeom>
                <a:avLst/>
                <a:gdLst>
                  <a:gd name="T0" fmla="*/ 37 w 52"/>
                  <a:gd name="T1" fmla="*/ 64 h 64"/>
                  <a:gd name="T2" fmla="*/ 36 w 52"/>
                  <a:gd name="T3" fmla="*/ 63 h 64"/>
                  <a:gd name="T4" fmla="*/ 1 w 52"/>
                  <a:gd name="T5" fmla="*/ 2 h 64"/>
                  <a:gd name="T6" fmla="*/ 1 w 52"/>
                  <a:gd name="T7" fmla="*/ 0 h 64"/>
                  <a:gd name="T8" fmla="*/ 3 w 52"/>
                  <a:gd name="T9" fmla="*/ 0 h 64"/>
                  <a:gd name="T10" fmla="*/ 51 w 52"/>
                  <a:gd name="T11" fmla="*/ 33 h 64"/>
                  <a:gd name="T12" fmla="*/ 52 w 52"/>
                  <a:gd name="T13" fmla="*/ 35 h 64"/>
                  <a:gd name="T14" fmla="*/ 39 w 52"/>
                  <a:gd name="T15" fmla="*/ 63 h 64"/>
                  <a:gd name="T16" fmla="*/ 37 w 52"/>
                  <a:gd name="T17" fmla="*/ 64 h 64"/>
                  <a:gd name="T18" fmla="*/ 7 w 52"/>
                  <a:gd name="T19" fmla="*/ 7 h 64"/>
                  <a:gd name="T20" fmla="*/ 37 w 52"/>
                  <a:gd name="T21" fmla="*/ 59 h 64"/>
                  <a:gd name="T22" fmla="*/ 48 w 52"/>
                  <a:gd name="T23" fmla="*/ 35 h 64"/>
                  <a:gd name="T24" fmla="*/ 7 w 52"/>
                  <a:gd name="T25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4">
                    <a:moveTo>
                      <a:pt x="37" y="64"/>
                    </a:moveTo>
                    <a:cubicBezTo>
                      <a:pt x="36" y="64"/>
                      <a:pt x="36" y="64"/>
                      <a:pt x="36" y="6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2" y="34"/>
                      <a:pt x="52" y="34"/>
                      <a:pt x="52" y="35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8" y="64"/>
                      <a:pt x="38" y="64"/>
                      <a:pt x="37" y="64"/>
                    </a:cubicBezTo>
                    <a:close/>
                    <a:moveTo>
                      <a:pt x="7" y="7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48" y="35"/>
                      <a:pt x="48" y="35"/>
                      <a:pt x="48" y="35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908"/>
              <p:cNvSpPr>
                <a:spLocks noEditPoints="1"/>
              </p:cNvSpPr>
              <p:nvPr userDrawn="1"/>
            </p:nvSpPr>
            <p:spPr bwMode="auto">
              <a:xfrm>
                <a:off x="2392" y="237"/>
                <a:ext cx="145" cy="80"/>
              </a:xfrm>
              <a:custGeom>
                <a:avLst/>
                <a:gdLst>
                  <a:gd name="T0" fmla="*/ 115 w 117"/>
                  <a:gd name="T1" fmla="*/ 64 h 64"/>
                  <a:gd name="T2" fmla="*/ 114 w 117"/>
                  <a:gd name="T3" fmla="*/ 64 h 64"/>
                  <a:gd name="T4" fmla="*/ 1 w 117"/>
                  <a:gd name="T5" fmla="*/ 25 h 64"/>
                  <a:gd name="T6" fmla="*/ 0 w 117"/>
                  <a:gd name="T7" fmla="*/ 23 h 64"/>
                  <a:gd name="T8" fmla="*/ 1 w 117"/>
                  <a:gd name="T9" fmla="*/ 22 h 64"/>
                  <a:gd name="T10" fmla="*/ 80 w 117"/>
                  <a:gd name="T11" fmla="*/ 0 h 64"/>
                  <a:gd name="T12" fmla="*/ 82 w 117"/>
                  <a:gd name="T13" fmla="*/ 1 h 64"/>
                  <a:gd name="T14" fmla="*/ 117 w 117"/>
                  <a:gd name="T15" fmla="*/ 62 h 64"/>
                  <a:gd name="T16" fmla="*/ 116 w 117"/>
                  <a:gd name="T17" fmla="*/ 63 h 64"/>
                  <a:gd name="T18" fmla="*/ 115 w 117"/>
                  <a:gd name="T19" fmla="*/ 64 h 64"/>
                  <a:gd name="T20" fmla="*/ 7 w 117"/>
                  <a:gd name="T21" fmla="*/ 24 h 64"/>
                  <a:gd name="T22" fmla="*/ 111 w 117"/>
                  <a:gd name="T23" fmla="*/ 59 h 64"/>
                  <a:gd name="T24" fmla="*/ 79 w 117"/>
                  <a:gd name="T25" fmla="*/ 3 h 64"/>
                  <a:gd name="T26" fmla="*/ 7 w 117"/>
                  <a:gd name="T27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64">
                    <a:moveTo>
                      <a:pt x="115" y="64"/>
                    </a:moveTo>
                    <a:cubicBezTo>
                      <a:pt x="114" y="64"/>
                      <a:pt x="114" y="64"/>
                      <a:pt x="114" y="64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4"/>
                      <a:pt x="0" y="23"/>
                    </a:cubicBezTo>
                    <a:cubicBezTo>
                      <a:pt x="0" y="23"/>
                      <a:pt x="1" y="22"/>
                      <a:pt x="1" y="2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1" y="0"/>
                      <a:pt x="82" y="1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7" y="63"/>
                      <a:pt x="116" y="63"/>
                    </a:cubicBezTo>
                    <a:cubicBezTo>
                      <a:pt x="116" y="64"/>
                      <a:pt x="116" y="64"/>
                      <a:pt x="115" y="64"/>
                    </a:cubicBezTo>
                    <a:close/>
                    <a:moveTo>
                      <a:pt x="7" y="24"/>
                    </a:moveTo>
                    <a:cubicBezTo>
                      <a:pt x="111" y="59"/>
                      <a:pt x="111" y="59"/>
                      <a:pt x="111" y="59"/>
                    </a:cubicBezTo>
                    <a:cubicBezTo>
                      <a:pt x="79" y="3"/>
                      <a:pt x="79" y="3"/>
                      <a:pt x="79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Freeform 909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72" cy="94"/>
              </a:xfrm>
              <a:custGeom>
                <a:avLst/>
                <a:gdLst>
                  <a:gd name="T0" fmla="*/ 2 w 139"/>
                  <a:gd name="T1" fmla="*/ 76 h 76"/>
                  <a:gd name="T2" fmla="*/ 1 w 139"/>
                  <a:gd name="T3" fmla="*/ 75 h 76"/>
                  <a:gd name="T4" fmla="*/ 1 w 139"/>
                  <a:gd name="T5" fmla="*/ 73 h 76"/>
                  <a:gd name="T6" fmla="*/ 118 w 139"/>
                  <a:gd name="T7" fmla="*/ 0 h 76"/>
                  <a:gd name="T8" fmla="*/ 120 w 139"/>
                  <a:gd name="T9" fmla="*/ 0 h 76"/>
                  <a:gd name="T10" fmla="*/ 138 w 139"/>
                  <a:gd name="T11" fmla="*/ 16 h 76"/>
                  <a:gd name="T12" fmla="*/ 138 w 139"/>
                  <a:gd name="T13" fmla="*/ 18 h 76"/>
                  <a:gd name="T14" fmla="*/ 137 w 139"/>
                  <a:gd name="T15" fmla="*/ 19 h 76"/>
                  <a:gd name="T16" fmla="*/ 3 w 139"/>
                  <a:gd name="T17" fmla="*/ 76 h 76"/>
                  <a:gd name="T18" fmla="*/ 2 w 139"/>
                  <a:gd name="T19" fmla="*/ 76 h 76"/>
                  <a:gd name="T20" fmla="*/ 119 w 139"/>
                  <a:gd name="T21" fmla="*/ 3 h 76"/>
                  <a:gd name="T22" fmla="*/ 21 w 139"/>
                  <a:gd name="T23" fmla="*/ 64 h 76"/>
                  <a:gd name="T24" fmla="*/ 134 w 139"/>
                  <a:gd name="T25" fmla="*/ 17 h 76"/>
                  <a:gd name="T26" fmla="*/ 119 w 139"/>
                  <a:gd name="T27" fmla="*/ 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4"/>
                      <a:pt x="1" y="73"/>
                      <a:pt x="1" y="73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19" y="0"/>
                      <a:pt x="120" y="0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9" y="17"/>
                      <a:pt x="138" y="18"/>
                    </a:cubicBezTo>
                    <a:cubicBezTo>
                      <a:pt x="138" y="18"/>
                      <a:pt x="138" y="19"/>
                      <a:pt x="137" y="19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119" y="3"/>
                    </a:moveTo>
                    <a:cubicBezTo>
                      <a:pt x="21" y="64"/>
                      <a:pt x="21" y="64"/>
                      <a:pt x="21" y="64"/>
                    </a:cubicBezTo>
                    <a:cubicBezTo>
                      <a:pt x="134" y="17"/>
                      <a:pt x="134" y="17"/>
                      <a:pt x="134" y="17"/>
                    </a:cubicBezTo>
                    <a:lnTo>
                      <a:pt x="11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910"/>
              <p:cNvSpPr>
                <a:spLocks noEditPoints="1"/>
              </p:cNvSpPr>
              <p:nvPr userDrawn="1"/>
            </p:nvSpPr>
            <p:spPr bwMode="auto">
              <a:xfrm>
                <a:off x="2075" y="334"/>
                <a:ext cx="155" cy="72"/>
              </a:xfrm>
              <a:custGeom>
                <a:avLst/>
                <a:gdLst>
                  <a:gd name="T0" fmla="*/ 100 w 125"/>
                  <a:gd name="T1" fmla="*/ 58 h 58"/>
                  <a:gd name="T2" fmla="*/ 100 w 125"/>
                  <a:gd name="T3" fmla="*/ 58 h 58"/>
                  <a:gd name="T4" fmla="*/ 2 w 125"/>
                  <a:gd name="T5" fmla="*/ 41 h 58"/>
                  <a:gd name="T6" fmla="*/ 0 w 125"/>
                  <a:gd name="T7" fmla="*/ 39 h 58"/>
                  <a:gd name="T8" fmla="*/ 2 w 125"/>
                  <a:gd name="T9" fmla="*/ 38 h 58"/>
                  <a:gd name="T10" fmla="*/ 123 w 125"/>
                  <a:gd name="T11" fmla="*/ 1 h 58"/>
                  <a:gd name="T12" fmla="*/ 124 w 125"/>
                  <a:gd name="T13" fmla="*/ 1 h 58"/>
                  <a:gd name="T14" fmla="*/ 125 w 125"/>
                  <a:gd name="T15" fmla="*/ 3 h 58"/>
                  <a:gd name="T16" fmla="*/ 102 w 125"/>
                  <a:gd name="T17" fmla="*/ 57 h 58"/>
                  <a:gd name="T18" fmla="*/ 100 w 125"/>
                  <a:gd name="T19" fmla="*/ 58 h 58"/>
                  <a:gd name="T20" fmla="*/ 9 w 125"/>
                  <a:gd name="T21" fmla="*/ 39 h 58"/>
                  <a:gd name="T22" fmla="*/ 99 w 125"/>
                  <a:gd name="T23" fmla="*/ 54 h 58"/>
                  <a:gd name="T24" fmla="*/ 120 w 125"/>
                  <a:gd name="T25" fmla="*/ 5 h 58"/>
                  <a:gd name="T26" fmla="*/ 9 w 125"/>
                  <a:gd name="T27" fmla="*/ 3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58">
                    <a:moveTo>
                      <a:pt x="100" y="58"/>
                    </a:moveTo>
                    <a:cubicBezTo>
                      <a:pt x="100" y="58"/>
                      <a:pt x="100" y="58"/>
                      <a:pt x="100" y="58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1" y="41"/>
                      <a:pt x="0" y="40"/>
                      <a:pt x="0" y="39"/>
                    </a:cubicBezTo>
                    <a:cubicBezTo>
                      <a:pt x="0" y="39"/>
                      <a:pt x="1" y="38"/>
                      <a:pt x="2" y="38"/>
                    </a:cubicBezTo>
                    <a:cubicBezTo>
                      <a:pt x="123" y="1"/>
                      <a:pt x="123" y="1"/>
                      <a:pt x="123" y="1"/>
                    </a:cubicBezTo>
                    <a:cubicBezTo>
                      <a:pt x="123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5" y="3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1" y="57"/>
                      <a:pt x="101" y="58"/>
                      <a:pt x="100" y="58"/>
                    </a:cubicBezTo>
                    <a:close/>
                    <a:moveTo>
                      <a:pt x="9" y="39"/>
                    </a:moveTo>
                    <a:cubicBezTo>
                      <a:pt x="99" y="54"/>
                      <a:pt x="99" y="54"/>
                      <a:pt x="99" y="54"/>
                    </a:cubicBezTo>
                    <a:cubicBezTo>
                      <a:pt x="120" y="5"/>
                      <a:pt x="120" y="5"/>
                      <a:pt x="120" y="5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911"/>
              <p:cNvSpPr>
                <a:spLocks noEditPoints="1"/>
              </p:cNvSpPr>
              <p:nvPr userDrawn="1"/>
            </p:nvSpPr>
            <p:spPr bwMode="auto">
              <a:xfrm>
                <a:off x="2052" y="381"/>
                <a:ext cx="150" cy="51"/>
              </a:xfrm>
              <a:custGeom>
                <a:avLst/>
                <a:gdLst>
                  <a:gd name="T0" fmla="*/ 2 w 121"/>
                  <a:gd name="T1" fmla="*/ 41 h 41"/>
                  <a:gd name="T2" fmla="*/ 1 w 121"/>
                  <a:gd name="T3" fmla="*/ 40 h 41"/>
                  <a:gd name="T4" fmla="*/ 0 w 121"/>
                  <a:gd name="T5" fmla="*/ 39 h 41"/>
                  <a:gd name="T6" fmla="*/ 20 w 121"/>
                  <a:gd name="T7" fmla="*/ 1 h 41"/>
                  <a:gd name="T8" fmla="*/ 21 w 121"/>
                  <a:gd name="T9" fmla="*/ 0 h 41"/>
                  <a:gd name="T10" fmla="*/ 119 w 121"/>
                  <a:gd name="T11" fmla="*/ 16 h 41"/>
                  <a:gd name="T12" fmla="*/ 121 w 121"/>
                  <a:gd name="T13" fmla="*/ 18 h 41"/>
                  <a:gd name="T14" fmla="*/ 119 w 121"/>
                  <a:gd name="T15" fmla="*/ 20 h 41"/>
                  <a:gd name="T16" fmla="*/ 2 w 121"/>
                  <a:gd name="T17" fmla="*/ 41 h 41"/>
                  <a:gd name="T18" fmla="*/ 22 w 121"/>
                  <a:gd name="T19" fmla="*/ 3 h 41"/>
                  <a:gd name="T20" fmla="*/ 5 w 121"/>
                  <a:gd name="T21" fmla="*/ 37 h 41"/>
                  <a:gd name="T22" fmla="*/ 109 w 121"/>
                  <a:gd name="T23" fmla="*/ 18 h 41"/>
                  <a:gd name="T24" fmla="*/ 22 w 121"/>
                  <a:gd name="T25" fmla="*/ 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41">
                    <a:moveTo>
                      <a:pt x="2" y="41"/>
                    </a:moveTo>
                    <a:cubicBezTo>
                      <a:pt x="1" y="41"/>
                      <a:pt x="1" y="41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119" y="16"/>
                      <a:pt x="119" y="16"/>
                      <a:pt x="119" y="16"/>
                    </a:cubicBezTo>
                    <a:cubicBezTo>
                      <a:pt x="120" y="16"/>
                      <a:pt x="121" y="17"/>
                      <a:pt x="121" y="18"/>
                    </a:cubicBezTo>
                    <a:cubicBezTo>
                      <a:pt x="121" y="19"/>
                      <a:pt x="120" y="19"/>
                      <a:pt x="119" y="20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22" y="3"/>
                    </a:moveTo>
                    <a:cubicBezTo>
                      <a:pt x="5" y="37"/>
                      <a:pt x="5" y="37"/>
                      <a:pt x="5" y="37"/>
                    </a:cubicBezTo>
                    <a:cubicBezTo>
                      <a:pt x="109" y="18"/>
                      <a:pt x="109" y="18"/>
                      <a:pt x="109" y="18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912"/>
              <p:cNvSpPr>
                <a:spLocks noEditPoints="1"/>
              </p:cNvSpPr>
              <p:nvPr userDrawn="1"/>
            </p:nvSpPr>
            <p:spPr bwMode="auto">
              <a:xfrm>
                <a:off x="2135" y="-9"/>
                <a:ext cx="148" cy="52"/>
              </a:xfrm>
              <a:custGeom>
                <a:avLst/>
                <a:gdLst>
                  <a:gd name="T0" fmla="*/ 2 w 120"/>
                  <a:gd name="T1" fmla="*/ 42 h 42"/>
                  <a:gd name="T2" fmla="*/ 0 w 120"/>
                  <a:gd name="T3" fmla="*/ 41 h 42"/>
                  <a:gd name="T4" fmla="*/ 0 w 120"/>
                  <a:gd name="T5" fmla="*/ 40 h 42"/>
                  <a:gd name="T6" fmla="*/ 19 w 120"/>
                  <a:gd name="T7" fmla="*/ 1 h 42"/>
                  <a:gd name="T8" fmla="*/ 21 w 120"/>
                  <a:gd name="T9" fmla="*/ 1 h 42"/>
                  <a:gd name="T10" fmla="*/ 119 w 120"/>
                  <a:gd name="T11" fmla="*/ 17 h 42"/>
                  <a:gd name="T12" fmla="*/ 120 w 120"/>
                  <a:gd name="T13" fmla="*/ 19 h 42"/>
                  <a:gd name="T14" fmla="*/ 119 w 120"/>
                  <a:gd name="T15" fmla="*/ 20 h 42"/>
                  <a:gd name="T16" fmla="*/ 2 w 120"/>
                  <a:gd name="T17" fmla="*/ 42 h 42"/>
                  <a:gd name="T18" fmla="*/ 22 w 120"/>
                  <a:gd name="T19" fmla="*/ 4 h 42"/>
                  <a:gd name="T20" fmla="*/ 5 w 120"/>
                  <a:gd name="T21" fmla="*/ 38 h 42"/>
                  <a:gd name="T22" fmla="*/ 109 w 120"/>
                  <a:gd name="T23" fmla="*/ 19 h 42"/>
                  <a:gd name="T24" fmla="*/ 22 w 120"/>
                  <a:gd name="T25" fmla="*/ 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42">
                    <a:moveTo>
                      <a:pt x="2" y="42"/>
                    </a:moveTo>
                    <a:cubicBezTo>
                      <a:pt x="1" y="42"/>
                      <a:pt x="1" y="42"/>
                      <a:pt x="0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1"/>
                      <a:pt x="20" y="0"/>
                      <a:pt x="21" y="1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20" y="17"/>
                      <a:pt x="120" y="18"/>
                      <a:pt x="120" y="19"/>
                    </a:cubicBezTo>
                    <a:cubicBezTo>
                      <a:pt x="120" y="20"/>
                      <a:pt x="120" y="20"/>
                      <a:pt x="119" y="20"/>
                    </a:cubicBezTo>
                    <a:cubicBezTo>
                      <a:pt x="2" y="42"/>
                      <a:pt x="2" y="42"/>
                      <a:pt x="2" y="42"/>
                    </a:cubicBezTo>
                    <a:close/>
                    <a:moveTo>
                      <a:pt x="22" y="4"/>
                    </a:moveTo>
                    <a:cubicBezTo>
                      <a:pt x="5" y="38"/>
                      <a:pt x="5" y="38"/>
                      <a:pt x="5" y="38"/>
                    </a:cubicBezTo>
                    <a:cubicBezTo>
                      <a:pt x="109" y="19"/>
                      <a:pt x="109" y="19"/>
                      <a:pt x="109" y="19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913"/>
              <p:cNvSpPr>
                <a:spLocks noEditPoints="1"/>
              </p:cNvSpPr>
              <p:nvPr userDrawn="1"/>
            </p:nvSpPr>
            <p:spPr bwMode="auto">
              <a:xfrm>
                <a:off x="2011" y="428"/>
                <a:ext cx="46" cy="37"/>
              </a:xfrm>
              <a:custGeom>
                <a:avLst/>
                <a:gdLst>
                  <a:gd name="T0" fmla="*/ 35 w 37"/>
                  <a:gd name="T1" fmla="*/ 30 h 30"/>
                  <a:gd name="T2" fmla="*/ 34 w 37"/>
                  <a:gd name="T3" fmla="*/ 30 h 30"/>
                  <a:gd name="T4" fmla="*/ 1 w 37"/>
                  <a:gd name="T5" fmla="*/ 15 h 30"/>
                  <a:gd name="T6" fmla="*/ 0 w 37"/>
                  <a:gd name="T7" fmla="*/ 14 h 30"/>
                  <a:gd name="T8" fmla="*/ 1 w 37"/>
                  <a:gd name="T9" fmla="*/ 12 h 30"/>
                  <a:gd name="T10" fmla="*/ 34 w 37"/>
                  <a:gd name="T11" fmla="*/ 0 h 30"/>
                  <a:gd name="T12" fmla="*/ 36 w 37"/>
                  <a:gd name="T13" fmla="*/ 0 h 30"/>
                  <a:gd name="T14" fmla="*/ 37 w 37"/>
                  <a:gd name="T15" fmla="*/ 1 h 30"/>
                  <a:gd name="T16" fmla="*/ 37 w 37"/>
                  <a:gd name="T17" fmla="*/ 29 h 30"/>
                  <a:gd name="T18" fmla="*/ 36 w 37"/>
                  <a:gd name="T19" fmla="*/ 30 h 30"/>
                  <a:gd name="T20" fmla="*/ 35 w 37"/>
                  <a:gd name="T21" fmla="*/ 30 h 30"/>
                  <a:gd name="T22" fmla="*/ 6 w 37"/>
                  <a:gd name="T23" fmla="*/ 14 h 30"/>
                  <a:gd name="T24" fmla="*/ 33 w 37"/>
                  <a:gd name="T25" fmla="*/ 26 h 30"/>
                  <a:gd name="T26" fmla="*/ 33 w 37"/>
                  <a:gd name="T27" fmla="*/ 4 h 30"/>
                  <a:gd name="T28" fmla="*/ 6 w 37"/>
                  <a:gd name="T29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30">
                    <a:moveTo>
                      <a:pt x="35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0" y="13"/>
                      <a:pt x="0" y="13"/>
                      <a:pt x="1" y="1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0"/>
                      <a:pt x="35" y="0"/>
                      <a:pt x="36" y="0"/>
                    </a:cubicBezTo>
                    <a:cubicBezTo>
                      <a:pt x="36" y="0"/>
                      <a:pt x="37" y="1"/>
                      <a:pt x="37" y="1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7" y="29"/>
                      <a:pt x="36" y="30"/>
                      <a:pt x="36" y="30"/>
                    </a:cubicBezTo>
                    <a:lnTo>
                      <a:pt x="35" y="30"/>
                    </a:lnTo>
                    <a:close/>
                    <a:moveTo>
                      <a:pt x="6" y="14"/>
                    </a:move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4"/>
                      <a:pt x="33" y="4"/>
                      <a:pt x="33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914"/>
              <p:cNvSpPr>
                <a:spLocks noEditPoints="1"/>
              </p:cNvSpPr>
              <p:nvPr userDrawn="1"/>
            </p:nvSpPr>
            <p:spPr bwMode="auto">
              <a:xfrm>
                <a:off x="1986" y="443"/>
                <a:ext cx="71" cy="80"/>
              </a:xfrm>
              <a:custGeom>
                <a:avLst/>
                <a:gdLst>
                  <a:gd name="T0" fmla="*/ 2 w 57"/>
                  <a:gd name="T1" fmla="*/ 65 h 65"/>
                  <a:gd name="T2" fmla="*/ 1 w 57"/>
                  <a:gd name="T3" fmla="*/ 65 h 65"/>
                  <a:gd name="T4" fmla="*/ 0 w 57"/>
                  <a:gd name="T5" fmla="*/ 63 h 65"/>
                  <a:gd name="T6" fmla="*/ 20 w 57"/>
                  <a:gd name="T7" fmla="*/ 1 h 65"/>
                  <a:gd name="T8" fmla="*/ 21 w 57"/>
                  <a:gd name="T9" fmla="*/ 0 h 65"/>
                  <a:gd name="T10" fmla="*/ 22 w 57"/>
                  <a:gd name="T11" fmla="*/ 0 h 65"/>
                  <a:gd name="T12" fmla="*/ 56 w 57"/>
                  <a:gd name="T13" fmla="*/ 15 h 65"/>
                  <a:gd name="T14" fmla="*/ 57 w 57"/>
                  <a:gd name="T15" fmla="*/ 16 h 65"/>
                  <a:gd name="T16" fmla="*/ 56 w 57"/>
                  <a:gd name="T17" fmla="*/ 18 h 65"/>
                  <a:gd name="T18" fmla="*/ 3 w 57"/>
                  <a:gd name="T19" fmla="*/ 65 h 65"/>
                  <a:gd name="T20" fmla="*/ 2 w 57"/>
                  <a:gd name="T21" fmla="*/ 65 h 65"/>
                  <a:gd name="T22" fmla="*/ 22 w 57"/>
                  <a:gd name="T23" fmla="*/ 4 h 65"/>
                  <a:gd name="T24" fmla="*/ 5 w 57"/>
                  <a:gd name="T25" fmla="*/ 58 h 65"/>
                  <a:gd name="T26" fmla="*/ 52 w 57"/>
                  <a:gd name="T27" fmla="*/ 17 h 65"/>
                  <a:gd name="T28" fmla="*/ 22 w 57"/>
                  <a:gd name="T29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1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6" y="15"/>
                      <a:pt x="57" y="16"/>
                      <a:pt x="57" y="16"/>
                    </a:cubicBezTo>
                    <a:cubicBezTo>
                      <a:pt x="57" y="17"/>
                      <a:pt x="56" y="18"/>
                      <a:pt x="56" y="18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22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52" y="17"/>
                      <a:pt x="52" y="17"/>
                      <a:pt x="52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915"/>
              <p:cNvSpPr>
                <a:spLocks noEditPoints="1"/>
              </p:cNvSpPr>
              <p:nvPr userDrawn="1"/>
            </p:nvSpPr>
            <p:spPr bwMode="auto">
              <a:xfrm>
                <a:off x="1927" y="520"/>
                <a:ext cx="63" cy="38"/>
              </a:xfrm>
              <a:custGeom>
                <a:avLst/>
                <a:gdLst>
                  <a:gd name="T0" fmla="*/ 2 w 51"/>
                  <a:gd name="T1" fmla="*/ 31 h 31"/>
                  <a:gd name="T2" fmla="*/ 1 w 51"/>
                  <a:gd name="T3" fmla="*/ 31 h 31"/>
                  <a:gd name="T4" fmla="*/ 1 w 51"/>
                  <a:gd name="T5" fmla="*/ 28 h 31"/>
                  <a:gd name="T6" fmla="*/ 20 w 51"/>
                  <a:gd name="T7" fmla="*/ 1 h 31"/>
                  <a:gd name="T8" fmla="*/ 21 w 51"/>
                  <a:gd name="T9" fmla="*/ 0 h 31"/>
                  <a:gd name="T10" fmla="*/ 50 w 51"/>
                  <a:gd name="T11" fmla="*/ 0 h 31"/>
                  <a:gd name="T12" fmla="*/ 51 w 51"/>
                  <a:gd name="T13" fmla="*/ 1 h 31"/>
                  <a:gd name="T14" fmla="*/ 50 w 51"/>
                  <a:gd name="T15" fmla="*/ 3 h 31"/>
                  <a:gd name="T16" fmla="*/ 3 w 51"/>
                  <a:gd name="T17" fmla="*/ 31 h 31"/>
                  <a:gd name="T18" fmla="*/ 2 w 51"/>
                  <a:gd name="T19" fmla="*/ 31 h 31"/>
                  <a:gd name="T20" fmla="*/ 22 w 51"/>
                  <a:gd name="T21" fmla="*/ 3 h 31"/>
                  <a:gd name="T22" fmla="*/ 8 w 51"/>
                  <a:gd name="T23" fmla="*/ 24 h 31"/>
                  <a:gd name="T24" fmla="*/ 43 w 51"/>
                  <a:gd name="T25" fmla="*/ 3 h 31"/>
                  <a:gd name="T26" fmla="*/ 22 w 51"/>
                  <a:gd name="T27" fmla="*/ 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31">
                    <a:moveTo>
                      <a:pt x="2" y="31"/>
                    </a:moveTo>
                    <a:cubicBezTo>
                      <a:pt x="2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8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1" y="0"/>
                      <a:pt x="51" y="1"/>
                    </a:cubicBezTo>
                    <a:cubicBezTo>
                      <a:pt x="51" y="2"/>
                      <a:pt x="51" y="3"/>
                      <a:pt x="50" y="3"/>
                    </a:cubicBezTo>
                    <a:cubicBezTo>
                      <a:pt x="3" y="31"/>
                      <a:pt x="3" y="31"/>
                      <a:pt x="3" y="31"/>
                    </a:cubicBezTo>
                    <a:lnTo>
                      <a:pt x="2" y="31"/>
                    </a:lnTo>
                    <a:close/>
                    <a:moveTo>
                      <a:pt x="22" y="3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916"/>
              <p:cNvSpPr>
                <a:spLocks noEditPoints="1"/>
              </p:cNvSpPr>
              <p:nvPr userDrawn="1"/>
            </p:nvSpPr>
            <p:spPr bwMode="auto">
              <a:xfrm>
                <a:off x="2803" y="477"/>
                <a:ext cx="58" cy="81"/>
              </a:xfrm>
              <a:custGeom>
                <a:avLst/>
                <a:gdLst>
                  <a:gd name="T0" fmla="*/ 2 w 47"/>
                  <a:gd name="T1" fmla="*/ 65 h 65"/>
                  <a:gd name="T2" fmla="*/ 1 w 47"/>
                  <a:gd name="T3" fmla="*/ 65 h 65"/>
                  <a:gd name="T4" fmla="*/ 0 w 47"/>
                  <a:gd name="T5" fmla="*/ 63 h 65"/>
                  <a:gd name="T6" fmla="*/ 26 w 47"/>
                  <a:gd name="T7" fmla="*/ 1 h 65"/>
                  <a:gd name="T8" fmla="*/ 28 w 47"/>
                  <a:gd name="T9" fmla="*/ 0 h 65"/>
                  <a:gd name="T10" fmla="*/ 29 w 47"/>
                  <a:gd name="T11" fmla="*/ 1 h 65"/>
                  <a:gd name="T12" fmla="*/ 47 w 47"/>
                  <a:gd name="T13" fmla="*/ 40 h 65"/>
                  <a:gd name="T14" fmla="*/ 46 w 47"/>
                  <a:gd name="T15" fmla="*/ 42 h 65"/>
                  <a:gd name="T16" fmla="*/ 3 w 47"/>
                  <a:gd name="T17" fmla="*/ 65 h 65"/>
                  <a:gd name="T18" fmla="*/ 2 w 47"/>
                  <a:gd name="T19" fmla="*/ 65 h 65"/>
                  <a:gd name="T20" fmla="*/ 28 w 47"/>
                  <a:gd name="T21" fmla="*/ 6 h 65"/>
                  <a:gd name="T22" fmla="*/ 5 w 47"/>
                  <a:gd name="T23" fmla="*/ 60 h 65"/>
                  <a:gd name="T24" fmla="*/ 43 w 47"/>
                  <a:gd name="T25" fmla="*/ 40 h 65"/>
                  <a:gd name="T26" fmla="*/ 28 w 47"/>
                  <a:gd name="T27" fmla="*/ 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0"/>
                      <a:pt x="29" y="0"/>
                      <a:pt x="29" y="1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41"/>
                      <a:pt x="47" y="42"/>
                      <a:pt x="46" y="42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28" y="6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43" y="40"/>
                      <a:pt x="43" y="40"/>
                      <a:pt x="43" y="40"/>
                    </a:cubicBez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917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107"/>
              </a:xfrm>
              <a:custGeom>
                <a:avLst/>
                <a:gdLst>
                  <a:gd name="T0" fmla="*/ 78 w 128"/>
                  <a:gd name="T1" fmla="*/ 86 h 86"/>
                  <a:gd name="T2" fmla="*/ 77 w 128"/>
                  <a:gd name="T3" fmla="*/ 85 h 86"/>
                  <a:gd name="T4" fmla="*/ 0 w 128"/>
                  <a:gd name="T5" fmla="*/ 3 h 86"/>
                  <a:gd name="T6" fmla="*/ 0 w 128"/>
                  <a:gd name="T7" fmla="*/ 0 h 86"/>
                  <a:gd name="T8" fmla="*/ 2 w 128"/>
                  <a:gd name="T9" fmla="*/ 0 h 86"/>
                  <a:gd name="T10" fmla="*/ 127 w 128"/>
                  <a:gd name="T11" fmla="*/ 56 h 86"/>
                  <a:gd name="T12" fmla="*/ 128 w 128"/>
                  <a:gd name="T13" fmla="*/ 57 h 86"/>
                  <a:gd name="T14" fmla="*/ 127 w 128"/>
                  <a:gd name="T15" fmla="*/ 59 h 86"/>
                  <a:gd name="T16" fmla="*/ 79 w 128"/>
                  <a:gd name="T17" fmla="*/ 86 h 86"/>
                  <a:gd name="T18" fmla="*/ 78 w 128"/>
                  <a:gd name="T19" fmla="*/ 86 h 86"/>
                  <a:gd name="T20" fmla="*/ 8 w 128"/>
                  <a:gd name="T21" fmla="*/ 6 h 86"/>
                  <a:gd name="T22" fmla="*/ 78 w 128"/>
                  <a:gd name="T23" fmla="*/ 82 h 86"/>
                  <a:gd name="T24" fmla="*/ 122 w 128"/>
                  <a:gd name="T25" fmla="*/ 57 h 86"/>
                  <a:gd name="T26" fmla="*/ 8 w 128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86">
                    <a:moveTo>
                      <a:pt x="78" y="86"/>
                    </a:moveTo>
                    <a:cubicBezTo>
                      <a:pt x="77" y="86"/>
                      <a:pt x="77" y="86"/>
                      <a:pt x="77" y="8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27" y="56"/>
                      <a:pt x="127" y="56"/>
                      <a:pt x="127" y="56"/>
                    </a:cubicBezTo>
                    <a:cubicBezTo>
                      <a:pt x="127" y="56"/>
                      <a:pt x="128" y="57"/>
                      <a:pt x="128" y="57"/>
                    </a:cubicBezTo>
                    <a:cubicBezTo>
                      <a:pt x="128" y="58"/>
                      <a:pt x="127" y="58"/>
                      <a:pt x="127" y="59"/>
                    </a:cubicBezTo>
                    <a:cubicBezTo>
                      <a:pt x="79" y="86"/>
                      <a:pt x="79" y="86"/>
                      <a:pt x="79" y="86"/>
                    </a:cubicBezTo>
                    <a:lnTo>
                      <a:pt x="78" y="86"/>
                    </a:lnTo>
                    <a:close/>
                    <a:moveTo>
                      <a:pt x="8" y="6"/>
                    </a:moveTo>
                    <a:cubicBezTo>
                      <a:pt x="78" y="82"/>
                      <a:pt x="78" y="82"/>
                      <a:pt x="78" y="82"/>
                    </a:cubicBezTo>
                    <a:cubicBezTo>
                      <a:pt x="122" y="57"/>
                      <a:pt x="122" y="57"/>
                      <a:pt x="122" y="57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918"/>
              <p:cNvSpPr>
                <a:spLocks noEditPoints="1"/>
              </p:cNvSpPr>
              <p:nvPr userDrawn="1"/>
            </p:nvSpPr>
            <p:spPr bwMode="auto">
              <a:xfrm>
                <a:off x="2532" y="278"/>
                <a:ext cx="116" cy="107"/>
              </a:xfrm>
              <a:custGeom>
                <a:avLst/>
                <a:gdLst>
                  <a:gd name="T0" fmla="*/ 92 w 94"/>
                  <a:gd name="T1" fmla="*/ 86 h 86"/>
                  <a:gd name="T2" fmla="*/ 91 w 94"/>
                  <a:gd name="T3" fmla="*/ 86 h 86"/>
                  <a:gd name="T4" fmla="*/ 1 w 94"/>
                  <a:gd name="T5" fmla="*/ 31 h 86"/>
                  <a:gd name="T6" fmla="*/ 1 w 94"/>
                  <a:gd name="T7" fmla="*/ 29 h 86"/>
                  <a:gd name="T8" fmla="*/ 14 w 94"/>
                  <a:gd name="T9" fmla="*/ 1 h 86"/>
                  <a:gd name="T10" fmla="*/ 15 w 94"/>
                  <a:gd name="T11" fmla="*/ 0 h 86"/>
                  <a:gd name="T12" fmla="*/ 17 w 94"/>
                  <a:gd name="T13" fmla="*/ 0 h 86"/>
                  <a:gd name="T14" fmla="*/ 93 w 94"/>
                  <a:gd name="T15" fmla="*/ 83 h 86"/>
                  <a:gd name="T16" fmla="*/ 93 w 94"/>
                  <a:gd name="T17" fmla="*/ 85 h 86"/>
                  <a:gd name="T18" fmla="*/ 92 w 94"/>
                  <a:gd name="T19" fmla="*/ 86 h 86"/>
                  <a:gd name="T20" fmla="*/ 4 w 94"/>
                  <a:gd name="T21" fmla="*/ 29 h 86"/>
                  <a:gd name="T22" fmla="*/ 82 w 94"/>
                  <a:gd name="T23" fmla="*/ 77 h 86"/>
                  <a:gd name="T24" fmla="*/ 16 w 94"/>
                  <a:gd name="T25" fmla="*/ 4 h 86"/>
                  <a:gd name="T26" fmla="*/ 4 w 94"/>
                  <a:gd name="T27" fmla="*/ 29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86">
                    <a:moveTo>
                      <a:pt x="92" y="86"/>
                    </a:moveTo>
                    <a:cubicBezTo>
                      <a:pt x="91" y="86"/>
                      <a:pt x="91" y="86"/>
                      <a:pt x="91" y="86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7" y="0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4" y="84"/>
                      <a:pt x="94" y="85"/>
                      <a:pt x="93" y="85"/>
                    </a:cubicBezTo>
                    <a:cubicBezTo>
                      <a:pt x="93" y="86"/>
                      <a:pt x="92" y="86"/>
                      <a:pt x="92" y="86"/>
                    </a:cubicBezTo>
                    <a:close/>
                    <a:moveTo>
                      <a:pt x="4" y="29"/>
                    </a:moveTo>
                    <a:cubicBezTo>
                      <a:pt x="82" y="77"/>
                      <a:pt x="82" y="77"/>
                      <a:pt x="82" y="77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Freeform 919"/>
              <p:cNvSpPr>
                <a:spLocks noEditPoints="1"/>
              </p:cNvSpPr>
              <p:nvPr userDrawn="1"/>
            </p:nvSpPr>
            <p:spPr bwMode="auto">
              <a:xfrm>
                <a:off x="2392" y="265"/>
                <a:ext cx="145" cy="107"/>
              </a:xfrm>
              <a:custGeom>
                <a:avLst/>
                <a:gdLst>
                  <a:gd name="T0" fmla="*/ 2 w 117"/>
                  <a:gd name="T1" fmla="*/ 87 h 87"/>
                  <a:gd name="T2" fmla="*/ 1 w 117"/>
                  <a:gd name="T3" fmla="*/ 86 h 87"/>
                  <a:gd name="T4" fmla="*/ 0 w 117"/>
                  <a:gd name="T5" fmla="*/ 85 h 87"/>
                  <a:gd name="T6" fmla="*/ 0 w 117"/>
                  <a:gd name="T7" fmla="*/ 2 h 87"/>
                  <a:gd name="T8" fmla="*/ 1 w 117"/>
                  <a:gd name="T9" fmla="*/ 0 h 87"/>
                  <a:gd name="T10" fmla="*/ 2 w 117"/>
                  <a:gd name="T11" fmla="*/ 0 h 87"/>
                  <a:gd name="T12" fmla="*/ 116 w 117"/>
                  <a:gd name="T13" fmla="*/ 39 h 87"/>
                  <a:gd name="T14" fmla="*/ 117 w 117"/>
                  <a:gd name="T15" fmla="*/ 40 h 87"/>
                  <a:gd name="T16" fmla="*/ 116 w 117"/>
                  <a:gd name="T17" fmla="*/ 42 h 87"/>
                  <a:gd name="T18" fmla="*/ 2 w 117"/>
                  <a:gd name="T19" fmla="*/ 87 h 87"/>
                  <a:gd name="T20" fmla="*/ 3 w 117"/>
                  <a:gd name="T21" fmla="*/ 4 h 87"/>
                  <a:gd name="T22" fmla="*/ 3 w 117"/>
                  <a:gd name="T23" fmla="*/ 83 h 87"/>
                  <a:gd name="T24" fmla="*/ 110 w 117"/>
                  <a:gd name="T25" fmla="*/ 40 h 87"/>
                  <a:gd name="T26" fmla="*/ 3 w 117"/>
                  <a:gd name="T27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87">
                    <a:moveTo>
                      <a:pt x="2" y="87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6"/>
                      <a:pt x="0" y="86"/>
                      <a:pt x="0" y="8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6" y="39"/>
                      <a:pt x="116" y="39"/>
                      <a:pt x="116" y="39"/>
                    </a:cubicBezTo>
                    <a:cubicBezTo>
                      <a:pt x="116" y="39"/>
                      <a:pt x="117" y="40"/>
                      <a:pt x="117" y="40"/>
                    </a:cubicBezTo>
                    <a:cubicBezTo>
                      <a:pt x="117" y="41"/>
                      <a:pt x="116" y="42"/>
                      <a:pt x="116" y="42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3" y="4"/>
                    </a:moveTo>
                    <a:cubicBezTo>
                      <a:pt x="3" y="83"/>
                      <a:pt x="3" y="83"/>
                      <a:pt x="3" y="83"/>
                    </a:cubicBezTo>
                    <a:cubicBezTo>
                      <a:pt x="110" y="40"/>
                      <a:pt x="110" y="40"/>
                      <a:pt x="110" y="40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920"/>
              <p:cNvSpPr>
                <a:spLocks noEditPoints="1"/>
              </p:cNvSpPr>
              <p:nvPr userDrawn="1"/>
            </p:nvSpPr>
            <p:spPr bwMode="auto">
              <a:xfrm>
                <a:off x="2225" y="265"/>
                <a:ext cx="172" cy="120"/>
              </a:xfrm>
              <a:custGeom>
                <a:avLst/>
                <a:gdLst>
                  <a:gd name="T0" fmla="*/ 47 w 139"/>
                  <a:gd name="T1" fmla="*/ 97 h 97"/>
                  <a:gd name="T2" fmla="*/ 46 w 139"/>
                  <a:gd name="T3" fmla="*/ 97 h 97"/>
                  <a:gd name="T4" fmla="*/ 1 w 139"/>
                  <a:gd name="T5" fmla="*/ 60 h 97"/>
                  <a:gd name="T6" fmla="*/ 0 w 139"/>
                  <a:gd name="T7" fmla="*/ 58 h 97"/>
                  <a:gd name="T8" fmla="*/ 1 w 139"/>
                  <a:gd name="T9" fmla="*/ 57 h 97"/>
                  <a:gd name="T10" fmla="*/ 136 w 139"/>
                  <a:gd name="T11" fmla="*/ 0 h 97"/>
                  <a:gd name="T12" fmla="*/ 138 w 139"/>
                  <a:gd name="T13" fmla="*/ 1 h 97"/>
                  <a:gd name="T14" fmla="*/ 138 w 139"/>
                  <a:gd name="T15" fmla="*/ 3 h 97"/>
                  <a:gd name="T16" fmla="*/ 48 w 139"/>
                  <a:gd name="T17" fmla="*/ 96 h 97"/>
                  <a:gd name="T18" fmla="*/ 47 w 139"/>
                  <a:gd name="T19" fmla="*/ 97 h 97"/>
                  <a:gd name="T20" fmla="*/ 5 w 139"/>
                  <a:gd name="T21" fmla="*/ 59 h 97"/>
                  <a:gd name="T22" fmla="*/ 47 w 139"/>
                  <a:gd name="T23" fmla="*/ 93 h 97"/>
                  <a:gd name="T24" fmla="*/ 130 w 139"/>
                  <a:gd name="T25" fmla="*/ 6 h 97"/>
                  <a:gd name="T26" fmla="*/ 5 w 139"/>
                  <a:gd name="T27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97">
                    <a:moveTo>
                      <a:pt x="47" y="97"/>
                    </a:moveTo>
                    <a:cubicBezTo>
                      <a:pt x="47" y="97"/>
                      <a:pt x="46" y="97"/>
                      <a:pt x="46" y="97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59"/>
                      <a:pt x="0" y="59"/>
                      <a:pt x="0" y="58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7" y="0"/>
                      <a:pt x="138" y="0"/>
                      <a:pt x="138" y="1"/>
                    </a:cubicBezTo>
                    <a:cubicBezTo>
                      <a:pt x="139" y="1"/>
                      <a:pt x="139" y="2"/>
                      <a:pt x="138" y="3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48" y="97"/>
                      <a:pt x="47" y="97"/>
                      <a:pt x="47" y="97"/>
                    </a:cubicBezTo>
                    <a:close/>
                    <a:moveTo>
                      <a:pt x="5" y="59"/>
                    </a:moveTo>
                    <a:cubicBezTo>
                      <a:pt x="47" y="93"/>
                      <a:pt x="47" y="93"/>
                      <a:pt x="47" y="93"/>
                    </a:cubicBezTo>
                    <a:cubicBezTo>
                      <a:pt x="130" y="6"/>
                      <a:pt x="130" y="6"/>
                      <a:pt x="130" y="6"/>
                    </a:cubicBezTo>
                    <a:lnTo>
                      <a:pt x="5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921"/>
              <p:cNvSpPr>
                <a:spLocks noEditPoints="1"/>
              </p:cNvSpPr>
              <p:nvPr userDrawn="1"/>
            </p:nvSpPr>
            <p:spPr bwMode="auto">
              <a:xfrm>
                <a:off x="2281" y="367"/>
                <a:ext cx="116" cy="98"/>
              </a:xfrm>
              <a:custGeom>
                <a:avLst/>
                <a:gdLst>
                  <a:gd name="T0" fmla="*/ 38 w 94"/>
                  <a:gd name="T1" fmla="*/ 79 h 79"/>
                  <a:gd name="T2" fmla="*/ 38 w 94"/>
                  <a:gd name="T3" fmla="*/ 79 h 79"/>
                  <a:gd name="T4" fmla="*/ 36 w 94"/>
                  <a:gd name="T5" fmla="*/ 79 h 79"/>
                  <a:gd name="T6" fmla="*/ 1 w 94"/>
                  <a:gd name="T7" fmla="*/ 13 h 79"/>
                  <a:gd name="T8" fmla="*/ 1 w 94"/>
                  <a:gd name="T9" fmla="*/ 12 h 79"/>
                  <a:gd name="T10" fmla="*/ 2 w 94"/>
                  <a:gd name="T11" fmla="*/ 11 h 79"/>
                  <a:gd name="T12" fmla="*/ 92 w 94"/>
                  <a:gd name="T13" fmla="*/ 0 h 79"/>
                  <a:gd name="T14" fmla="*/ 93 w 94"/>
                  <a:gd name="T15" fmla="*/ 1 h 79"/>
                  <a:gd name="T16" fmla="*/ 93 w 94"/>
                  <a:gd name="T17" fmla="*/ 3 h 79"/>
                  <a:gd name="T18" fmla="*/ 39 w 94"/>
                  <a:gd name="T19" fmla="*/ 79 h 79"/>
                  <a:gd name="T20" fmla="*/ 38 w 94"/>
                  <a:gd name="T21" fmla="*/ 79 h 79"/>
                  <a:gd name="T22" fmla="*/ 5 w 94"/>
                  <a:gd name="T23" fmla="*/ 14 h 79"/>
                  <a:gd name="T24" fmla="*/ 38 w 94"/>
                  <a:gd name="T25" fmla="*/ 75 h 79"/>
                  <a:gd name="T26" fmla="*/ 88 w 94"/>
                  <a:gd name="T27" fmla="*/ 4 h 79"/>
                  <a:gd name="T28" fmla="*/ 5 w 94"/>
                  <a:gd name="T29" fmla="*/ 1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79">
                    <a:moveTo>
                      <a:pt x="38" y="79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6" y="79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2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93" y="1"/>
                      <a:pt x="93" y="1"/>
                    </a:cubicBezTo>
                    <a:cubicBezTo>
                      <a:pt x="94" y="2"/>
                      <a:pt x="94" y="2"/>
                      <a:pt x="93" y="3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5" y="14"/>
                    </a:moveTo>
                    <a:cubicBezTo>
                      <a:pt x="38" y="75"/>
                      <a:pt x="38" y="75"/>
                      <a:pt x="38" y="75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Freeform 922"/>
              <p:cNvSpPr>
                <a:spLocks noEditPoints="1"/>
              </p:cNvSpPr>
              <p:nvPr userDrawn="1"/>
            </p:nvSpPr>
            <p:spPr bwMode="auto">
              <a:xfrm>
                <a:off x="2380" y="-87"/>
                <a:ext cx="115" cy="98"/>
              </a:xfrm>
              <a:custGeom>
                <a:avLst/>
                <a:gdLst>
                  <a:gd name="T0" fmla="*/ 38 w 93"/>
                  <a:gd name="T1" fmla="*/ 79 h 79"/>
                  <a:gd name="T2" fmla="*/ 37 w 93"/>
                  <a:gd name="T3" fmla="*/ 79 h 79"/>
                  <a:gd name="T4" fmla="*/ 36 w 93"/>
                  <a:gd name="T5" fmla="*/ 78 h 79"/>
                  <a:gd name="T6" fmla="*/ 0 w 93"/>
                  <a:gd name="T7" fmla="*/ 13 h 79"/>
                  <a:gd name="T8" fmla="*/ 0 w 93"/>
                  <a:gd name="T9" fmla="*/ 11 h 79"/>
                  <a:gd name="T10" fmla="*/ 1 w 93"/>
                  <a:gd name="T11" fmla="*/ 10 h 79"/>
                  <a:gd name="T12" fmla="*/ 91 w 93"/>
                  <a:gd name="T13" fmla="*/ 0 h 79"/>
                  <a:gd name="T14" fmla="*/ 93 w 93"/>
                  <a:gd name="T15" fmla="*/ 1 h 79"/>
                  <a:gd name="T16" fmla="*/ 93 w 93"/>
                  <a:gd name="T17" fmla="*/ 3 h 79"/>
                  <a:gd name="T18" fmla="*/ 39 w 93"/>
                  <a:gd name="T19" fmla="*/ 78 h 79"/>
                  <a:gd name="T20" fmla="*/ 38 w 93"/>
                  <a:gd name="T21" fmla="*/ 79 h 79"/>
                  <a:gd name="T22" fmla="*/ 4 w 93"/>
                  <a:gd name="T23" fmla="*/ 13 h 79"/>
                  <a:gd name="T24" fmla="*/ 38 w 93"/>
                  <a:gd name="T25" fmla="*/ 74 h 79"/>
                  <a:gd name="T26" fmla="*/ 88 w 93"/>
                  <a:gd name="T27" fmla="*/ 4 h 79"/>
                  <a:gd name="T28" fmla="*/ 4 w 93"/>
                  <a:gd name="T29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79">
                    <a:moveTo>
                      <a:pt x="38" y="79"/>
                    </a:move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0"/>
                      <a:pt x="1" y="1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2"/>
                      <a:pt x="93" y="3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4" y="13"/>
                    </a:moveTo>
                    <a:cubicBezTo>
                      <a:pt x="38" y="74"/>
                      <a:pt x="38" y="74"/>
                      <a:pt x="38" y="74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Freeform 923"/>
              <p:cNvSpPr>
                <a:spLocks noEditPoints="1"/>
              </p:cNvSpPr>
              <p:nvPr userDrawn="1"/>
            </p:nvSpPr>
            <p:spPr bwMode="auto">
              <a:xfrm>
                <a:off x="2830" y="758"/>
                <a:ext cx="99" cy="82"/>
              </a:xfrm>
              <a:custGeom>
                <a:avLst/>
                <a:gdLst>
                  <a:gd name="T0" fmla="*/ 48 w 80"/>
                  <a:gd name="T1" fmla="*/ 66 h 66"/>
                  <a:gd name="T2" fmla="*/ 47 w 80"/>
                  <a:gd name="T3" fmla="*/ 65 h 66"/>
                  <a:gd name="T4" fmla="*/ 0 w 80"/>
                  <a:gd name="T5" fmla="*/ 3 h 66"/>
                  <a:gd name="T6" fmla="*/ 0 w 80"/>
                  <a:gd name="T7" fmla="*/ 1 h 66"/>
                  <a:gd name="T8" fmla="*/ 2 w 80"/>
                  <a:gd name="T9" fmla="*/ 1 h 66"/>
                  <a:gd name="T10" fmla="*/ 79 w 80"/>
                  <a:gd name="T11" fmla="*/ 20 h 66"/>
                  <a:gd name="T12" fmla="*/ 80 w 80"/>
                  <a:gd name="T13" fmla="*/ 21 h 66"/>
                  <a:gd name="T14" fmla="*/ 80 w 80"/>
                  <a:gd name="T15" fmla="*/ 22 h 66"/>
                  <a:gd name="T16" fmla="*/ 50 w 80"/>
                  <a:gd name="T17" fmla="*/ 65 h 66"/>
                  <a:gd name="T18" fmla="*/ 48 w 80"/>
                  <a:gd name="T19" fmla="*/ 66 h 66"/>
                  <a:gd name="T20" fmla="*/ 6 w 80"/>
                  <a:gd name="T21" fmla="*/ 5 h 66"/>
                  <a:gd name="T22" fmla="*/ 48 w 80"/>
                  <a:gd name="T23" fmla="*/ 61 h 66"/>
                  <a:gd name="T24" fmla="*/ 75 w 80"/>
                  <a:gd name="T25" fmla="*/ 22 h 66"/>
                  <a:gd name="T26" fmla="*/ 6 w 80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6">
                    <a:moveTo>
                      <a:pt x="48" y="66"/>
                    </a:moveTo>
                    <a:cubicBezTo>
                      <a:pt x="48" y="66"/>
                      <a:pt x="47" y="66"/>
                      <a:pt x="47" y="6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79" y="20"/>
                      <a:pt x="79" y="20"/>
                      <a:pt x="79" y="20"/>
                    </a:cubicBezTo>
                    <a:cubicBezTo>
                      <a:pt x="79" y="20"/>
                      <a:pt x="80" y="20"/>
                      <a:pt x="80" y="21"/>
                    </a:cubicBezTo>
                    <a:cubicBezTo>
                      <a:pt x="80" y="21"/>
                      <a:pt x="80" y="22"/>
                      <a:pt x="80" y="22"/>
                    </a:cubicBezTo>
                    <a:cubicBezTo>
                      <a:pt x="50" y="65"/>
                      <a:pt x="50" y="65"/>
                      <a:pt x="50" y="65"/>
                    </a:cubicBezTo>
                    <a:cubicBezTo>
                      <a:pt x="49" y="66"/>
                      <a:pt x="49" y="66"/>
                      <a:pt x="48" y="66"/>
                    </a:cubicBezTo>
                    <a:close/>
                    <a:moveTo>
                      <a:pt x="6" y="5"/>
                    </a:moveTo>
                    <a:cubicBezTo>
                      <a:pt x="48" y="61"/>
                      <a:pt x="48" y="61"/>
                      <a:pt x="48" y="61"/>
                    </a:cubicBezTo>
                    <a:cubicBezTo>
                      <a:pt x="75" y="22"/>
                      <a:pt x="75" y="22"/>
                      <a:pt x="75" y="22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924"/>
              <p:cNvSpPr>
                <a:spLocks noEditPoints="1"/>
              </p:cNvSpPr>
              <p:nvPr userDrawn="1"/>
            </p:nvSpPr>
            <p:spPr bwMode="auto">
              <a:xfrm>
                <a:off x="2830" y="835"/>
                <a:ext cx="68" cy="98"/>
              </a:xfrm>
              <a:custGeom>
                <a:avLst/>
                <a:gdLst>
                  <a:gd name="T0" fmla="*/ 53 w 55"/>
                  <a:gd name="T1" fmla="*/ 79 h 79"/>
                  <a:gd name="T2" fmla="*/ 53 w 55"/>
                  <a:gd name="T3" fmla="*/ 79 h 79"/>
                  <a:gd name="T4" fmla="*/ 1 w 55"/>
                  <a:gd name="T5" fmla="*/ 64 h 79"/>
                  <a:gd name="T6" fmla="*/ 0 w 55"/>
                  <a:gd name="T7" fmla="*/ 63 h 79"/>
                  <a:gd name="T8" fmla="*/ 0 w 55"/>
                  <a:gd name="T9" fmla="*/ 62 h 79"/>
                  <a:gd name="T10" fmla="*/ 47 w 55"/>
                  <a:gd name="T11" fmla="*/ 1 h 79"/>
                  <a:gd name="T12" fmla="*/ 49 w 55"/>
                  <a:gd name="T13" fmla="*/ 1 h 79"/>
                  <a:gd name="T14" fmla="*/ 50 w 55"/>
                  <a:gd name="T15" fmla="*/ 2 h 79"/>
                  <a:gd name="T16" fmla="*/ 55 w 55"/>
                  <a:gd name="T17" fmla="*/ 78 h 79"/>
                  <a:gd name="T18" fmla="*/ 54 w 55"/>
                  <a:gd name="T19" fmla="*/ 79 h 79"/>
                  <a:gd name="T20" fmla="*/ 53 w 55"/>
                  <a:gd name="T21" fmla="*/ 79 h 79"/>
                  <a:gd name="T22" fmla="*/ 4 w 55"/>
                  <a:gd name="T23" fmla="*/ 62 h 79"/>
                  <a:gd name="T24" fmla="*/ 52 w 55"/>
                  <a:gd name="T25" fmla="*/ 75 h 79"/>
                  <a:gd name="T26" fmla="*/ 47 w 55"/>
                  <a:gd name="T27" fmla="*/ 7 h 79"/>
                  <a:gd name="T28" fmla="*/ 4 w 55"/>
                  <a:gd name="T29" fmla="*/ 6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79">
                    <a:moveTo>
                      <a:pt x="53" y="79"/>
                    </a:moveTo>
                    <a:cubicBezTo>
                      <a:pt x="53" y="79"/>
                      <a:pt x="53" y="79"/>
                      <a:pt x="53" y="79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8" y="0"/>
                      <a:pt x="49" y="1"/>
                    </a:cubicBezTo>
                    <a:cubicBezTo>
                      <a:pt x="49" y="1"/>
                      <a:pt x="50" y="1"/>
                      <a:pt x="50" y="2"/>
                    </a:cubicBezTo>
                    <a:cubicBezTo>
                      <a:pt x="55" y="78"/>
                      <a:pt x="55" y="78"/>
                      <a:pt x="55" y="78"/>
                    </a:cubicBezTo>
                    <a:cubicBezTo>
                      <a:pt x="55" y="78"/>
                      <a:pt x="55" y="79"/>
                      <a:pt x="54" y="79"/>
                    </a:cubicBezTo>
                    <a:cubicBezTo>
                      <a:pt x="54" y="79"/>
                      <a:pt x="54" y="79"/>
                      <a:pt x="53" y="79"/>
                    </a:cubicBezTo>
                    <a:close/>
                    <a:moveTo>
                      <a:pt x="4" y="6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47" y="7"/>
                      <a:pt x="47" y="7"/>
                      <a:pt x="47" y="7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925"/>
              <p:cNvSpPr>
                <a:spLocks noEditPoints="1"/>
              </p:cNvSpPr>
              <p:nvPr userDrawn="1"/>
            </p:nvSpPr>
            <p:spPr bwMode="auto">
              <a:xfrm>
                <a:off x="2855" y="929"/>
                <a:ext cx="90" cy="51"/>
              </a:xfrm>
              <a:custGeom>
                <a:avLst/>
                <a:gdLst>
                  <a:gd name="T0" fmla="*/ 1 w 73"/>
                  <a:gd name="T1" fmla="*/ 41 h 41"/>
                  <a:gd name="T2" fmla="*/ 0 w 73"/>
                  <a:gd name="T3" fmla="*/ 40 h 41"/>
                  <a:gd name="T4" fmla="*/ 0 w 73"/>
                  <a:gd name="T5" fmla="*/ 38 h 41"/>
                  <a:gd name="T6" fmla="*/ 32 w 73"/>
                  <a:gd name="T7" fmla="*/ 1 h 41"/>
                  <a:gd name="T8" fmla="*/ 34 w 73"/>
                  <a:gd name="T9" fmla="*/ 0 h 41"/>
                  <a:gd name="T10" fmla="*/ 72 w 73"/>
                  <a:gd name="T11" fmla="*/ 22 h 41"/>
                  <a:gd name="T12" fmla="*/ 73 w 73"/>
                  <a:gd name="T13" fmla="*/ 23 h 41"/>
                  <a:gd name="T14" fmla="*/ 72 w 73"/>
                  <a:gd name="T15" fmla="*/ 25 h 41"/>
                  <a:gd name="T16" fmla="*/ 2 w 73"/>
                  <a:gd name="T17" fmla="*/ 41 h 41"/>
                  <a:gd name="T18" fmla="*/ 1 w 73"/>
                  <a:gd name="T19" fmla="*/ 41 h 41"/>
                  <a:gd name="T20" fmla="*/ 34 w 73"/>
                  <a:gd name="T21" fmla="*/ 4 h 41"/>
                  <a:gd name="T22" fmla="*/ 6 w 73"/>
                  <a:gd name="T23" fmla="*/ 37 h 41"/>
                  <a:gd name="T24" fmla="*/ 67 w 73"/>
                  <a:gd name="T25" fmla="*/ 22 h 41"/>
                  <a:gd name="T26" fmla="*/ 34 w 73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1">
                    <a:moveTo>
                      <a:pt x="1" y="41"/>
                    </a:moveTo>
                    <a:cubicBezTo>
                      <a:pt x="1" y="41"/>
                      <a:pt x="0" y="41"/>
                      <a:pt x="0" y="40"/>
                    </a:cubicBezTo>
                    <a:cubicBezTo>
                      <a:pt x="0" y="40"/>
                      <a:pt x="0" y="39"/>
                      <a:pt x="0" y="38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3" y="0"/>
                      <a:pt x="34" y="0"/>
                      <a:pt x="34" y="0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73" y="22"/>
                      <a:pt x="73" y="23"/>
                      <a:pt x="73" y="23"/>
                    </a:cubicBezTo>
                    <a:cubicBezTo>
                      <a:pt x="73" y="24"/>
                      <a:pt x="72" y="25"/>
                      <a:pt x="72" y="25"/>
                    </a:cubicBezTo>
                    <a:cubicBezTo>
                      <a:pt x="2" y="41"/>
                      <a:pt x="2" y="41"/>
                      <a:pt x="2" y="41"/>
                    </a:cubicBezTo>
                    <a:lnTo>
                      <a:pt x="1" y="41"/>
                    </a:lnTo>
                    <a:close/>
                    <a:moveTo>
                      <a:pt x="34" y="4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67" y="22"/>
                      <a:pt x="67" y="22"/>
                      <a:pt x="67" y="22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926"/>
              <p:cNvSpPr>
                <a:spLocks noEditPoints="1"/>
              </p:cNvSpPr>
              <p:nvPr userDrawn="1"/>
            </p:nvSpPr>
            <p:spPr bwMode="auto">
              <a:xfrm>
                <a:off x="2830" y="653"/>
                <a:ext cx="99" cy="134"/>
              </a:xfrm>
              <a:custGeom>
                <a:avLst/>
                <a:gdLst>
                  <a:gd name="T0" fmla="*/ 78 w 80"/>
                  <a:gd name="T1" fmla="*/ 108 h 108"/>
                  <a:gd name="T2" fmla="*/ 78 w 80"/>
                  <a:gd name="T3" fmla="*/ 108 h 108"/>
                  <a:gd name="T4" fmla="*/ 1 w 80"/>
                  <a:gd name="T5" fmla="*/ 89 h 108"/>
                  <a:gd name="T6" fmla="*/ 0 w 80"/>
                  <a:gd name="T7" fmla="*/ 88 h 108"/>
                  <a:gd name="T8" fmla="*/ 0 w 80"/>
                  <a:gd name="T9" fmla="*/ 86 h 108"/>
                  <a:gd name="T10" fmla="*/ 42 w 80"/>
                  <a:gd name="T11" fmla="*/ 1 h 108"/>
                  <a:gd name="T12" fmla="*/ 44 w 80"/>
                  <a:gd name="T13" fmla="*/ 1 h 108"/>
                  <a:gd name="T14" fmla="*/ 45 w 80"/>
                  <a:gd name="T15" fmla="*/ 2 h 108"/>
                  <a:gd name="T16" fmla="*/ 80 w 80"/>
                  <a:gd name="T17" fmla="*/ 106 h 108"/>
                  <a:gd name="T18" fmla="*/ 79 w 80"/>
                  <a:gd name="T19" fmla="*/ 108 h 108"/>
                  <a:gd name="T20" fmla="*/ 78 w 80"/>
                  <a:gd name="T21" fmla="*/ 108 h 108"/>
                  <a:gd name="T22" fmla="*/ 4 w 80"/>
                  <a:gd name="T23" fmla="*/ 86 h 108"/>
                  <a:gd name="T24" fmla="*/ 76 w 80"/>
                  <a:gd name="T25" fmla="*/ 104 h 108"/>
                  <a:gd name="T26" fmla="*/ 43 w 80"/>
                  <a:gd name="T27" fmla="*/ 7 h 108"/>
                  <a:gd name="T28" fmla="*/ 4 w 80"/>
                  <a:gd name="T29" fmla="*/ 8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108">
                    <a:moveTo>
                      <a:pt x="78" y="108"/>
                    </a:moveTo>
                    <a:cubicBezTo>
                      <a:pt x="78" y="108"/>
                      <a:pt x="78" y="108"/>
                      <a:pt x="78" y="108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0" y="89"/>
                      <a:pt x="0" y="88"/>
                      <a:pt x="0" y="88"/>
                    </a:cubicBezTo>
                    <a:cubicBezTo>
                      <a:pt x="0" y="87"/>
                      <a:pt x="0" y="87"/>
                      <a:pt x="0" y="86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2" y="1"/>
                      <a:pt x="43" y="0"/>
                      <a:pt x="44" y="1"/>
                    </a:cubicBezTo>
                    <a:cubicBezTo>
                      <a:pt x="44" y="1"/>
                      <a:pt x="45" y="1"/>
                      <a:pt x="45" y="2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79" y="108"/>
                    </a:cubicBezTo>
                    <a:cubicBezTo>
                      <a:pt x="79" y="108"/>
                      <a:pt x="79" y="108"/>
                      <a:pt x="78" y="108"/>
                    </a:cubicBezTo>
                    <a:close/>
                    <a:moveTo>
                      <a:pt x="4" y="86"/>
                    </a:moveTo>
                    <a:cubicBezTo>
                      <a:pt x="76" y="104"/>
                      <a:pt x="76" y="104"/>
                      <a:pt x="76" y="104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927"/>
              <p:cNvSpPr>
                <a:spLocks noEditPoints="1"/>
              </p:cNvSpPr>
              <p:nvPr userDrawn="1"/>
            </p:nvSpPr>
            <p:spPr bwMode="auto">
              <a:xfrm>
                <a:off x="2782" y="604"/>
                <a:ext cx="104" cy="54"/>
              </a:xfrm>
              <a:custGeom>
                <a:avLst/>
                <a:gdLst>
                  <a:gd name="T0" fmla="*/ 83 w 84"/>
                  <a:gd name="T1" fmla="*/ 44 h 44"/>
                  <a:gd name="T2" fmla="*/ 2 w 84"/>
                  <a:gd name="T3" fmla="*/ 44 h 44"/>
                  <a:gd name="T4" fmla="*/ 0 w 84"/>
                  <a:gd name="T5" fmla="*/ 43 h 44"/>
                  <a:gd name="T6" fmla="*/ 1 w 84"/>
                  <a:gd name="T7" fmla="*/ 41 h 44"/>
                  <a:gd name="T8" fmla="*/ 66 w 84"/>
                  <a:gd name="T9" fmla="*/ 0 h 44"/>
                  <a:gd name="T10" fmla="*/ 68 w 84"/>
                  <a:gd name="T11" fmla="*/ 0 h 44"/>
                  <a:gd name="T12" fmla="*/ 69 w 84"/>
                  <a:gd name="T13" fmla="*/ 1 h 44"/>
                  <a:gd name="T14" fmla="*/ 84 w 84"/>
                  <a:gd name="T15" fmla="*/ 42 h 44"/>
                  <a:gd name="T16" fmla="*/ 84 w 84"/>
                  <a:gd name="T17" fmla="*/ 43 h 44"/>
                  <a:gd name="T18" fmla="*/ 83 w 84"/>
                  <a:gd name="T19" fmla="*/ 44 h 44"/>
                  <a:gd name="T20" fmla="*/ 7 w 84"/>
                  <a:gd name="T21" fmla="*/ 41 h 44"/>
                  <a:gd name="T22" fmla="*/ 80 w 84"/>
                  <a:gd name="T23" fmla="*/ 41 h 44"/>
                  <a:gd name="T24" fmla="*/ 66 w 84"/>
                  <a:gd name="T25" fmla="*/ 4 h 44"/>
                  <a:gd name="T26" fmla="*/ 7 w 84"/>
                  <a:gd name="T27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44">
                    <a:moveTo>
                      <a:pt x="83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3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3"/>
                      <a:pt x="84" y="43"/>
                    </a:cubicBezTo>
                    <a:cubicBezTo>
                      <a:pt x="84" y="44"/>
                      <a:pt x="83" y="44"/>
                      <a:pt x="83" y="44"/>
                    </a:cubicBezTo>
                    <a:close/>
                    <a:moveTo>
                      <a:pt x="7" y="41"/>
                    </a:moveTo>
                    <a:cubicBezTo>
                      <a:pt x="80" y="41"/>
                      <a:pt x="80" y="41"/>
                      <a:pt x="80" y="41"/>
                    </a:cubicBezTo>
                    <a:cubicBezTo>
                      <a:pt x="66" y="4"/>
                      <a:pt x="66" y="4"/>
                      <a:pt x="66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928"/>
              <p:cNvSpPr>
                <a:spLocks noEditPoints="1"/>
              </p:cNvSpPr>
              <p:nvPr userDrawn="1"/>
            </p:nvSpPr>
            <p:spPr bwMode="auto">
              <a:xfrm>
                <a:off x="2830" y="911"/>
                <a:ext cx="68" cy="69"/>
              </a:xfrm>
              <a:custGeom>
                <a:avLst/>
                <a:gdLst>
                  <a:gd name="T0" fmla="*/ 21 w 55"/>
                  <a:gd name="T1" fmla="*/ 56 h 56"/>
                  <a:gd name="T2" fmla="*/ 21 w 55"/>
                  <a:gd name="T3" fmla="*/ 56 h 56"/>
                  <a:gd name="T4" fmla="*/ 20 w 55"/>
                  <a:gd name="T5" fmla="*/ 55 h 56"/>
                  <a:gd name="T6" fmla="*/ 0 w 55"/>
                  <a:gd name="T7" fmla="*/ 2 h 56"/>
                  <a:gd name="T8" fmla="*/ 0 w 55"/>
                  <a:gd name="T9" fmla="*/ 1 h 56"/>
                  <a:gd name="T10" fmla="*/ 2 w 55"/>
                  <a:gd name="T11" fmla="*/ 0 h 56"/>
                  <a:gd name="T12" fmla="*/ 54 w 55"/>
                  <a:gd name="T13" fmla="*/ 15 h 56"/>
                  <a:gd name="T14" fmla="*/ 55 w 55"/>
                  <a:gd name="T15" fmla="*/ 16 h 56"/>
                  <a:gd name="T16" fmla="*/ 55 w 55"/>
                  <a:gd name="T17" fmla="*/ 18 h 56"/>
                  <a:gd name="T18" fmla="*/ 23 w 55"/>
                  <a:gd name="T19" fmla="*/ 56 h 56"/>
                  <a:gd name="T20" fmla="*/ 21 w 55"/>
                  <a:gd name="T21" fmla="*/ 56 h 56"/>
                  <a:gd name="T22" fmla="*/ 4 w 55"/>
                  <a:gd name="T23" fmla="*/ 4 h 56"/>
                  <a:gd name="T24" fmla="*/ 22 w 55"/>
                  <a:gd name="T25" fmla="*/ 51 h 56"/>
                  <a:gd name="T26" fmla="*/ 50 w 55"/>
                  <a:gd name="T27" fmla="*/ 18 h 56"/>
                  <a:gd name="T28" fmla="*/ 4 w 55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56">
                    <a:moveTo>
                      <a:pt x="21" y="56"/>
                    </a:move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6"/>
                      <a:pt x="20" y="56"/>
                      <a:pt x="20" y="5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5" y="16"/>
                      <a:pt x="55" y="16"/>
                    </a:cubicBezTo>
                    <a:cubicBezTo>
                      <a:pt x="55" y="17"/>
                      <a:pt x="55" y="17"/>
                      <a:pt x="55" y="18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6"/>
                      <a:pt x="22" y="56"/>
                      <a:pt x="21" y="56"/>
                    </a:cubicBezTo>
                    <a:close/>
                    <a:moveTo>
                      <a:pt x="4" y="4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50" y="18"/>
                      <a:pt x="50" y="18"/>
                      <a:pt x="50" y="1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929"/>
              <p:cNvSpPr>
                <a:spLocks noEditPoints="1"/>
              </p:cNvSpPr>
              <p:nvPr userDrawn="1"/>
            </p:nvSpPr>
            <p:spPr bwMode="auto">
              <a:xfrm>
                <a:off x="2942" y="916"/>
                <a:ext cx="80" cy="44"/>
              </a:xfrm>
              <a:custGeom>
                <a:avLst/>
                <a:gdLst>
                  <a:gd name="T0" fmla="*/ 1 w 65"/>
                  <a:gd name="T1" fmla="*/ 36 h 36"/>
                  <a:gd name="T2" fmla="*/ 0 w 65"/>
                  <a:gd name="T3" fmla="*/ 35 h 36"/>
                  <a:gd name="T4" fmla="*/ 0 w 65"/>
                  <a:gd name="T5" fmla="*/ 33 h 36"/>
                  <a:gd name="T6" fmla="*/ 21 w 65"/>
                  <a:gd name="T7" fmla="*/ 1 h 36"/>
                  <a:gd name="T8" fmla="*/ 23 w 65"/>
                  <a:gd name="T9" fmla="*/ 1 h 36"/>
                  <a:gd name="T10" fmla="*/ 64 w 65"/>
                  <a:gd name="T11" fmla="*/ 22 h 36"/>
                  <a:gd name="T12" fmla="*/ 65 w 65"/>
                  <a:gd name="T13" fmla="*/ 24 h 36"/>
                  <a:gd name="T14" fmla="*/ 63 w 65"/>
                  <a:gd name="T15" fmla="*/ 25 h 36"/>
                  <a:gd name="T16" fmla="*/ 2 w 65"/>
                  <a:gd name="T17" fmla="*/ 36 h 36"/>
                  <a:gd name="T18" fmla="*/ 1 w 65"/>
                  <a:gd name="T19" fmla="*/ 36 h 36"/>
                  <a:gd name="T20" fmla="*/ 23 w 65"/>
                  <a:gd name="T21" fmla="*/ 4 h 36"/>
                  <a:gd name="T22" fmla="*/ 5 w 65"/>
                  <a:gd name="T23" fmla="*/ 32 h 36"/>
                  <a:gd name="T24" fmla="*/ 58 w 65"/>
                  <a:gd name="T25" fmla="*/ 23 h 36"/>
                  <a:gd name="T26" fmla="*/ 23 w 65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36">
                    <a:moveTo>
                      <a:pt x="1" y="36"/>
                    </a:moveTo>
                    <a:cubicBezTo>
                      <a:pt x="1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0" y="33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5" y="23"/>
                      <a:pt x="65" y="24"/>
                    </a:cubicBezTo>
                    <a:cubicBezTo>
                      <a:pt x="65" y="24"/>
                      <a:pt x="64" y="25"/>
                      <a:pt x="63" y="25"/>
                    </a:cubicBezTo>
                    <a:cubicBezTo>
                      <a:pt x="2" y="36"/>
                      <a:pt x="2" y="36"/>
                      <a:pt x="2" y="36"/>
                    </a:cubicBezTo>
                    <a:lnTo>
                      <a:pt x="1" y="36"/>
                    </a:lnTo>
                    <a:close/>
                    <a:moveTo>
                      <a:pt x="23" y="4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930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21"/>
              </a:xfrm>
              <a:custGeom>
                <a:avLst/>
                <a:gdLst>
                  <a:gd name="T0" fmla="*/ 42 w 85"/>
                  <a:gd name="T1" fmla="*/ 98 h 98"/>
                  <a:gd name="T2" fmla="*/ 41 w 85"/>
                  <a:gd name="T3" fmla="*/ 97 h 98"/>
                  <a:gd name="T4" fmla="*/ 0 w 85"/>
                  <a:gd name="T5" fmla="*/ 2 h 98"/>
                  <a:gd name="T6" fmla="*/ 1 w 85"/>
                  <a:gd name="T7" fmla="*/ 0 h 98"/>
                  <a:gd name="T8" fmla="*/ 3 w 85"/>
                  <a:gd name="T9" fmla="*/ 1 h 98"/>
                  <a:gd name="T10" fmla="*/ 84 w 85"/>
                  <a:gd name="T11" fmla="*/ 86 h 98"/>
                  <a:gd name="T12" fmla="*/ 85 w 85"/>
                  <a:gd name="T13" fmla="*/ 87 h 98"/>
                  <a:gd name="T14" fmla="*/ 83 w 85"/>
                  <a:gd name="T15" fmla="*/ 89 h 98"/>
                  <a:gd name="T16" fmla="*/ 43 w 85"/>
                  <a:gd name="T17" fmla="*/ 98 h 98"/>
                  <a:gd name="T18" fmla="*/ 42 w 85"/>
                  <a:gd name="T19" fmla="*/ 98 h 98"/>
                  <a:gd name="T20" fmla="*/ 7 w 85"/>
                  <a:gd name="T21" fmla="*/ 10 h 98"/>
                  <a:gd name="T22" fmla="*/ 43 w 85"/>
                  <a:gd name="T23" fmla="*/ 94 h 98"/>
                  <a:gd name="T24" fmla="*/ 80 w 85"/>
                  <a:gd name="T25" fmla="*/ 86 h 98"/>
                  <a:gd name="T26" fmla="*/ 7 w 85"/>
                  <a:gd name="T27" fmla="*/ 1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98">
                    <a:moveTo>
                      <a:pt x="42" y="98"/>
                    </a:moveTo>
                    <a:cubicBezTo>
                      <a:pt x="42" y="98"/>
                      <a:pt x="41" y="97"/>
                      <a:pt x="41" y="9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84" y="86"/>
                      <a:pt x="84" y="86"/>
                      <a:pt x="84" y="86"/>
                    </a:cubicBezTo>
                    <a:cubicBezTo>
                      <a:pt x="85" y="86"/>
                      <a:pt x="85" y="87"/>
                      <a:pt x="85" y="87"/>
                    </a:cubicBezTo>
                    <a:cubicBezTo>
                      <a:pt x="84" y="88"/>
                      <a:pt x="84" y="88"/>
                      <a:pt x="83" y="89"/>
                    </a:cubicBezTo>
                    <a:cubicBezTo>
                      <a:pt x="43" y="98"/>
                      <a:pt x="43" y="98"/>
                      <a:pt x="43" y="98"/>
                    </a:cubicBezTo>
                    <a:lnTo>
                      <a:pt x="42" y="98"/>
                    </a:lnTo>
                    <a:close/>
                    <a:moveTo>
                      <a:pt x="7" y="10"/>
                    </a:moveTo>
                    <a:cubicBezTo>
                      <a:pt x="43" y="94"/>
                      <a:pt x="43" y="94"/>
                      <a:pt x="43" y="94"/>
                    </a:cubicBezTo>
                    <a:cubicBezTo>
                      <a:pt x="80" y="86"/>
                      <a:pt x="80" y="86"/>
                      <a:pt x="80" y="86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931"/>
              <p:cNvSpPr>
                <a:spLocks noEditPoints="1"/>
              </p:cNvSpPr>
              <p:nvPr userDrawn="1"/>
            </p:nvSpPr>
            <p:spPr bwMode="auto">
              <a:xfrm>
                <a:off x="3205" y="1120"/>
                <a:ext cx="56" cy="129"/>
              </a:xfrm>
              <a:custGeom>
                <a:avLst/>
                <a:gdLst>
                  <a:gd name="T0" fmla="*/ 19 w 45"/>
                  <a:gd name="T1" fmla="*/ 104 h 104"/>
                  <a:gd name="T2" fmla="*/ 19 w 45"/>
                  <a:gd name="T3" fmla="*/ 104 h 104"/>
                  <a:gd name="T4" fmla="*/ 17 w 45"/>
                  <a:gd name="T5" fmla="*/ 102 h 104"/>
                  <a:gd name="T6" fmla="*/ 1 w 45"/>
                  <a:gd name="T7" fmla="*/ 11 h 104"/>
                  <a:gd name="T8" fmla="*/ 2 w 45"/>
                  <a:gd name="T9" fmla="*/ 9 h 104"/>
                  <a:gd name="T10" fmla="*/ 43 w 45"/>
                  <a:gd name="T11" fmla="*/ 0 h 104"/>
                  <a:gd name="T12" fmla="*/ 44 w 45"/>
                  <a:gd name="T13" fmla="*/ 1 h 104"/>
                  <a:gd name="T14" fmla="*/ 45 w 45"/>
                  <a:gd name="T15" fmla="*/ 2 h 104"/>
                  <a:gd name="T16" fmla="*/ 21 w 45"/>
                  <a:gd name="T17" fmla="*/ 102 h 104"/>
                  <a:gd name="T18" fmla="*/ 19 w 45"/>
                  <a:gd name="T19" fmla="*/ 104 h 104"/>
                  <a:gd name="T20" fmla="*/ 4 w 45"/>
                  <a:gd name="T21" fmla="*/ 12 h 104"/>
                  <a:gd name="T22" fmla="*/ 19 w 45"/>
                  <a:gd name="T23" fmla="*/ 94 h 104"/>
                  <a:gd name="T24" fmla="*/ 41 w 45"/>
                  <a:gd name="T25" fmla="*/ 4 h 104"/>
                  <a:gd name="T26" fmla="*/ 4 w 45"/>
                  <a:gd name="T2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104">
                    <a:moveTo>
                      <a:pt x="19" y="104"/>
                    </a:moveTo>
                    <a:cubicBezTo>
                      <a:pt x="19" y="104"/>
                      <a:pt x="19" y="104"/>
                      <a:pt x="19" y="104"/>
                    </a:cubicBezTo>
                    <a:cubicBezTo>
                      <a:pt x="18" y="104"/>
                      <a:pt x="17" y="103"/>
                      <a:pt x="17" y="10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0"/>
                      <a:pt x="1" y="10"/>
                      <a:pt x="2" y="9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45" y="1"/>
                      <a:pt x="45" y="2"/>
                      <a:pt x="45" y="2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20" y="103"/>
                      <a:pt x="20" y="104"/>
                      <a:pt x="19" y="104"/>
                    </a:cubicBezTo>
                    <a:close/>
                    <a:moveTo>
                      <a:pt x="4" y="12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41" y="4"/>
                      <a:pt x="41" y="4"/>
                      <a:pt x="4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932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77"/>
              </a:xfrm>
              <a:custGeom>
                <a:avLst/>
                <a:gdLst>
                  <a:gd name="T0" fmla="*/ 114 w 115"/>
                  <a:gd name="T1" fmla="*/ 62 h 62"/>
                  <a:gd name="T2" fmla="*/ 113 w 115"/>
                  <a:gd name="T3" fmla="*/ 61 h 62"/>
                  <a:gd name="T4" fmla="*/ 1 w 115"/>
                  <a:gd name="T5" fmla="*/ 3 h 62"/>
                  <a:gd name="T6" fmla="*/ 0 w 115"/>
                  <a:gd name="T7" fmla="*/ 1 h 62"/>
                  <a:gd name="T8" fmla="*/ 2 w 115"/>
                  <a:gd name="T9" fmla="*/ 0 h 62"/>
                  <a:gd name="T10" fmla="*/ 114 w 115"/>
                  <a:gd name="T11" fmla="*/ 26 h 62"/>
                  <a:gd name="T12" fmla="*/ 115 w 115"/>
                  <a:gd name="T13" fmla="*/ 28 h 62"/>
                  <a:gd name="T14" fmla="*/ 115 w 115"/>
                  <a:gd name="T15" fmla="*/ 60 h 62"/>
                  <a:gd name="T16" fmla="*/ 114 w 115"/>
                  <a:gd name="T17" fmla="*/ 61 h 62"/>
                  <a:gd name="T18" fmla="*/ 114 w 115"/>
                  <a:gd name="T19" fmla="*/ 62 h 62"/>
                  <a:gd name="T20" fmla="*/ 15 w 115"/>
                  <a:gd name="T21" fmla="*/ 6 h 62"/>
                  <a:gd name="T22" fmla="*/ 112 w 115"/>
                  <a:gd name="T23" fmla="*/ 57 h 62"/>
                  <a:gd name="T24" fmla="*/ 112 w 115"/>
                  <a:gd name="T25" fmla="*/ 29 h 62"/>
                  <a:gd name="T26" fmla="*/ 15 w 115"/>
                  <a:gd name="T27" fmla="*/ 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2">
                    <a:moveTo>
                      <a:pt x="114" y="62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5" y="26"/>
                      <a:pt x="115" y="27"/>
                      <a:pt x="115" y="28"/>
                    </a:cubicBezTo>
                    <a:cubicBezTo>
                      <a:pt x="115" y="60"/>
                      <a:pt x="115" y="60"/>
                      <a:pt x="115" y="60"/>
                    </a:cubicBezTo>
                    <a:cubicBezTo>
                      <a:pt x="115" y="60"/>
                      <a:pt x="115" y="61"/>
                      <a:pt x="114" y="61"/>
                    </a:cubicBezTo>
                    <a:lnTo>
                      <a:pt x="114" y="62"/>
                    </a:lnTo>
                    <a:close/>
                    <a:moveTo>
                      <a:pt x="15" y="6"/>
                    </a:move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29"/>
                      <a:pt x="112" y="29"/>
                      <a:pt x="112" y="29"/>
                    </a:cubicBezTo>
                    <a:lnTo>
                      <a:pt x="15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933"/>
              <p:cNvSpPr>
                <a:spLocks noEditPoints="1"/>
              </p:cNvSpPr>
              <p:nvPr userDrawn="1"/>
            </p:nvSpPr>
            <p:spPr bwMode="auto">
              <a:xfrm>
                <a:off x="3219" y="1244"/>
                <a:ext cx="35" cy="111"/>
              </a:xfrm>
              <a:custGeom>
                <a:avLst/>
                <a:gdLst>
                  <a:gd name="T0" fmla="*/ 26 w 28"/>
                  <a:gd name="T1" fmla="*/ 90 h 90"/>
                  <a:gd name="T2" fmla="*/ 26 w 28"/>
                  <a:gd name="T3" fmla="*/ 90 h 90"/>
                  <a:gd name="T4" fmla="*/ 1 w 28"/>
                  <a:gd name="T5" fmla="*/ 74 h 90"/>
                  <a:gd name="T6" fmla="*/ 0 w 28"/>
                  <a:gd name="T7" fmla="*/ 73 h 90"/>
                  <a:gd name="T8" fmla="*/ 6 w 28"/>
                  <a:gd name="T9" fmla="*/ 2 h 90"/>
                  <a:gd name="T10" fmla="*/ 8 w 28"/>
                  <a:gd name="T11" fmla="*/ 0 h 90"/>
                  <a:gd name="T12" fmla="*/ 10 w 28"/>
                  <a:gd name="T13" fmla="*/ 2 h 90"/>
                  <a:gd name="T14" fmla="*/ 28 w 28"/>
                  <a:gd name="T15" fmla="*/ 88 h 90"/>
                  <a:gd name="T16" fmla="*/ 27 w 28"/>
                  <a:gd name="T17" fmla="*/ 90 h 90"/>
                  <a:gd name="T18" fmla="*/ 26 w 28"/>
                  <a:gd name="T19" fmla="*/ 90 h 90"/>
                  <a:gd name="T20" fmla="*/ 4 w 28"/>
                  <a:gd name="T21" fmla="*/ 72 h 90"/>
                  <a:gd name="T22" fmla="*/ 24 w 28"/>
                  <a:gd name="T23" fmla="*/ 85 h 90"/>
                  <a:gd name="T24" fmla="*/ 9 w 28"/>
                  <a:gd name="T25" fmla="*/ 13 h 90"/>
                  <a:gd name="T26" fmla="*/ 4 w 28"/>
                  <a:gd name="T27" fmla="*/ 7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90">
                    <a:moveTo>
                      <a:pt x="26" y="90"/>
                    </a:moveTo>
                    <a:cubicBezTo>
                      <a:pt x="26" y="90"/>
                      <a:pt x="26" y="90"/>
                      <a:pt x="26" y="90"/>
                    </a:cubicBezTo>
                    <a:cubicBezTo>
                      <a:pt x="1" y="74"/>
                      <a:pt x="1" y="74"/>
                      <a:pt x="1" y="74"/>
                    </a:cubicBezTo>
                    <a:cubicBezTo>
                      <a:pt x="0" y="74"/>
                      <a:pt x="0" y="73"/>
                      <a:pt x="0" y="7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7" y="0"/>
                      <a:pt x="8" y="0"/>
                    </a:cubicBezTo>
                    <a:cubicBezTo>
                      <a:pt x="9" y="0"/>
                      <a:pt x="9" y="1"/>
                      <a:pt x="10" y="2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89"/>
                      <a:pt x="28" y="89"/>
                      <a:pt x="27" y="90"/>
                    </a:cubicBezTo>
                    <a:lnTo>
                      <a:pt x="26" y="90"/>
                    </a:lnTo>
                    <a:close/>
                    <a:moveTo>
                      <a:pt x="4" y="72"/>
                    </a:moveTo>
                    <a:cubicBezTo>
                      <a:pt x="24" y="85"/>
                      <a:pt x="24" y="85"/>
                      <a:pt x="24" y="85"/>
                    </a:cubicBezTo>
                    <a:cubicBezTo>
                      <a:pt x="9" y="13"/>
                      <a:pt x="9" y="13"/>
                      <a:pt x="9" y="13"/>
                    </a:cubicBez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934"/>
              <p:cNvSpPr>
                <a:spLocks noEditPoints="1"/>
              </p:cNvSpPr>
              <p:nvPr userDrawn="1"/>
            </p:nvSpPr>
            <p:spPr bwMode="auto">
              <a:xfrm>
                <a:off x="3187" y="1332"/>
                <a:ext cx="67" cy="64"/>
              </a:xfrm>
              <a:custGeom>
                <a:avLst/>
                <a:gdLst>
                  <a:gd name="T0" fmla="*/ 2 w 54"/>
                  <a:gd name="T1" fmla="*/ 52 h 52"/>
                  <a:gd name="T2" fmla="*/ 1 w 54"/>
                  <a:gd name="T3" fmla="*/ 51 h 52"/>
                  <a:gd name="T4" fmla="*/ 1 w 54"/>
                  <a:gd name="T5" fmla="*/ 49 h 52"/>
                  <a:gd name="T6" fmla="*/ 26 w 54"/>
                  <a:gd name="T7" fmla="*/ 1 h 52"/>
                  <a:gd name="T8" fmla="*/ 27 w 54"/>
                  <a:gd name="T9" fmla="*/ 0 h 52"/>
                  <a:gd name="T10" fmla="*/ 29 w 54"/>
                  <a:gd name="T11" fmla="*/ 0 h 52"/>
                  <a:gd name="T12" fmla="*/ 53 w 54"/>
                  <a:gd name="T13" fmla="*/ 16 h 52"/>
                  <a:gd name="T14" fmla="*/ 54 w 54"/>
                  <a:gd name="T15" fmla="*/ 17 h 52"/>
                  <a:gd name="T16" fmla="*/ 53 w 54"/>
                  <a:gd name="T17" fmla="*/ 19 h 52"/>
                  <a:gd name="T18" fmla="*/ 3 w 54"/>
                  <a:gd name="T19" fmla="*/ 52 h 52"/>
                  <a:gd name="T20" fmla="*/ 2 w 54"/>
                  <a:gd name="T21" fmla="*/ 52 h 52"/>
                  <a:gd name="T22" fmla="*/ 29 w 54"/>
                  <a:gd name="T23" fmla="*/ 4 h 52"/>
                  <a:gd name="T24" fmla="*/ 7 w 54"/>
                  <a:gd name="T25" fmla="*/ 45 h 52"/>
                  <a:gd name="T26" fmla="*/ 49 w 54"/>
                  <a:gd name="T27" fmla="*/ 18 h 52"/>
                  <a:gd name="T28" fmla="*/ 29 w 54"/>
                  <a:gd name="T29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52">
                    <a:moveTo>
                      <a:pt x="2" y="52"/>
                    </a:moveTo>
                    <a:cubicBezTo>
                      <a:pt x="2" y="52"/>
                      <a:pt x="1" y="52"/>
                      <a:pt x="1" y="51"/>
                    </a:cubicBezTo>
                    <a:cubicBezTo>
                      <a:pt x="1" y="51"/>
                      <a:pt x="0" y="50"/>
                      <a:pt x="1" y="49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1"/>
                      <a:pt x="27" y="0"/>
                      <a:pt x="27" y="0"/>
                    </a:cubicBezTo>
                    <a:cubicBezTo>
                      <a:pt x="28" y="0"/>
                      <a:pt x="28" y="0"/>
                      <a:pt x="29" y="0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4" y="18"/>
                      <a:pt x="54" y="19"/>
                      <a:pt x="53" y="19"/>
                    </a:cubicBezTo>
                    <a:cubicBezTo>
                      <a:pt x="3" y="52"/>
                      <a:pt x="3" y="52"/>
                      <a:pt x="3" y="52"/>
                    </a:cubicBezTo>
                    <a:lnTo>
                      <a:pt x="2" y="52"/>
                    </a:lnTo>
                    <a:close/>
                    <a:moveTo>
                      <a:pt x="29" y="4"/>
                    </a:moveTo>
                    <a:cubicBezTo>
                      <a:pt x="7" y="45"/>
                      <a:pt x="7" y="45"/>
                      <a:pt x="7" y="45"/>
                    </a:cubicBezTo>
                    <a:cubicBezTo>
                      <a:pt x="49" y="18"/>
                      <a:pt x="49" y="18"/>
                      <a:pt x="49" y="18"/>
                    </a:cubicBezTo>
                    <a:lnTo>
                      <a:pt x="2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935"/>
              <p:cNvSpPr>
                <a:spLocks noEditPoints="1"/>
              </p:cNvSpPr>
              <p:nvPr userDrawn="1"/>
            </p:nvSpPr>
            <p:spPr bwMode="auto">
              <a:xfrm>
                <a:off x="3168" y="1131"/>
                <a:ext cx="63" cy="118"/>
              </a:xfrm>
              <a:custGeom>
                <a:avLst/>
                <a:gdLst>
                  <a:gd name="T0" fmla="*/ 49 w 51"/>
                  <a:gd name="T1" fmla="*/ 95 h 95"/>
                  <a:gd name="T2" fmla="*/ 48 w 51"/>
                  <a:gd name="T3" fmla="*/ 95 h 95"/>
                  <a:gd name="T4" fmla="*/ 1 w 51"/>
                  <a:gd name="T5" fmla="*/ 81 h 95"/>
                  <a:gd name="T6" fmla="*/ 0 w 51"/>
                  <a:gd name="T7" fmla="*/ 80 h 95"/>
                  <a:gd name="T8" fmla="*/ 0 w 51"/>
                  <a:gd name="T9" fmla="*/ 79 h 95"/>
                  <a:gd name="T10" fmla="*/ 31 w 51"/>
                  <a:gd name="T11" fmla="*/ 1 h 95"/>
                  <a:gd name="T12" fmla="*/ 32 w 51"/>
                  <a:gd name="T13" fmla="*/ 0 h 95"/>
                  <a:gd name="T14" fmla="*/ 34 w 51"/>
                  <a:gd name="T15" fmla="*/ 2 h 95"/>
                  <a:gd name="T16" fmla="*/ 51 w 51"/>
                  <a:gd name="T17" fmla="*/ 93 h 95"/>
                  <a:gd name="T18" fmla="*/ 50 w 51"/>
                  <a:gd name="T19" fmla="*/ 94 h 95"/>
                  <a:gd name="T20" fmla="*/ 49 w 51"/>
                  <a:gd name="T21" fmla="*/ 95 h 95"/>
                  <a:gd name="T22" fmla="*/ 4 w 51"/>
                  <a:gd name="T23" fmla="*/ 78 h 95"/>
                  <a:gd name="T24" fmla="*/ 47 w 51"/>
                  <a:gd name="T25" fmla="*/ 91 h 95"/>
                  <a:gd name="T26" fmla="*/ 32 w 51"/>
                  <a:gd name="T27" fmla="*/ 8 h 95"/>
                  <a:gd name="T28" fmla="*/ 4 w 51"/>
                  <a:gd name="T29" fmla="*/ 7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95">
                    <a:moveTo>
                      <a:pt x="49" y="95"/>
                    </a:moveTo>
                    <a:cubicBezTo>
                      <a:pt x="48" y="95"/>
                      <a:pt x="48" y="95"/>
                      <a:pt x="48" y="95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0" y="81"/>
                      <a:pt x="0" y="80"/>
                    </a:cubicBezTo>
                    <a:cubicBezTo>
                      <a:pt x="0" y="80"/>
                      <a:pt x="0" y="79"/>
                      <a:pt x="0" y="7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2" y="0"/>
                    </a:cubicBezTo>
                    <a:cubicBezTo>
                      <a:pt x="33" y="0"/>
                      <a:pt x="34" y="1"/>
                      <a:pt x="34" y="2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51" y="93"/>
                      <a:pt x="50" y="94"/>
                      <a:pt x="50" y="94"/>
                    </a:cubicBezTo>
                    <a:cubicBezTo>
                      <a:pt x="50" y="94"/>
                      <a:pt x="49" y="95"/>
                      <a:pt x="49" y="95"/>
                    </a:cubicBezTo>
                    <a:close/>
                    <a:moveTo>
                      <a:pt x="4" y="78"/>
                    </a:moveTo>
                    <a:cubicBezTo>
                      <a:pt x="47" y="91"/>
                      <a:pt x="47" y="91"/>
                      <a:pt x="47" y="91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4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936"/>
              <p:cNvSpPr>
                <a:spLocks noEditPoints="1"/>
              </p:cNvSpPr>
              <p:nvPr userDrawn="1"/>
            </p:nvSpPr>
            <p:spPr bwMode="auto">
              <a:xfrm>
                <a:off x="3130" y="1228"/>
                <a:ext cx="94" cy="118"/>
              </a:xfrm>
              <a:custGeom>
                <a:avLst/>
                <a:gdLst>
                  <a:gd name="T0" fmla="*/ 2 w 76"/>
                  <a:gd name="T1" fmla="*/ 96 h 96"/>
                  <a:gd name="T2" fmla="*/ 1 w 76"/>
                  <a:gd name="T3" fmla="*/ 96 h 96"/>
                  <a:gd name="T4" fmla="*/ 1 w 76"/>
                  <a:gd name="T5" fmla="*/ 94 h 96"/>
                  <a:gd name="T6" fmla="*/ 31 w 76"/>
                  <a:gd name="T7" fmla="*/ 1 h 96"/>
                  <a:gd name="T8" fmla="*/ 33 w 76"/>
                  <a:gd name="T9" fmla="*/ 0 h 96"/>
                  <a:gd name="T10" fmla="*/ 34 w 76"/>
                  <a:gd name="T11" fmla="*/ 1 h 96"/>
                  <a:gd name="T12" fmla="*/ 75 w 76"/>
                  <a:gd name="T13" fmla="*/ 85 h 96"/>
                  <a:gd name="T14" fmla="*/ 75 w 76"/>
                  <a:gd name="T15" fmla="*/ 87 h 96"/>
                  <a:gd name="T16" fmla="*/ 74 w 76"/>
                  <a:gd name="T17" fmla="*/ 87 h 96"/>
                  <a:gd name="T18" fmla="*/ 2 w 76"/>
                  <a:gd name="T19" fmla="*/ 96 h 96"/>
                  <a:gd name="T20" fmla="*/ 33 w 76"/>
                  <a:gd name="T21" fmla="*/ 6 h 96"/>
                  <a:gd name="T22" fmla="*/ 5 w 76"/>
                  <a:gd name="T23" fmla="*/ 93 h 96"/>
                  <a:gd name="T24" fmla="*/ 71 w 76"/>
                  <a:gd name="T25" fmla="*/ 84 h 96"/>
                  <a:gd name="T26" fmla="*/ 33 w 76"/>
                  <a:gd name="T27" fmla="*/ 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96">
                    <a:moveTo>
                      <a:pt x="2" y="96"/>
                    </a:moveTo>
                    <a:cubicBezTo>
                      <a:pt x="2" y="96"/>
                      <a:pt x="1" y="96"/>
                      <a:pt x="1" y="96"/>
                    </a:cubicBezTo>
                    <a:cubicBezTo>
                      <a:pt x="0" y="95"/>
                      <a:pt x="0" y="95"/>
                      <a:pt x="1" y="94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3" y="0"/>
                      <a:pt x="34" y="0"/>
                      <a:pt x="34" y="1"/>
                    </a:cubicBezTo>
                    <a:cubicBezTo>
                      <a:pt x="75" y="85"/>
                      <a:pt x="75" y="85"/>
                      <a:pt x="75" y="85"/>
                    </a:cubicBezTo>
                    <a:cubicBezTo>
                      <a:pt x="76" y="85"/>
                      <a:pt x="76" y="86"/>
                      <a:pt x="75" y="87"/>
                    </a:cubicBezTo>
                    <a:cubicBezTo>
                      <a:pt x="75" y="87"/>
                      <a:pt x="75" y="87"/>
                      <a:pt x="74" y="87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33" y="6"/>
                    </a:moveTo>
                    <a:cubicBezTo>
                      <a:pt x="5" y="93"/>
                      <a:pt x="5" y="93"/>
                      <a:pt x="5" y="93"/>
                    </a:cubicBezTo>
                    <a:cubicBezTo>
                      <a:pt x="71" y="84"/>
                      <a:pt x="71" y="84"/>
                      <a:pt x="71" y="84"/>
                    </a:cubicBez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937"/>
              <p:cNvSpPr>
                <a:spLocks noEditPoints="1"/>
              </p:cNvSpPr>
              <p:nvPr userDrawn="1"/>
            </p:nvSpPr>
            <p:spPr bwMode="auto">
              <a:xfrm>
                <a:off x="3099" y="1015"/>
                <a:ext cx="109" cy="127"/>
              </a:xfrm>
              <a:custGeom>
                <a:avLst/>
                <a:gdLst>
                  <a:gd name="T0" fmla="*/ 86 w 88"/>
                  <a:gd name="T1" fmla="*/ 103 h 103"/>
                  <a:gd name="T2" fmla="*/ 85 w 88"/>
                  <a:gd name="T3" fmla="*/ 102 h 103"/>
                  <a:gd name="T4" fmla="*/ 1 w 88"/>
                  <a:gd name="T5" fmla="*/ 36 h 103"/>
                  <a:gd name="T6" fmla="*/ 0 w 88"/>
                  <a:gd name="T7" fmla="*/ 34 h 103"/>
                  <a:gd name="T8" fmla="*/ 1 w 88"/>
                  <a:gd name="T9" fmla="*/ 33 h 103"/>
                  <a:gd name="T10" fmla="*/ 47 w 88"/>
                  <a:gd name="T11" fmla="*/ 0 h 103"/>
                  <a:gd name="T12" fmla="*/ 48 w 88"/>
                  <a:gd name="T13" fmla="*/ 0 h 103"/>
                  <a:gd name="T14" fmla="*/ 49 w 88"/>
                  <a:gd name="T15" fmla="*/ 1 h 103"/>
                  <a:gd name="T16" fmla="*/ 88 w 88"/>
                  <a:gd name="T17" fmla="*/ 101 h 103"/>
                  <a:gd name="T18" fmla="*/ 87 w 88"/>
                  <a:gd name="T19" fmla="*/ 103 h 103"/>
                  <a:gd name="T20" fmla="*/ 86 w 88"/>
                  <a:gd name="T21" fmla="*/ 103 h 103"/>
                  <a:gd name="T22" fmla="*/ 4 w 88"/>
                  <a:gd name="T23" fmla="*/ 34 h 103"/>
                  <a:gd name="T24" fmla="*/ 82 w 88"/>
                  <a:gd name="T25" fmla="*/ 96 h 103"/>
                  <a:gd name="T26" fmla="*/ 47 w 88"/>
                  <a:gd name="T27" fmla="*/ 4 h 103"/>
                  <a:gd name="T28" fmla="*/ 4 w 88"/>
                  <a:gd name="T29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103">
                    <a:moveTo>
                      <a:pt x="86" y="103"/>
                    </a:moveTo>
                    <a:cubicBezTo>
                      <a:pt x="86" y="103"/>
                      <a:pt x="86" y="103"/>
                      <a:pt x="85" y="102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0" y="35"/>
                      <a:pt x="0" y="35"/>
                      <a:pt x="0" y="34"/>
                    </a:cubicBezTo>
                    <a:cubicBezTo>
                      <a:pt x="0" y="34"/>
                      <a:pt x="0" y="33"/>
                      <a:pt x="1" y="33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8" y="0"/>
                      <a:pt x="48" y="0"/>
                    </a:cubicBezTo>
                    <a:cubicBezTo>
                      <a:pt x="49" y="0"/>
                      <a:pt x="49" y="1"/>
                      <a:pt x="49" y="1"/>
                    </a:cubicBezTo>
                    <a:cubicBezTo>
                      <a:pt x="88" y="101"/>
                      <a:pt x="88" y="101"/>
                      <a:pt x="88" y="101"/>
                    </a:cubicBezTo>
                    <a:cubicBezTo>
                      <a:pt x="88" y="101"/>
                      <a:pt x="88" y="102"/>
                      <a:pt x="87" y="103"/>
                    </a:cubicBezTo>
                    <a:lnTo>
                      <a:pt x="86" y="103"/>
                    </a:lnTo>
                    <a:close/>
                    <a:moveTo>
                      <a:pt x="4" y="34"/>
                    </a:moveTo>
                    <a:cubicBezTo>
                      <a:pt x="82" y="96"/>
                      <a:pt x="82" y="96"/>
                      <a:pt x="82" y="96"/>
                    </a:cubicBezTo>
                    <a:cubicBezTo>
                      <a:pt x="47" y="4"/>
                      <a:pt x="47" y="4"/>
                      <a:pt x="47" y="4"/>
                    </a:cubicBezTo>
                    <a:lnTo>
                      <a:pt x="4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938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116"/>
              </a:xfrm>
              <a:custGeom>
                <a:avLst/>
                <a:gdLst>
                  <a:gd name="T0" fmla="*/ 68 w 115"/>
                  <a:gd name="T1" fmla="*/ 94 h 94"/>
                  <a:gd name="T2" fmla="*/ 66 w 115"/>
                  <a:gd name="T3" fmla="*/ 93 h 94"/>
                  <a:gd name="T4" fmla="*/ 1 w 115"/>
                  <a:gd name="T5" fmla="*/ 2 h 94"/>
                  <a:gd name="T6" fmla="*/ 1 w 115"/>
                  <a:gd name="T7" fmla="*/ 0 h 94"/>
                  <a:gd name="T8" fmla="*/ 3 w 115"/>
                  <a:gd name="T9" fmla="*/ 0 h 94"/>
                  <a:gd name="T10" fmla="*/ 114 w 115"/>
                  <a:gd name="T11" fmla="*/ 58 h 94"/>
                  <a:gd name="T12" fmla="*/ 115 w 115"/>
                  <a:gd name="T13" fmla="*/ 60 h 94"/>
                  <a:gd name="T14" fmla="*/ 115 w 115"/>
                  <a:gd name="T15" fmla="*/ 61 h 94"/>
                  <a:gd name="T16" fmla="*/ 69 w 115"/>
                  <a:gd name="T17" fmla="*/ 94 h 94"/>
                  <a:gd name="T18" fmla="*/ 68 w 115"/>
                  <a:gd name="T19" fmla="*/ 94 h 94"/>
                  <a:gd name="T20" fmla="*/ 8 w 115"/>
                  <a:gd name="T21" fmla="*/ 6 h 94"/>
                  <a:gd name="T22" fmla="*/ 68 w 115"/>
                  <a:gd name="T23" fmla="*/ 90 h 94"/>
                  <a:gd name="T24" fmla="*/ 110 w 115"/>
                  <a:gd name="T25" fmla="*/ 60 h 94"/>
                  <a:gd name="T26" fmla="*/ 8 w 115"/>
                  <a:gd name="T27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94">
                    <a:moveTo>
                      <a:pt x="68" y="94"/>
                    </a:moveTo>
                    <a:cubicBezTo>
                      <a:pt x="67" y="94"/>
                      <a:pt x="67" y="94"/>
                      <a:pt x="66" y="9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5" y="59"/>
                      <a:pt x="115" y="59"/>
                      <a:pt x="115" y="60"/>
                    </a:cubicBezTo>
                    <a:cubicBezTo>
                      <a:pt x="115" y="60"/>
                      <a:pt x="115" y="61"/>
                      <a:pt x="115" y="61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68" y="94"/>
                    </a:lnTo>
                    <a:close/>
                    <a:moveTo>
                      <a:pt x="8" y="6"/>
                    </a:moveTo>
                    <a:cubicBezTo>
                      <a:pt x="68" y="90"/>
                      <a:pt x="68" y="90"/>
                      <a:pt x="68" y="90"/>
                    </a:cubicBezTo>
                    <a:cubicBezTo>
                      <a:pt x="110" y="60"/>
                      <a:pt x="110" y="60"/>
                      <a:pt x="110" y="60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Freeform 939"/>
              <p:cNvSpPr>
                <a:spLocks noEditPoints="1"/>
              </p:cNvSpPr>
              <p:nvPr userDrawn="1"/>
            </p:nvSpPr>
            <p:spPr bwMode="auto">
              <a:xfrm>
                <a:off x="2519" y="1453"/>
                <a:ext cx="173" cy="33"/>
              </a:xfrm>
              <a:custGeom>
                <a:avLst/>
                <a:gdLst>
                  <a:gd name="T0" fmla="*/ 139 w 140"/>
                  <a:gd name="T1" fmla="*/ 27 h 27"/>
                  <a:gd name="T2" fmla="*/ 2 w 140"/>
                  <a:gd name="T3" fmla="*/ 27 h 27"/>
                  <a:gd name="T4" fmla="*/ 0 w 140"/>
                  <a:gd name="T5" fmla="*/ 26 h 27"/>
                  <a:gd name="T6" fmla="*/ 1 w 140"/>
                  <a:gd name="T7" fmla="*/ 25 h 27"/>
                  <a:gd name="T8" fmla="*/ 25 w 140"/>
                  <a:gd name="T9" fmla="*/ 0 h 27"/>
                  <a:gd name="T10" fmla="*/ 27 w 140"/>
                  <a:gd name="T11" fmla="*/ 0 h 27"/>
                  <a:gd name="T12" fmla="*/ 139 w 140"/>
                  <a:gd name="T13" fmla="*/ 24 h 27"/>
                  <a:gd name="T14" fmla="*/ 140 w 140"/>
                  <a:gd name="T15" fmla="*/ 26 h 27"/>
                  <a:gd name="T16" fmla="*/ 139 w 140"/>
                  <a:gd name="T17" fmla="*/ 27 h 27"/>
                  <a:gd name="T18" fmla="*/ 6 w 140"/>
                  <a:gd name="T19" fmla="*/ 24 h 27"/>
                  <a:gd name="T20" fmla="*/ 123 w 140"/>
                  <a:gd name="T21" fmla="*/ 24 h 27"/>
                  <a:gd name="T22" fmla="*/ 27 w 140"/>
                  <a:gd name="T23" fmla="*/ 3 h 27"/>
                  <a:gd name="T24" fmla="*/ 6 w 14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0" h="27">
                    <a:moveTo>
                      <a:pt x="139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139" y="24"/>
                      <a:pt x="139" y="24"/>
                      <a:pt x="139" y="24"/>
                    </a:cubicBezTo>
                    <a:cubicBezTo>
                      <a:pt x="140" y="24"/>
                      <a:pt x="140" y="25"/>
                      <a:pt x="140" y="26"/>
                    </a:cubicBezTo>
                    <a:cubicBezTo>
                      <a:pt x="140" y="27"/>
                      <a:pt x="140" y="27"/>
                      <a:pt x="139" y="27"/>
                    </a:cubicBezTo>
                    <a:close/>
                    <a:moveTo>
                      <a:pt x="6" y="24"/>
                    </a:moveTo>
                    <a:cubicBezTo>
                      <a:pt x="123" y="24"/>
                      <a:pt x="123" y="24"/>
                      <a:pt x="123" y="24"/>
                    </a:cubicBezTo>
                    <a:cubicBezTo>
                      <a:pt x="27" y="3"/>
                      <a:pt x="27" y="3"/>
                      <a:pt x="27" y="3"/>
                    </a:cubicBezTo>
                    <a:lnTo>
                      <a:pt x="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940"/>
              <p:cNvSpPr>
                <a:spLocks noEditPoints="1"/>
              </p:cNvSpPr>
              <p:nvPr userDrawn="1"/>
            </p:nvSpPr>
            <p:spPr bwMode="auto">
              <a:xfrm>
                <a:off x="2351" y="1453"/>
                <a:ext cx="202" cy="33"/>
              </a:xfrm>
              <a:custGeom>
                <a:avLst/>
                <a:gdLst>
                  <a:gd name="T0" fmla="*/ 137 w 163"/>
                  <a:gd name="T1" fmla="*/ 27 h 27"/>
                  <a:gd name="T2" fmla="*/ 2 w 163"/>
                  <a:gd name="T3" fmla="*/ 27 h 27"/>
                  <a:gd name="T4" fmla="*/ 1 w 163"/>
                  <a:gd name="T5" fmla="*/ 26 h 27"/>
                  <a:gd name="T6" fmla="*/ 2 w 163"/>
                  <a:gd name="T7" fmla="*/ 24 h 27"/>
                  <a:gd name="T8" fmla="*/ 161 w 163"/>
                  <a:gd name="T9" fmla="*/ 0 h 27"/>
                  <a:gd name="T10" fmla="*/ 163 w 163"/>
                  <a:gd name="T11" fmla="*/ 1 h 27"/>
                  <a:gd name="T12" fmla="*/ 163 w 163"/>
                  <a:gd name="T13" fmla="*/ 3 h 27"/>
                  <a:gd name="T14" fmla="*/ 138 w 163"/>
                  <a:gd name="T15" fmla="*/ 27 h 27"/>
                  <a:gd name="T16" fmla="*/ 137 w 163"/>
                  <a:gd name="T17" fmla="*/ 27 h 27"/>
                  <a:gd name="T18" fmla="*/ 25 w 163"/>
                  <a:gd name="T19" fmla="*/ 24 h 27"/>
                  <a:gd name="T20" fmla="*/ 136 w 163"/>
                  <a:gd name="T21" fmla="*/ 24 h 27"/>
                  <a:gd name="T22" fmla="*/ 157 w 163"/>
                  <a:gd name="T23" fmla="*/ 4 h 27"/>
                  <a:gd name="T24" fmla="*/ 25 w 163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27">
                    <a:moveTo>
                      <a:pt x="137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0" y="25"/>
                      <a:pt x="1" y="24"/>
                      <a:pt x="2" y="24"/>
                    </a:cubicBezTo>
                    <a:cubicBezTo>
                      <a:pt x="161" y="0"/>
                      <a:pt x="161" y="0"/>
                      <a:pt x="161" y="0"/>
                    </a:cubicBezTo>
                    <a:cubicBezTo>
                      <a:pt x="162" y="0"/>
                      <a:pt x="163" y="0"/>
                      <a:pt x="163" y="1"/>
                    </a:cubicBezTo>
                    <a:cubicBezTo>
                      <a:pt x="163" y="2"/>
                      <a:pt x="163" y="2"/>
                      <a:pt x="163" y="3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38" y="27"/>
                      <a:pt x="137" y="27"/>
                      <a:pt x="137" y="27"/>
                    </a:cubicBezTo>
                    <a:close/>
                    <a:moveTo>
                      <a:pt x="25" y="24"/>
                    </a:moveTo>
                    <a:cubicBezTo>
                      <a:pt x="136" y="24"/>
                      <a:pt x="136" y="24"/>
                      <a:pt x="136" y="24"/>
                    </a:cubicBezTo>
                    <a:cubicBezTo>
                      <a:pt x="157" y="4"/>
                      <a:pt x="157" y="4"/>
                      <a:pt x="157" y="4"/>
                    </a:cubicBezTo>
                    <a:lnTo>
                      <a:pt x="2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941"/>
              <p:cNvSpPr>
                <a:spLocks noEditPoints="1"/>
              </p:cNvSpPr>
              <p:nvPr userDrawn="1"/>
            </p:nvSpPr>
            <p:spPr bwMode="auto">
              <a:xfrm>
                <a:off x="2208" y="1417"/>
                <a:ext cx="148" cy="69"/>
              </a:xfrm>
              <a:custGeom>
                <a:avLst/>
                <a:gdLst>
                  <a:gd name="T0" fmla="*/ 118 w 120"/>
                  <a:gd name="T1" fmla="*/ 56 h 56"/>
                  <a:gd name="T2" fmla="*/ 118 w 120"/>
                  <a:gd name="T3" fmla="*/ 56 h 56"/>
                  <a:gd name="T4" fmla="*/ 1 w 120"/>
                  <a:gd name="T5" fmla="*/ 55 h 56"/>
                  <a:gd name="T6" fmla="*/ 0 w 120"/>
                  <a:gd name="T7" fmla="*/ 53 h 56"/>
                  <a:gd name="T8" fmla="*/ 0 w 120"/>
                  <a:gd name="T9" fmla="*/ 2 h 56"/>
                  <a:gd name="T10" fmla="*/ 0 w 120"/>
                  <a:gd name="T11" fmla="*/ 1 h 56"/>
                  <a:gd name="T12" fmla="*/ 2 w 120"/>
                  <a:gd name="T13" fmla="*/ 1 h 56"/>
                  <a:gd name="T14" fmla="*/ 119 w 120"/>
                  <a:gd name="T15" fmla="*/ 53 h 56"/>
                  <a:gd name="T16" fmla="*/ 120 w 120"/>
                  <a:gd name="T17" fmla="*/ 55 h 56"/>
                  <a:gd name="T18" fmla="*/ 118 w 120"/>
                  <a:gd name="T19" fmla="*/ 56 h 56"/>
                  <a:gd name="T20" fmla="*/ 3 w 120"/>
                  <a:gd name="T21" fmla="*/ 51 h 56"/>
                  <a:gd name="T22" fmla="*/ 110 w 120"/>
                  <a:gd name="T23" fmla="*/ 53 h 56"/>
                  <a:gd name="T24" fmla="*/ 3 w 120"/>
                  <a:gd name="T25" fmla="*/ 5 h 56"/>
                  <a:gd name="T26" fmla="*/ 3 w 120"/>
                  <a:gd name="T27" fmla="*/ 5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56">
                    <a:moveTo>
                      <a:pt x="118" y="56"/>
                    </a:moveTo>
                    <a:cubicBezTo>
                      <a:pt x="118" y="56"/>
                      <a:pt x="118" y="56"/>
                      <a:pt x="118" y="56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5"/>
                      <a:pt x="0" y="54"/>
                      <a:pt x="0" y="5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119" y="53"/>
                      <a:pt x="119" y="53"/>
                      <a:pt x="119" y="53"/>
                    </a:cubicBezTo>
                    <a:cubicBezTo>
                      <a:pt x="120" y="54"/>
                      <a:pt x="120" y="54"/>
                      <a:pt x="120" y="55"/>
                    </a:cubicBezTo>
                    <a:cubicBezTo>
                      <a:pt x="120" y="56"/>
                      <a:pt x="119" y="56"/>
                      <a:pt x="118" y="56"/>
                    </a:cubicBezTo>
                    <a:close/>
                    <a:moveTo>
                      <a:pt x="3" y="51"/>
                    </a:moveTo>
                    <a:cubicBezTo>
                      <a:pt x="110" y="53"/>
                      <a:pt x="110" y="53"/>
                      <a:pt x="110" y="53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942"/>
              <p:cNvSpPr>
                <a:spLocks noEditPoints="1"/>
              </p:cNvSpPr>
              <p:nvPr userDrawn="1"/>
            </p:nvSpPr>
            <p:spPr bwMode="auto">
              <a:xfrm>
                <a:off x="2768" y="1406"/>
                <a:ext cx="149" cy="80"/>
              </a:xfrm>
              <a:custGeom>
                <a:avLst/>
                <a:gdLst>
                  <a:gd name="T0" fmla="*/ 118 w 120"/>
                  <a:gd name="T1" fmla="*/ 65 h 65"/>
                  <a:gd name="T2" fmla="*/ 2 w 120"/>
                  <a:gd name="T3" fmla="*/ 65 h 65"/>
                  <a:gd name="T4" fmla="*/ 0 w 120"/>
                  <a:gd name="T5" fmla="*/ 64 h 65"/>
                  <a:gd name="T6" fmla="*/ 1 w 120"/>
                  <a:gd name="T7" fmla="*/ 62 h 65"/>
                  <a:gd name="T8" fmla="*/ 111 w 120"/>
                  <a:gd name="T9" fmla="*/ 1 h 65"/>
                  <a:gd name="T10" fmla="*/ 112 w 120"/>
                  <a:gd name="T11" fmla="*/ 1 h 65"/>
                  <a:gd name="T12" fmla="*/ 113 w 120"/>
                  <a:gd name="T13" fmla="*/ 2 h 65"/>
                  <a:gd name="T14" fmla="*/ 120 w 120"/>
                  <a:gd name="T15" fmla="*/ 64 h 65"/>
                  <a:gd name="T16" fmla="*/ 120 w 120"/>
                  <a:gd name="T17" fmla="*/ 65 h 65"/>
                  <a:gd name="T18" fmla="*/ 118 w 120"/>
                  <a:gd name="T19" fmla="*/ 65 h 65"/>
                  <a:gd name="T20" fmla="*/ 8 w 120"/>
                  <a:gd name="T21" fmla="*/ 62 h 65"/>
                  <a:gd name="T22" fmla="*/ 116 w 120"/>
                  <a:gd name="T23" fmla="*/ 62 h 65"/>
                  <a:gd name="T24" fmla="*/ 110 w 120"/>
                  <a:gd name="T25" fmla="*/ 5 h 65"/>
                  <a:gd name="T26" fmla="*/ 8 w 120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65">
                    <a:moveTo>
                      <a:pt x="118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111" y="1"/>
                      <a:pt x="111" y="1"/>
                      <a:pt x="111" y="1"/>
                    </a:cubicBezTo>
                    <a:cubicBezTo>
                      <a:pt x="111" y="0"/>
                      <a:pt x="112" y="0"/>
                      <a:pt x="112" y="1"/>
                    </a:cubicBezTo>
                    <a:cubicBezTo>
                      <a:pt x="113" y="1"/>
                      <a:pt x="113" y="1"/>
                      <a:pt x="113" y="2"/>
                    </a:cubicBezTo>
                    <a:cubicBezTo>
                      <a:pt x="120" y="64"/>
                      <a:pt x="120" y="64"/>
                      <a:pt x="120" y="64"/>
                    </a:cubicBezTo>
                    <a:cubicBezTo>
                      <a:pt x="120" y="64"/>
                      <a:pt x="120" y="65"/>
                      <a:pt x="120" y="65"/>
                    </a:cubicBezTo>
                    <a:cubicBezTo>
                      <a:pt x="119" y="65"/>
                      <a:pt x="119" y="65"/>
                      <a:pt x="118" y="65"/>
                    </a:cubicBezTo>
                    <a:close/>
                    <a:moveTo>
                      <a:pt x="8" y="62"/>
                    </a:moveTo>
                    <a:cubicBezTo>
                      <a:pt x="116" y="62"/>
                      <a:pt x="116" y="62"/>
                      <a:pt x="116" y="62"/>
                    </a:cubicBezTo>
                    <a:cubicBezTo>
                      <a:pt x="110" y="5"/>
                      <a:pt x="110" y="5"/>
                      <a:pt x="110" y="5"/>
                    </a:cubicBezTo>
                    <a:lnTo>
                      <a:pt x="8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943"/>
              <p:cNvSpPr>
                <a:spLocks noEditPoints="1"/>
              </p:cNvSpPr>
              <p:nvPr userDrawn="1"/>
            </p:nvSpPr>
            <p:spPr bwMode="auto">
              <a:xfrm>
                <a:off x="3130" y="1332"/>
                <a:ext cx="94" cy="128"/>
              </a:xfrm>
              <a:custGeom>
                <a:avLst/>
                <a:gdLst>
                  <a:gd name="T0" fmla="*/ 21 w 76"/>
                  <a:gd name="T1" fmla="*/ 104 h 104"/>
                  <a:gd name="T2" fmla="*/ 20 w 76"/>
                  <a:gd name="T3" fmla="*/ 104 h 104"/>
                  <a:gd name="T4" fmla="*/ 19 w 76"/>
                  <a:gd name="T5" fmla="*/ 103 h 104"/>
                  <a:gd name="T6" fmla="*/ 0 w 76"/>
                  <a:gd name="T7" fmla="*/ 11 h 104"/>
                  <a:gd name="T8" fmla="*/ 1 w 76"/>
                  <a:gd name="T9" fmla="*/ 10 h 104"/>
                  <a:gd name="T10" fmla="*/ 2 w 76"/>
                  <a:gd name="T11" fmla="*/ 9 h 104"/>
                  <a:gd name="T12" fmla="*/ 74 w 76"/>
                  <a:gd name="T13" fmla="*/ 0 h 104"/>
                  <a:gd name="T14" fmla="*/ 75 w 76"/>
                  <a:gd name="T15" fmla="*/ 1 h 104"/>
                  <a:gd name="T16" fmla="*/ 75 w 76"/>
                  <a:gd name="T17" fmla="*/ 3 h 104"/>
                  <a:gd name="T18" fmla="*/ 22 w 76"/>
                  <a:gd name="T19" fmla="*/ 103 h 104"/>
                  <a:gd name="T20" fmla="*/ 21 w 76"/>
                  <a:gd name="T21" fmla="*/ 104 h 104"/>
                  <a:gd name="T22" fmla="*/ 4 w 76"/>
                  <a:gd name="T23" fmla="*/ 12 h 104"/>
                  <a:gd name="T24" fmla="*/ 21 w 76"/>
                  <a:gd name="T25" fmla="*/ 97 h 104"/>
                  <a:gd name="T26" fmla="*/ 71 w 76"/>
                  <a:gd name="T27" fmla="*/ 4 h 104"/>
                  <a:gd name="T28" fmla="*/ 4 w 76"/>
                  <a:gd name="T29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4">
                    <a:moveTo>
                      <a:pt x="21" y="104"/>
                    </a:move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4"/>
                      <a:pt x="19" y="103"/>
                      <a:pt x="19" y="103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0"/>
                      <a:pt x="75" y="0"/>
                      <a:pt x="75" y="1"/>
                    </a:cubicBezTo>
                    <a:cubicBezTo>
                      <a:pt x="76" y="1"/>
                      <a:pt x="76" y="2"/>
                      <a:pt x="75" y="3"/>
                    </a:cubicBezTo>
                    <a:cubicBezTo>
                      <a:pt x="22" y="103"/>
                      <a:pt x="22" y="103"/>
                      <a:pt x="22" y="103"/>
                    </a:cubicBezTo>
                    <a:cubicBezTo>
                      <a:pt x="22" y="104"/>
                      <a:pt x="21" y="104"/>
                      <a:pt x="21" y="104"/>
                    </a:cubicBezTo>
                    <a:close/>
                    <a:moveTo>
                      <a:pt x="4" y="12"/>
                    </a:moveTo>
                    <a:cubicBezTo>
                      <a:pt x="21" y="97"/>
                      <a:pt x="21" y="97"/>
                      <a:pt x="21" y="97"/>
                    </a:cubicBezTo>
                    <a:cubicBezTo>
                      <a:pt x="71" y="4"/>
                      <a:pt x="71" y="4"/>
                      <a:pt x="7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944"/>
              <p:cNvSpPr>
                <a:spLocks noEditPoints="1"/>
              </p:cNvSpPr>
              <p:nvPr userDrawn="1"/>
            </p:nvSpPr>
            <p:spPr bwMode="auto">
              <a:xfrm>
                <a:off x="3119" y="1391"/>
                <a:ext cx="73" cy="46"/>
              </a:xfrm>
              <a:custGeom>
                <a:avLst/>
                <a:gdLst>
                  <a:gd name="T0" fmla="*/ 57 w 59"/>
                  <a:gd name="T1" fmla="*/ 37 h 37"/>
                  <a:gd name="T2" fmla="*/ 2 w 59"/>
                  <a:gd name="T3" fmla="*/ 37 h 37"/>
                  <a:gd name="T4" fmla="*/ 1 w 59"/>
                  <a:gd name="T5" fmla="*/ 35 h 37"/>
                  <a:gd name="T6" fmla="*/ 1 w 59"/>
                  <a:gd name="T7" fmla="*/ 33 h 37"/>
                  <a:gd name="T8" fmla="*/ 56 w 59"/>
                  <a:gd name="T9" fmla="*/ 1 h 37"/>
                  <a:gd name="T10" fmla="*/ 58 w 59"/>
                  <a:gd name="T11" fmla="*/ 1 h 37"/>
                  <a:gd name="T12" fmla="*/ 59 w 59"/>
                  <a:gd name="T13" fmla="*/ 2 h 37"/>
                  <a:gd name="T14" fmla="*/ 59 w 59"/>
                  <a:gd name="T15" fmla="*/ 35 h 37"/>
                  <a:gd name="T16" fmla="*/ 57 w 59"/>
                  <a:gd name="T17" fmla="*/ 37 h 37"/>
                  <a:gd name="T18" fmla="*/ 8 w 59"/>
                  <a:gd name="T19" fmla="*/ 33 h 37"/>
                  <a:gd name="T20" fmla="*/ 56 w 59"/>
                  <a:gd name="T21" fmla="*/ 33 h 37"/>
                  <a:gd name="T22" fmla="*/ 56 w 59"/>
                  <a:gd name="T23" fmla="*/ 5 h 37"/>
                  <a:gd name="T24" fmla="*/ 8 w 59"/>
                  <a:gd name="T25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37">
                    <a:moveTo>
                      <a:pt x="57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1" y="37"/>
                      <a:pt x="1" y="36"/>
                      <a:pt x="1" y="35"/>
                    </a:cubicBezTo>
                    <a:cubicBezTo>
                      <a:pt x="0" y="35"/>
                      <a:pt x="1" y="34"/>
                      <a:pt x="1" y="33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59" y="1"/>
                      <a:pt x="59" y="2"/>
                      <a:pt x="59" y="2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9" y="36"/>
                      <a:pt x="58" y="37"/>
                      <a:pt x="57" y="37"/>
                    </a:cubicBezTo>
                    <a:close/>
                    <a:moveTo>
                      <a:pt x="8" y="33"/>
                    </a:move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Freeform 945"/>
              <p:cNvSpPr>
                <a:spLocks noEditPoints="1"/>
              </p:cNvSpPr>
              <p:nvPr userDrawn="1"/>
            </p:nvSpPr>
            <p:spPr bwMode="auto">
              <a:xfrm>
                <a:off x="2939" y="1391"/>
                <a:ext cx="124" cy="95"/>
              </a:xfrm>
              <a:custGeom>
                <a:avLst/>
                <a:gdLst>
                  <a:gd name="T0" fmla="*/ 50 w 100"/>
                  <a:gd name="T1" fmla="*/ 77 h 77"/>
                  <a:gd name="T2" fmla="*/ 49 w 100"/>
                  <a:gd name="T3" fmla="*/ 77 h 77"/>
                  <a:gd name="T4" fmla="*/ 1 w 100"/>
                  <a:gd name="T5" fmla="*/ 48 h 77"/>
                  <a:gd name="T6" fmla="*/ 0 w 100"/>
                  <a:gd name="T7" fmla="*/ 47 h 77"/>
                  <a:gd name="T8" fmla="*/ 1 w 100"/>
                  <a:gd name="T9" fmla="*/ 45 h 77"/>
                  <a:gd name="T10" fmla="*/ 97 w 100"/>
                  <a:gd name="T11" fmla="*/ 1 h 77"/>
                  <a:gd name="T12" fmla="*/ 99 w 100"/>
                  <a:gd name="T13" fmla="*/ 1 h 77"/>
                  <a:gd name="T14" fmla="*/ 100 w 100"/>
                  <a:gd name="T15" fmla="*/ 3 h 77"/>
                  <a:gd name="T16" fmla="*/ 51 w 100"/>
                  <a:gd name="T17" fmla="*/ 77 h 77"/>
                  <a:gd name="T18" fmla="*/ 50 w 100"/>
                  <a:gd name="T19" fmla="*/ 77 h 77"/>
                  <a:gd name="T20" fmla="*/ 5 w 100"/>
                  <a:gd name="T21" fmla="*/ 47 h 77"/>
                  <a:gd name="T22" fmla="*/ 49 w 100"/>
                  <a:gd name="T23" fmla="*/ 73 h 77"/>
                  <a:gd name="T24" fmla="*/ 94 w 100"/>
                  <a:gd name="T25" fmla="*/ 6 h 77"/>
                  <a:gd name="T26" fmla="*/ 5 w 100"/>
                  <a:gd name="T27" fmla="*/ 4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0" h="77">
                    <a:moveTo>
                      <a:pt x="50" y="77"/>
                    </a:moveTo>
                    <a:cubicBezTo>
                      <a:pt x="49" y="77"/>
                      <a:pt x="49" y="77"/>
                      <a:pt x="49" y="7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7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98" y="0"/>
                      <a:pt x="99" y="1"/>
                      <a:pt x="99" y="1"/>
                    </a:cubicBezTo>
                    <a:cubicBezTo>
                      <a:pt x="100" y="2"/>
                      <a:pt x="100" y="3"/>
                      <a:pt x="100" y="3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77"/>
                      <a:pt x="50" y="77"/>
                      <a:pt x="50" y="77"/>
                    </a:cubicBezTo>
                    <a:close/>
                    <a:moveTo>
                      <a:pt x="5" y="47"/>
                    </a:moveTo>
                    <a:cubicBezTo>
                      <a:pt x="49" y="73"/>
                      <a:pt x="49" y="73"/>
                      <a:pt x="49" y="73"/>
                    </a:cubicBezTo>
                    <a:cubicBezTo>
                      <a:pt x="94" y="6"/>
                      <a:pt x="94" y="6"/>
                      <a:pt x="94" y="6"/>
                    </a:cubicBezTo>
                    <a:lnTo>
                      <a:pt x="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946"/>
              <p:cNvSpPr>
                <a:spLocks noEditPoints="1"/>
              </p:cNvSpPr>
              <p:nvPr userDrawn="1"/>
            </p:nvSpPr>
            <p:spPr bwMode="auto">
              <a:xfrm>
                <a:off x="3058" y="1343"/>
                <a:ext cx="99" cy="117"/>
              </a:xfrm>
              <a:custGeom>
                <a:avLst/>
                <a:gdLst>
                  <a:gd name="T0" fmla="*/ 79 w 80"/>
                  <a:gd name="T1" fmla="*/ 95 h 95"/>
                  <a:gd name="T2" fmla="*/ 78 w 80"/>
                  <a:gd name="T3" fmla="*/ 95 h 95"/>
                  <a:gd name="T4" fmla="*/ 1 w 80"/>
                  <a:gd name="T5" fmla="*/ 43 h 95"/>
                  <a:gd name="T6" fmla="*/ 0 w 80"/>
                  <a:gd name="T7" fmla="*/ 41 h 95"/>
                  <a:gd name="T8" fmla="*/ 1 w 80"/>
                  <a:gd name="T9" fmla="*/ 40 h 95"/>
                  <a:gd name="T10" fmla="*/ 59 w 80"/>
                  <a:gd name="T11" fmla="*/ 0 h 95"/>
                  <a:gd name="T12" fmla="*/ 61 w 80"/>
                  <a:gd name="T13" fmla="*/ 0 h 95"/>
                  <a:gd name="T14" fmla="*/ 62 w 80"/>
                  <a:gd name="T15" fmla="*/ 1 h 95"/>
                  <a:gd name="T16" fmla="*/ 80 w 80"/>
                  <a:gd name="T17" fmla="*/ 93 h 95"/>
                  <a:gd name="T18" fmla="*/ 80 w 80"/>
                  <a:gd name="T19" fmla="*/ 95 h 95"/>
                  <a:gd name="T20" fmla="*/ 79 w 80"/>
                  <a:gd name="T21" fmla="*/ 95 h 95"/>
                  <a:gd name="T22" fmla="*/ 5 w 80"/>
                  <a:gd name="T23" fmla="*/ 41 h 95"/>
                  <a:gd name="T24" fmla="*/ 76 w 80"/>
                  <a:gd name="T25" fmla="*/ 90 h 95"/>
                  <a:gd name="T26" fmla="*/ 59 w 80"/>
                  <a:gd name="T27" fmla="*/ 4 h 95"/>
                  <a:gd name="T28" fmla="*/ 5 w 80"/>
                  <a:gd name="T29" fmla="*/ 4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95">
                    <a:moveTo>
                      <a:pt x="79" y="95"/>
                    </a:moveTo>
                    <a:cubicBezTo>
                      <a:pt x="78" y="95"/>
                      <a:pt x="78" y="95"/>
                      <a:pt x="78" y="9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2"/>
                      <a:pt x="0" y="42"/>
                      <a:pt x="0" y="41"/>
                    </a:cubicBezTo>
                    <a:cubicBezTo>
                      <a:pt x="0" y="41"/>
                      <a:pt x="1" y="40"/>
                      <a:pt x="1" y="4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0" y="0"/>
                      <a:pt x="60" y="0"/>
                      <a:pt x="61" y="0"/>
                    </a:cubicBezTo>
                    <a:cubicBezTo>
                      <a:pt x="61" y="0"/>
                      <a:pt x="62" y="1"/>
                      <a:pt x="62" y="1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4"/>
                      <a:pt x="80" y="94"/>
                      <a:pt x="80" y="95"/>
                    </a:cubicBezTo>
                    <a:lnTo>
                      <a:pt x="79" y="95"/>
                    </a:lnTo>
                    <a:close/>
                    <a:moveTo>
                      <a:pt x="5" y="41"/>
                    </a:moveTo>
                    <a:cubicBezTo>
                      <a:pt x="76" y="90"/>
                      <a:pt x="76" y="90"/>
                      <a:pt x="76" y="90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947"/>
              <p:cNvSpPr>
                <a:spLocks noEditPoints="1"/>
              </p:cNvSpPr>
              <p:nvPr userDrawn="1"/>
            </p:nvSpPr>
            <p:spPr bwMode="auto">
              <a:xfrm>
                <a:off x="2281" y="1391"/>
                <a:ext cx="186" cy="95"/>
              </a:xfrm>
              <a:custGeom>
                <a:avLst/>
                <a:gdLst>
                  <a:gd name="T0" fmla="*/ 148 w 150"/>
                  <a:gd name="T1" fmla="*/ 77 h 77"/>
                  <a:gd name="T2" fmla="*/ 2 w 150"/>
                  <a:gd name="T3" fmla="*/ 77 h 77"/>
                  <a:gd name="T4" fmla="*/ 0 w 150"/>
                  <a:gd name="T5" fmla="*/ 76 h 77"/>
                  <a:gd name="T6" fmla="*/ 1 w 150"/>
                  <a:gd name="T7" fmla="*/ 75 h 77"/>
                  <a:gd name="T8" fmla="*/ 82 w 150"/>
                  <a:gd name="T9" fmla="*/ 1 h 77"/>
                  <a:gd name="T10" fmla="*/ 83 w 150"/>
                  <a:gd name="T11" fmla="*/ 1 h 77"/>
                  <a:gd name="T12" fmla="*/ 84 w 150"/>
                  <a:gd name="T13" fmla="*/ 1 h 77"/>
                  <a:gd name="T14" fmla="*/ 150 w 150"/>
                  <a:gd name="T15" fmla="*/ 75 h 77"/>
                  <a:gd name="T16" fmla="*/ 150 w 150"/>
                  <a:gd name="T17" fmla="*/ 76 h 77"/>
                  <a:gd name="T18" fmla="*/ 148 w 150"/>
                  <a:gd name="T19" fmla="*/ 77 h 77"/>
                  <a:gd name="T20" fmla="*/ 6 w 150"/>
                  <a:gd name="T21" fmla="*/ 74 h 77"/>
                  <a:gd name="T22" fmla="*/ 145 w 150"/>
                  <a:gd name="T23" fmla="*/ 74 h 77"/>
                  <a:gd name="T24" fmla="*/ 83 w 150"/>
                  <a:gd name="T25" fmla="*/ 5 h 77"/>
                  <a:gd name="T26" fmla="*/ 6 w 150"/>
                  <a:gd name="T27" fmla="*/ 74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77">
                    <a:moveTo>
                      <a:pt x="148" y="77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1" y="77"/>
                      <a:pt x="1" y="77"/>
                      <a:pt x="0" y="76"/>
                    </a:cubicBezTo>
                    <a:cubicBezTo>
                      <a:pt x="0" y="76"/>
                      <a:pt x="0" y="75"/>
                      <a:pt x="1" y="75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0"/>
                      <a:pt x="83" y="1"/>
                    </a:cubicBezTo>
                    <a:cubicBezTo>
                      <a:pt x="83" y="1"/>
                      <a:pt x="84" y="1"/>
                      <a:pt x="84" y="1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75"/>
                      <a:pt x="150" y="76"/>
                      <a:pt x="150" y="76"/>
                    </a:cubicBezTo>
                    <a:cubicBezTo>
                      <a:pt x="150" y="77"/>
                      <a:pt x="149" y="77"/>
                      <a:pt x="148" y="77"/>
                    </a:cubicBezTo>
                    <a:close/>
                    <a:moveTo>
                      <a:pt x="6" y="74"/>
                    </a:moveTo>
                    <a:cubicBezTo>
                      <a:pt x="145" y="74"/>
                      <a:pt x="145" y="74"/>
                      <a:pt x="145" y="74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6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948"/>
              <p:cNvSpPr>
                <a:spLocks noEditPoints="1"/>
              </p:cNvSpPr>
              <p:nvPr userDrawn="1"/>
            </p:nvSpPr>
            <p:spPr bwMode="auto">
              <a:xfrm>
                <a:off x="2208" y="1315"/>
                <a:ext cx="65" cy="107"/>
              </a:xfrm>
              <a:custGeom>
                <a:avLst/>
                <a:gdLst>
                  <a:gd name="T0" fmla="*/ 1 w 53"/>
                  <a:gd name="T1" fmla="*/ 86 h 86"/>
                  <a:gd name="T2" fmla="*/ 1 w 53"/>
                  <a:gd name="T3" fmla="*/ 86 h 86"/>
                  <a:gd name="T4" fmla="*/ 0 w 53"/>
                  <a:gd name="T5" fmla="*/ 84 h 86"/>
                  <a:gd name="T6" fmla="*/ 0 w 53"/>
                  <a:gd name="T7" fmla="*/ 2 h 86"/>
                  <a:gd name="T8" fmla="*/ 1 w 53"/>
                  <a:gd name="T9" fmla="*/ 1 h 86"/>
                  <a:gd name="T10" fmla="*/ 2 w 53"/>
                  <a:gd name="T11" fmla="*/ 1 h 86"/>
                  <a:gd name="T12" fmla="*/ 52 w 53"/>
                  <a:gd name="T13" fmla="*/ 42 h 86"/>
                  <a:gd name="T14" fmla="*/ 53 w 53"/>
                  <a:gd name="T15" fmla="*/ 43 h 86"/>
                  <a:gd name="T16" fmla="*/ 52 w 53"/>
                  <a:gd name="T17" fmla="*/ 44 h 86"/>
                  <a:gd name="T18" fmla="*/ 2 w 53"/>
                  <a:gd name="T19" fmla="*/ 85 h 86"/>
                  <a:gd name="T20" fmla="*/ 1 w 53"/>
                  <a:gd name="T21" fmla="*/ 86 h 86"/>
                  <a:gd name="T22" fmla="*/ 3 w 53"/>
                  <a:gd name="T23" fmla="*/ 6 h 86"/>
                  <a:gd name="T24" fmla="*/ 3 w 53"/>
                  <a:gd name="T25" fmla="*/ 81 h 86"/>
                  <a:gd name="T26" fmla="*/ 48 w 53"/>
                  <a:gd name="T27" fmla="*/ 43 h 86"/>
                  <a:gd name="T28" fmla="*/ 3 w 53"/>
                  <a:gd name="T29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" h="86">
                    <a:moveTo>
                      <a:pt x="1" y="86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5"/>
                      <a:pt x="0" y="85"/>
                      <a:pt x="0" y="8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1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6"/>
                      <a:pt x="2" y="86"/>
                      <a:pt x="1" y="86"/>
                    </a:cubicBezTo>
                    <a:close/>
                    <a:moveTo>
                      <a:pt x="3" y="6"/>
                    </a:moveTo>
                    <a:cubicBezTo>
                      <a:pt x="3" y="81"/>
                      <a:pt x="3" y="81"/>
                      <a:pt x="3" y="81"/>
                    </a:cubicBezTo>
                    <a:cubicBezTo>
                      <a:pt x="48" y="43"/>
                      <a:pt x="48" y="43"/>
                      <a:pt x="48" y="43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949"/>
              <p:cNvSpPr>
                <a:spLocks noEditPoints="1"/>
              </p:cNvSpPr>
              <p:nvPr userDrawn="1"/>
            </p:nvSpPr>
            <p:spPr bwMode="auto">
              <a:xfrm>
                <a:off x="2208" y="1245"/>
                <a:ext cx="110" cy="75"/>
              </a:xfrm>
              <a:custGeom>
                <a:avLst/>
                <a:gdLst>
                  <a:gd name="T0" fmla="*/ 1 w 89"/>
                  <a:gd name="T1" fmla="*/ 61 h 61"/>
                  <a:gd name="T2" fmla="*/ 0 w 89"/>
                  <a:gd name="T3" fmla="*/ 61 h 61"/>
                  <a:gd name="T4" fmla="*/ 0 w 89"/>
                  <a:gd name="T5" fmla="*/ 59 h 61"/>
                  <a:gd name="T6" fmla="*/ 0 w 89"/>
                  <a:gd name="T7" fmla="*/ 4 h 61"/>
                  <a:gd name="T8" fmla="*/ 1 w 89"/>
                  <a:gd name="T9" fmla="*/ 2 h 61"/>
                  <a:gd name="T10" fmla="*/ 87 w 89"/>
                  <a:gd name="T11" fmla="*/ 0 h 61"/>
                  <a:gd name="T12" fmla="*/ 89 w 89"/>
                  <a:gd name="T13" fmla="*/ 1 h 61"/>
                  <a:gd name="T14" fmla="*/ 88 w 89"/>
                  <a:gd name="T15" fmla="*/ 3 h 61"/>
                  <a:gd name="T16" fmla="*/ 2 w 89"/>
                  <a:gd name="T17" fmla="*/ 61 h 61"/>
                  <a:gd name="T18" fmla="*/ 1 w 89"/>
                  <a:gd name="T19" fmla="*/ 61 h 61"/>
                  <a:gd name="T20" fmla="*/ 3 w 89"/>
                  <a:gd name="T21" fmla="*/ 6 h 61"/>
                  <a:gd name="T22" fmla="*/ 3 w 89"/>
                  <a:gd name="T23" fmla="*/ 56 h 61"/>
                  <a:gd name="T24" fmla="*/ 81 w 89"/>
                  <a:gd name="T25" fmla="*/ 4 h 61"/>
                  <a:gd name="T26" fmla="*/ 3 w 89"/>
                  <a:gd name="T2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61">
                    <a:moveTo>
                      <a:pt x="1" y="61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1"/>
                      <a:pt x="89" y="1"/>
                    </a:cubicBezTo>
                    <a:cubicBezTo>
                      <a:pt x="89" y="2"/>
                      <a:pt x="89" y="3"/>
                      <a:pt x="88" y="3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1" y="61"/>
                    </a:lnTo>
                    <a:close/>
                    <a:moveTo>
                      <a:pt x="3" y="6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1" y="4"/>
                      <a:pt x="81" y="4"/>
                      <a:pt x="81" y="4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950"/>
              <p:cNvSpPr>
                <a:spLocks noEditPoints="1"/>
              </p:cNvSpPr>
              <p:nvPr userDrawn="1"/>
            </p:nvSpPr>
            <p:spPr bwMode="auto">
              <a:xfrm>
                <a:off x="2208" y="1361"/>
                <a:ext cx="57" cy="96"/>
              </a:xfrm>
              <a:custGeom>
                <a:avLst/>
                <a:gdLst>
                  <a:gd name="T0" fmla="*/ 1 w 46"/>
                  <a:gd name="T1" fmla="*/ 77 h 77"/>
                  <a:gd name="T2" fmla="*/ 0 w 46"/>
                  <a:gd name="T3" fmla="*/ 77 h 77"/>
                  <a:gd name="T4" fmla="*/ 0 w 46"/>
                  <a:gd name="T5" fmla="*/ 76 h 77"/>
                  <a:gd name="T6" fmla="*/ 0 w 46"/>
                  <a:gd name="T7" fmla="*/ 2 h 77"/>
                  <a:gd name="T8" fmla="*/ 1 w 46"/>
                  <a:gd name="T9" fmla="*/ 0 h 77"/>
                  <a:gd name="T10" fmla="*/ 3 w 46"/>
                  <a:gd name="T11" fmla="*/ 1 h 77"/>
                  <a:gd name="T12" fmla="*/ 46 w 46"/>
                  <a:gd name="T13" fmla="*/ 65 h 77"/>
                  <a:gd name="T14" fmla="*/ 46 w 46"/>
                  <a:gd name="T15" fmla="*/ 67 h 77"/>
                  <a:gd name="T16" fmla="*/ 44 w 46"/>
                  <a:gd name="T17" fmla="*/ 68 h 77"/>
                  <a:gd name="T18" fmla="*/ 2 w 46"/>
                  <a:gd name="T19" fmla="*/ 77 h 77"/>
                  <a:gd name="T20" fmla="*/ 1 w 46"/>
                  <a:gd name="T21" fmla="*/ 77 h 77"/>
                  <a:gd name="T22" fmla="*/ 3 w 46"/>
                  <a:gd name="T23" fmla="*/ 8 h 77"/>
                  <a:gd name="T24" fmla="*/ 3 w 46"/>
                  <a:gd name="T25" fmla="*/ 74 h 77"/>
                  <a:gd name="T26" fmla="*/ 41 w 46"/>
                  <a:gd name="T27" fmla="*/ 65 h 77"/>
                  <a:gd name="T28" fmla="*/ 3 w 46"/>
                  <a:gd name="T29" fmla="*/ 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" h="77">
                    <a:moveTo>
                      <a:pt x="1" y="77"/>
                    </a:moveTo>
                    <a:cubicBezTo>
                      <a:pt x="1" y="77"/>
                      <a:pt x="0" y="77"/>
                      <a:pt x="0" y="77"/>
                    </a:cubicBezTo>
                    <a:cubicBezTo>
                      <a:pt x="0" y="77"/>
                      <a:pt x="0" y="76"/>
                      <a:pt x="0" y="7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6" y="65"/>
                      <a:pt x="46" y="65"/>
                      <a:pt x="46" y="65"/>
                    </a:cubicBezTo>
                    <a:cubicBezTo>
                      <a:pt x="46" y="66"/>
                      <a:pt x="46" y="67"/>
                      <a:pt x="46" y="67"/>
                    </a:cubicBezTo>
                    <a:cubicBezTo>
                      <a:pt x="45" y="68"/>
                      <a:pt x="45" y="68"/>
                      <a:pt x="44" y="68"/>
                    </a:cubicBezTo>
                    <a:cubicBezTo>
                      <a:pt x="2" y="77"/>
                      <a:pt x="2" y="77"/>
                      <a:pt x="2" y="77"/>
                    </a:cubicBezTo>
                    <a:lnTo>
                      <a:pt x="1" y="77"/>
                    </a:lnTo>
                    <a:close/>
                    <a:moveTo>
                      <a:pt x="3" y="8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41" y="65"/>
                      <a:pt x="41" y="65"/>
                      <a:pt x="41" y="65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Freeform 951"/>
              <p:cNvSpPr>
                <a:spLocks noEditPoints="1"/>
              </p:cNvSpPr>
              <p:nvPr userDrawn="1"/>
            </p:nvSpPr>
            <p:spPr bwMode="auto">
              <a:xfrm>
                <a:off x="2260" y="1391"/>
                <a:ext cx="126" cy="95"/>
              </a:xfrm>
              <a:custGeom>
                <a:avLst/>
                <a:gdLst>
                  <a:gd name="T0" fmla="*/ 19 w 102"/>
                  <a:gd name="T1" fmla="*/ 77 h 77"/>
                  <a:gd name="T2" fmla="*/ 19 w 102"/>
                  <a:gd name="T3" fmla="*/ 77 h 77"/>
                  <a:gd name="T4" fmla="*/ 18 w 102"/>
                  <a:gd name="T5" fmla="*/ 77 h 77"/>
                  <a:gd name="T6" fmla="*/ 1 w 102"/>
                  <a:gd name="T7" fmla="*/ 43 h 77"/>
                  <a:gd name="T8" fmla="*/ 1 w 102"/>
                  <a:gd name="T9" fmla="*/ 42 h 77"/>
                  <a:gd name="T10" fmla="*/ 1 w 102"/>
                  <a:gd name="T11" fmla="*/ 41 h 77"/>
                  <a:gd name="T12" fmla="*/ 99 w 102"/>
                  <a:gd name="T13" fmla="*/ 1 h 77"/>
                  <a:gd name="T14" fmla="*/ 101 w 102"/>
                  <a:gd name="T15" fmla="*/ 1 h 77"/>
                  <a:gd name="T16" fmla="*/ 101 w 102"/>
                  <a:gd name="T17" fmla="*/ 3 h 77"/>
                  <a:gd name="T18" fmla="*/ 20 w 102"/>
                  <a:gd name="T19" fmla="*/ 77 h 77"/>
                  <a:gd name="T20" fmla="*/ 19 w 102"/>
                  <a:gd name="T21" fmla="*/ 77 h 77"/>
                  <a:gd name="T22" fmla="*/ 4 w 102"/>
                  <a:gd name="T23" fmla="*/ 43 h 77"/>
                  <a:gd name="T24" fmla="*/ 20 w 102"/>
                  <a:gd name="T25" fmla="*/ 73 h 77"/>
                  <a:gd name="T26" fmla="*/ 92 w 102"/>
                  <a:gd name="T27" fmla="*/ 7 h 77"/>
                  <a:gd name="T28" fmla="*/ 4 w 102"/>
                  <a:gd name="T29" fmla="*/ 43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77">
                    <a:moveTo>
                      <a:pt x="19" y="77"/>
                    </a:moveTo>
                    <a:cubicBezTo>
                      <a:pt x="19" y="77"/>
                      <a:pt x="19" y="77"/>
                      <a:pt x="19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2"/>
                      <a:pt x="1" y="42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2" y="2"/>
                      <a:pt x="102" y="3"/>
                      <a:pt x="101" y="3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19" y="77"/>
                      <a:pt x="19" y="77"/>
                    </a:cubicBezTo>
                    <a:close/>
                    <a:moveTo>
                      <a:pt x="4" y="43"/>
                    </a:moveTo>
                    <a:cubicBezTo>
                      <a:pt x="20" y="73"/>
                      <a:pt x="20" y="73"/>
                      <a:pt x="20" y="73"/>
                    </a:cubicBezTo>
                    <a:cubicBezTo>
                      <a:pt x="92" y="7"/>
                      <a:pt x="92" y="7"/>
                      <a:pt x="92" y="7"/>
                    </a:cubicBezTo>
                    <a:lnTo>
                      <a:pt x="4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Freeform 952"/>
              <p:cNvSpPr>
                <a:spLocks noEditPoints="1"/>
              </p:cNvSpPr>
              <p:nvPr userDrawn="1"/>
            </p:nvSpPr>
            <p:spPr bwMode="auto">
              <a:xfrm>
                <a:off x="2595" y="1432"/>
                <a:ext cx="178" cy="54"/>
              </a:xfrm>
              <a:custGeom>
                <a:avLst/>
                <a:gdLst>
                  <a:gd name="T0" fmla="*/ 142 w 144"/>
                  <a:gd name="T1" fmla="*/ 44 h 44"/>
                  <a:gd name="T2" fmla="*/ 2 w 144"/>
                  <a:gd name="T3" fmla="*/ 44 h 44"/>
                  <a:gd name="T4" fmla="*/ 0 w 144"/>
                  <a:gd name="T5" fmla="*/ 43 h 44"/>
                  <a:gd name="T6" fmla="*/ 1 w 144"/>
                  <a:gd name="T7" fmla="*/ 41 h 44"/>
                  <a:gd name="T8" fmla="*/ 62 w 144"/>
                  <a:gd name="T9" fmla="*/ 1 h 44"/>
                  <a:gd name="T10" fmla="*/ 64 w 144"/>
                  <a:gd name="T11" fmla="*/ 0 h 44"/>
                  <a:gd name="T12" fmla="*/ 143 w 144"/>
                  <a:gd name="T13" fmla="*/ 41 h 44"/>
                  <a:gd name="T14" fmla="*/ 143 w 144"/>
                  <a:gd name="T15" fmla="*/ 43 h 44"/>
                  <a:gd name="T16" fmla="*/ 142 w 144"/>
                  <a:gd name="T17" fmla="*/ 44 h 44"/>
                  <a:gd name="T18" fmla="*/ 7 w 144"/>
                  <a:gd name="T19" fmla="*/ 41 h 44"/>
                  <a:gd name="T20" fmla="*/ 135 w 144"/>
                  <a:gd name="T21" fmla="*/ 41 h 44"/>
                  <a:gd name="T22" fmla="*/ 63 w 144"/>
                  <a:gd name="T23" fmla="*/ 4 h 44"/>
                  <a:gd name="T24" fmla="*/ 7 w 144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44">
                    <a:moveTo>
                      <a:pt x="142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4"/>
                      <a:pt x="0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143" y="41"/>
                      <a:pt x="143" y="41"/>
                      <a:pt x="143" y="41"/>
                    </a:cubicBezTo>
                    <a:cubicBezTo>
                      <a:pt x="143" y="42"/>
                      <a:pt x="144" y="42"/>
                      <a:pt x="143" y="43"/>
                    </a:cubicBezTo>
                    <a:cubicBezTo>
                      <a:pt x="143" y="44"/>
                      <a:pt x="143" y="44"/>
                      <a:pt x="142" y="44"/>
                    </a:cubicBezTo>
                    <a:close/>
                    <a:moveTo>
                      <a:pt x="7" y="41"/>
                    </a:moveTo>
                    <a:cubicBezTo>
                      <a:pt x="135" y="41"/>
                      <a:pt x="135" y="41"/>
                      <a:pt x="135" y="41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953"/>
              <p:cNvSpPr>
                <a:spLocks noEditPoints="1"/>
              </p:cNvSpPr>
              <p:nvPr userDrawn="1"/>
            </p:nvSpPr>
            <p:spPr bwMode="auto">
              <a:xfrm>
                <a:off x="2990" y="943"/>
                <a:ext cx="113" cy="116"/>
              </a:xfrm>
              <a:custGeom>
                <a:avLst/>
                <a:gdLst>
                  <a:gd name="T0" fmla="*/ 90 w 91"/>
                  <a:gd name="T1" fmla="*/ 94 h 94"/>
                  <a:gd name="T2" fmla="*/ 90 w 91"/>
                  <a:gd name="T3" fmla="*/ 94 h 94"/>
                  <a:gd name="T4" fmla="*/ 2 w 91"/>
                  <a:gd name="T5" fmla="*/ 85 h 94"/>
                  <a:gd name="T6" fmla="*/ 1 w 91"/>
                  <a:gd name="T7" fmla="*/ 84 h 94"/>
                  <a:gd name="T8" fmla="*/ 1 w 91"/>
                  <a:gd name="T9" fmla="*/ 83 h 94"/>
                  <a:gd name="T10" fmla="*/ 22 w 91"/>
                  <a:gd name="T11" fmla="*/ 1 h 94"/>
                  <a:gd name="T12" fmla="*/ 24 w 91"/>
                  <a:gd name="T13" fmla="*/ 0 h 94"/>
                  <a:gd name="T14" fmla="*/ 25 w 91"/>
                  <a:gd name="T15" fmla="*/ 1 h 94"/>
                  <a:gd name="T16" fmla="*/ 91 w 91"/>
                  <a:gd name="T17" fmla="*/ 91 h 94"/>
                  <a:gd name="T18" fmla="*/ 91 w 91"/>
                  <a:gd name="T19" fmla="*/ 93 h 94"/>
                  <a:gd name="T20" fmla="*/ 90 w 91"/>
                  <a:gd name="T21" fmla="*/ 94 h 94"/>
                  <a:gd name="T22" fmla="*/ 4 w 91"/>
                  <a:gd name="T23" fmla="*/ 82 h 94"/>
                  <a:gd name="T24" fmla="*/ 86 w 91"/>
                  <a:gd name="T25" fmla="*/ 90 h 94"/>
                  <a:gd name="T26" fmla="*/ 25 w 91"/>
                  <a:gd name="T27" fmla="*/ 5 h 94"/>
                  <a:gd name="T28" fmla="*/ 4 w 91"/>
                  <a:gd name="T29" fmla="*/ 8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4">
                    <a:moveTo>
                      <a:pt x="90" y="94"/>
                    </a:moveTo>
                    <a:cubicBezTo>
                      <a:pt x="90" y="94"/>
                      <a:pt x="90" y="94"/>
                      <a:pt x="90" y="9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5"/>
                      <a:pt x="1" y="84"/>
                      <a:pt x="1" y="84"/>
                    </a:cubicBezTo>
                    <a:cubicBezTo>
                      <a:pt x="1" y="84"/>
                      <a:pt x="0" y="83"/>
                      <a:pt x="1" y="83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1"/>
                    </a:cubicBezTo>
                    <a:cubicBezTo>
                      <a:pt x="91" y="91"/>
                      <a:pt x="91" y="91"/>
                      <a:pt x="91" y="91"/>
                    </a:cubicBezTo>
                    <a:cubicBezTo>
                      <a:pt x="91" y="92"/>
                      <a:pt x="91" y="93"/>
                      <a:pt x="91" y="93"/>
                    </a:cubicBezTo>
                    <a:cubicBezTo>
                      <a:pt x="91" y="94"/>
                      <a:pt x="90" y="94"/>
                      <a:pt x="90" y="94"/>
                    </a:cubicBezTo>
                    <a:close/>
                    <a:moveTo>
                      <a:pt x="4" y="82"/>
                    </a:moveTo>
                    <a:cubicBezTo>
                      <a:pt x="86" y="90"/>
                      <a:pt x="86" y="90"/>
                      <a:pt x="86" y="90"/>
                    </a:cubicBezTo>
                    <a:cubicBezTo>
                      <a:pt x="25" y="5"/>
                      <a:pt x="25" y="5"/>
                      <a:pt x="25" y="5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954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109" cy="100"/>
              </a:xfrm>
              <a:custGeom>
                <a:avLst/>
                <a:gdLst>
                  <a:gd name="T0" fmla="*/ 48 w 88"/>
                  <a:gd name="T1" fmla="*/ 80 h 80"/>
                  <a:gd name="T2" fmla="*/ 46 w 88"/>
                  <a:gd name="T3" fmla="*/ 80 h 80"/>
                  <a:gd name="T4" fmla="*/ 0 w 88"/>
                  <a:gd name="T5" fmla="*/ 2 h 80"/>
                  <a:gd name="T6" fmla="*/ 1 w 88"/>
                  <a:gd name="T7" fmla="*/ 0 h 80"/>
                  <a:gd name="T8" fmla="*/ 3 w 88"/>
                  <a:gd name="T9" fmla="*/ 0 h 80"/>
                  <a:gd name="T10" fmla="*/ 87 w 88"/>
                  <a:gd name="T11" fmla="*/ 67 h 80"/>
                  <a:gd name="T12" fmla="*/ 88 w 88"/>
                  <a:gd name="T13" fmla="*/ 68 h 80"/>
                  <a:gd name="T14" fmla="*/ 87 w 88"/>
                  <a:gd name="T15" fmla="*/ 70 h 80"/>
                  <a:gd name="T16" fmla="*/ 48 w 88"/>
                  <a:gd name="T17" fmla="*/ 80 h 80"/>
                  <a:gd name="T18" fmla="*/ 8 w 88"/>
                  <a:gd name="T19" fmla="*/ 8 h 80"/>
                  <a:gd name="T20" fmla="*/ 48 w 88"/>
                  <a:gd name="T21" fmla="*/ 77 h 80"/>
                  <a:gd name="T22" fmla="*/ 83 w 88"/>
                  <a:gd name="T23" fmla="*/ 67 h 80"/>
                  <a:gd name="T24" fmla="*/ 8 w 88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0">
                    <a:moveTo>
                      <a:pt x="48" y="80"/>
                    </a:moveTo>
                    <a:cubicBezTo>
                      <a:pt x="47" y="80"/>
                      <a:pt x="46" y="80"/>
                      <a:pt x="46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8" y="67"/>
                      <a:pt x="88" y="68"/>
                      <a:pt x="88" y="68"/>
                    </a:cubicBezTo>
                    <a:cubicBezTo>
                      <a:pt x="88" y="69"/>
                      <a:pt x="87" y="70"/>
                      <a:pt x="87" y="70"/>
                    </a:cubicBezTo>
                    <a:cubicBezTo>
                      <a:pt x="48" y="80"/>
                      <a:pt x="48" y="80"/>
                      <a:pt x="48" y="80"/>
                    </a:cubicBezTo>
                    <a:close/>
                    <a:moveTo>
                      <a:pt x="8" y="8"/>
                    </a:moveTo>
                    <a:cubicBezTo>
                      <a:pt x="48" y="77"/>
                      <a:pt x="48" y="77"/>
                      <a:pt x="48" y="77"/>
                    </a:cubicBezTo>
                    <a:cubicBezTo>
                      <a:pt x="83" y="67"/>
                      <a:pt x="83" y="67"/>
                      <a:pt x="83" y="67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955"/>
              <p:cNvSpPr>
                <a:spLocks noEditPoints="1"/>
              </p:cNvSpPr>
              <p:nvPr userDrawn="1"/>
            </p:nvSpPr>
            <p:spPr bwMode="auto">
              <a:xfrm>
                <a:off x="3156" y="1137"/>
                <a:ext cx="52" cy="94"/>
              </a:xfrm>
              <a:custGeom>
                <a:avLst/>
                <a:gdLst>
                  <a:gd name="T0" fmla="*/ 12 w 42"/>
                  <a:gd name="T1" fmla="*/ 76 h 76"/>
                  <a:gd name="T2" fmla="*/ 12 w 42"/>
                  <a:gd name="T3" fmla="*/ 76 h 76"/>
                  <a:gd name="T4" fmla="*/ 10 w 42"/>
                  <a:gd name="T5" fmla="*/ 75 h 76"/>
                  <a:gd name="T6" fmla="*/ 0 w 42"/>
                  <a:gd name="T7" fmla="*/ 13 h 76"/>
                  <a:gd name="T8" fmla="*/ 1 w 42"/>
                  <a:gd name="T9" fmla="*/ 11 h 76"/>
                  <a:gd name="T10" fmla="*/ 40 w 42"/>
                  <a:gd name="T11" fmla="*/ 1 h 76"/>
                  <a:gd name="T12" fmla="*/ 42 w 42"/>
                  <a:gd name="T13" fmla="*/ 1 h 76"/>
                  <a:gd name="T14" fmla="*/ 42 w 42"/>
                  <a:gd name="T15" fmla="*/ 3 h 76"/>
                  <a:gd name="T16" fmla="*/ 13 w 42"/>
                  <a:gd name="T17" fmla="*/ 75 h 76"/>
                  <a:gd name="T18" fmla="*/ 12 w 42"/>
                  <a:gd name="T19" fmla="*/ 76 h 76"/>
                  <a:gd name="T20" fmla="*/ 3 w 42"/>
                  <a:gd name="T21" fmla="*/ 14 h 76"/>
                  <a:gd name="T22" fmla="*/ 12 w 42"/>
                  <a:gd name="T23" fmla="*/ 68 h 76"/>
                  <a:gd name="T24" fmla="*/ 37 w 42"/>
                  <a:gd name="T25" fmla="*/ 5 h 76"/>
                  <a:gd name="T26" fmla="*/ 3 w 42"/>
                  <a:gd name="T27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" h="76">
                    <a:moveTo>
                      <a:pt x="12" y="76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11" y="76"/>
                      <a:pt x="10" y="75"/>
                      <a:pt x="10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3" y="76"/>
                      <a:pt x="12" y="76"/>
                      <a:pt x="12" y="76"/>
                    </a:cubicBezTo>
                    <a:close/>
                    <a:moveTo>
                      <a:pt x="3" y="14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37" y="5"/>
                      <a:pt x="37" y="5"/>
                      <a:pt x="37" y="5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956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61" cy="149"/>
              </a:xfrm>
              <a:custGeom>
                <a:avLst/>
                <a:gdLst>
                  <a:gd name="T0" fmla="*/ 12 w 49"/>
                  <a:gd name="T1" fmla="*/ 120 h 120"/>
                  <a:gd name="T2" fmla="*/ 11 w 49"/>
                  <a:gd name="T3" fmla="*/ 120 h 120"/>
                  <a:gd name="T4" fmla="*/ 10 w 49"/>
                  <a:gd name="T5" fmla="*/ 119 h 120"/>
                  <a:gd name="T6" fmla="*/ 0 w 49"/>
                  <a:gd name="T7" fmla="*/ 2 h 120"/>
                  <a:gd name="T8" fmla="*/ 1 w 49"/>
                  <a:gd name="T9" fmla="*/ 0 h 120"/>
                  <a:gd name="T10" fmla="*/ 3 w 49"/>
                  <a:gd name="T11" fmla="*/ 1 h 120"/>
                  <a:gd name="T12" fmla="*/ 49 w 49"/>
                  <a:gd name="T13" fmla="*/ 78 h 120"/>
                  <a:gd name="T14" fmla="*/ 49 w 49"/>
                  <a:gd name="T15" fmla="*/ 80 h 120"/>
                  <a:gd name="T16" fmla="*/ 13 w 49"/>
                  <a:gd name="T17" fmla="*/ 120 h 120"/>
                  <a:gd name="T18" fmla="*/ 12 w 49"/>
                  <a:gd name="T19" fmla="*/ 120 h 120"/>
                  <a:gd name="T20" fmla="*/ 4 w 49"/>
                  <a:gd name="T21" fmla="*/ 9 h 120"/>
                  <a:gd name="T22" fmla="*/ 13 w 49"/>
                  <a:gd name="T23" fmla="*/ 115 h 120"/>
                  <a:gd name="T24" fmla="*/ 45 w 49"/>
                  <a:gd name="T25" fmla="*/ 79 h 120"/>
                  <a:gd name="T26" fmla="*/ 4 w 49"/>
                  <a:gd name="T27" fmla="*/ 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120">
                    <a:moveTo>
                      <a:pt x="12" y="120"/>
                    </a:moveTo>
                    <a:cubicBezTo>
                      <a:pt x="11" y="120"/>
                      <a:pt x="11" y="120"/>
                      <a:pt x="11" y="120"/>
                    </a:cubicBezTo>
                    <a:cubicBezTo>
                      <a:pt x="10" y="120"/>
                      <a:pt x="10" y="120"/>
                      <a:pt x="1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9"/>
                      <a:pt x="49" y="79"/>
                      <a:pt x="49" y="80"/>
                    </a:cubicBezTo>
                    <a:cubicBezTo>
                      <a:pt x="13" y="120"/>
                      <a:pt x="13" y="120"/>
                      <a:pt x="13" y="120"/>
                    </a:cubicBezTo>
                    <a:cubicBezTo>
                      <a:pt x="12" y="120"/>
                      <a:pt x="12" y="120"/>
                      <a:pt x="12" y="120"/>
                    </a:cubicBezTo>
                    <a:close/>
                    <a:moveTo>
                      <a:pt x="4" y="9"/>
                    </a:moveTo>
                    <a:cubicBezTo>
                      <a:pt x="13" y="115"/>
                      <a:pt x="13" y="115"/>
                      <a:pt x="13" y="115"/>
                    </a:cubicBezTo>
                    <a:cubicBezTo>
                      <a:pt x="45" y="79"/>
                      <a:pt x="45" y="79"/>
                      <a:pt x="45" y="79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957"/>
              <p:cNvSpPr>
                <a:spLocks noEditPoints="1"/>
              </p:cNvSpPr>
              <p:nvPr userDrawn="1"/>
            </p:nvSpPr>
            <p:spPr bwMode="auto">
              <a:xfrm>
                <a:off x="1098" y="980"/>
                <a:ext cx="98" cy="72"/>
              </a:xfrm>
              <a:custGeom>
                <a:avLst/>
                <a:gdLst>
                  <a:gd name="T0" fmla="*/ 1 w 79"/>
                  <a:gd name="T1" fmla="*/ 58 h 58"/>
                  <a:gd name="T2" fmla="*/ 0 w 79"/>
                  <a:gd name="T3" fmla="*/ 57 h 58"/>
                  <a:gd name="T4" fmla="*/ 0 w 79"/>
                  <a:gd name="T5" fmla="*/ 55 h 58"/>
                  <a:gd name="T6" fmla="*/ 76 w 79"/>
                  <a:gd name="T7" fmla="*/ 1 h 58"/>
                  <a:gd name="T8" fmla="*/ 78 w 79"/>
                  <a:gd name="T9" fmla="*/ 1 h 58"/>
                  <a:gd name="T10" fmla="*/ 78 w 79"/>
                  <a:gd name="T11" fmla="*/ 3 h 58"/>
                  <a:gd name="T12" fmla="*/ 53 w 79"/>
                  <a:gd name="T13" fmla="*/ 43 h 58"/>
                  <a:gd name="T14" fmla="*/ 52 w 79"/>
                  <a:gd name="T15" fmla="*/ 44 h 58"/>
                  <a:gd name="T16" fmla="*/ 2 w 79"/>
                  <a:gd name="T17" fmla="*/ 58 h 58"/>
                  <a:gd name="T18" fmla="*/ 1 w 79"/>
                  <a:gd name="T19" fmla="*/ 58 h 58"/>
                  <a:gd name="T20" fmla="*/ 71 w 79"/>
                  <a:gd name="T21" fmla="*/ 8 h 58"/>
                  <a:gd name="T22" fmla="*/ 10 w 79"/>
                  <a:gd name="T23" fmla="*/ 52 h 58"/>
                  <a:gd name="T24" fmla="*/ 50 w 79"/>
                  <a:gd name="T25" fmla="*/ 41 h 58"/>
                  <a:gd name="T26" fmla="*/ 71 w 79"/>
                  <a:gd name="T27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58">
                    <a:moveTo>
                      <a:pt x="1" y="58"/>
                    </a:moveTo>
                    <a:cubicBezTo>
                      <a:pt x="1" y="58"/>
                      <a:pt x="0" y="57"/>
                      <a:pt x="0" y="57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76" y="1"/>
                      <a:pt x="76" y="1"/>
                      <a:pt x="76" y="1"/>
                    </a:cubicBezTo>
                    <a:cubicBezTo>
                      <a:pt x="76" y="0"/>
                      <a:pt x="77" y="0"/>
                      <a:pt x="78" y="1"/>
                    </a:cubicBezTo>
                    <a:cubicBezTo>
                      <a:pt x="78" y="1"/>
                      <a:pt x="79" y="2"/>
                      <a:pt x="78" y="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71" y="8"/>
                    </a:moveTo>
                    <a:cubicBezTo>
                      <a:pt x="10" y="52"/>
                      <a:pt x="10" y="52"/>
                      <a:pt x="10" y="52"/>
                    </a:cubicBezTo>
                    <a:cubicBezTo>
                      <a:pt x="50" y="41"/>
                      <a:pt x="50" y="41"/>
                      <a:pt x="50" y="41"/>
                    </a:cubicBezTo>
                    <a:lnTo>
                      <a:pt x="7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958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42" cy="82"/>
              </a:xfrm>
              <a:custGeom>
                <a:avLst/>
                <a:gdLst>
                  <a:gd name="T0" fmla="*/ 1 w 115"/>
                  <a:gd name="T1" fmla="*/ 67 h 67"/>
                  <a:gd name="T2" fmla="*/ 0 w 115"/>
                  <a:gd name="T3" fmla="*/ 66 h 67"/>
                  <a:gd name="T4" fmla="*/ 0 w 115"/>
                  <a:gd name="T5" fmla="*/ 64 h 67"/>
                  <a:gd name="T6" fmla="*/ 25 w 115"/>
                  <a:gd name="T7" fmla="*/ 24 h 67"/>
                  <a:gd name="T8" fmla="*/ 26 w 115"/>
                  <a:gd name="T9" fmla="*/ 23 h 67"/>
                  <a:gd name="T10" fmla="*/ 113 w 115"/>
                  <a:gd name="T11" fmla="*/ 0 h 67"/>
                  <a:gd name="T12" fmla="*/ 115 w 115"/>
                  <a:gd name="T13" fmla="*/ 1 h 67"/>
                  <a:gd name="T14" fmla="*/ 114 w 115"/>
                  <a:gd name="T15" fmla="*/ 3 h 67"/>
                  <a:gd name="T16" fmla="*/ 2 w 115"/>
                  <a:gd name="T17" fmla="*/ 67 h 67"/>
                  <a:gd name="T18" fmla="*/ 1 w 115"/>
                  <a:gd name="T19" fmla="*/ 67 h 67"/>
                  <a:gd name="T20" fmla="*/ 28 w 115"/>
                  <a:gd name="T21" fmla="*/ 26 h 67"/>
                  <a:gd name="T22" fmla="*/ 6 w 115"/>
                  <a:gd name="T23" fmla="*/ 61 h 67"/>
                  <a:gd name="T24" fmla="*/ 101 w 115"/>
                  <a:gd name="T25" fmla="*/ 6 h 67"/>
                  <a:gd name="T26" fmla="*/ 28 w 115"/>
                  <a:gd name="T27" fmla="*/ 2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7">
                    <a:moveTo>
                      <a:pt x="1" y="67"/>
                    </a:moveTo>
                    <a:cubicBezTo>
                      <a:pt x="1" y="67"/>
                      <a:pt x="1" y="67"/>
                      <a:pt x="0" y="66"/>
                    </a:cubicBezTo>
                    <a:cubicBezTo>
                      <a:pt x="0" y="66"/>
                      <a:pt x="0" y="65"/>
                      <a:pt x="0" y="6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6" y="24"/>
                      <a:pt x="26" y="24"/>
                      <a:pt x="26" y="23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4" y="0"/>
                      <a:pt x="115" y="0"/>
                      <a:pt x="115" y="1"/>
                    </a:cubicBezTo>
                    <a:cubicBezTo>
                      <a:pt x="115" y="1"/>
                      <a:pt x="115" y="2"/>
                      <a:pt x="114" y="3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28" y="26"/>
                    </a:moveTo>
                    <a:cubicBezTo>
                      <a:pt x="6" y="61"/>
                      <a:pt x="6" y="61"/>
                      <a:pt x="6" y="61"/>
                    </a:cubicBezTo>
                    <a:cubicBezTo>
                      <a:pt x="101" y="6"/>
                      <a:pt x="101" y="6"/>
                      <a:pt x="101" y="6"/>
                    </a:cubicBezTo>
                    <a:lnTo>
                      <a:pt x="2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959"/>
              <p:cNvSpPr>
                <a:spLocks noEditPoints="1"/>
              </p:cNvSpPr>
              <p:nvPr userDrawn="1"/>
            </p:nvSpPr>
            <p:spPr bwMode="auto">
              <a:xfrm>
                <a:off x="1298" y="952"/>
                <a:ext cx="109" cy="35"/>
              </a:xfrm>
              <a:custGeom>
                <a:avLst/>
                <a:gdLst>
                  <a:gd name="T0" fmla="*/ 26 w 88"/>
                  <a:gd name="T1" fmla="*/ 29 h 29"/>
                  <a:gd name="T2" fmla="*/ 25 w 88"/>
                  <a:gd name="T3" fmla="*/ 29 h 29"/>
                  <a:gd name="T4" fmla="*/ 0 w 88"/>
                  <a:gd name="T5" fmla="*/ 3 h 29"/>
                  <a:gd name="T6" fmla="*/ 0 w 88"/>
                  <a:gd name="T7" fmla="*/ 1 h 29"/>
                  <a:gd name="T8" fmla="*/ 2 w 88"/>
                  <a:gd name="T9" fmla="*/ 0 h 29"/>
                  <a:gd name="T10" fmla="*/ 87 w 88"/>
                  <a:gd name="T11" fmla="*/ 6 h 29"/>
                  <a:gd name="T12" fmla="*/ 88 w 88"/>
                  <a:gd name="T13" fmla="*/ 7 h 29"/>
                  <a:gd name="T14" fmla="*/ 87 w 88"/>
                  <a:gd name="T15" fmla="*/ 9 h 29"/>
                  <a:gd name="T16" fmla="*/ 27 w 88"/>
                  <a:gd name="T17" fmla="*/ 29 h 29"/>
                  <a:gd name="T18" fmla="*/ 26 w 88"/>
                  <a:gd name="T19" fmla="*/ 29 h 29"/>
                  <a:gd name="T20" fmla="*/ 6 w 88"/>
                  <a:gd name="T21" fmla="*/ 3 h 29"/>
                  <a:gd name="T22" fmla="*/ 27 w 88"/>
                  <a:gd name="T23" fmla="*/ 26 h 29"/>
                  <a:gd name="T24" fmla="*/ 79 w 88"/>
                  <a:gd name="T25" fmla="*/ 8 h 29"/>
                  <a:gd name="T26" fmla="*/ 6 w 88"/>
                  <a:gd name="T27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29">
                    <a:moveTo>
                      <a:pt x="26" y="29"/>
                    </a:moveTo>
                    <a:cubicBezTo>
                      <a:pt x="26" y="29"/>
                      <a:pt x="25" y="29"/>
                      <a:pt x="25" y="2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" y="0"/>
                      <a:pt x="80" y="4"/>
                      <a:pt x="87" y="6"/>
                    </a:cubicBezTo>
                    <a:cubicBezTo>
                      <a:pt x="87" y="6"/>
                      <a:pt x="88" y="7"/>
                      <a:pt x="88" y="7"/>
                    </a:cubicBezTo>
                    <a:cubicBezTo>
                      <a:pt x="88" y="8"/>
                      <a:pt x="88" y="9"/>
                      <a:pt x="87" y="9"/>
                    </a:cubicBezTo>
                    <a:cubicBezTo>
                      <a:pt x="27" y="29"/>
                      <a:pt x="27" y="29"/>
                      <a:pt x="27" y="29"/>
                    </a:cubicBezTo>
                    <a:lnTo>
                      <a:pt x="26" y="29"/>
                    </a:lnTo>
                    <a:close/>
                    <a:moveTo>
                      <a:pt x="6" y="3"/>
                    </a:moveTo>
                    <a:cubicBezTo>
                      <a:pt x="27" y="26"/>
                      <a:pt x="27" y="26"/>
                      <a:pt x="27" y="26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3" y="7"/>
                      <a:pt x="28" y="5"/>
                      <a:pt x="6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960"/>
              <p:cNvSpPr>
                <a:spLocks noEditPoints="1"/>
              </p:cNvSpPr>
              <p:nvPr userDrawn="1"/>
            </p:nvSpPr>
            <p:spPr bwMode="auto">
              <a:xfrm>
                <a:off x="1227" y="950"/>
                <a:ext cx="132" cy="72"/>
              </a:xfrm>
              <a:custGeom>
                <a:avLst/>
                <a:gdLst>
                  <a:gd name="T0" fmla="*/ 1 w 107"/>
                  <a:gd name="T1" fmla="*/ 58 h 58"/>
                  <a:gd name="T2" fmla="*/ 0 w 107"/>
                  <a:gd name="T3" fmla="*/ 58 h 58"/>
                  <a:gd name="T4" fmla="*/ 0 w 107"/>
                  <a:gd name="T5" fmla="*/ 57 h 58"/>
                  <a:gd name="T6" fmla="*/ 2 w 107"/>
                  <a:gd name="T7" fmla="*/ 14 h 58"/>
                  <a:gd name="T8" fmla="*/ 4 w 107"/>
                  <a:gd name="T9" fmla="*/ 12 h 58"/>
                  <a:gd name="T10" fmla="*/ 105 w 107"/>
                  <a:gd name="T11" fmla="*/ 1 h 58"/>
                  <a:gd name="T12" fmla="*/ 107 w 107"/>
                  <a:gd name="T13" fmla="*/ 2 h 58"/>
                  <a:gd name="T14" fmla="*/ 106 w 107"/>
                  <a:gd name="T15" fmla="*/ 4 h 58"/>
                  <a:gd name="T16" fmla="*/ 2 w 107"/>
                  <a:gd name="T17" fmla="*/ 58 h 58"/>
                  <a:gd name="T18" fmla="*/ 1 w 107"/>
                  <a:gd name="T19" fmla="*/ 58 h 58"/>
                  <a:gd name="T20" fmla="*/ 5 w 107"/>
                  <a:gd name="T21" fmla="*/ 15 h 58"/>
                  <a:gd name="T22" fmla="*/ 3 w 107"/>
                  <a:gd name="T23" fmla="*/ 54 h 58"/>
                  <a:gd name="T24" fmla="*/ 97 w 107"/>
                  <a:gd name="T25" fmla="*/ 5 h 58"/>
                  <a:gd name="T26" fmla="*/ 5 w 107"/>
                  <a:gd name="T27" fmla="*/ 1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58">
                    <a:moveTo>
                      <a:pt x="1" y="58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0" y="58"/>
                      <a:pt x="0" y="57"/>
                      <a:pt x="0" y="57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3"/>
                      <a:pt x="3" y="12"/>
                      <a:pt x="4" y="12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6" y="0"/>
                      <a:pt x="107" y="1"/>
                      <a:pt x="107" y="2"/>
                    </a:cubicBezTo>
                    <a:cubicBezTo>
                      <a:pt x="107" y="3"/>
                      <a:pt x="107" y="3"/>
                      <a:pt x="106" y="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5" y="15"/>
                    </a:moveTo>
                    <a:cubicBezTo>
                      <a:pt x="3" y="54"/>
                      <a:pt x="3" y="54"/>
                      <a:pt x="3" y="54"/>
                    </a:cubicBezTo>
                    <a:cubicBezTo>
                      <a:pt x="97" y="5"/>
                      <a:pt x="97" y="5"/>
                      <a:pt x="97" y="5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961"/>
              <p:cNvSpPr>
                <a:spLocks noEditPoints="1"/>
              </p:cNvSpPr>
              <p:nvPr userDrawn="1"/>
            </p:nvSpPr>
            <p:spPr bwMode="auto">
              <a:xfrm>
                <a:off x="1328" y="959"/>
                <a:ext cx="170" cy="38"/>
              </a:xfrm>
              <a:custGeom>
                <a:avLst/>
                <a:gdLst>
                  <a:gd name="T0" fmla="*/ 135 w 137"/>
                  <a:gd name="T1" fmla="*/ 31 h 31"/>
                  <a:gd name="T2" fmla="*/ 135 w 137"/>
                  <a:gd name="T3" fmla="*/ 31 h 31"/>
                  <a:gd name="T4" fmla="*/ 2 w 137"/>
                  <a:gd name="T5" fmla="*/ 23 h 31"/>
                  <a:gd name="T6" fmla="*/ 1 w 137"/>
                  <a:gd name="T7" fmla="*/ 22 h 31"/>
                  <a:gd name="T8" fmla="*/ 2 w 137"/>
                  <a:gd name="T9" fmla="*/ 20 h 31"/>
                  <a:gd name="T10" fmla="*/ 62 w 137"/>
                  <a:gd name="T11" fmla="*/ 0 h 31"/>
                  <a:gd name="T12" fmla="*/ 63 w 137"/>
                  <a:gd name="T13" fmla="*/ 0 h 31"/>
                  <a:gd name="T14" fmla="*/ 135 w 137"/>
                  <a:gd name="T15" fmla="*/ 28 h 31"/>
                  <a:gd name="T16" fmla="*/ 136 w 137"/>
                  <a:gd name="T17" fmla="*/ 30 h 31"/>
                  <a:gd name="T18" fmla="*/ 135 w 137"/>
                  <a:gd name="T19" fmla="*/ 31 h 31"/>
                  <a:gd name="T20" fmla="*/ 11 w 137"/>
                  <a:gd name="T21" fmla="*/ 21 h 31"/>
                  <a:gd name="T22" fmla="*/ 124 w 137"/>
                  <a:gd name="T23" fmla="*/ 27 h 31"/>
                  <a:gd name="T24" fmla="*/ 62 w 137"/>
                  <a:gd name="T25" fmla="*/ 3 h 31"/>
                  <a:gd name="T26" fmla="*/ 11 w 137"/>
                  <a:gd name="T27" fmla="*/ 2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31">
                    <a:moveTo>
                      <a:pt x="135" y="31"/>
                    </a:moveTo>
                    <a:cubicBezTo>
                      <a:pt x="135" y="31"/>
                      <a:pt x="135" y="31"/>
                      <a:pt x="135" y="3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3"/>
                      <a:pt x="1" y="23"/>
                      <a:pt x="1" y="22"/>
                    </a:cubicBezTo>
                    <a:cubicBezTo>
                      <a:pt x="0" y="21"/>
                      <a:pt x="1" y="20"/>
                      <a:pt x="2" y="2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6" y="28"/>
                      <a:pt x="137" y="29"/>
                      <a:pt x="136" y="30"/>
                    </a:cubicBezTo>
                    <a:cubicBezTo>
                      <a:pt x="136" y="31"/>
                      <a:pt x="136" y="31"/>
                      <a:pt x="135" y="31"/>
                    </a:cubicBezTo>
                    <a:close/>
                    <a:moveTo>
                      <a:pt x="11" y="21"/>
                    </a:moveTo>
                    <a:cubicBezTo>
                      <a:pt x="124" y="27"/>
                      <a:pt x="124" y="27"/>
                      <a:pt x="124" y="27"/>
                    </a:cubicBezTo>
                    <a:cubicBezTo>
                      <a:pt x="62" y="3"/>
                      <a:pt x="62" y="3"/>
                      <a:pt x="62" y="3"/>
                    </a:cubicBezTo>
                    <a:lnTo>
                      <a:pt x="11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962"/>
              <p:cNvSpPr>
                <a:spLocks noEditPoints="1"/>
              </p:cNvSpPr>
              <p:nvPr userDrawn="1"/>
            </p:nvSpPr>
            <p:spPr bwMode="auto">
              <a:xfrm>
                <a:off x="1098" y="1030"/>
                <a:ext cx="65" cy="74"/>
              </a:xfrm>
              <a:custGeom>
                <a:avLst/>
                <a:gdLst>
                  <a:gd name="T0" fmla="*/ 9 w 53"/>
                  <a:gd name="T1" fmla="*/ 60 h 60"/>
                  <a:gd name="T2" fmla="*/ 9 w 53"/>
                  <a:gd name="T3" fmla="*/ 60 h 60"/>
                  <a:gd name="T4" fmla="*/ 7 w 53"/>
                  <a:gd name="T5" fmla="*/ 59 h 60"/>
                  <a:gd name="T6" fmla="*/ 0 w 53"/>
                  <a:gd name="T7" fmla="*/ 16 h 60"/>
                  <a:gd name="T8" fmla="*/ 1 w 53"/>
                  <a:gd name="T9" fmla="*/ 14 h 60"/>
                  <a:gd name="T10" fmla="*/ 51 w 53"/>
                  <a:gd name="T11" fmla="*/ 1 h 60"/>
                  <a:gd name="T12" fmla="*/ 53 w 53"/>
                  <a:gd name="T13" fmla="*/ 1 h 60"/>
                  <a:gd name="T14" fmla="*/ 53 w 53"/>
                  <a:gd name="T15" fmla="*/ 3 h 60"/>
                  <a:gd name="T16" fmla="*/ 10 w 53"/>
                  <a:gd name="T17" fmla="*/ 60 h 60"/>
                  <a:gd name="T18" fmla="*/ 9 w 53"/>
                  <a:gd name="T19" fmla="*/ 60 h 60"/>
                  <a:gd name="T20" fmla="*/ 3 w 53"/>
                  <a:gd name="T21" fmla="*/ 17 h 60"/>
                  <a:gd name="T22" fmla="*/ 10 w 53"/>
                  <a:gd name="T23" fmla="*/ 54 h 60"/>
                  <a:gd name="T24" fmla="*/ 47 w 53"/>
                  <a:gd name="T25" fmla="*/ 5 h 60"/>
                  <a:gd name="T26" fmla="*/ 3 w 53"/>
                  <a:gd name="T27" fmla="*/ 1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0">
                    <a:moveTo>
                      <a:pt x="9" y="60"/>
                    </a:moveTo>
                    <a:cubicBezTo>
                      <a:pt x="9" y="60"/>
                      <a:pt x="9" y="60"/>
                      <a:pt x="9" y="60"/>
                    </a:cubicBezTo>
                    <a:cubicBezTo>
                      <a:pt x="8" y="60"/>
                      <a:pt x="7" y="59"/>
                      <a:pt x="7" y="5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5"/>
                      <a:pt x="0" y="15"/>
                      <a:pt x="1" y="1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2" y="0"/>
                      <a:pt x="52" y="1"/>
                      <a:pt x="53" y="1"/>
                    </a:cubicBezTo>
                    <a:cubicBezTo>
                      <a:pt x="53" y="2"/>
                      <a:pt x="53" y="3"/>
                      <a:pt x="53" y="3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60"/>
                      <a:pt x="9" y="60"/>
                      <a:pt x="9" y="60"/>
                    </a:cubicBezTo>
                    <a:close/>
                    <a:moveTo>
                      <a:pt x="3" y="17"/>
                    </a:moveTo>
                    <a:cubicBezTo>
                      <a:pt x="10" y="54"/>
                      <a:pt x="10" y="54"/>
                      <a:pt x="10" y="54"/>
                    </a:cubicBezTo>
                    <a:cubicBezTo>
                      <a:pt x="47" y="5"/>
                      <a:pt x="47" y="5"/>
                      <a:pt x="47" y="5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963"/>
              <p:cNvSpPr>
                <a:spLocks noEditPoints="1"/>
              </p:cNvSpPr>
              <p:nvPr userDrawn="1"/>
            </p:nvSpPr>
            <p:spPr bwMode="auto">
              <a:xfrm>
                <a:off x="1328" y="984"/>
                <a:ext cx="170" cy="62"/>
              </a:xfrm>
              <a:custGeom>
                <a:avLst/>
                <a:gdLst>
                  <a:gd name="T0" fmla="*/ 108 w 137"/>
                  <a:gd name="T1" fmla="*/ 50 h 50"/>
                  <a:gd name="T2" fmla="*/ 108 w 137"/>
                  <a:gd name="T3" fmla="*/ 50 h 50"/>
                  <a:gd name="T4" fmla="*/ 2 w 137"/>
                  <a:gd name="T5" fmla="*/ 3 h 50"/>
                  <a:gd name="T6" fmla="*/ 1 w 137"/>
                  <a:gd name="T7" fmla="*/ 1 h 50"/>
                  <a:gd name="T8" fmla="*/ 2 w 137"/>
                  <a:gd name="T9" fmla="*/ 0 h 50"/>
                  <a:gd name="T10" fmla="*/ 135 w 137"/>
                  <a:gd name="T11" fmla="*/ 8 h 50"/>
                  <a:gd name="T12" fmla="*/ 136 w 137"/>
                  <a:gd name="T13" fmla="*/ 9 h 50"/>
                  <a:gd name="T14" fmla="*/ 136 w 137"/>
                  <a:gd name="T15" fmla="*/ 10 h 50"/>
                  <a:gd name="T16" fmla="*/ 110 w 137"/>
                  <a:gd name="T17" fmla="*/ 49 h 50"/>
                  <a:gd name="T18" fmla="*/ 108 w 137"/>
                  <a:gd name="T19" fmla="*/ 50 h 50"/>
                  <a:gd name="T20" fmla="*/ 11 w 137"/>
                  <a:gd name="T21" fmla="*/ 4 h 50"/>
                  <a:gd name="T22" fmla="*/ 108 w 137"/>
                  <a:gd name="T23" fmla="*/ 46 h 50"/>
                  <a:gd name="T24" fmla="*/ 132 w 137"/>
                  <a:gd name="T25" fmla="*/ 11 h 50"/>
                  <a:gd name="T26" fmla="*/ 11 w 137"/>
                  <a:gd name="T27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50">
                    <a:moveTo>
                      <a:pt x="108" y="50"/>
                    </a:moveTo>
                    <a:cubicBezTo>
                      <a:pt x="108" y="50"/>
                      <a:pt x="108" y="50"/>
                      <a:pt x="108" y="50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135" y="8"/>
                      <a:pt x="135" y="8"/>
                      <a:pt x="135" y="8"/>
                    </a:cubicBezTo>
                    <a:cubicBezTo>
                      <a:pt x="135" y="8"/>
                      <a:pt x="136" y="8"/>
                      <a:pt x="136" y="9"/>
                    </a:cubicBezTo>
                    <a:cubicBezTo>
                      <a:pt x="137" y="9"/>
                      <a:pt x="137" y="10"/>
                      <a:pt x="136" y="10"/>
                    </a:cubicBezTo>
                    <a:cubicBezTo>
                      <a:pt x="110" y="49"/>
                      <a:pt x="110" y="49"/>
                      <a:pt x="110" y="49"/>
                    </a:cubicBezTo>
                    <a:cubicBezTo>
                      <a:pt x="109" y="50"/>
                      <a:pt x="109" y="50"/>
                      <a:pt x="108" y="50"/>
                    </a:cubicBezTo>
                    <a:close/>
                    <a:moveTo>
                      <a:pt x="11" y="4"/>
                    </a:moveTo>
                    <a:cubicBezTo>
                      <a:pt x="108" y="46"/>
                      <a:pt x="108" y="46"/>
                      <a:pt x="108" y="46"/>
                    </a:cubicBezTo>
                    <a:cubicBezTo>
                      <a:pt x="132" y="11"/>
                      <a:pt x="132" y="11"/>
                      <a:pt x="132" y="11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964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73" cy="82"/>
              </a:xfrm>
              <a:custGeom>
                <a:avLst/>
                <a:gdLst>
                  <a:gd name="T0" fmla="*/ 1 w 140"/>
                  <a:gd name="T1" fmla="*/ 67 h 67"/>
                  <a:gd name="T2" fmla="*/ 0 w 140"/>
                  <a:gd name="T3" fmla="*/ 66 h 67"/>
                  <a:gd name="T4" fmla="*/ 1 w 140"/>
                  <a:gd name="T5" fmla="*/ 64 h 67"/>
                  <a:gd name="T6" fmla="*/ 113 w 140"/>
                  <a:gd name="T7" fmla="*/ 0 h 67"/>
                  <a:gd name="T8" fmla="*/ 115 w 140"/>
                  <a:gd name="T9" fmla="*/ 0 h 67"/>
                  <a:gd name="T10" fmla="*/ 139 w 140"/>
                  <a:gd name="T11" fmla="*/ 27 h 67"/>
                  <a:gd name="T12" fmla="*/ 140 w 140"/>
                  <a:gd name="T13" fmla="*/ 28 h 67"/>
                  <a:gd name="T14" fmla="*/ 139 w 140"/>
                  <a:gd name="T15" fmla="*/ 29 h 67"/>
                  <a:gd name="T16" fmla="*/ 2 w 140"/>
                  <a:gd name="T17" fmla="*/ 67 h 67"/>
                  <a:gd name="T18" fmla="*/ 1 w 140"/>
                  <a:gd name="T19" fmla="*/ 67 h 67"/>
                  <a:gd name="T20" fmla="*/ 113 w 140"/>
                  <a:gd name="T21" fmla="*/ 3 h 67"/>
                  <a:gd name="T22" fmla="*/ 14 w 140"/>
                  <a:gd name="T23" fmla="*/ 60 h 67"/>
                  <a:gd name="T24" fmla="*/ 135 w 140"/>
                  <a:gd name="T25" fmla="*/ 27 h 67"/>
                  <a:gd name="T26" fmla="*/ 113 w 140"/>
                  <a:gd name="T27" fmla="*/ 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7">
                    <a:moveTo>
                      <a:pt x="1" y="67"/>
                    </a:moveTo>
                    <a:cubicBezTo>
                      <a:pt x="1" y="67"/>
                      <a:pt x="0" y="67"/>
                      <a:pt x="0" y="66"/>
                    </a:cubicBezTo>
                    <a:cubicBezTo>
                      <a:pt x="0" y="65"/>
                      <a:pt x="0" y="64"/>
                      <a:pt x="1" y="64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3" y="0"/>
                      <a:pt x="114" y="0"/>
                      <a:pt x="115" y="0"/>
                    </a:cubicBezTo>
                    <a:cubicBezTo>
                      <a:pt x="139" y="27"/>
                      <a:pt x="139" y="27"/>
                      <a:pt x="139" y="27"/>
                    </a:cubicBezTo>
                    <a:cubicBezTo>
                      <a:pt x="140" y="27"/>
                      <a:pt x="140" y="28"/>
                      <a:pt x="140" y="28"/>
                    </a:cubicBezTo>
                    <a:cubicBezTo>
                      <a:pt x="140" y="29"/>
                      <a:pt x="139" y="29"/>
                      <a:pt x="139" y="29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113" y="3"/>
                    </a:moveTo>
                    <a:cubicBezTo>
                      <a:pt x="14" y="60"/>
                      <a:pt x="14" y="60"/>
                      <a:pt x="14" y="60"/>
                    </a:cubicBezTo>
                    <a:cubicBezTo>
                      <a:pt x="135" y="27"/>
                      <a:pt x="135" y="27"/>
                      <a:pt x="135" y="27"/>
                    </a:cubicBezTo>
                    <a:lnTo>
                      <a:pt x="11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Freeform 965"/>
              <p:cNvSpPr>
                <a:spLocks noEditPoints="1"/>
              </p:cNvSpPr>
              <p:nvPr userDrawn="1"/>
            </p:nvSpPr>
            <p:spPr bwMode="auto">
              <a:xfrm>
                <a:off x="1323" y="1107"/>
                <a:ext cx="155" cy="81"/>
              </a:xfrm>
              <a:custGeom>
                <a:avLst/>
                <a:gdLst>
                  <a:gd name="T0" fmla="*/ 2 w 125"/>
                  <a:gd name="T1" fmla="*/ 65 h 65"/>
                  <a:gd name="T2" fmla="*/ 1 w 125"/>
                  <a:gd name="T3" fmla="*/ 65 h 65"/>
                  <a:gd name="T4" fmla="*/ 0 w 125"/>
                  <a:gd name="T5" fmla="*/ 63 h 65"/>
                  <a:gd name="T6" fmla="*/ 13 w 125"/>
                  <a:gd name="T7" fmla="*/ 1 h 65"/>
                  <a:gd name="T8" fmla="*/ 14 w 125"/>
                  <a:gd name="T9" fmla="*/ 0 h 65"/>
                  <a:gd name="T10" fmla="*/ 15 w 125"/>
                  <a:gd name="T11" fmla="*/ 0 h 65"/>
                  <a:gd name="T12" fmla="*/ 124 w 125"/>
                  <a:gd name="T13" fmla="*/ 52 h 65"/>
                  <a:gd name="T14" fmla="*/ 125 w 125"/>
                  <a:gd name="T15" fmla="*/ 54 h 65"/>
                  <a:gd name="T16" fmla="*/ 123 w 125"/>
                  <a:gd name="T17" fmla="*/ 55 h 65"/>
                  <a:gd name="T18" fmla="*/ 2 w 125"/>
                  <a:gd name="T19" fmla="*/ 65 h 65"/>
                  <a:gd name="T20" fmla="*/ 16 w 125"/>
                  <a:gd name="T21" fmla="*/ 4 h 65"/>
                  <a:gd name="T22" fmla="*/ 4 w 125"/>
                  <a:gd name="T23" fmla="*/ 62 h 65"/>
                  <a:gd name="T24" fmla="*/ 117 w 125"/>
                  <a:gd name="T25" fmla="*/ 53 h 65"/>
                  <a:gd name="T26" fmla="*/ 16 w 125"/>
                  <a:gd name="T27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65">
                    <a:moveTo>
                      <a:pt x="2" y="65"/>
                    </a:moveTo>
                    <a:cubicBezTo>
                      <a:pt x="2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0"/>
                      <a:pt x="14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24" y="52"/>
                      <a:pt x="124" y="52"/>
                      <a:pt x="124" y="52"/>
                    </a:cubicBezTo>
                    <a:cubicBezTo>
                      <a:pt x="125" y="53"/>
                      <a:pt x="125" y="53"/>
                      <a:pt x="125" y="54"/>
                    </a:cubicBezTo>
                    <a:cubicBezTo>
                      <a:pt x="125" y="55"/>
                      <a:pt x="124" y="55"/>
                      <a:pt x="123" y="5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16" y="4"/>
                    </a:moveTo>
                    <a:cubicBezTo>
                      <a:pt x="4" y="62"/>
                      <a:pt x="4" y="62"/>
                      <a:pt x="4" y="62"/>
                    </a:cubicBezTo>
                    <a:cubicBezTo>
                      <a:pt x="117" y="53"/>
                      <a:pt x="117" y="53"/>
                      <a:pt x="117" y="53"/>
                    </a:cubicBezTo>
                    <a:lnTo>
                      <a:pt x="1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Freeform 966"/>
              <p:cNvSpPr>
                <a:spLocks noEditPoints="1"/>
              </p:cNvSpPr>
              <p:nvPr userDrawn="1"/>
            </p:nvSpPr>
            <p:spPr bwMode="auto">
              <a:xfrm>
                <a:off x="1160" y="984"/>
                <a:ext cx="173" cy="81"/>
              </a:xfrm>
              <a:custGeom>
                <a:avLst/>
                <a:gdLst>
                  <a:gd name="T0" fmla="*/ 126 w 140"/>
                  <a:gd name="T1" fmla="*/ 66 h 66"/>
                  <a:gd name="T2" fmla="*/ 125 w 140"/>
                  <a:gd name="T3" fmla="*/ 66 h 66"/>
                  <a:gd name="T4" fmla="*/ 1 w 140"/>
                  <a:gd name="T5" fmla="*/ 41 h 66"/>
                  <a:gd name="T6" fmla="*/ 0 w 140"/>
                  <a:gd name="T7" fmla="*/ 39 h 66"/>
                  <a:gd name="T8" fmla="*/ 1 w 140"/>
                  <a:gd name="T9" fmla="*/ 38 h 66"/>
                  <a:gd name="T10" fmla="*/ 138 w 140"/>
                  <a:gd name="T11" fmla="*/ 0 h 66"/>
                  <a:gd name="T12" fmla="*/ 139 w 140"/>
                  <a:gd name="T13" fmla="*/ 1 h 66"/>
                  <a:gd name="T14" fmla="*/ 140 w 140"/>
                  <a:gd name="T15" fmla="*/ 2 h 66"/>
                  <a:gd name="T16" fmla="*/ 127 w 140"/>
                  <a:gd name="T17" fmla="*/ 64 h 66"/>
                  <a:gd name="T18" fmla="*/ 126 w 140"/>
                  <a:gd name="T19" fmla="*/ 66 h 66"/>
                  <a:gd name="T20" fmla="*/ 9 w 140"/>
                  <a:gd name="T21" fmla="*/ 39 h 66"/>
                  <a:gd name="T22" fmla="*/ 124 w 140"/>
                  <a:gd name="T23" fmla="*/ 62 h 66"/>
                  <a:gd name="T24" fmla="*/ 136 w 140"/>
                  <a:gd name="T25" fmla="*/ 4 h 66"/>
                  <a:gd name="T26" fmla="*/ 9 w 140"/>
                  <a:gd name="T27" fmla="*/ 3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6">
                    <a:moveTo>
                      <a:pt x="126" y="66"/>
                    </a:moveTo>
                    <a:cubicBezTo>
                      <a:pt x="125" y="66"/>
                      <a:pt x="125" y="66"/>
                      <a:pt x="125" y="66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39"/>
                    </a:cubicBezTo>
                    <a:cubicBezTo>
                      <a:pt x="0" y="39"/>
                      <a:pt x="0" y="38"/>
                      <a:pt x="1" y="3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0"/>
                      <a:pt x="139" y="0"/>
                      <a:pt x="139" y="1"/>
                    </a:cubicBezTo>
                    <a:cubicBezTo>
                      <a:pt x="140" y="1"/>
                      <a:pt x="140" y="2"/>
                      <a:pt x="140" y="2"/>
                    </a:cubicBezTo>
                    <a:cubicBezTo>
                      <a:pt x="127" y="64"/>
                      <a:pt x="127" y="64"/>
                      <a:pt x="127" y="64"/>
                    </a:cubicBezTo>
                    <a:cubicBezTo>
                      <a:pt x="127" y="65"/>
                      <a:pt x="126" y="66"/>
                      <a:pt x="126" y="66"/>
                    </a:cubicBezTo>
                    <a:close/>
                    <a:moveTo>
                      <a:pt x="9" y="39"/>
                    </a:moveTo>
                    <a:cubicBezTo>
                      <a:pt x="124" y="62"/>
                      <a:pt x="124" y="62"/>
                      <a:pt x="124" y="62"/>
                    </a:cubicBezTo>
                    <a:cubicBezTo>
                      <a:pt x="136" y="4"/>
                      <a:pt x="136" y="4"/>
                      <a:pt x="136" y="4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967"/>
              <p:cNvSpPr>
                <a:spLocks noEditPoints="1"/>
              </p:cNvSpPr>
              <p:nvPr userDrawn="1"/>
            </p:nvSpPr>
            <p:spPr bwMode="auto">
              <a:xfrm>
                <a:off x="1160" y="1030"/>
                <a:ext cx="157" cy="108"/>
              </a:xfrm>
              <a:custGeom>
                <a:avLst/>
                <a:gdLst>
                  <a:gd name="T0" fmla="*/ 46 w 127"/>
                  <a:gd name="T1" fmla="*/ 88 h 88"/>
                  <a:gd name="T2" fmla="*/ 46 w 127"/>
                  <a:gd name="T3" fmla="*/ 88 h 88"/>
                  <a:gd name="T4" fmla="*/ 45 w 127"/>
                  <a:gd name="T5" fmla="*/ 87 h 88"/>
                  <a:gd name="T6" fmla="*/ 0 w 127"/>
                  <a:gd name="T7" fmla="*/ 3 h 88"/>
                  <a:gd name="T8" fmla="*/ 0 w 127"/>
                  <a:gd name="T9" fmla="*/ 1 h 88"/>
                  <a:gd name="T10" fmla="*/ 2 w 127"/>
                  <a:gd name="T11" fmla="*/ 1 h 88"/>
                  <a:gd name="T12" fmla="*/ 126 w 127"/>
                  <a:gd name="T13" fmla="*/ 25 h 88"/>
                  <a:gd name="T14" fmla="*/ 127 w 127"/>
                  <a:gd name="T15" fmla="*/ 27 h 88"/>
                  <a:gd name="T16" fmla="*/ 127 w 127"/>
                  <a:gd name="T17" fmla="*/ 28 h 88"/>
                  <a:gd name="T18" fmla="*/ 47 w 127"/>
                  <a:gd name="T19" fmla="*/ 88 h 88"/>
                  <a:gd name="T20" fmla="*/ 46 w 127"/>
                  <a:gd name="T21" fmla="*/ 88 h 88"/>
                  <a:gd name="T22" fmla="*/ 5 w 127"/>
                  <a:gd name="T23" fmla="*/ 5 h 88"/>
                  <a:gd name="T24" fmla="*/ 47 w 127"/>
                  <a:gd name="T25" fmla="*/ 84 h 88"/>
                  <a:gd name="T26" fmla="*/ 122 w 127"/>
                  <a:gd name="T27" fmla="*/ 28 h 88"/>
                  <a:gd name="T28" fmla="*/ 5 w 127"/>
                  <a:gd name="T29" fmla="*/ 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7" h="88">
                    <a:moveTo>
                      <a:pt x="46" y="88"/>
                    </a:moveTo>
                    <a:cubicBezTo>
                      <a:pt x="46" y="88"/>
                      <a:pt x="46" y="88"/>
                      <a:pt x="46" y="88"/>
                    </a:cubicBezTo>
                    <a:cubicBezTo>
                      <a:pt x="46" y="88"/>
                      <a:pt x="45" y="88"/>
                      <a:pt x="45" y="8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0"/>
                      <a:pt x="2" y="1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7" y="25"/>
                      <a:pt x="127" y="26"/>
                      <a:pt x="127" y="27"/>
                    </a:cubicBezTo>
                    <a:cubicBezTo>
                      <a:pt x="127" y="27"/>
                      <a:pt x="127" y="28"/>
                      <a:pt x="127" y="28"/>
                    </a:cubicBezTo>
                    <a:cubicBezTo>
                      <a:pt x="47" y="88"/>
                      <a:pt x="47" y="88"/>
                      <a:pt x="47" y="88"/>
                    </a:cubicBezTo>
                    <a:lnTo>
                      <a:pt x="46" y="88"/>
                    </a:lnTo>
                    <a:close/>
                    <a:moveTo>
                      <a:pt x="5" y="5"/>
                    </a:moveTo>
                    <a:cubicBezTo>
                      <a:pt x="47" y="84"/>
                      <a:pt x="47" y="84"/>
                      <a:pt x="47" y="84"/>
                    </a:cubicBezTo>
                    <a:cubicBezTo>
                      <a:pt x="122" y="28"/>
                      <a:pt x="122" y="28"/>
                      <a:pt x="122" y="28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968"/>
              <p:cNvSpPr>
                <a:spLocks noEditPoints="1"/>
              </p:cNvSpPr>
              <p:nvPr userDrawn="1"/>
            </p:nvSpPr>
            <p:spPr bwMode="auto">
              <a:xfrm>
                <a:off x="1176" y="1183"/>
                <a:ext cx="154" cy="52"/>
              </a:xfrm>
              <a:custGeom>
                <a:avLst/>
                <a:gdLst>
                  <a:gd name="T0" fmla="*/ 99 w 125"/>
                  <a:gd name="T1" fmla="*/ 42 h 42"/>
                  <a:gd name="T2" fmla="*/ 99 w 125"/>
                  <a:gd name="T3" fmla="*/ 42 h 42"/>
                  <a:gd name="T4" fmla="*/ 1 w 125"/>
                  <a:gd name="T5" fmla="*/ 13 h 42"/>
                  <a:gd name="T6" fmla="*/ 0 w 125"/>
                  <a:gd name="T7" fmla="*/ 12 h 42"/>
                  <a:gd name="T8" fmla="*/ 2 w 125"/>
                  <a:gd name="T9" fmla="*/ 10 h 42"/>
                  <a:gd name="T10" fmla="*/ 123 w 125"/>
                  <a:gd name="T11" fmla="*/ 0 h 42"/>
                  <a:gd name="T12" fmla="*/ 124 w 125"/>
                  <a:gd name="T13" fmla="*/ 1 h 42"/>
                  <a:gd name="T14" fmla="*/ 124 w 125"/>
                  <a:gd name="T15" fmla="*/ 3 h 42"/>
                  <a:gd name="T16" fmla="*/ 101 w 125"/>
                  <a:gd name="T17" fmla="*/ 41 h 42"/>
                  <a:gd name="T18" fmla="*/ 99 w 125"/>
                  <a:gd name="T19" fmla="*/ 42 h 42"/>
                  <a:gd name="T20" fmla="*/ 11 w 125"/>
                  <a:gd name="T21" fmla="*/ 13 h 42"/>
                  <a:gd name="T22" fmla="*/ 99 w 125"/>
                  <a:gd name="T23" fmla="*/ 39 h 42"/>
                  <a:gd name="T24" fmla="*/ 120 w 125"/>
                  <a:gd name="T25" fmla="*/ 4 h 42"/>
                  <a:gd name="T26" fmla="*/ 11 w 125"/>
                  <a:gd name="T27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2">
                    <a:moveTo>
                      <a:pt x="99" y="42"/>
                    </a:moveTo>
                    <a:cubicBezTo>
                      <a:pt x="99" y="42"/>
                      <a:pt x="99" y="42"/>
                      <a:pt x="99" y="4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2"/>
                      <a:pt x="0" y="12"/>
                    </a:cubicBezTo>
                    <a:cubicBezTo>
                      <a:pt x="0" y="11"/>
                      <a:pt x="1" y="10"/>
                      <a:pt x="2" y="1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4" y="3"/>
                    </a:cubicBezTo>
                    <a:cubicBezTo>
                      <a:pt x="101" y="41"/>
                      <a:pt x="101" y="41"/>
                      <a:pt x="101" y="41"/>
                    </a:cubicBezTo>
                    <a:cubicBezTo>
                      <a:pt x="100" y="42"/>
                      <a:pt x="100" y="42"/>
                      <a:pt x="99" y="42"/>
                    </a:cubicBezTo>
                    <a:close/>
                    <a:moveTo>
                      <a:pt x="11" y="13"/>
                    </a:moveTo>
                    <a:cubicBezTo>
                      <a:pt x="99" y="39"/>
                      <a:pt x="99" y="39"/>
                      <a:pt x="99" y="39"/>
                    </a:cubicBezTo>
                    <a:cubicBezTo>
                      <a:pt x="120" y="4"/>
                      <a:pt x="120" y="4"/>
                      <a:pt x="120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7" name="Freeform 969"/>
              <p:cNvSpPr>
                <a:spLocks noEditPoints="1"/>
              </p:cNvSpPr>
              <p:nvPr userDrawn="1"/>
            </p:nvSpPr>
            <p:spPr bwMode="auto">
              <a:xfrm>
                <a:off x="1327" y="1181"/>
                <a:ext cx="126" cy="115"/>
              </a:xfrm>
              <a:custGeom>
                <a:avLst/>
                <a:gdLst>
                  <a:gd name="T0" fmla="*/ 100 w 102"/>
                  <a:gd name="T1" fmla="*/ 93 h 93"/>
                  <a:gd name="T2" fmla="*/ 99 w 102"/>
                  <a:gd name="T3" fmla="*/ 92 h 93"/>
                  <a:gd name="T4" fmla="*/ 1 w 102"/>
                  <a:gd name="T5" fmla="*/ 3 h 93"/>
                  <a:gd name="T6" fmla="*/ 0 w 102"/>
                  <a:gd name="T7" fmla="*/ 1 h 93"/>
                  <a:gd name="T8" fmla="*/ 2 w 102"/>
                  <a:gd name="T9" fmla="*/ 0 h 93"/>
                  <a:gd name="T10" fmla="*/ 100 w 102"/>
                  <a:gd name="T11" fmla="*/ 29 h 93"/>
                  <a:gd name="T12" fmla="*/ 101 w 102"/>
                  <a:gd name="T13" fmla="*/ 30 h 93"/>
                  <a:gd name="T14" fmla="*/ 102 w 102"/>
                  <a:gd name="T15" fmla="*/ 91 h 93"/>
                  <a:gd name="T16" fmla="*/ 101 w 102"/>
                  <a:gd name="T17" fmla="*/ 93 h 93"/>
                  <a:gd name="T18" fmla="*/ 100 w 102"/>
                  <a:gd name="T19" fmla="*/ 93 h 93"/>
                  <a:gd name="T20" fmla="*/ 8 w 102"/>
                  <a:gd name="T21" fmla="*/ 6 h 93"/>
                  <a:gd name="T22" fmla="*/ 99 w 102"/>
                  <a:gd name="T23" fmla="*/ 87 h 93"/>
                  <a:gd name="T24" fmla="*/ 98 w 102"/>
                  <a:gd name="T25" fmla="*/ 32 h 93"/>
                  <a:gd name="T26" fmla="*/ 8 w 102"/>
                  <a:gd name="T27" fmla="*/ 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93">
                    <a:moveTo>
                      <a:pt x="100" y="93"/>
                    </a:moveTo>
                    <a:cubicBezTo>
                      <a:pt x="100" y="93"/>
                      <a:pt x="100" y="93"/>
                      <a:pt x="99" y="9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00" y="29"/>
                      <a:pt x="100" y="29"/>
                      <a:pt x="100" y="29"/>
                    </a:cubicBezTo>
                    <a:cubicBezTo>
                      <a:pt x="100" y="29"/>
                      <a:pt x="101" y="30"/>
                      <a:pt x="101" y="30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2" y="92"/>
                      <a:pt x="102" y="92"/>
                      <a:pt x="101" y="93"/>
                    </a:cubicBezTo>
                    <a:lnTo>
                      <a:pt x="100" y="93"/>
                    </a:lnTo>
                    <a:close/>
                    <a:moveTo>
                      <a:pt x="8" y="6"/>
                    </a:moveTo>
                    <a:cubicBezTo>
                      <a:pt x="99" y="87"/>
                      <a:pt x="99" y="87"/>
                      <a:pt x="99" y="87"/>
                    </a:cubicBezTo>
                    <a:cubicBezTo>
                      <a:pt x="98" y="32"/>
                      <a:pt x="98" y="32"/>
                      <a:pt x="98" y="32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8" name="Freeform 970"/>
              <p:cNvSpPr>
                <a:spLocks noEditPoints="1"/>
              </p:cNvSpPr>
              <p:nvPr userDrawn="1"/>
            </p:nvSpPr>
            <p:spPr bwMode="auto">
              <a:xfrm>
                <a:off x="3111" y="1151"/>
                <a:ext cx="62" cy="80"/>
              </a:xfrm>
              <a:custGeom>
                <a:avLst/>
                <a:gdLst>
                  <a:gd name="T0" fmla="*/ 48 w 50"/>
                  <a:gd name="T1" fmla="*/ 65 h 65"/>
                  <a:gd name="T2" fmla="*/ 47 w 50"/>
                  <a:gd name="T3" fmla="*/ 65 h 65"/>
                  <a:gd name="T4" fmla="*/ 1 w 50"/>
                  <a:gd name="T5" fmla="*/ 43 h 65"/>
                  <a:gd name="T6" fmla="*/ 0 w 50"/>
                  <a:gd name="T7" fmla="*/ 42 h 65"/>
                  <a:gd name="T8" fmla="*/ 0 w 50"/>
                  <a:gd name="T9" fmla="*/ 41 h 65"/>
                  <a:gd name="T10" fmla="*/ 36 w 50"/>
                  <a:gd name="T11" fmla="*/ 1 h 65"/>
                  <a:gd name="T12" fmla="*/ 38 w 50"/>
                  <a:gd name="T13" fmla="*/ 0 h 65"/>
                  <a:gd name="T14" fmla="*/ 39 w 50"/>
                  <a:gd name="T15" fmla="*/ 1 h 65"/>
                  <a:gd name="T16" fmla="*/ 49 w 50"/>
                  <a:gd name="T17" fmla="*/ 63 h 65"/>
                  <a:gd name="T18" fmla="*/ 49 w 50"/>
                  <a:gd name="T19" fmla="*/ 65 h 65"/>
                  <a:gd name="T20" fmla="*/ 48 w 50"/>
                  <a:gd name="T21" fmla="*/ 65 h 65"/>
                  <a:gd name="T22" fmla="*/ 4 w 50"/>
                  <a:gd name="T23" fmla="*/ 41 h 65"/>
                  <a:gd name="T24" fmla="*/ 46 w 50"/>
                  <a:gd name="T25" fmla="*/ 60 h 65"/>
                  <a:gd name="T26" fmla="*/ 36 w 50"/>
                  <a:gd name="T27" fmla="*/ 5 h 65"/>
                  <a:gd name="T28" fmla="*/ 4 w 50"/>
                  <a:gd name="T29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" h="65">
                    <a:moveTo>
                      <a:pt x="48" y="65"/>
                    </a:moveTo>
                    <a:cubicBezTo>
                      <a:pt x="47" y="65"/>
                      <a:pt x="47" y="65"/>
                      <a:pt x="47" y="6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3"/>
                      <a:pt x="0" y="42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7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1"/>
                    </a:cubicBezTo>
                    <a:cubicBezTo>
                      <a:pt x="49" y="63"/>
                      <a:pt x="49" y="63"/>
                      <a:pt x="49" y="63"/>
                    </a:cubicBezTo>
                    <a:cubicBezTo>
                      <a:pt x="50" y="64"/>
                      <a:pt x="49" y="64"/>
                      <a:pt x="49" y="65"/>
                    </a:cubicBezTo>
                    <a:lnTo>
                      <a:pt x="48" y="65"/>
                    </a:lnTo>
                    <a:close/>
                    <a:moveTo>
                      <a:pt x="4" y="41"/>
                    </a:moveTo>
                    <a:cubicBezTo>
                      <a:pt x="46" y="60"/>
                      <a:pt x="46" y="60"/>
                      <a:pt x="46" y="60"/>
                    </a:cubicBezTo>
                    <a:cubicBezTo>
                      <a:pt x="36" y="5"/>
                      <a:pt x="36" y="5"/>
                      <a:pt x="36" y="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9" name="Freeform 971"/>
              <p:cNvSpPr>
                <a:spLocks noEditPoints="1"/>
              </p:cNvSpPr>
              <p:nvPr userDrawn="1"/>
            </p:nvSpPr>
            <p:spPr bwMode="auto">
              <a:xfrm>
                <a:off x="3241" y="1151"/>
                <a:ext cx="36" cy="80"/>
              </a:xfrm>
              <a:custGeom>
                <a:avLst/>
                <a:gdLst>
                  <a:gd name="T0" fmla="*/ 27 w 29"/>
                  <a:gd name="T1" fmla="*/ 65 h 65"/>
                  <a:gd name="T2" fmla="*/ 2 w 29"/>
                  <a:gd name="T3" fmla="*/ 65 h 65"/>
                  <a:gd name="T4" fmla="*/ 0 w 29"/>
                  <a:gd name="T5" fmla="*/ 64 h 65"/>
                  <a:gd name="T6" fmla="*/ 0 w 29"/>
                  <a:gd name="T7" fmla="*/ 63 h 65"/>
                  <a:gd name="T8" fmla="*/ 20 w 29"/>
                  <a:gd name="T9" fmla="*/ 1 h 65"/>
                  <a:gd name="T10" fmla="*/ 21 w 29"/>
                  <a:gd name="T11" fmla="*/ 0 h 65"/>
                  <a:gd name="T12" fmla="*/ 23 w 29"/>
                  <a:gd name="T13" fmla="*/ 2 h 65"/>
                  <a:gd name="T14" fmla="*/ 29 w 29"/>
                  <a:gd name="T15" fmla="*/ 63 h 65"/>
                  <a:gd name="T16" fmla="*/ 28 w 29"/>
                  <a:gd name="T17" fmla="*/ 65 h 65"/>
                  <a:gd name="T18" fmla="*/ 27 w 29"/>
                  <a:gd name="T19" fmla="*/ 65 h 65"/>
                  <a:gd name="T20" fmla="*/ 4 w 29"/>
                  <a:gd name="T21" fmla="*/ 62 h 65"/>
                  <a:gd name="T22" fmla="*/ 25 w 29"/>
                  <a:gd name="T23" fmla="*/ 62 h 65"/>
                  <a:gd name="T24" fmla="*/ 20 w 29"/>
                  <a:gd name="T25" fmla="*/ 10 h 65"/>
                  <a:gd name="T26" fmla="*/ 4 w 29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65">
                    <a:moveTo>
                      <a:pt x="27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1" y="65"/>
                      <a:pt x="0" y="64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1"/>
                      <a:pt x="23" y="2"/>
                    </a:cubicBezTo>
                    <a:cubicBezTo>
                      <a:pt x="29" y="63"/>
                      <a:pt x="29" y="63"/>
                      <a:pt x="29" y="63"/>
                    </a:cubicBezTo>
                    <a:cubicBezTo>
                      <a:pt x="29" y="64"/>
                      <a:pt x="29" y="64"/>
                      <a:pt x="28" y="65"/>
                    </a:cubicBezTo>
                    <a:cubicBezTo>
                      <a:pt x="28" y="65"/>
                      <a:pt x="28" y="65"/>
                      <a:pt x="27" y="65"/>
                    </a:cubicBezTo>
                    <a:close/>
                    <a:moveTo>
                      <a:pt x="4" y="62"/>
                    </a:moveTo>
                    <a:cubicBezTo>
                      <a:pt x="25" y="62"/>
                      <a:pt x="25" y="62"/>
                      <a:pt x="25" y="62"/>
                    </a:cubicBezTo>
                    <a:cubicBezTo>
                      <a:pt x="20" y="10"/>
                      <a:pt x="20" y="10"/>
                      <a:pt x="20" y="10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0" name="Freeform 972"/>
              <p:cNvSpPr>
                <a:spLocks noEditPoints="1"/>
              </p:cNvSpPr>
              <p:nvPr userDrawn="1"/>
            </p:nvSpPr>
            <p:spPr bwMode="auto">
              <a:xfrm>
                <a:off x="3193" y="1281"/>
                <a:ext cx="79" cy="115"/>
              </a:xfrm>
              <a:custGeom>
                <a:avLst/>
                <a:gdLst>
                  <a:gd name="T0" fmla="*/ 29 w 64"/>
                  <a:gd name="T1" fmla="*/ 93 h 93"/>
                  <a:gd name="T2" fmla="*/ 29 w 64"/>
                  <a:gd name="T3" fmla="*/ 93 h 93"/>
                  <a:gd name="T4" fmla="*/ 27 w 64"/>
                  <a:gd name="T5" fmla="*/ 92 h 93"/>
                  <a:gd name="T6" fmla="*/ 0 w 64"/>
                  <a:gd name="T7" fmla="*/ 2 h 93"/>
                  <a:gd name="T8" fmla="*/ 0 w 64"/>
                  <a:gd name="T9" fmla="*/ 0 h 93"/>
                  <a:gd name="T10" fmla="*/ 2 w 64"/>
                  <a:gd name="T11" fmla="*/ 0 h 93"/>
                  <a:gd name="T12" fmla="*/ 63 w 64"/>
                  <a:gd name="T13" fmla="*/ 14 h 93"/>
                  <a:gd name="T14" fmla="*/ 64 w 64"/>
                  <a:gd name="T15" fmla="*/ 14 h 93"/>
                  <a:gd name="T16" fmla="*/ 64 w 64"/>
                  <a:gd name="T17" fmla="*/ 16 h 93"/>
                  <a:gd name="T18" fmla="*/ 30 w 64"/>
                  <a:gd name="T19" fmla="*/ 92 h 93"/>
                  <a:gd name="T20" fmla="*/ 29 w 64"/>
                  <a:gd name="T21" fmla="*/ 93 h 93"/>
                  <a:gd name="T22" fmla="*/ 4 w 64"/>
                  <a:gd name="T23" fmla="*/ 4 h 93"/>
                  <a:gd name="T24" fmla="*/ 29 w 64"/>
                  <a:gd name="T25" fmla="*/ 86 h 93"/>
                  <a:gd name="T26" fmla="*/ 60 w 64"/>
                  <a:gd name="T27" fmla="*/ 16 h 93"/>
                  <a:gd name="T28" fmla="*/ 4 w 64"/>
                  <a:gd name="T29" fmla="*/ 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93">
                    <a:moveTo>
                      <a:pt x="29" y="93"/>
                    </a:moveTo>
                    <a:cubicBezTo>
                      <a:pt x="29" y="93"/>
                      <a:pt x="29" y="93"/>
                      <a:pt x="29" y="93"/>
                    </a:cubicBezTo>
                    <a:cubicBezTo>
                      <a:pt x="28" y="93"/>
                      <a:pt x="27" y="92"/>
                      <a:pt x="27" y="9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4"/>
                      <a:pt x="64" y="14"/>
                      <a:pt x="64" y="14"/>
                    </a:cubicBezTo>
                    <a:cubicBezTo>
                      <a:pt x="64" y="15"/>
                      <a:pt x="64" y="15"/>
                      <a:pt x="64" y="16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2"/>
                      <a:pt x="30" y="93"/>
                      <a:pt x="29" y="93"/>
                    </a:cubicBezTo>
                    <a:close/>
                    <a:moveTo>
                      <a:pt x="4" y="4"/>
                    </a:moveTo>
                    <a:cubicBezTo>
                      <a:pt x="29" y="86"/>
                      <a:pt x="29" y="86"/>
                      <a:pt x="29" y="86"/>
                    </a:cubicBezTo>
                    <a:cubicBezTo>
                      <a:pt x="60" y="16"/>
                      <a:pt x="60" y="16"/>
                      <a:pt x="60" y="16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1" name="Freeform 973"/>
              <p:cNvSpPr>
                <a:spLocks noEditPoints="1"/>
              </p:cNvSpPr>
              <p:nvPr userDrawn="1"/>
            </p:nvSpPr>
            <p:spPr bwMode="auto">
              <a:xfrm>
                <a:off x="3058" y="1200"/>
                <a:ext cx="77" cy="196"/>
              </a:xfrm>
              <a:custGeom>
                <a:avLst/>
                <a:gdLst>
                  <a:gd name="T0" fmla="*/ 2 w 62"/>
                  <a:gd name="T1" fmla="*/ 158 h 158"/>
                  <a:gd name="T2" fmla="*/ 1 w 62"/>
                  <a:gd name="T3" fmla="*/ 158 h 158"/>
                  <a:gd name="T4" fmla="*/ 1 w 62"/>
                  <a:gd name="T5" fmla="*/ 156 h 158"/>
                  <a:gd name="T6" fmla="*/ 43 w 62"/>
                  <a:gd name="T7" fmla="*/ 1 h 158"/>
                  <a:gd name="T8" fmla="*/ 45 w 62"/>
                  <a:gd name="T9" fmla="*/ 0 h 158"/>
                  <a:gd name="T10" fmla="*/ 46 w 62"/>
                  <a:gd name="T11" fmla="*/ 2 h 158"/>
                  <a:gd name="T12" fmla="*/ 62 w 62"/>
                  <a:gd name="T13" fmla="*/ 116 h 158"/>
                  <a:gd name="T14" fmla="*/ 61 w 62"/>
                  <a:gd name="T15" fmla="*/ 118 h 158"/>
                  <a:gd name="T16" fmla="*/ 3 w 62"/>
                  <a:gd name="T17" fmla="*/ 158 h 158"/>
                  <a:gd name="T18" fmla="*/ 2 w 62"/>
                  <a:gd name="T19" fmla="*/ 158 h 158"/>
                  <a:gd name="T20" fmla="*/ 44 w 62"/>
                  <a:gd name="T21" fmla="*/ 10 h 158"/>
                  <a:gd name="T22" fmla="*/ 5 w 62"/>
                  <a:gd name="T23" fmla="*/ 152 h 158"/>
                  <a:gd name="T24" fmla="*/ 58 w 62"/>
                  <a:gd name="T25" fmla="*/ 116 h 158"/>
                  <a:gd name="T26" fmla="*/ 44 w 62"/>
                  <a:gd name="T27" fmla="*/ 1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58">
                    <a:moveTo>
                      <a:pt x="2" y="158"/>
                    </a:moveTo>
                    <a:cubicBezTo>
                      <a:pt x="1" y="158"/>
                      <a:pt x="1" y="158"/>
                      <a:pt x="1" y="158"/>
                    </a:cubicBezTo>
                    <a:cubicBezTo>
                      <a:pt x="1" y="157"/>
                      <a:pt x="0" y="156"/>
                      <a:pt x="1" y="156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4" y="0"/>
                      <a:pt x="45" y="0"/>
                    </a:cubicBezTo>
                    <a:cubicBezTo>
                      <a:pt x="45" y="0"/>
                      <a:pt x="46" y="1"/>
                      <a:pt x="46" y="2"/>
                    </a:cubicBezTo>
                    <a:cubicBezTo>
                      <a:pt x="62" y="116"/>
                      <a:pt x="62" y="116"/>
                      <a:pt x="62" y="116"/>
                    </a:cubicBezTo>
                    <a:cubicBezTo>
                      <a:pt x="62" y="117"/>
                      <a:pt x="62" y="118"/>
                      <a:pt x="61" y="118"/>
                    </a:cubicBezTo>
                    <a:cubicBezTo>
                      <a:pt x="3" y="158"/>
                      <a:pt x="3" y="158"/>
                      <a:pt x="3" y="158"/>
                    </a:cubicBezTo>
                    <a:lnTo>
                      <a:pt x="2" y="158"/>
                    </a:lnTo>
                    <a:close/>
                    <a:moveTo>
                      <a:pt x="44" y="10"/>
                    </a:moveTo>
                    <a:cubicBezTo>
                      <a:pt x="5" y="152"/>
                      <a:pt x="5" y="152"/>
                      <a:pt x="5" y="152"/>
                    </a:cubicBezTo>
                    <a:cubicBezTo>
                      <a:pt x="58" y="116"/>
                      <a:pt x="58" y="116"/>
                      <a:pt x="58" y="116"/>
                    </a:cubicBezTo>
                    <a:lnTo>
                      <a:pt x="4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2" name="Freeform 974"/>
              <p:cNvSpPr>
                <a:spLocks noEditPoints="1"/>
              </p:cNvSpPr>
              <p:nvPr userDrawn="1"/>
            </p:nvSpPr>
            <p:spPr bwMode="auto">
              <a:xfrm>
                <a:off x="2351" y="1379"/>
                <a:ext cx="202" cy="107"/>
              </a:xfrm>
              <a:custGeom>
                <a:avLst/>
                <a:gdLst>
                  <a:gd name="T0" fmla="*/ 2 w 163"/>
                  <a:gd name="T1" fmla="*/ 87 h 87"/>
                  <a:gd name="T2" fmla="*/ 1 w 163"/>
                  <a:gd name="T3" fmla="*/ 86 h 87"/>
                  <a:gd name="T4" fmla="*/ 1 w 163"/>
                  <a:gd name="T5" fmla="*/ 85 h 87"/>
                  <a:gd name="T6" fmla="*/ 90 w 163"/>
                  <a:gd name="T7" fmla="*/ 0 h 87"/>
                  <a:gd name="T8" fmla="*/ 92 w 163"/>
                  <a:gd name="T9" fmla="*/ 0 h 87"/>
                  <a:gd name="T10" fmla="*/ 163 w 163"/>
                  <a:gd name="T11" fmla="*/ 60 h 87"/>
                  <a:gd name="T12" fmla="*/ 163 w 163"/>
                  <a:gd name="T13" fmla="*/ 62 h 87"/>
                  <a:gd name="T14" fmla="*/ 162 w 163"/>
                  <a:gd name="T15" fmla="*/ 63 h 87"/>
                  <a:gd name="T16" fmla="*/ 2 w 163"/>
                  <a:gd name="T17" fmla="*/ 87 h 87"/>
                  <a:gd name="T18" fmla="*/ 91 w 163"/>
                  <a:gd name="T19" fmla="*/ 4 h 87"/>
                  <a:gd name="T20" fmla="*/ 7 w 163"/>
                  <a:gd name="T21" fmla="*/ 83 h 87"/>
                  <a:gd name="T22" fmla="*/ 158 w 163"/>
                  <a:gd name="T23" fmla="*/ 61 h 87"/>
                  <a:gd name="T24" fmla="*/ 91 w 163"/>
                  <a:gd name="T25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87">
                    <a:moveTo>
                      <a:pt x="2" y="87"/>
                    </a:moveTo>
                    <a:cubicBezTo>
                      <a:pt x="2" y="87"/>
                      <a:pt x="1" y="87"/>
                      <a:pt x="1" y="86"/>
                    </a:cubicBezTo>
                    <a:cubicBezTo>
                      <a:pt x="0" y="86"/>
                      <a:pt x="1" y="85"/>
                      <a:pt x="1" y="85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2" y="0"/>
                      <a:pt x="92" y="0"/>
                    </a:cubicBezTo>
                    <a:cubicBezTo>
                      <a:pt x="163" y="60"/>
                      <a:pt x="163" y="60"/>
                      <a:pt x="163" y="60"/>
                    </a:cubicBezTo>
                    <a:cubicBezTo>
                      <a:pt x="163" y="61"/>
                      <a:pt x="163" y="61"/>
                      <a:pt x="163" y="62"/>
                    </a:cubicBezTo>
                    <a:cubicBezTo>
                      <a:pt x="163" y="63"/>
                      <a:pt x="162" y="63"/>
                      <a:pt x="162" y="63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91" y="4"/>
                    </a:moveTo>
                    <a:cubicBezTo>
                      <a:pt x="7" y="83"/>
                      <a:pt x="7" y="83"/>
                      <a:pt x="7" y="83"/>
                    </a:cubicBezTo>
                    <a:cubicBezTo>
                      <a:pt x="158" y="61"/>
                      <a:pt x="158" y="61"/>
                      <a:pt x="158" y="61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3" name="Freeform 975"/>
              <p:cNvSpPr>
                <a:spLocks noEditPoints="1"/>
              </p:cNvSpPr>
              <p:nvPr userDrawn="1"/>
            </p:nvSpPr>
            <p:spPr bwMode="auto">
              <a:xfrm>
                <a:off x="2905" y="1332"/>
                <a:ext cx="158" cy="79"/>
              </a:xfrm>
              <a:custGeom>
                <a:avLst/>
                <a:gdLst>
                  <a:gd name="T0" fmla="*/ 2 w 128"/>
                  <a:gd name="T1" fmla="*/ 64 h 64"/>
                  <a:gd name="T2" fmla="*/ 0 w 128"/>
                  <a:gd name="T3" fmla="*/ 63 h 64"/>
                  <a:gd name="T4" fmla="*/ 0 w 128"/>
                  <a:gd name="T5" fmla="*/ 62 h 64"/>
                  <a:gd name="T6" fmla="*/ 2 w 128"/>
                  <a:gd name="T7" fmla="*/ 2 h 64"/>
                  <a:gd name="T8" fmla="*/ 2 w 128"/>
                  <a:gd name="T9" fmla="*/ 0 h 64"/>
                  <a:gd name="T10" fmla="*/ 4 w 128"/>
                  <a:gd name="T11" fmla="*/ 0 h 64"/>
                  <a:gd name="T12" fmla="*/ 127 w 128"/>
                  <a:gd name="T13" fmla="*/ 49 h 64"/>
                  <a:gd name="T14" fmla="*/ 128 w 128"/>
                  <a:gd name="T15" fmla="*/ 50 h 64"/>
                  <a:gd name="T16" fmla="*/ 126 w 128"/>
                  <a:gd name="T17" fmla="*/ 52 h 64"/>
                  <a:gd name="T18" fmla="*/ 2 w 128"/>
                  <a:gd name="T19" fmla="*/ 64 h 64"/>
                  <a:gd name="T20" fmla="*/ 5 w 128"/>
                  <a:gd name="T21" fmla="*/ 4 h 64"/>
                  <a:gd name="T22" fmla="*/ 3 w 128"/>
                  <a:gd name="T23" fmla="*/ 60 h 64"/>
                  <a:gd name="T24" fmla="*/ 119 w 128"/>
                  <a:gd name="T25" fmla="*/ 49 h 64"/>
                  <a:gd name="T26" fmla="*/ 5 w 128"/>
                  <a:gd name="T27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3"/>
                      <a:pt x="0" y="6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127" y="49"/>
                      <a:pt x="127" y="49"/>
                      <a:pt x="127" y="49"/>
                    </a:cubicBezTo>
                    <a:cubicBezTo>
                      <a:pt x="127" y="49"/>
                      <a:pt x="128" y="50"/>
                      <a:pt x="128" y="50"/>
                    </a:cubicBezTo>
                    <a:cubicBezTo>
                      <a:pt x="128" y="51"/>
                      <a:pt x="127" y="52"/>
                      <a:pt x="126" y="52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" y="4"/>
                    </a:moveTo>
                    <a:cubicBezTo>
                      <a:pt x="3" y="60"/>
                      <a:pt x="3" y="60"/>
                      <a:pt x="3" y="60"/>
                    </a:cubicBezTo>
                    <a:cubicBezTo>
                      <a:pt x="119" y="49"/>
                      <a:pt x="119" y="49"/>
                      <a:pt x="119" y="49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4" name="Freeform 976"/>
              <p:cNvSpPr>
                <a:spLocks noEditPoints="1"/>
              </p:cNvSpPr>
              <p:nvPr userDrawn="1"/>
            </p:nvSpPr>
            <p:spPr bwMode="auto">
              <a:xfrm>
                <a:off x="2735" y="1379"/>
                <a:ext cx="209" cy="78"/>
              </a:xfrm>
              <a:custGeom>
                <a:avLst/>
                <a:gdLst>
                  <a:gd name="T0" fmla="*/ 1 w 169"/>
                  <a:gd name="T1" fmla="*/ 63 h 63"/>
                  <a:gd name="T2" fmla="*/ 0 w 169"/>
                  <a:gd name="T3" fmla="*/ 62 h 63"/>
                  <a:gd name="T4" fmla="*/ 0 w 169"/>
                  <a:gd name="T5" fmla="*/ 60 h 63"/>
                  <a:gd name="T6" fmla="*/ 69 w 169"/>
                  <a:gd name="T7" fmla="*/ 0 h 63"/>
                  <a:gd name="T8" fmla="*/ 71 w 169"/>
                  <a:gd name="T9" fmla="*/ 0 h 63"/>
                  <a:gd name="T10" fmla="*/ 168 w 169"/>
                  <a:gd name="T11" fmla="*/ 55 h 63"/>
                  <a:gd name="T12" fmla="*/ 168 w 169"/>
                  <a:gd name="T13" fmla="*/ 57 h 63"/>
                  <a:gd name="T14" fmla="*/ 167 w 169"/>
                  <a:gd name="T15" fmla="*/ 58 h 63"/>
                  <a:gd name="T16" fmla="*/ 1 w 169"/>
                  <a:gd name="T17" fmla="*/ 63 h 63"/>
                  <a:gd name="T18" fmla="*/ 70 w 169"/>
                  <a:gd name="T19" fmla="*/ 4 h 63"/>
                  <a:gd name="T20" fmla="*/ 6 w 169"/>
                  <a:gd name="T21" fmla="*/ 60 h 63"/>
                  <a:gd name="T22" fmla="*/ 161 w 169"/>
                  <a:gd name="T23" fmla="*/ 55 h 63"/>
                  <a:gd name="T24" fmla="*/ 70 w 169"/>
                  <a:gd name="T25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63">
                    <a:moveTo>
                      <a:pt x="1" y="63"/>
                    </a:moveTo>
                    <a:cubicBezTo>
                      <a:pt x="1" y="63"/>
                      <a:pt x="0" y="63"/>
                      <a:pt x="0" y="62"/>
                    </a:cubicBezTo>
                    <a:cubicBezTo>
                      <a:pt x="0" y="62"/>
                      <a:pt x="0" y="61"/>
                      <a:pt x="0" y="6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70" y="0"/>
                      <a:pt x="71" y="0"/>
                    </a:cubicBezTo>
                    <a:cubicBezTo>
                      <a:pt x="168" y="55"/>
                      <a:pt x="168" y="55"/>
                      <a:pt x="168" y="55"/>
                    </a:cubicBezTo>
                    <a:cubicBezTo>
                      <a:pt x="168" y="56"/>
                      <a:pt x="169" y="56"/>
                      <a:pt x="168" y="57"/>
                    </a:cubicBezTo>
                    <a:cubicBezTo>
                      <a:pt x="168" y="58"/>
                      <a:pt x="167" y="58"/>
                      <a:pt x="167" y="58"/>
                    </a:cubicBezTo>
                    <a:cubicBezTo>
                      <a:pt x="1" y="63"/>
                      <a:pt x="1" y="63"/>
                      <a:pt x="1" y="63"/>
                    </a:cubicBezTo>
                    <a:close/>
                    <a:moveTo>
                      <a:pt x="70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61" y="55"/>
                      <a:pt x="161" y="55"/>
                      <a:pt x="161" y="55"/>
                    </a:cubicBezTo>
                    <a:lnTo>
                      <a:pt x="7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5" name="Freeform 977"/>
              <p:cNvSpPr>
                <a:spLocks noEditPoints="1"/>
              </p:cNvSpPr>
              <p:nvPr userDrawn="1"/>
            </p:nvSpPr>
            <p:spPr bwMode="auto">
              <a:xfrm>
                <a:off x="2196" y="1120"/>
                <a:ext cx="146" cy="130"/>
              </a:xfrm>
              <a:custGeom>
                <a:avLst/>
                <a:gdLst>
                  <a:gd name="T0" fmla="*/ 97 w 118"/>
                  <a:gd name="T1" fmla="*/ 105 h 105"/>
                  <a:gd name="T2" fmla="*/ 96 w 118"/>
                  <a:gd name="T3" fmla="*/ 104 h 105"/>
                  <a:gd name="T4" fmla="*/ 0 w 118"/>
                  <a:gd name="T5" fmla="*/ 3 h 105"/>
                  <a:gd name="T6" fmla="*/ 0 w 118"/>
                  <a:gd name="T7" fmla="*/ 1 h 105"/>
                  <a:gd name="T8" fmla="*/ 2 w 118"/>
                  <a:gd name="T9" fmla="*/ 0 h 105"/>
                  <a:gd name="T10" fmla="*/ 116 w 118"/>
                  <a:gd name="T11" fmla="*/ 43 h 105"/>
                  <a:gd name="T12" fmla="*/ 117 w 118"/>
                  <a:gd name="T13" fmla="*/ 45 h 105"/>
                  <a:gd name="T14" fmla="*/ 99 w 118"/>
                  <a:gd name="T15" fmla="*/ 103 h 105"/>
                  <a:gd name="T16" fmla="*/ 97 w 118"/>
                  <a:gd name="T17" fmla="*/ 105 h 105"/>
                  <a:gd name="T18" fmla="*/ 8 w 118"/>
                  <a:gd name="T19" fmla="*/ 6 h 105"/>
                  <a:gd name="T20" fmla="*/ 96 w 118"/>
                  <a:gd name="T21" fmla="*/ 100 h 105"/>
                  <a:gd name="T22" fmla="*/ 114 w 118"/>
                  <a:gd name="T23" fmla="*/ 46 h 105"/>
                  <a:gd name="T24" fmla="*/ 8 w 118"/>
                  <a:gd name="T25" fmla="*/ 6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8" h="105">
                    <a:moveTo>
                      <a:pt x="97" y="105"/>
                    </a:moveTo>
                    <a:cubicBezTo>
                      <a:pt x="97" y="105"/>
                      <a:pt x="96" y="104"/>
                      <a:pt x="96" y="10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7" y="43"/>
                      <a:pt x="118" y="44"/>
                      <a:pt x="117" y="45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8" y="104"/>
                      <a:pt x="98" y="104"/>
                      <a:pt x="97" y="105"/>
                    </a:cubicBezTo>
                    <a:close/>
                    <a:moveTo>
                      <a:pt x="8" y="6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114" y="46"/>
                      <a:pt x="114" y="46"/>
                      <a:pt x="114" y="4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6" name="Freeform 978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109" cy="115"/>
              </a:xfrm>
              <a:custGeom>
                <a:avLst/>
                <a:gdLst>
                  <a:gd name="T0" fmla="*/ 86 w 88"/>
                  <a:gd name="T1" fmla="*/ 93 h 93"/>
                  <a:gd name="T2" fmla="*/ 85 w 88"/>
                  <a:gd name="T3" fmla="*/ 92 h 93"/>
                  <a:gd name="T4" fmla="*/ 0 w 88"/>
                  <a:gd name="T5" fmla="*/ 3 h 93"/>
                  <a:gd name="T6" fmla="*/ 0 w 88"/>
                  <a:gd name="T7" fmla="*/ 1 h 93"/>
                  <a:gd name="T8" fmla="*/ 2 w 88"/>
                  <a:gd name="T9" fmla="*/ 0 h 93"/>
                  <a:gd name="T10" fmla="*/ 67 w 88"/>
                  <a:gd name="T11" fmla="*/ 21 h 93"/>
                  <a:gd name="T12" fmla="*/ 68 w 88"/>
                  <a:gd name="T13" fmla="*/ 22 h 93"/>
                  <a:gd name="T14" fmla="*/ 88 w 88"/>
                  <a:gd name="T15" fmla="*/ 90 h 93"/>
                  <a:gd name="T16" fmla="*/ 87 w 88"/>
                  <a:gd name="T17" fmla="*/ 92 h 93"/>
                  <a:gd name="T18" fmla="*/ 86 w 88"/>
                  <a:gd name="T19" fmla="*/ 93 h 93"/>
                  <a:gd name="T20" fmla="*/ 7 w 88"/>
                  <a:gd name="T21" fmla="*/ 5 h 93"/>
                  <a:gd name="T22" fmla="*/ 83 w 88"/>
                  <a:gd name="T23" fmla="*/ 85 h 93"/>
                  <a:gd name="T24" fmla="*/ 65 w 88"/>
                  <a:gd name="T25" fmla="*/ 24 h 93"/>
                  <a:gd name="T26" fmla="*/ 7 w 88"/>
                  <a:gd name="T27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3">
                    <a:moveTo>
                      <a:pt x="86" y="93"/>
                    </a:moveTo>
                    <a:cubicBezTo>
                      <a:pt x="86" y="93"/>
                      <a:pt x="86" y="92"/>
                      <a:pt x="85" y="9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7" y="21"/>
                      <a:pt x="68" y="22"/>
                      <a:pt x="68" y="22"/>
                    </a:cubicBezTo>
                    <a:cubicBezTo>
                      <a:pt x="88" y="90"/>
                      <a:pt x="88" y="90"/>
                      <a:pt x="88" y="90"/>
                    </a:cubicBezTo>
                    <a:cubicBezTo>
                      <a:pt x="88" y="91"/>
                      <a:pt x="88" y="92"/>
                      <a:pt x="87" y="92"/>
                    </a:cubicBezTo>
                    <a:lnTo>
                      <a:pt x="86" y="93"/>
                    </a:lnTo>
                    <a:close/>
                    <a:moveTo>
                      <a:pt x="7" y="5"/>
                    </a:moveTo>
                    <a:cubicBezTo>
                      <a:pt x="83" y="85"/>
                      <a:pt x="83" y="85"/>
                      <a:pt x="83" y="85"/>
                    </a:cubicBezTo>
                    <a:cubicBezTo>
                      <a:pt x="65" y="24"/>
                      <a:pt x="65" y="24"/>
                      <a:pt x="65" y="2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7" name="Freeform 979"/>
              <p:cNvSpPr>
                <a:spLocks noEditPoints="1"/>
              </p:cNvSpPr>
              <p:nvPr userDrawn="1"/>
            </p:nvSpPr>
            <p:spPr bwMode="auto">
              <a:xfrm>
                <a:off x="1970" y="882"/>
                <a:ext cx="125" cy="131"/>
              </a:xfrm>
              <a:custGeom>
                <a:avLst/>
                <a:gdLst>
                  <a:gd name="T0" fmla="*/ 99 w 101"/>
                  <a:gd name="T1" fmla="*/ 106 h 106"/>
                  <a:gd name="T2" fmla="*/ 97 w 101"/>
                  <a:gd name="T3" fmla="*/ 106 h 106"/>
                  <a:gd name="T4" fmla="*/ 0 w 101"/>
                  <a:gd name="T5" fmla="*/ 3 h 106"/>
                  <a:gd name="T6" fmla="*/ 0 w 101"/>
                  <a:gd name="T7" fmla="*/ 1 h 106"/>
                  <a:gd name="T8" fmla="*/ 2 w 101"/>
                  <a:gd name="T9" fmla="*/ 0 h 106"/>
                  <a:gd name="T10" fmla="*/ 51 w 101"/>
                  <a:gd name="T11" fmla="*/ 6 h 106"/>
                  <a:gd name="T12" fmla="*/ 53 w 101"/>
                  <a:gd name="T13" fmla="*/ 7 h 106"/>
                  <a:gd name="T14" fmla="*/ 100 w 101"/>
                  <a:gd name="T15" fmla="*/ 104 h 106"/>
                  <a:gd name="T16" fmla="*/ 100 w 101"/>
                  <a:gd name="T17" fmla="*/ 106 h 106"/>
                  <a:gd name="T18" fmla="*/ 99 w 101"/>
                  <a:gd name="T19" fmla="*/ 106 h 106"/>
                  <a:gd name="T20" fmla="*/ 6 w 101"/>
                  <a:gd name="T21" fmla="*/ 4 h 106"/>
                  <a:gd name="T22" fmla="*/ 92 w 101"/>
                  <a:gd name="T23" fmla="*/ 95 h 106"/>
                  <a:gd name="T24" fmla="*/ 50 w 101"/>
                  <a:gd name="T25" fmla="*/ 9 h 106"/>
                  <a:gd name="T26" fmla="*/ 6 w 101"/>
                  <a:gd name="T27" fmla="*/ 4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106">
                    <a:moveTo>
                      <a:pt x="99" y="106"/>
                    </a:moveTo>
                    <a:cubicBezTo>
                      <a:pt x="98" y="106"/>
                      <a:pt x="98" y="106"/>
                      <a:pt x="97" y="10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2" y="6"/>
                      <a:pt x="52" y="7"/>
                      <a:pt x="53" y="7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01" y="104"/>
                      <a:pt x="100" y="105"/>
                      <a:pt x="100" y="106"/>
                    </a:cubicBezTo>
                    <a:lnTo>
                      <a:pt x="99" y="106"/>
                    </a:lnTo>
                    <a:close/>
                    <a:moveTo>
                      <a:pt x="6" y="4"/>
                    </a:moveTo>
                    <a:cubicBezTo>
                      <a:pt x="92" y="95"/>
                      <a:pt x="92" y="95"/>
                      <a:pt x="92" y="95"/>
                    </a:cubicBezTo>
                    <a:cubicBezTo>
                      <a:pt x="50" y="9"/>
                      <a:pt x="50" y="9"/>
                      <a:pt x="50" y="9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8" name="Freeform 980"/>
              <p:cNvSpPr>
                <a:spLocks noEditPoints="1"/>
              </p:cNvSpPr>
              <p:nvPr userDrawn="1"/>
            </p:nvSpPr>
            <p:spPr bwMode="auto">
              <a:xfrm>
                <a:off x="2151" y="1073"/>
                <a:ext cx="151" cy="120"/>
              </a:xfrm>
              <a:custGeom>
                <a:avLst/>
                <a:gdLst>
                  <a:gd name="T0" fmla="*/ 90 w 122"/>
                  <a:gd name="T1" fmla="*/ 97 h 97"/>
                  <a:gd name="T2" fmla="*/ 89 w 122"/>
                  <a:gd name="T3" fmla="*/ 97 h 97"/>
                  <a:gd name="T4" fmla="*/ 0 w 122"/>
                  <a:gd name="T5" fmla="*/ 3 h 97"/>
                  <a:gd name="T6" fmla="*/ 0 w 122"/>
                  <a:gd name="T7" fmla="*/ 1 h 97"/>
                  <a:gd name="T8" fmla="*/ 2 w 122"/>
                  <a:gd name="T9" fmla="*/ 0 h 97"/>
                  <a:gd name="T10" fmla="*/ 121 w 122"/>
                  <a:gd name="T11" fmla="*/ 3 h 97"/>
                  <a:gd name="T12" fmla="*/ 122 w 122"/>
                  <a:gd name="T13" fmla="*/ 4 h 97"/>
                  <a:gd name="T14" fmla="*/ 122 w 122"/>
                  <a:gd name="T15" fmla="*/ 5 h 97"/>
                  <a:gd name="T16" fmla="*/ 92 w 122"/>
                  <a:gd name="T17" fmla="*/ 96 h 97"/>
                  <a:gd name="T18" fmla="*/ 90 w 122"/>
                  <a:gd name="T19" fmla="*/ 97 h 97"/>
                  <a:gd name="T20" fmla="*/ 5 w 122"/>
                  <a:gd name="T21" fmla="*/ 4 h 97"/>
                  <a:gd name="T22" fmla="*/ 89 w 122"/>
                  <a:gd name="T23" fmla="*/ 92 h 97"/>
                  <a:gd name="T24" fmla="*/ 118 w 122"/>
                  <a:gd name="T25" fmla="*/ 6 h 97"/>
                  <a:gd name="T26" fmla="*/ 5 w 122"/>
                  <a:gd name="T27" fmla="*/ 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2" h="97">
                    <a:moveTo>
                      <a:pt x="90" y="97"/>
                    </a:moveTo>
                    <a:cubicBezTo>
                      <a:pt x="90" y="97"/>
                      <a:pt x="89" y="97"/>
                      <a:pt x="89" y="9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1" y="3"/>
                      <a:pt x="121" y="3"/>
                      <a:pt x="121" y="3"/>
                    </a:cubicBezTo>
                    <a:cubicBezTo>
                      <a:pt x="121" y="3"/>
                      <a:pt x="122" y="3"/>
                      <a:pt x="122" y="4"/>
                    </a:cubicBezTo>
                    <a:cubicBezTo>
                      <a:pt x="122" y="4"/>
                      <a:pt x="122" y="5"/>
                      <a:pt x="122" y="5"/>
                    </a:cubicBezTo>
                    <a:cubicBezTo>
                      <a:pt x="92" y="96"/>
                      <a:pt x="92" y="96"/>
                      <a:pt x="92" y="96"/>
                    </a:cubicBezTo>
                    <a:cubicBezTo>
                      <a:pt x="92" y="97"/>
                      <a:pt x="91" y="97"/>
                      <a:pt x="90" y="97"/>
                    </a:cubicBezTo>
                    <a:close/>
                    <a:moveTo>
                      <a:pt x="5" y="4"/>
                    </a:moveTo>
                    <a:cubicBezTo>
                      <a:pt x="89" y="92"/>
                      <a:pt x="89" y="92"/>
                      <a:pt x="89" y="92"/>
                    </a:cubicBezTo>
                    <a:cubicBezTo>
                      <a:pt x="118" y="6"/>
                      <a:pt x="118" y="6"/>
                      <a:pt x="118" y="6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9" name="Freeform 981"/>
              <p:cNvSpPr>
                <a:spLocks noEditPoints="1"/>
              </p:cNvSpPr>
              <p:nvPr userDrawn="1"/>
            </p:nvSpPr>
            <p:spPr bwMode="auto">
              <a:xfrm>
                <a:off x="2208" y="1281"/>
                <a:ext cx="78" cy="85"/>
              </a:xfrm>
              <a:custGeom>
                <a:avLst/>
                <a:gdLst>
                  <a:gd name="T0" fmla="*/ 1 w 63"/>
                  <a:gd name="T1" fmla="*/ 69 h 69"/>
                  <a:gd name="T2" fmla="*/ 0 w 63"/>
                  <a:gd name="T3" fmla="*/ 68 h 69"/>
                  <a:gd name="T4" fmla="*/ 0 w 63"/>
                  <a:gd name="T5" fmla="*/ 67 h 69"/>
                  <a:gd name="T6" fmla="*/ 0 w 63"/>
                  <a:gd name="T7" fmla="*/ 2 h 69"/>
                  <a:gd name="T8" fmla="*/ 0 w 63"/>
                  <a:gd name="T9" fmla="*/ 0 h 69"/>
                  <a:gd name="T10" fmla="*/ 2 w 63"/>
                  <a:gd name="T11" fmla="*/ 0 h 69"/>
                  <a:gd name="T12" fmla="*/ 62 w 63"/>
                  <a:gd name="T13" fmla="*/ 45 h 69"/>
                  <a:gd name="T14" fmla="*/ 63 w 63"/>
                  <a:gd name="T15" fmla="*/ 47 h 69"/>
                  <a:gd name="T16" fmla="*/ 62 w 63"/>
                  <a:gd name="T17" fmla="*/ 48 h 69"/>
                  <a:gd name="T18" fmla="*/ 2 w 63"/>
                  <a:gd name="T19" fmla="*/ 69 h 69"/>
                  <a:gd name="T20" fmla="*/ 1 w 63"/>
                  <a:gd name="T21" fmla="*/ 69 h 69"/>
                  <a:gd name="T22" fmla="*/ 3 w 63"/>
                  <a:gd name="T23" fmla="*/ 5 h 69"/>
                  <a:gd name="T24" fmla="*/ 3 w 63"/>
                  <a:gd name="T25" fmla="*/ 65 h 69"/>
                  <a:gd name="T26" fmla="*/ 57 w 63"/>
                  <a:gd name="T27" fmla="*/ 46 h 69"/>
                  <a:gd name="T28" fmla="*/ 3 w 63"/>
                  <a:gd name="T29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3" h="69">
                    <a:moveTo>
                      <a:pt x="1" y="69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2" y="45"/>
                      <a:pt x="62" y="45"/>
                      <a:pt x="62" y="45"/>
                    </a:cubicBezTo>
                    <a:cubicBezTo>
                      <a:pt x="63" y="45"/>
                      <a:pt x="63" y="46"/>
                      <a:pt x="63" y="47"/>
                    </a:cubicBezTo>
                    <a:cubicBezTo>
                      <a:pt x="63" y="47"/>
                      <a:pt x="62" y="48"/>
                      <a:pt x="62" y="48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1" y="69"/>
                    </a:lnTo>
                    <a:close/>
                    <a:moveTo>
                      <a:pt x="3" y="5"/>
                    </a:moveTo>
                    <a:cubicBezTo>
                      <a:pt x="3" y="65"/>
                      <a:pt x="3" y="65"/>
                      <a:pt x="3" y="65"/>
                    </a:cubicBezTo>
                    <a:cubicBezTo>
                      <a:pt x="57" y="46"/>
                      <a:pt x="57" y="46"/>
                      <a:pt x="57" y="46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0" name="Freeform 982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212" cy="70"/>
              </a:xfrm>
              <a:custGeom>
                <a:avLst/>
                <a:gdLst>
                  <a:gd name="T0" fmla="*/ 169 w 171"/>
                  <a:gd name="T1" fmla="*/ 57 h 57"/>
                  <a:gd name="T2" fmla="*/ 169 w 171"/>
                  <a:gd name="T3" fmla="*/ 57 h 57"/>
                  <a:gd name="T4" fmla="*/ 50 w 171"/>
                  <a:gd name="T5" fmla="*/ 55 h 57"/>
                  <a:gd name="T6" fmla="*/ 49 w 171"/>
                  <a:gd name="T7" fmla="*/ 54 h 57"/>
                  <a:gd name="T8" fmla="*/ 0 w 171"/>
                  <a:gd name="T9" fmla="*/ 3 h 57"/>
                  <a:gd name="T10" fmla="*/ 0 w 171"/>
                  <a:gd name="T11" fmla="*/ 1 h 57"/>
                  <a:gd name="T12" fmla="*/ 2 w 171"/>
                  <a:gd name="T13" fmla="*/ 0 h 57"/>
                  <a:gd name="T14" fmla="*/ 170 w 171"/>
                  <a:gd name="T15" fmla="*/ 54 h 57"/>
                  <a:gd name="T16" fmla="*/ 171 w 171"/>
                  <a:gd name="T17" fmla="*/ 56 h 57"/>
                  <a:gd name="T18" fmla="*/ 169 w 171"/>
                  <a:gd name="T19" fmla="*/ 57 h 57"/>
                  <a:gd name="T20" fmla="*/ 51 w 171"/>
                  <a:gd name="T21" fmla="*/ 51 h 57"/>
                  <a:gd name="T22" fmla="*/ 158 w 171"/>
                  <a:gd name="T23" fmla="*/ 54 h 57"/>
                  <a:gd name="T24" fmla="*/ 7 w 171"/>
                  <a:gd name="T25" fmla="*/ 5 h 57"/>
                  <a:gd name="T26" fmla="*/ 51 w 171"/>
                  <a:gd name="T2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1" h="57">
                    <a:moveTo>
                      <a:pt x="169" y="57"/>
                    </a:moveTo>
                    <a:cubicBezTo>
                      <a:pt x="169" y="57"/>
                      <a:pt x="169" y="57"/>
                      <a:pt x="169" y="57"/>
                    </a:cubicBezTo>
                    <a:cubicBezTo>
                      <a:pt x="50" y="55"/>
                      <a:pt x="50" y="55"/>
                      <a:pt x="50" y="55"/>
                    </a:cubicBezTo>
                    <a:cubicBezTo>
                      <a:pt x="50" y="55"/>
                      <a:pt x="50" y="54"/>
                      <a:pt x="49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70" y="54"/>
                      <a:pt x="170" y="54"/>
                      <a:pt x="170" y="54"/>
                    </a:cubicBezTo>
                    <a:cubicBezTo>
                      <a:pt x="171" y="54"/>
                      <a:pt x="171" y="55"/>
                      <a:pt x="171" y="56"/>
                    </a:cubicBezTo>
                    <a:cubicBezTo>
                      <a:pt x="171" y="57"/>
                      <a:pt x="170" y="57"/>
                      <a:pt x="169" y="57"/>
                    </a:cubicBezTo>
                    <a:close/>
                    <a:moveTo>
                      <a:pt x="51" y="51"/>
                    </a:moveTo>
                    <a:cubicBezTo>
                      <a:pt x="158" y="54"/>
                      <a:pt x="158" y="54"/>
                      <a:pt x="158" y="54"/>
                    </a:cubicBezTo>
                    <a:cubicBezTo>
                      <a:pt x="7" y="5"/>
                      <a:pt x="7" y="5"/>
                      <a:pt x="7" y="5"/>
                    </a:cubicBezTo>
                    <a:lnTo>
                      <a:pt x="5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1" name="Freeform 983"/>
              <p:cNvSpPr>
                <a:spLocks noEditPoints="1"/>
              </p:cNvSpPr>
              <p:nvPr userDrawn="1"/>
            </p:nvSpPr>
            <p:spPr bwMode="auto">
              <a:xfrm>
                <a:off x="2031" y="890"/>
                <a:ext cx="116" cy="123"/>
              </a:xfrm>
              <a:custGeom>
                <a:avLst/>
                <a:gdLst>
                  <a:gd name="T0" fmla="*/ 50 w 94"/>
                  <a:gd name="T1" fmla="*/ 100 h 100"/>
                  <a:gd name="T2" fmla="*/ 50 w 94"/>
                  <a:gd name="T3" fmla="*/ 100 h 100"/>
                  <a:gd name="T4" fmla="*/ 48 w 94"/>
                  <a:gd name="T5" fmla="*/ 99 h 100"/>
                  <a:gd name="T6" fmla="*/ 1 w 94"/>
                  <a:gd name="T7" fmla="*/ 3 h 100"/>
                  <a:gd name="T8" fmla="*/ 1 w 94"/>
                  <a:gd name="T9" fmla="*/ 1 h 100"/>
                  <a:gd name="T10" fmla="*/ 3 w 94"/>
                  <a:gd name="T11" fmla="*/ 0 h 100"/>
                  <a:gd name="T12" fmla="*/ 92 w 94"/>
                  <a:gd name="T13" fmla="*/ 17 h 100"/>
                  <a:gd name="T14" fmla="*/ 94 w 94"/>
                  <a:gd name="T15" fmla="*/ 18 h 100"/>
                  <a:gd name="T16" fmla="*/ 94 w 94"/>
                  <a:gd name="T17" fmla="*/ 19 h 100"/>
                  <a:gd name="T18" fmla="*/ 51 w 94"/>
                  <a:gd name="T19" fmla="*/ 99 h 100"/>
                  <a:gd name="T20" fmla="*/ 50 w 94"/>
                  <a:gd name="T21" fmla="*/ 100 h 100"/>
                  <a:gd name="T22" fmla="*/ 5 w 94"/>
                  <a:gd name="T23" fmla="*/ 4 h 100"/>
                  <a:gd name="T24" fmla="*/ 50 w 94"/>
                  <a:gd name="T25" fmla="*/ 95 h 100"/>
                  <a:gd name="T26" fmla="*/ 89 w 94"/>
                  <a:gd name="T27" fmla="*/ 20 h 100"/>
                  <a:gd name="T28" fmla="*/ 5 w 94"/>
                  <a:gd name="T29" fmla="*/ 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100">
                    <a:moveTo>
                      <a:pt x="50" y="100"/>
                    </a:moveTo>
                    <a:cubicBezTo>
                      <a:pt x="50" y="100"/>
                      <a:pt x="50" y="100"/>
                      <a:pt x="50" y="100"/>
                    </a:cubicBezTo>
                    <a:cubicBezTo>
                      <a:pt x="49" y="100"/>
                      <a:pt x="48" y="100"/>
                      <a:pt x="48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3" y="17"/>
                      <a:pt x="93" y="17"/>
                      <a:pt x="94" y="18"/>
                    </a:cubicBezTo>
                    <a:cubicBezTo>
                      <a:pt x="94" y="18"/>
                      <a:pt x="94" y="19"/>
                      <a:pt x="94" y="19"/>
                    </a:cubicBezTo>
                    <a:cubicBezTo>
                      <a:pt x="51" y="99"/>
                      <a:pt x="51" y="99"/>
                      <a:pt x="51" y="99"/>
                    </a:cubicBezTo>
                    <a:cubicBezTo>
                      <a:pt x="51" y="100"/>
                      <a:pt x="50" y="100"/>
                      <a:pt x="50" y="100"/>
                    </a:cubicBezTo>
                    <a:close/>
                    <a:moveTo>
                      <a:pt x="5" y="4"/>
                    </a:moveTo>
                    <a:cubicBezTo>
                      <a:pt x="50" y="95"/>
                      <a:pt x="50" y="95"/>
                      <a:pt x="50" y="95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2" name="Freeform 984"/>
              <p:cNvSpPr>
                <a:spLocks noEditPoints="1"/>
              </p:cNvSpPr>
              <p:nvPr userDrawn="1"/>
            </p:nvSpPr>
            <p:spPr bwMode="auto">
              <a:xfrm>
                <a:off x="2090" y="911"/>
                <a:ext cx="84" cy="128"/>
              </a:xfrm>
              <a:custGeom>
                <a:avLst/>
                <a:gdLst>
                  <a:gd name="T0" fmla="*/ 66 w 68"/>
                  <a:gd name="T1" fmla="*/ 104 h 104"/>
                  <a:gd name="T2" fmla="*/ 66 w 68"/>
                  <a:gd name="T3" fmla="*/ 104 h 104"/>
                  <a:gd name="T4" fmla="*/ 1 w 68"/>
                  <a:gd name="T5" fmla="*/ 83 h 104"/>
                  <a:gd name="T6" fmla="*/ 0 w 68"/>
                  <a:gd name="T7" fmla="*/ 82 h 104"/>
                  <a:gd name="T8" fmla="*/ 0 w 68"/>
                  <a:gd name="T9" fmla="*/ 81 h 104"/>
                  <a:gd name="T10" fmla="*/ 43 w 68"/>
                  <a:gd name="T11" fmla="*/ 1 h 104"/>
                  <a:gd name="T12" fmla="*/ 44 w 68"/>
                  <a:gd name="T13" fmla="*/ 0 h 104"/>
                  <a:gd name="T14" fmla="*/ 46 w 68"/>
                  <a:gd name="T15" fmla="*/ 1 h 104"/>
                  <a:gd name="T16" fmla="*/ 68 w 68"/>
                  <a:gd name="T17" fmla="*/ 102 h 104"/>
                  <a:gd name="T18" fmla="*/ 67 w 68"/>
                  <a:gd name="T19" fmla="*/ 104 h 104"/>
                  <a:gd name="T20" fmla="*/ 66 w 68"/>
                  <a:gd name="T21" fmla="*/ 104 h 104"/>
                  <a:gd name="T22" fmla="*/ 4 w 68"/>
                  <a:gd name="T23" fmla="*/ 80 h 104"/>
                  <a:gd name="T24" fmla="*/ 64 w 68"/>
                  <a:gd name="T25" fmla="*/ 100 h 104"/>
                  <a:gd name="T26" fmla="*/ 43 w 68"/>
                  <a:gd name="T27" fmla="*/ 7 h 104"/>
                  <a:gd name="T28" fmla="*/ 4 w 68"/>
                  <a:gd name="T29" fmla="*/ 8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04">
                    <a:moveTo>
                      <a:pt x="66" y="104"/>
                    </a:moveTo>
                    <a:cubicBezTo>
                      <a:pt x="66" y="104"/>
                      <a:pt x="66" y="104"/>
                      <a:pt x="66" y="104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3"/>
                      <a:pt x="0" y="82"/>
                      <a:pt x="0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4" y="0"/>
                      <a:pt x="44" y="0"/>
                    </a:cubicBezTo>
                    <a:cubicBezTo>
                      <a:pt x="45" y="0"/>
                      <a:pt x="46" y="1"/>
                      <a:pt x="46" y="1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3"/>
                      <a:pt x="68" y="104"/>
                      <a:pt x="67" y="104"/>
                    </a:cubicBezTo>
                    <a:cubicBezTo>
                      <a:pt x="67" y="104"/>
                      <a:pt x="67" y="104"/>
                      <a:pt x="66" y="104"/>
                    </a:cubicBezTo>
                    <a:close/>
                    <a:moveTo>
                      <a:pt x="4" y="80"/>
                    </a:moveTo>
                    <a:cubicBezTo>
                      <a:pt x="64" y="100"/>
                      <a:pt x="64" y="100"/>
                      <a:pt x="64" y="100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3" name="Freeform 985"/>
              <p:cNvSpPr>
                <a:spLocks noEditPoints="1"/>
              </p:cNvSpPr>
              <p:nvPr userDrawn="1"/>
            </p:nvSpPr>
            <p:spPr bwMode="auto">
              <a:xfrm>
                <a:off x="2207" y="1245"/>
                <a:ext cx="135" cy="44"/>
              </a:xfrm>
              <a:custGeom>
                <a:avLst/>
                <a:gdLst>
                  <a:gd name="T0" fmla="*/ 107 w 109"/>
                  <a:gd name="T1" fmla="*/ 36 h 36"/>
                  <a:gd name="T2" fmla="*/ 106 w 109"/>
                  <a:gd name="T3" fmla="*/ 36 h 36"/>
                  <a:gd name="T4" fmla="*/ 2 w 109"/>
                  <a:gd name="T5" fmla="*/ 6 h 36"/>
                  <a:gd name="T6" fmla="*/ 1 w 109"/>
                  <a:gd name="T7" fmla="*/ 4 h 36"/>
                  <a:gd name="T8" fmla="*/ 2 w 109"/>
                  <a:gd name="T9" fmla="*/ 2 h 36"/>
                  <a:gd name="T10" fmla="*/ 88 w 109"/>
                  <a:gd name="T11" fmla="*/ 0 h 36"/>
                  <a:gd name="T12" fmla="*/ 89 w 109"/>
                  <a:gd name="T13" fmla="*/ 1 h 36"/>
                  <a:gd name="T14" fmla="*/ 108 w 109"/>
                  <a:gd name="T15" fmla="*/ 33 h 36"/>
                  <a:gd name="T16" fmla="*/ 108 w 109"/>
                  <a:gd name="T17" fmla="*/ 35 h 36"/>
                  <a:gd name="T18" fmla="*/ 107 w 109"/>
                  <a:gd name="T19" fmla="*/ 36 h 36"/>
                  <a:gd name="T20" fmla="*/ 13 w 109"/>
                  <a:gd name="T21" fmla="*/ 5 h 36"/>
                  <a:gd name="T22" fmla="*/ 103 w 109"/>
                  <a:gd name="T23" fmla="*/ 31 h 36"/>
                  <a:gd name="T24" fmla="*/ 87 w 109"/>
                  <a:gd name="T25" fmla="*/ 4 h 36"/>
                  <a:gd name="T26" fmla="*/ 13 w 109"/>
                  <a:gd name="T2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36">
                    <a:moveTo>
                      <a:pt x="107" y="36"/>
                    </a:moveTo>
                    <a:cubicBezTo>
                      <a:pt x="106" y="36"/>
                      <a:pt x="106" y="36"/>
                      <a:pt x="106" y="3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5"/>
                      <a:pt x="0" y="5"/>
                      <a:pt x="1" y="4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9" y="0"/>
                      <a:pt x="89" y="1"/>
                      <a:pt x="89" y="1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9" y="34"/>
                      <a:pt x="109" y="34"/>
                      <a:pt x="108" y="35"/>
                    </a:cubicBezTo>
                    <a:cubicBezTo>
                      <a:pt x="108" y="35"/>
                      <a:pt x="107" y="36"/>
                      <a:pt x="107" y="36"/>
                    </a:cubicBezTo>
                    <a:close/>
                    <a:moveTo>
                      <a:pt x="13" y="5"/>
                    </a:moveTo>
                    <a:cubicBezTo>
                      <a:pt x="103" y="31"/>
                      <a:pt x="103" y="31"/>
                      <a:pt x="103" y="31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4" name="Freeform 986"/>
              <p:cNvSpPr>
                <a:spLocks noEditPoints="1"/>
              </p:cNvSpPr>
              <p:nvPr userDrawn="1"/>
            </p:nvSpPr>
            <p:spPr bwMode="auto">
              <a:xfrm>
                <a:off x="1910" y="835"/>
                <a:ext cx="64" cy="115"/>
              </a:xfrm>
              <a:custGeom>
                <a:avLst/>
                <a:gdLst>
                  <a:gd name="T0" fmla="*/ 2 w 52"/>
                  <a:gd name="T1" fmla="*/ 93 h 93"/>
                  <a:gd name="T2" fmla="*/ 1 w 52"/>
                  <a:gd name="T3" fmla="*/ 92 h 93"/>
                  <a:gd name="T4" fmla="*/ 1 w 52"/>
                  <a:gd name="T5" fmla="*/ 90 h 93"/>
                  <a:gd name="T6" fmla="*/ 34 w 52"/>
                  <a:gd name="T7" fmla="*/ 2 h 93"/>
                  <a:gd name="T8" fmla="*/ 35 w 52"/>
                  <a:gd name="T9" fmla="*/ 0 h 93"/>
                  <a:gd name="T10" fmla="*/ 37 w 52"/>
                  <a:gd name="T11" fmla="*/ 2 h 93"/>
                  <a:gd name="T12" fmla="*/ 52 w 52"/>
                  <a:gd name="T13" fmla="*/ 39 h 93"/>
                  <a:gd name="T14" fmla="*/ 52 w 52"/>
                  <a:gd name="T15" fmla="*/ 41 h 93"/>
                  <a:gd name="T16" fmla="*/ 3 w 52"/>
                  <a:gd name="T17" fmla="*/ 92 h 93"/>
                  <a:gd name="T18" fmla="*/ 2 w 52"/>
                  <a:gd name="T19" fmla="*/ 93 h 93"/>
                  <a:gd name="T20" fmla="*/ 35 w 52"/>
                  <a:gd name="T21" fmla="*/ 7 h 93"/>
                  <a:gd name="T22" fmla="*/ 7 w 52"/>
                  <a:gd name="T23" fmla="*/ 84 h 93"/>
                  <a:gd name="T24" fmla="*/ 48 w 52"/>
                  <a:gd name="T25" fmla="*/ 39 h 93"/>
                  <a:gd name="T26" fmla="*/ 35 w 52"/>
                  <a:gd name="T27" fmla="*/ 7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93">
                    <a:moveTo>
                      <a:pt x="2" y="93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5" y="0"/>
                      <a:pt x="35" y="0"/>
                    </a:cubicBezTo>
                    <a:cubicBezTo>
                      <a:pt x="36" y="0"/>
                      <a:pt x="37" y="1"/>
                      <a:pt x="37" y="2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52" y="40"/>
                      <a:pt x="52" y="40"/>
                      <a:pt x="52" y="41"/>
                    </a:cubicBezTo>
                    <a:cubicBezTo>
                      <a:pt x="3" y="92"/>
                      <a:pt x="3" y="92"/>
                      <a:pt x="3" y="92"/>
                    </a:cubicBezTo>
                    <a:cubicBezTo>
                      <a:pt x="3" y="93"/>
                      <a:pt x="3" y="93"/>
                      <a:pt x="2" y="93"/>
                    </a:cubicBezTo>
                    <a:close/>
                    <a:moveTo>
                      <a:pt x="35" y="7"/>
                    </a:moveTo>
                    <a:cubicBezTo>
                      <a:pt x="7" y="84"/>
                      <a:pt x="7" y="84"/>
                      <a:pt x="7" y="84"/>
                    </a:cubicBezTo>
                    <a:cubicBezTo>
                      <a:pt x="48" y="39"/>
                      <a:pt x="48" y="39"/>
                      <a:pt x="48" y="39"/>
                    </a:cubicBezTo>
                    <a:lnTo>
                      <a:pt x="35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5" name="Freeform 987"/>
              <p:cNvSpPr>
                <a:spLocks noEditPoints="1"/>
              </p:cNvSpPr>
              <p:nvPr userDrawn="1"/>
            </p:nvSpPr>
            <p:spPr bwMode="auto">
              <a:xfrm>
                <a:off x="1818" y="945"/>
                <a:ext cx="97" cy="94"/>
              </a:xfrm>
              <a:custGeom>
                <a:avLst/>
                <a:gdLst>
                  <a:gd name="T0" fmla="*/ 7 w 78"/>
                  <a:gd name="T1" fmla="*/ 76 h 76"/>
                  <a:gd name="T2" fmla="*/ 6 w 78"/>
                  <a:gd name="T3" fmla="*/ 76 h 76"/>
                  <a:gd name="T4" fmla="*/ 5 w 78"/>
                  <a:gd name="T5" fmla="*/ 75 h 76"/>
                  <a:gd name="T6" fmla="*/ 0 w 78"/>
                  <a:gd name="T7" fmla="*/ 24 h 76"/>
                  <a:gd name="T8" fmla="*/ 1 w 78"/>
                  <a:gd name="T9" fmla="*/ 23 h 76"/>
                  <a:gd name="T10" fmla="*/ 76 w 78"/>
                  <a:gd name="T11" fmla="*/ 0 h 76"/>
                  <a:gd name="T12" fmla="*/ 78 w 78"/>
                  <a:gd name="T13" fmla="*/ 1 h 76"/>
                  <a:gd name="T14" fmla="*/ 77 w 78"/>
                  <a:gd name="T15" fmla="*/ 3 h 76"/>
                  <a:gd name="T16" fmla="*/ 8 w 78"/>
                  <a:gd name="T17" fmla="*/ 76 h 76"/>
                  <a:gd name="T18" fmla="*/ 7 w 78"/>
                  <a:gd name="T19" fmla="*/ 76 h 76"/>
                  <a:gd name="T20" fmla="*/ 3 w 78"/>
                  <a:gd name="T21" fmla="*/ 25 h 76"/>
                  <a:gd name="T22" fmla="*/ 8 w 78"/>
                  <a:gd name="T23" fmla="*/ 71 h 76"/>
                  <a:gd name="T24" fmla="*/ 71 w 78"/>
                  <a:gd name="T25" fmla="*/ 5 h 76"/>
                  <a:gd name="T26" fmla="*/ 3 w 78"/>
                  <a:gd name="T27" fmla="*/ 2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76">
                    <a:moveTo>
                      <a:pt x="7" y="76"/>
                    </a:moveTo>
                    <a:cubicBezTo>
                      <a:pt x="6" y="76"/>
                      <a:pt x="6" y="76"/>
                      <a:pt x="6" y="76"/>
                    </a:cubicBezTo>
                    <a:cubicBezTo>
                      <a:pt x="6" y="76"/>
                      <a:pt x="5" y="75"/>
                      <a:pt x="5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1"/>
                      <a:pt x="78" y="1"/>
                    </a:cubicBezTo>
                    <a:cubicBezTo>
                      <a:pt x="78" y="2"/>
                      <a:pt x="78" y="3"/>
                      <a:pt x="77" y="3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7" y="76"/>
                      <a:pt x="7" y="76"/>
                    </a:cubicBezTo>
                    <a:close/>
                    <a:moveTo>
                      <a:pt x="3" y="25"/>
                    </a:moveTo>
                    <a:cubicBezTo>
                      <a:pt x="8" y="71"/>
                      <a:pt x="8" y="71"/>
                      <a:pt x="8" y="71"/>
                    </a:cubicBezTo>
                    <a:cubicBezTo>
                      <a:pt x="71" y="5"/>
                      <a:pt x="71" y="5"/>
                      <a:pt x="71" y="5"/>
                    </a:cubicBez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6" name="Freeform 988"/>
              <p:cNvSpPr>
                <a:spLocks noEditPoints="1"/>
              </p:cNvSpPr>
              <p:nvPr userDrawn="1"/>
            </p:nvSpPr>
            <p:spPr bwMode="auto">
              <a:xfrm>
                <a:off x="1743" y="973"/>
                <a:ext cx="86" cy="152"/>
              </a:xfrm>
              <a:custGeom>
                <a:avLst/>
                <a:gdLst>
                  <a:gd name="T0" fmla="*/ 2 w 70"/>
                  <a:gd name="T1" fmla="*/ 123 h 123"/>
                  <a:gd name="T2" fmla="*/ 1 w 70"/>
                  <a:gd name="T3" fmla="*/ 122 h 123"/>
                  <a:gd name="T4" fmla="*/ 1 w 70"/>
                  <a:gd name="T5" fmla="*/ 120 h 123"/>
                  <a:gd name="T6" fmla="*/ 61 w 70"/>
                  <a:gd name="T7" fmla="*/ 1 h 123"/>
                  <a:gd name="T8" fmla="*/ 63 w 70"/>
                  <a:gd name="T9" fmla="*/ 1 h 123"/>
                  <a:gd name="T10" fmla="*/ 64 w 70"/>
                  <a:gd name="T11" fmla="*/ 2 h 123"/>
                  <a:gd name="T12" fmla="*/ 70 w 70"/>
                  <a:gd name="T13" fmla="*/ 52 h 123"/>
                  <a:gd name="T14" fmla="*/ 69 w 70"/>
                  <a:gd name="T15" fmla="*/ 54 h 123"/>
                  <a:gd name="T16" fmla="*/ 4 w 70"/>
                  <a:gd name="T17" fmla="*/ 122 h 123"/>
                  <a:gd name="T18" fmla="*/ 2 w 70"/>
                  <a:gd name="T19" fmla="*/ 123 h 123"/>
                  <a:gd name="T20" fmla="*/ 61 w 70"/>
                  <a:gd name="T21" fmla="*/ 8 h 123"/>
                  <a:gd name="T22" fmla="*/ 9 w 70"/>
                  <a:gd name="T23" fmla="*/ 112 h 123"/>
                  <a:gd name="T24" fmla="*/ 66 w 70"/>
                  <a:gd name="T25" fmla="*/ 52 h 123"/>
                  <a:gd name="T26" fmla="*/ 61 w 70"/>
                  <a:gd name="T27" fmla="*/ 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" h="123">
                    <a:moveTo>
                      <a:pt x="2" y="123"/>
                    </a:moveTo>
                    <a:cubicBezTo>
                      <a:pt x="1" y="122"/>
                      <a:pt x="1" y="122"/>
                      <a:pt x="1" y="122"/>
                    </a:cubicBezTo>
                    <a:cubicBezTo>
                      <a:pt x="1" y="122"/>
                      <a:pt x="0" y="121"/>
                      <a:pt x="1" y="120"/>
                    </a:cubicBezTo>
                    <a:cubicBezTo>
                      <a:pt x="61" y="1"/>
                      <a:pt x="61" y="1"/>
                      <a:pt x="61" y="1"/>
                    </a:cubicBezTo>
                    <a:cubicBezTo>
                      <a:pt x="61" y="1"/>
                      <a:pt x="62" y="0"/>
                      <a:pt x="63" y="1"/>
                    </a:cubicBezTo>
                    <a:cubicBezTo>
                      <a:pt x="63" y="1"/>
                      <a:pt x="64" y="1"/>
                      <a:pt x="64" y="2"/>
                    </a:cubicBez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3"/>
                      <a:pt x="69" y="53"/>
                      <a:pt x="69" y="54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3" y="122"/>
                      <a:pt x="3" y="123"/>
                      <a:pt x="2" y="123"/>
                    </a:cubicBezTo>
                    <a:close/>
                    <a:moveTo>
                      <a:pt x="61" y="8"/>
                    </a:moveTo>
                    <a:cubicBezTo>
                      <a:pt x="9" y="112"/>
                      <a:pt x="9" y="112"/>
                      <a:pt x="9" y="112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6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7" name="Freeform 989"/>
              <p:cNvSpPr>
                <a:spLocks noEditPoints="1"/>
              </p:cNvSpPr>
              <p:nvPr userDrawn="1"/>
            </p:nvSpPr>
            <p:spPr bwMode="auto">
              <a:xfrm>
                <a:off x="1667" y="1103"/>
                <a:ext cx="81" cy="101"/>
              </a:xfrm>
              <a:custGeom>
                <a:avLst/>
                <a:gdLst>
                  <a:gd name="T0" fmla="*/ 1 w 65"/>
                  <a:gd name="T1" fmla="*/ 82 h 82"/>
                  <a:gd name="T2" fmla="*/ 1 w 65"/>
                  <a:gd name="T3" fmla="*/ 82 h 82"/>
                  <a:gd name="T4" fmla="*/ 0 w 65"/>
                  <a:gd name="T5" fmla="*/ 80 h 82"/>
                  <a:gd name="T6" fmla="*/ 20 w 65"/>
                  <a:gd name="T7" fmla="*/ 2 h 82"/>
                  <a:gd name="T8" fmla="*/ 20 w 65"/>
                  <a:gd name="T9" fmla="*/ 1 h 82"/>
                  <a:gd name="T10" fmla="*/ 22 w 65"/>
                  <a:gd name="T11" fmla="*/ 0 h 82"/>
                  <a:gd name="T12" fmla="*/ 64 w 65"/>
                  <a:gd name="T13" fmla="*/ 14 h 82"/>
                  <a:gd name="T14" fmla="*/ 65 w 65"/>
                  <a:gd name="T15" fmla="*/ 15 h 82"/>
                  <a:gd name="T16" fmla="*/ 65 w 65"/>
                  <a:gd name="T17" fmla="*/ 17 h 82"/>
                  <a:gd name="T18" fmla="*/ 3 w 65"/>
                  <a:gd name="T19" fmla="*/ 82 h 82"/>
                  <a:gd name="T20" fmla="*/ 1 w 65"/>
                  <a:gd name="T21" fmla="*/ 82 h 82"/>
                  <a:gd name="T22" fmla="*/ 22 w 65"/>
                  <a:gd name="T23" fmla="*/ 4 h 82"/>
                  <a:gd name="T24" fmla="*/ 5 w 65"/>
                  <a:gd name="T25" fmla="*/ 75 h 82"/>
                  <a:gd name="T26" fmla="*/ 60 w 65"/>
                  <a:gd name="T27" fmla="*/ 17 h 82"/>
                  <a:gd name="T28" fmla="*/ 22 w 65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82">
                    <a:moveTo>
                      <a:pt x="1" y="82"/>
                    </a:moveTo>
                    <a:cubicBezTo>
                      <a:pt x="1" y="82"/>
                      <a:pt x="1" y="82"/>
                      <a:pt x="1" y="82"/>
                    </a:cubicBezTo>
                    <a:cubicBezTo>
                      <a:pt x="0" y="82"/>
                      <a:pt x="0" y="81"/>
                      <a:pt x="0" y="8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0"/>
                      <a:pt x="21" y="0"/>
                      <a:pt x="22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4"/>
                      <a:pt x="65" y="15"/>
                      <a:pt x="65" y="15"/>
                    </a:cubicBezTo>
                    <a:cubicBezTo>
                      <a:pt x="65" y="16"/>
                      <a:pt x="65" y="17"/>
                      <a:pt x="65" y="17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2" y="82"/>
                      <a:pt x="2" y="82"/>
                      <a:pt x="1" y="82"/>
                    </a:cubicBezTo>
                    <a:close/>
                    <a:moveTo>
                      <a:pt x="22" y="4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60" y="17"/>
                      <a:pt x="60" y="17"/>
                      <a:pt x="60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8" name="Freeform 990"/>
              <p:cNvSpPr>
                <a:spLocks noEditPoints="1"/>
              </p:cNvSpPr>
              <p:nvPr userDrawn="1"/>
            </p:nvSpPr>
            <p:spPr bwMode="auto">
              <a:xfrm>
                <a:off x="1620" y="1127"/>
                <a:ext cx="89" cy="128"/>
              </a:xfrm>
              <a:custGeom>
                <a:avLst/>
                <a:gdLst>
                  <a:gd name="T0" fmla="*/ 2 w 72"/>
                  <a:gd name="T1" fmla="*/ 103 h 103"/>
                  <a:gd name="T2" fmla="*/ 1 w 72"/>
                  <a:gd name="T3" fmla="*/ 103 h 103"/>
                  <a:gd name="T4" fmla="*/ 0 w 72"/>
                  <a:gd name="T5" fmla="*/ 101 h 103"/>
                  <a:gd name="T6" fmla="*/ 24 w 72"/>
                  <a:gd name="T7" fmla="*/ 2 h 103"/>
                  <a:gd name="T8" fmla="*/ 25 w 72"/>
                  <a:gd name="T9" fmla="*/ 1 h 103"/>
                  <a:gd name="T10" fmla="*/ 27 w 72"/>
                  <a:gd name="T11" fmla="*/ 1 h 103"/>
                  <a:gd name="T12" fmla="*/ 71 w 72"/>
                  <a:gd name="T13" fmla="*/ 27 h 103"/>
                  <a:gd name="T14" fmla="*/ 72 w 72"/>
                  <a:gd name="T15" fmla="*/ 28 h 103"/>
                  <a:gd name="T16" fmla="*/ 72 w 72"/>
                  <a:gd name="T17" fmla="*/ 29 h 103"/>
                  <a:gd name="T18" fmla="*/ 3 w 72"/>
                  <a:gd name="T19" fmla="*/ 102 h 103"/>
                  <a:gd name="T20" fmla="*/ 2 w 72"/>
                  <a:gd name="T21" fmla="*/ 103 h 103"/>
                  <a:gd name="T22" fmla="*/ 27 w 72"/>
                  <a:gd name="T23" fmla="*/ 5 h 103"/>
                  <a:gd name="T24" fmla="*/ 5 w 72"/>
                  <a:gd name="T25" fmla="*/ 95 h 103"/>
                  <a:gd name="T26" fmla="*/ 68 w 72"/>
                  <a:gd name="T27" fmla="*/ 29 h 103"/>
                  <a:gd name="T28" fmla="*/ 27 w 72"/>
                  <a:gd name="T29" fmla="*/ 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103">
                    <a:moveTo>
                      <a:pt x="2" y="103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2"/>
                      <a:pt x="0" y="101"/>
                      <a:pt x="0" y="101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5" y="1"/>
                      <a:pt x="25" y="1"/>
                    </a:cubicBezTo>
                    <a:cubicBezTo>
                      <a:pt x="25" y="0"/>
                      <a:pt x="26" y="0"/>
                      <a:pt x="27" y="1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72" y="27"/>
                      <a:pt x="72" y="28"/>
                      <a:pt x="72" y="28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3" y="102"/>
                      <a:pt x="3" y="102"/>
                      <a:pt x="3" y="102"/>
                    </a:cubicBezTo>
                    <a:cubicBezTo>
                      <a:pt x="3" y="103"/>
                      <a:pt x="2" y="103"/>
                      <a:pt x="2" y="103"/>
                    </a:cubicBezTo>
                    <a:close/>
                    <a:moveTo>
                      <a:pt x="27" y="5"/>
                    </a:moveTo>
                    <a:cubicBezTo>
                      <a:pt x="5" y="95"/>
                      <a:pt x="5" y="95"/>
                      <a:pt x="5" y="95"/>
                    </a:cubicBezTo>
                    <a:cubicBezTo>
                      <a:pt x="68" y="29"/>
                      <a:pt x="68" y="29"/>
                      <a:pt x="68" y="29"/>
                    </a:cubicBez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9" name="Freeform 991"/>
              <p:cNvSpPr>
                <a:spLocks noEditPoints="1"/>
              </p:cNvSpPr>
              <p:nvPr userDrawn="1"/>
            </p:nvSpPr>
            <p:spPr bwMode="auto">
              <a:xfrm>
                <a:off x="1620" y="1250"/>
                <a:ext cx="74" cy="39"/>
              </a:xfrm>
              <a:custGeom>
                <a:avLst/>
                <a:gdLst>
                  <a:gd name="T0" fmla="*/ 8 w 60"/>
                  <a:gd name="T1" fmla="*/ 32 h 32"/>
                  <a:gd name="T2" fmla="*/ 7 w 60"/>
                  <a:gd name="T3" fmla="*/ 31 h 32"/>
                  <a:gd name="T4" fmla="*/ 6 w 60"/>
                  <a:gd name="T5" fmla="*/ 30 h 32"/>
                  <a:gd name="T6" fmla="*/ 0 w 60"/>
                  <a:gd name="T7" fmla="*/ 2 h 32"/>
                  <a:gd name="T8" fmla="*/ 0 w 60"/>
                  <a:gd name="T9" fmla="*/ 1 h 32"/>
                  <a:gd name="T10" fmla="*/ 2 w 60"/>
                  <a:gd name="T11" fmla="*/ 0 h 32"/>
                  <a:gd name="T12" fmla="*/ 58 w 60"/>
                  <a:gd name="T13" fmla="*/ 0 h 32"/>
                  <a:gd name="T14" fmla="*/ 60 w 60"/>
                  <a:gd name="T15" fmla="*/ 2 h 32"/>
                  <a:gd name="T16" fmla="*/ 59 w 60"/>
                  <a:gd name="T17" fmla="*/ 3 h 32"/>
                  <a:gd name="T18" fmla="*/ 9 w 60"/>
                  <a:gd name="T19" fmla="*/ 31 h 32"/>
                  <a:gd name="T20" fmla="*/ 8 w 60"/>
                  <a:gd name="T21" fmla="*/ 32 h 32"/>
                  <a:gd name="T22" fmla="*/ 4 w 60"/>
                  <a:gd name="T23" fmla="*/ 4 h 32"/>
                  <a:gd name="T24" fmla="*/ 9 w 60"/>
                  <a:gd name="T25" fmla="*/ 27 h 32"/>
                  <a:gd name="T26" fmla="*/ 52 w 60"/>
                  <a:gd name="T27" fmla="*/ 4 h 32"/>
                  <a:gd name="T28" fmla="*/ 4 w 60"/>
                  <a:gd name="T29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32">
                    <a:moveTo>
                      <a:pt x="8" y="32"/>
                    </a:move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6" y="31"/>
                      <a:pt x="6" y="3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60" y="1"/>
                      <a:pt x="60" y="2"/>
                    </a:cubicBezTo>
                    <a:cubicBezTo>
                      <a:pt x="60" y="2"/>
                      <a:pt x="60" y="3"/>
                      <a:pt x="59" y="3"/>
                    </a:cubicBezTo>
                    <a:cubicBezTo>
                      <a:pt x="9" y="31"/>
                      <a:pt x="9" y="31"/>
                      <a:pt x="9" y="31"/>
                    </a:cubicBezTo>
                    <a:lnTo>
                      <a:pt x="8" y="32"/>
                    </a:lnTo>
                    <a:close/>
                    <a:moveTo>
                      <a:pt x="4" y="4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0" name="Freeform 992"/>
              <p:cNvSpPr>
                <a:spLocks noEditPoints="1"/>
              </p:cNvSpPr>
              <p:nvPr userDrawn="1"/>
            </p:nvSpPr>
            <p:spPr bwMode="auto">
              <a:xfrm>
                <a:off x="1649" y="1251"/>
                <a:ext cx="95" cy="61"/>
              </a:xfrm>
              <a:custGeom>
                <a:avLst/>
                <a:gdLst>
                  <a:gd name="T0" fmla="*/ 2 w 77"/>
                  <a:gd name="T1" fmla="*/ 49 h 49"/>
                  <a:gd name="T2" fmla="*/ 1 w 77"/>
                  <a:gd name="T3" fmla="*/ 49 h 49"/>
                  <a:gd name="T4" fmla="*/ 0 w 77"/>
                  <a:gd name="T5" fmla="*/ 47 h 49"/>
                  <a:gd name="T6" fmla="*/ 11 w 77"/>
                  <a:gd name="T7" fmla="*/ 2 h 49"/>
                  <a:gd name="T8" fmla="*/ 13 w 77"/>
                  <a:gd name="T9" fmla="*/ 0 h 49"/>
                  <a:gd name="T10" fmla="*/ 75 w 77"/>
                  <a:gd name="T11" fmla="*/ 1 h 49"/>
                  <a:gd name="T12" fmla="*/ 76 w 77"/>
                  <a:gd name="T13" fmla="*/ 3 h 49"/>
                  <a:gd name="T14" fmla="*/ 76 w 77"/>
                  <a:gd name="T15" fmla="*/ 5 h 49"/>
                  <a:gd name="T16" fmla="*/ 2 w 77"/>
                  <a:gd name="T17" fmla="*/ 49 h 49"/>
                  <a:gd name="T18" fmla="*/ 14 w 77"/>
                  <a:gd name="T19" fmla="*/ 4 h 49"/>
                  <a:gd name="T20" fmla="*/ 4 w 77"/>
                  <a:gd name="T21" fmla="*/ 44 h 49"/>
                  <a:gd name="T22" fmla="*/ 69 w 77"/>
                  <a:gd name="T23" fmla="*/ 5 h 49"/>
                  <a:gd name="T24" fmla="*/ 14 w 77"/>
                  <a:gd name="T25" fmla="*/ 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49">
                    <a:moveTo>
                      <a:pt x="2" y="49"/>
                    </a:moveTo>
                    <a:cubicBezTo>
                      <a:pt x="1" y="49"/>
                      <a:pt x="1" y="49"/>
                      <a:pt x="1" y="49"/>
                    </a:cubicBezTo>
                    <a:cubicBezTo>
                      <a:pt x="0" y="48"/>
                      <a:pt x="0" y="48"/>
                      <a:pt x="0" y="47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5" y="1"/>
                      <a:pt x="76" y="2"/>
                      <a:pt x="76" y="3"/>
                    </a:cubicBezTo>
                    <a:cubicBezTo>
                      <a:pt x="77" y="3"/>
                      <a:pt x="76" y="4"/>
                      <a:pt x="76" y="5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14" y="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69" y="5"/>
                      <a:pt x="69" y="5"/>
                      <a:pt x="69" y="5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1" name="Freeform 993"/>
              <p:cNvSpPr>
                <a:spLocks noEditPoints="1"/>
              </p:cNvSpPr>
              <p:nvPr userDrawn="1"/>
            </p:nvSpPr>
            <p:spPr bwMode="auto">
              <a:xfrm>
                <a:off x="1649" y="1252"/>
                <a:ext cx="94" cy="130"/>
              </a:xfrm>
              <a:custGeom>
                <a:avLst/>
                <a:gdLst>
                  <a:gd name="T0" fmla="*/ 75 w 76"/>
                  <a:gd name="T1" fmla="*/ 105 h 105"/>
                  <a:gd name="T2" fmla="*/ 74 w 76"/>
                  <a:gd name="T3" fmla="*/ 105 h 105"/>
                  <a:gd name="T4" fmla="*/ 1 w 76"/>
                  <a:gd name="T5" fmla="*/ 48 h 105"/>
                  <a:gd name="T6" fmla="*/ 0 w 76"/>
                  <a:gd name="T7" fmla="*/ 46 h 105"/>
                  <a:gd name="T8" fmla="*/ 1 w 76"/>
                  <a:gd name="T9" fmla="*/ 45 h 105"/>
                  <a:gd name="T10" fmla="*/ 74 w 76"/>
                  <a:gd name="T11" fmla="*/ 1 h 105"/>
                  <a:gd name="T12" fmla="*/ 76 w 76"/>
                  <a:gd name="T13" fmla="*/ 1 h 105"/>
                  <a:gd name="T14" fmla="*/ 76 w 76"/>
                  <a:gd name="T15" fmla="*/ 2 h 105"/>
                  <a:gd name="T16" fmla="*/ 76 w 76"/>
                  <a:gd name="T17" fmla="*/ 104 h 105"/>
                  <a:gd name="T18" fmla="*/ 75 w 76"/>
                  <a:gd name="T19" fmla="*/ 105 h 105"/>
                  <a:gd name="T20" fmla="*/ 4 w 76"/>
                  <a:gd name="T21" fmla="*/ 47 h 105"/>
                  <a:gd name="T22" fmla="*/ 73 w 76"/>
                  <a:gd name="T23" fmla="*/ 100 h 105"/>
                  <a:gd name="T24" fmla="*/ 73 w 76"/>
                  <a:gd name="T25" fmla="*/ 5 h 105"/>
                  <a:gd name="T26" fmla="*/ 4 w 76"/>
                  <a:gd name="T27" fmla="*/ 47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105">
                    <a:moveTo>
                      <a:pt x="75" y="105"/>
                    </a:moveTo>
                    <a:cubicBezTo>
                      <a:pt x="74" y="105"/>
                      <a:pt x="74" y="105"/>
                      <a:pt x="74" y="10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0"/>
                      <a:pt x="75" y="0"/>
                      <a:pt x="76" y="1"/>
                    </a:cubicBezTo>
                    <a:cubicBezTo>
                      <a:pt x="76" y="1"/>
                      <a:pt x="76" y="1"/>
                      <a:pt x="76" y="2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6" y="104"/>
                      <a:pt x="76" y="105"/>
                      <a:pt x="75" y="105"/>
                    </a:cubicBezTo>
                    <a:close/>
                    <a:moveTo>
                      <a:pt x="4" y="47"/>
                    </a:moveTo>
                    <a:cubicBezTo>
                      <a:pt x="73" y="100"/>
                      <a:pt x="73" y="100"/>
                      <a:pt x="73" y="100"/>
                    </a:cubicBezTo>
                    <a:cubicBezTo>
                      <a:pt x="73" y="5"/>
                      <a:pt x="73" y="5"/>
                      <a:pt x="73" y="5"/>
                    </a:cubicBezTo>
                    <a:lnTo>
                      <a:pt x="4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2" name="Freeform 994"/>
              <p:cNvSpPr>
                <a:spLocks noEditPoints="1"/>
              </p:cNvSpPr>
              <p:nvPr userDrawn="1"/>
            </p:nvSpPr>
            <p:spPr bwMode="auto">
              <a:xfrm>
                <a:off x="1682" y="1379"/>
                <a:ext cx="61" cy="107"/>
              </a:xfrm>
              <a:custGeom>
                <a:avLst/>
                <a:gdLst>
                  <a:gd name="T0" fmla="*/ 48 w 49"/>
                  <a:gd name="T1" fmla="*/ 87 h 87"/>
                  <a:gd name="T2" fmla="*/ 1 w 49"/>
                  <a:gd name="T3" fmla="*/ 87 h 87"/>
                  <a:gd name="T4" fmla="*/ 0 w 49"/>
                  <a:gd name="T5" fmla="*/ 87 h 87"/>
                  <a:gd name="T6" fmla="*/ 0 w 49"/>
                  <a:gd name="T7" fmla="*/ 85 h 87"/>
                  <a:gd name="T8" fmla="*/ 46 w 49"/>
                  <a:gd name="T9" fmla="*/ 1 h 87"/>
                  <a:gd name="T10" fmla="*/ 48 w 49"/>
                  <a:gd name="T11" fmla="*/ 0 h 87"/>
                  <a:gd name="T12" fmla="*/ 49 w 49"/>
                  <a:gd name="T13" fmla="*/ 2 h 87"/>
                  <a:gd name="T14" fmla="*/ 49 w 49"/>
                  <a:gd name="T15" fmla="*/ 86 h 87"/>
                  <a:gd name="T16" fmla="*/ 48 w 49"/>
                  <a:gd name="T17" fmla="*/ 87 h 87"/>
                  <a:gd name="T18" fmla="*/ 4 w 49"/>
                  <a:gd name="T19" fmla="*/ 84 h 87"/>
                  <a:gd name="T20" fmla="*/ 46 w 49"/>
                  <a:gd name="T21" fmla="*/ 84 h 87"/>
                  <a:gd name="T22" fmla="*/ 46 w 49"/>
                  <a:gd name="T23" fmla="*/ 8 h 87"/>
                  <a:gd name="T24" fmla="*/ 4 w 49"/>
                  <a:gd name="T25" fmla="*/ 8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87">
                    <a:moveTo>
                      <a:pt x="48" y="87"/>
                    </a:move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0" y="87"/>
                      <a:pt x="0" y="87"/>
                    </a:cubicBezTo>
                    <a:cubicBezTo>
                      <a:pt x="0" y="86"/>
                      <a:pt x="0" y="85"/>
                      <a:pt x="0" y="85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7" y="0"/>
                      <a:pt x="47" y="0"/>
                      <a:pt x="48" y="0"/>
                    </a:cubicBezTo>
                    <a:cubicBezTo>
                      <a:pt x="49" y="0"/>
                      <a:pt x="49" y="1"/>
                      <a:pt x="49" y="2"/>
                    </a:cubicBezTo>
                    <a:cubicBezTo>
                      <a:pt x="49" y="86"/>
                      <a:pt x="49" y="86"/>
                      <a:pt x="49" y="86"/>
                    </a:cubicBezTo>
                    <a:cubicBezTo>
                      <a:pt x="49" y="87"/>
                      <a:pt x="49" y="87"/>
                      <a:pt x="48" y="87"/>
                    </a:cubicBezTo>
                    <a:close/>
                    <a:moveTo>
                      <a:pt x="4" y="84"/>
                    </a:move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"/>
                      <a:pt x="46" y="8"/>
                      <a:pt x="46" y="8"/>
                    </a:cubicBezTo>
                    <a:lnTo>
                      <a:pt x="4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3" name="Freeform 995"/>
              <p:cNvSpPr>
                <a:spLocks noEditPoints="1"/>
              </p:cNvSpPr>
              <p:nvPr userDrawn="1"/>
            </p:nvSpPr>
            <p:spPr bwMode="auto">
              <a:xfrm>
                <a:off x="1689" y="1308"/>
                <a:ext cx="54" cy="126"/>
              </a:xfrm>
              <a:custGeom>
                <a:avLst/>
                <a:gdLst>
                  <a:gd name="T0" fmla="*/ 42 w 43"/>
                  <a:gd name="T1" fmla="*/ 102 h 102"/>
                  <a:gd name="T2" fmla="*/ 40 w 43"/>
                  <a:gd name="T3" fmla="*/ 102 h 102"/>
                  <a:gd name="T4" fmla="*/ 1 w 43"/>
                  <a:gd name="T5" fmla="*/ 30 h 102"/>
                  <a:gd name="T6" fmla="*/ 1 w 43"/>
                  <a:gd name="T7" fmla="*/ 28 h 102"/>
                  <a:gd name="T8" fmla="*/ 41 w 43"/>
                  <a:gd name="T9" fmla="*/ 0 h 102"/>
                  <a:gd name="T10" fmla="*/ 42 w 43"/>
                  <a:gd name="T11" fmla="*/ 0 h 102"/>
                  <a:gd name="T12" fmla="*/ 43 w 43"/>
                  <a:gd name="T13" fmla="*/ 2 h 102"/>
                  <a:gd name="T14" fmla="*/ 43 w 43"/>
                  <a:gd name="T15" fmla="*/ 101 h 102"/>
                  <a:gd name="T16" fmla="*/ 42 w 43"/>
                  <a:gd name="T17" fmla="*/ 102 h 102"/>
                  <a:gd name="T18" fmla="*/ 4 w 43"/>
                  <a:gd name="T19" fmla="*/ 30 h 102"/>
                  <a:gd name="T20" fmla="*/ 40 w 43"/>
                  <a:gd name="T21" fmla="*/ 94 h 102"/>
                  <a:gd name="T22" fmla="*/ 40 w 43"/>
                  <a:gd name="T23" fmla="*/ 5 h 102"/>
                  <a:gd name="T24" fmla="*/ 4 w 43"/>
                  <a:gd name="T25" fmla="*/ 3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102">
                    <a:moveTo>
                      <a:pt x="42" y="102"/>
                    </a:moveTo>
                    <a:cubicBezTo>
                      <a:pt x="41" y="102"/>
                      <a:pt x="41" y="102"/>
                      <a:pt x="40" y="102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1" y="29"/>
                      <a:pt x="1" y="2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3" y="1"/>
                      <a:pt x="43" y="2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101"/>
                      <a:pt x="43" y="102"/>
                      <a:pt x="42" y="102"/>
                    </a:cubicBezTo>
                    <a:close/>
                    <a:moveTo>
                      <a:pt x="4" y="30"/>
                    </a:moveTo>
                    <a:cubicBezTo>
                      <a:pt x="40" y="94"/>
                      <a:pt x="40" y="94"/>
                      <a:pt x="40" y="94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4" name="Freeform 996"/>
              <p:cNvSpPr>
                <a:spLocks noEditPoints="1"/>
              </p:cNvSpPr>
              <p:nvPr userDrawn="1"/>
            </p:nvSpPr>
            <p:spPr bwMode="auto">
              <a:xfrm>
                <a:off x="1545" y="1211"/>
                <a:ext cx="116" cy="44"/>
              </a:xfrm>
              <a:custGeom>
                <a:avLst/>
                <a:gdLst>
                  <a:gd name="T0" fmla="*/ 63 w 94"/>
                  <a:gd name="T1" fmla="*/ 35 h 35"/>
                  <a:gd name="T2" fmla="*/ 62 w 94"/>
                  <a:gd name="T3" fmla="*/ 35 h 35"/>
                  <a:gd name="T4" fmla="*/ 1 w 94"/>
                  <a:gd name="T5" fmla="*/ 3 h 35"/>
                  <a:gd name="T6" fmla="*/ 0 w 94"/>
                  <a:gd name="T7" fmla="*/ 1 h 35"/>
                  <a:gd name="T8" fmla="*/ 1 w 94"/>
                  <a:gd name="T9" fmla="*/ 0 h 35"/>
                  <a:gd name="T10" fmla="*/ 92 w 94"/>
                  <a:gd name="T11" fmla="*/ 0 h 35"/>
                  <a:gd name="T12" fmla="*/ 94 w 94"/>
                  <a:gd name="T13" fmla="*/ 1 h 35"/>
                  <a:gd name="T14" fmla="*/ 93 w 94"/>
                  <a:gd name="T15" fmla="*/ 3 h 35"/>
                  <a:gd name="T16" fmla="*/ 64 w 94"/>
                  <a:gd name="T17" fmla="*/ 34 h 35"/>
                  <a:gd name="T18" fmla="*/ 63 w 94"/>
                  <a:gd name="T19" fmla="*/ 35 h 35"/>
                  <a:gd name="T20" fmla="*/ 8 w 94"/>
                  <a:gd name="T21" fmla="*/ 3 h 35"/>
                  <a:gd name="T22" fmla="*/ 62 w 94"/>
                  <a:gd name="T23" fmla="*/ 31 h 35"/>
                  <a:gd name="T24" fmla="*/ 88 w 94"/>
                  <a:gd name="T25" fmla="*/ 3 h 35"/>
                  <a:gd name="T26" fmla="*/ 8 w 94"/>
                  <a:gd name="T27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35">
                    <a:moveTo>
                      <a:pt x="63" y="35"/>
                    </a:moveTo>
                    <a:cubicBezTo>
                      <a:pt x="62" y="35"/>
                      <a:pt x="62" y="35"/>
                      <a:pt x="62" y="3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3" y="0"/>
                      <a:pt x="94" y="0"/>
                      <a:pt x="94" y="1"/>
                    </a:cubicBezTo>
                    <a:cubicBezTo>
                      <a:pt x="94" y="1"/>
                      <a:pt x="94" y="2"/>
                      <a:pt x="93" y="3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5"/>
                      <a:pt x="63" y="35"/>
                      <a:pt x="63" y="35"/>
                    </a:cubicBezTo>
                    <a:close/>
                    <a:moveTo>
                      <a:pt x="8" y="3"/>
                    </a:moveTo>
                    <a:cubicBezTo>
                      <a:pt x="62" y="31"/>
                      <a:pt x="62" y="31"/>
                      <a:pt x="62" y="31"/>
                    </a:cubicBezTo>
                    <a:cubicBezTo>
                      <a:pt x="88" y="3"/>
                      <a:pt x="88" y="3"/>
                      <a:pt x="88" y="3"/>
                    </a:cubicBezTo>
                    <a:lnTo>
                      <a:pt x="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5" name="Freeform 997"/>
              <p:cNvSpPr>
                <a:spLocks noEditPoints="1"/>
              </p:cNvSpPr>
              <p:nvPr userDrawn="1"/>
            </p:nvSpPr>
            <p:spPr bwMode="auto">
              <a:xfrm>
                <a:off x="1950" y="835"/>
                <a:ext cx="86" cy="60"/>
              </a:xfrm>
              <a:custGeom>
                <a:avLst/>
                <a:gdLst>
                  <a:gd name="T0" fmla="*/ 67 w 69"/>
                  <a:gd name="T1" fmla="*/ 48 h 48"/>
                  <a:gd name="T2" fmla="*/ 67 w 69"/>
                  <a:gd name="T3" fmla="*/ 48 h 48"/>
                  <a:gd name="T4" fmla="*/ 17 w 69"/>
                  <a:gd name="T5" fmla="*/ 41 h 48"/>
                  <a:gd name="T6" fmla="*/ 16 w 69"/>
                  <a:gd name="T7" fmla="*/ 40 h 48"/>
                  <a:gd name="T8" fmla="*/ 1 w 69"/>
                  <a:gd name="T9" fmla="*/ 3 h 48"/>
                  <a:gd name="T10" fmla="*/ 1 w 69"/>
                  <a:gd name="T11" fmla="*/ 1 h 48"/>
                  <a:gd name="T12" fmla="*/ 3 w 69"/>
                  <a:gd name="T13" fmla="*/ 1 h 48"/>
                  <a:gd name="T14" fmla="*/ 68 w 69"/>
                  <a:gd name="T15" fmla="*/ 44 h 48"/>
                  <a:gd name="T16" fmla="*/ 69 w 69"/>
                  <a:gd name="T17" fmla="*/ 46 h 48"/>
                  <a:gd name="T18" fmla="*/ 67 w 69"/>
                  <a:gd name="T19" fmla="*/ 48 h 48"/>
                  <a:gd name="T20" fmla="*/ 19 w 69"/>
                  <a:gd name="T21" fmla="*/ 38 h 48"/>
                  <a:gd name="T22" fmla="*/ 60 w 69"/>
                  <a:gd name="T23" fmla="*/ 43 h 48"/>
                  <a:gd name="T24" fmla="*/ 6 w 69"/>
                  <a:gd name="T25" fmla="*/ 7 h 48"/>
                  <a:gd name="T26" fmla="*/ 19 w 69"/>
                  <a:gd name="T27" fmla="*/ 3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48">
                    <a:moveTo>
                      <a:pt x="67" y="48"/>
                    </a:moveTo>
                    <a:cubicBezTo>
                      <a:pt x="67" y="48"/>
                      <a:pt x="67" y="48"/>
                      <a:pt x="67" y="48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7" y="41"/>
                      <a:pt x="16" y="41"/>
                      <a:pt x="16" y="4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9" y="45"/>
                      <a:pt x="69" y="46"/>
                      <a:pt x="69" y="46"/>
                    </a:cubicBezTo>
                    <a:cubicBezTo>
                      <a:pt x="69" y="47"/>
                      <a:pt x="68" y="48"/>
                      <a:pt x="67" y="48"/>
                    </a:cubicBezTo>
                    <a:close/>
                    <a:moveTo>
                      <a:pt x="19" y="38"/>
                    </a:moveTo>
                    <a:cubicBezTo>
                      <a:pt x="60" y="43"/>
                      <a:pt x="60" y="43"/>
                      <a:pt x="60" y="43"/>
                    </a:cubicBezTo>
                    <a:cubicBezTo>
                      <a:pt x="6" y="7"/>
                      <a:pt x="6" y="7"/>
                      <a:pt x="6" y="7"/>
                    </a:cubicBezTo>
                    <a:lnTo>
                      <a:pt x="19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6" name="Freeform 998"/>
              <p:cNvSpPr>
                <a:spLocks noEditPoints="1"/>
              </p:cNvSpPr>
              <p:nvPr userDrawn="1"/>
            </p:nvSpPr>
            <p:spPr bwMode="auto">
              <a:xfrm>
                <a:off x="1864" y="902"/>
                <a:ext cx="91" cy="93"/>
              </a:xfrm>
              <a:custGeom>
                <a:avLst/>
                <a:gdLst>
                  <a:gd name="T0" fmla="*/ 2 w 74"/>
                  <a:gd name="T1" fmla="*/ 75 h 75"/>
                  <a:gd name="T2" fmla="*/ 1 w 74"/>
                  <a:gd name="T3" fmla="*/ 75 h 75"/>
                  <a:gd name="T4" fmla="*/ 0 w 74"/>
                  <a:gd name="T5" fmla="*/ 73 h 75"/>
                  <a:gd name="T6" fmla="*/ 0 w 74"/>
                  <a:gd name="T7" fmla="*/ 2 h 75"/>
                  <a:gd name="T8" fmla="*/ 2 w 74"/>
                  <a:gd name="T9" fmla="*/ 0 h 75"/>
                  <a:gd name="T10" fmla="*/ 72 w 74"/>
                  <a:gd name="T11" fmla="*/ 0 h 75"/>
                  <a:gd name="T12" fmla="*/ 74 w 74"/>
                  <a:gd name="T13" fmla="*/ 1 h 75"/>
                  <a:gd name="T14" fmla="*/ 73 w 74"/>
                  <a:gd name="T15" fmla="*/ 3 h 75"/>
                  <a:gd name="T16" fmla="*/ 3 w 74"/>
                  <a:gd name="T17" fmla="*/ 75 h 75"/>
                  <a:gd name="T18" fmla="*/ 2 w 74"/>
                  <a:gd name="T19" fmla="*/ 75 h 75"/>
                  <a:gd name="T20" fmla="*/ 3 w 74"/>
                  <a:gd name="T21" fmla="*/ 3 h 75"/>
                  <a:gd name="T22" fmla="*/ 3 w 74"/>
                  <a:gd name="T23" fmla="*/ 69 h 75"/>
                  <a:gd name="T24" fmla="*/ 68 w 74"/>
                  <a:gd name="T25" fmla="*/ 3 h 75"/>
                  <a:gd name="T26" fmla="*/ 3 w 74"/>
                  <a:gd name="T27" fmla="*/ 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75">
                    <a:moveTo>
                      <a:pt x="2" y="75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1" y="75"/>
                      <a:pt x="0" y="74"/>
                      <a:pt x="0" y="7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3" y="0"/>
                      <a:pt x="74" y="1"/>
                      <a:pt x="74" y="1"/>
                    </a:cubicBezTo>
                    <a:cubicBezTo>
                      <a:pt x="74" y="2"/>
                      <a:pt x="74" y="3"/>
                      <a:pt x="73" y="3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2" y="75"/>
                      <a:pt x="2" y="75"/>
                    </a:cubicBezTo>
                    <a:close/>
                    <a:moveTo>
                      <a:pt x="3" y="3"/>
                    </a:moveTo>
                    <a:cubicBezTo>
                      <a:pt x="3" y="69"/>
                      <a:pt x="3" y="69"/>
                      <a:pt x="3" y="69"/>
                    </a:cubicBezTo>
                    <a:cubicBezTo>
                      <a:pt x="68" y="3"/>
                      <a:pt x="68" y="3"/>
                      <a:pt x="68" y="3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7" name="Freeform 999"/>
              <p:cNvSpPr>
                <a:spLocks noEditPoints="1"/>
              </p:cNvSpPr>
              <p:nvPr userDrawn="1"/>
            </p:nvSpPr>
            <p:spPr bwMode="auto">
              <a:xfrm>
                <a:off x="1692" y="1036"/>
                <a:ext cx="137" cy="89"/>
              </a:xfrm>
              <a:custGeom>
                <a:avLst/>
                <a:gdLst>
                  <a:gd name="T0" fmla="*/ 43 w 111"/>
                  <a:gd name="T1" fmla="*/ 72 h 72"/>
                  <a:gd name="T2" fmla="*/ 43 w 111"/>
                  <a:gd name="T3" fmla="*/ 71 h 72"/>
                  <a:gd name="T4" fmla="*/ 1 w 111"/>
                  <a:gd name="T5" fmla="*/ 58 h 72"/>
                  <a:gd name="T6" fmla="*/ 0 w 111"/>
                  <a:gd name="T7" fmla="*/ 56 h 72"/>
                  <a:gd name="T8" fmla="*/ 1 w 111"/>
                  <a:gd name="T9" fmla="*/ 55 h 72"/>
                  <a:gd name="T10" fmla="*/ 108 w 111"/>
                  <a:gd name="T11" fmla="*/ 0 h 72"/>
                  <a:gd name="T12" fmla="*/ 110 w 111"/>
                  <a:gd name="T13" fmla="*/ 1 h 72"/>
                  <a:gd name="T14" fmla="*/ 110 w 111"/>
                  <a:gd name="T15" fmla="*/ 3 h 72"/>
                  <a:gd name="T16" fmla="*/ 45 w 111"/>
                  <a:gd name="T17" fmla="*/ 71 h 72"/>
                  <a:gd name="T18" fmla="*/ 43 w 111"/>
                  <a:gd name="T19" fmla="*/ 72 h 72"/>
                  <a:gd name="T20" fmla="*/ 6 w 111"/>
                  <a:gd name="T21" fmla="*/ 56 h 72"/>
                  <a:gd name="T22" fmla="*/ 43 w 111"/>
                  <a:gd name="T23" fmla="*/ 68 h 72"/>
                  <a:gd name="T24" fmla="*/ 101 w 111"/>
                  <a:gd name="T25" fmla="*/ 8 h 72"/>
                  <a:gd name="T26" fmla="*/ 6 w 111"/>
                  <a:gd name="T27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72">
                    <a:moveTo>
                      <a:pt x="43" y="72"/>
                    </a:moveTo>
                    <a:cubicBezTo>
                      <a:pt x="43" y="71"/>
                      <a:pt x="43" y="71"/>
                      <a:pt x="43" y="71"/>
                    </a:cubicBezTo>
                    <a:cubicBezTo>
                      <a:pt x="1" y="58"/>
                      <a:pt x="1" y="58"/>
                      <a:pt x="1" y="58"/>
                    </a:cubicBezTo>
                    <a:cubicBezTo>
                      <a:pt x="0" y="57"/>
                      <a:pt x="0" y="57"/>
                      <a:pt x="0" y="56"/>
                    </a:cubicBezTo>
                    <a:cubicBezTo>
                      <a:pt x="0" y="56"/>
                      <a:pt x="0" y="55"/>
                      <a:pt x="1" y="55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1"/>
                      <a:pt x="111" y="2"/>
                      <a:pt x="110" y="3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4" y="71"/>
                      <a:pt x="44" y="72"/>
                      <a:pt x="43" y="72"/>
                    </a:cubicBezTo>
                    <a:close/>
                    <a:moveTo>
                      <a:pt x="6" y="56"/>
                    </a:moveTo>
                    <a:cubicBezTo>
                      <a:pt x="43" y="68"/>
                      <a:pt x="43" y="68"/>
                      <a:pt x="43" y="68"/>
                    </a:cubicBezTo>
                    <a:cubicBezTo>
                      <a:pt x="101" y="8"/>
                      <a:pt x="101" y="8"/>
                      <a:pt x="101" y="8"/>
                    </a:cubicBez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8" name="Freeform 1000"/>
              <p:cNvSpPr>
                <a:spLocks noEditPoints="1"/>
              </p:cNvSpPr>
              <p:nvPr userDrawn="1"/>
            </p:nvSpPr>
            <p:spPr bwMode="auto">
              <a:xfrm>
                <a:off x="1442" y="1450"/>
                <a:ext cx="244" cy="36"/>
              </a:xfrm>
              <a:custGeom>
                <a:avLst/>
                <a:gdLst>
                  <a:gd name="T0" fmla="*/ 195 w 197"/>
                  <a:gd name="T1" fmla="*/ 29 h 29"/>
                  <a:gd name="T2" fmla="*/ 1 w 197"/>
                  <a:gd name="T3" fmla="*/ 29 h 29"/>
                  <a:gd name="T4" fmla="*/ 0 w 197"/>
                  <a:gd name="T5" fmla="*/ 28 h 29"/>
                  <a:gd name="T6" fmla="*/ 0 w 197"/>
                  <a:gd name="T7" fmla="*/ 26 h 29"/>
                  <a:gd name="T8" fmla="*/ 35 w 197"/>
                  <a:gd name="T9" fmla="*/ 0 h 29"/>
                  <a:gd name="T10" fmla="*/ 36 w 197"/>
                  <a:gd name="T11" fmla="*/ 0 h 29"/>
                  <a:gd name="T12" fmla="*/ 196 w 197"/>
                  <a:gd name="T13" fmla="*/ 26 h 29"/>
                  <a:gd name="T14" fmla="*/ 197 w 197"/>
                  <a:gd name="T15" fmla="*/ 28 h 29"/>
                  <a:gd name="T16" fmla="*/ 195 w 197"/>
                  <a:gd name="T17" fmla="*/ 29 h 29"/>
                  <a:gd name="T18" fmla="*/ 6 w 197"/>
                  <a:gd name="T19" fmla="*/ 26 h 29"/>
                  <a:gd name="T20" fmla="*/ 175 w 197"/>
                  <a:gd name="T21" fmla="*/ 26 h 29"/>
                  <a:gd name="T22" fmla="*/ 37 w 197"/>
                  <a:gd name="T23" fmla="*/ 3 h 29"/>
                  <a:gd name="T24" fmla="*/ 6 w 197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7" h="29">
                    <a:moveTo>
                      <a:pt x="195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0" y="2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96" y="26"/>
                      <a:pt x="196" y="26"/>
                      <a:pt x="196" y="26"/>
                    </a:cubicBezTo>
                    <a:cubicBezTo>
                      <a:pt x="197" y="26"/>
                      <a:pt x="197" y="27"/>
                      <a:pt x="197" y="28"/>
                    </a:cubicBezTo>
                    <a:cubicBezTo>
                      <a:pt x="197" y="29"/>
                      <a:pt x="196" y="29"/>
                      <a:pt x="195" y="29"/>
                    </a:cubicBezTo>
                    <a:close/>
                    <a:moveTo>
                      <a:pt x="6" y="26"/>
                    </a:moveTo>
                    <a:cubicBezTo>
                      <a:pt x="175" y="26"/>
                      <a:pt x="175" y="26"/>
                      <a:pt x="175" y="26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6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9" name="Freeform 1001"/>
              <p:cNvSpPr>
                <a:spLocks noEditPoints="1"/>
              </p:cNvSpPr>
              <p:nvPr userDrawn="1"/>
            </p:nvSpPr>
            <p:spPr bwMode="auto">
              <a:xfrm>
                <a:off x="1181" y="1450"/>
                <a:ext cx="308" cy="36"/>
              </a:xfrm>
              <a:custGeom>
                <a:avLst/>
                <a:gdLst>
                  <a:gd name="T0" fmla="*/ 212 w 249"/>
                  <a:gd name="T1" fmla="*/ 29 h 29"/>
                  <a:gd name="T2" fmla="*/ 2 w 249"/>
                  <a:gd name="T3" fmla="*/ 29 h 29"/>
                  <a:gd name="T4" fmla="*/ 0 w 249"/>
                  <a:gd name="T5" fmla="*/ 28 h 29"/>
                  <a:gd name="T6" fmla="*/ 1 w 249"/>
                  <a:gd name="T7" fmla="*/ 26 h 29"/>
                  <a:gd name="T8" fmla="*/ 247 w 249"/>
                  <a:gd name="T9" fmla="*/ 0 h 29"/>
                  <a:gd name="T10" fmla="*/ 249 w 249"/>
                  <a:gd name="T11" fmla="*/ 1 h 29"/>
                  <a:gd name="T12" fmla="*/ 248 w 249"/>
                  <a:gd name="T13" fmla="*/ 3 h 29"/>
                  <a:gd name="T14" fmla="*/ 213 w 249"/>
                  <a:gd name="T15" fmla="*/ 29 h 29"/>
                  <a:gd name="T16" fmla="*/ 212 w 249"/>
                  <a:gd name="T17" fmla="*/ 29 h 29"/>
                  <a:gd name="T18" fmla="*/ 33 w 249"/>
                  <a:gd name="T19" fmla="*/ 26 h 29"/>
                  <a:gd name="T20" fmla="*/ 212 w 249"/>
                  <a:gd name="T21" fmla="*/ 26 h 29"/>
                  <a:gd name="T22" fmla="*/ 241 w 249"/>
                  <a:gd name="T23" fmla="*/ 4 h 29"/>
                  <a:gd name="T24" fmla="*/ 33 w 249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9" h="29">
                    <a:moveTo>
                      <a:pt x="212" y="29"/>
                    </a:move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8" y="0"/>
                      <a:pt x="248" y="0"/>
                      <a:pt x="249" y="1"/>
                    </a:cubicBezTo>
                    <a:cubicBezTo>
                      <a:pt x="249" y="2"/>
                      <a:pt x="249" y="2"/>
                      <a:pt x="248" y="3"/>
                    </a:cubicBezTo>
                    <a:cubicBezTo>
                      <a:pt x="213" y="29"/>
                      <a:pt x="213" y="29"/>
                      <a:pt x="213" y="29"/>
                    </a:cubicBezTo>
                    <a:cubicBezTo>
                      <a:pt x="213" y="29"/>
                      <a:pt x="213" y="29"/>
                      <a:pt x="212" y="29"/>
                    </a:cubicBezTo>
                    <a:close/>
                    <a:moveTo>
                      <a:pt x="33" y="26"/>
                    </a:moveTo>
                    <a:cubicBezTo>
                      <a:pt x="212" y="26"/>
                      <a:pt x="212" y="26"/>
                      <a:pt x="212" y="26"/>
                    </a:cubicBezTo>
                    <a:cubicBezTo>
                      <a:pt x="241" y="4"/>
                      <a:pt x="241" y="4"/>
                      <a:pt x="241" y="4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0" name="Freeform 1002"/>
              <p:cNvSpPr>
                <a:spLocks noEditPoints="1"/>
              </p:cNvSpPr>
              <p:nvPr userDrawn="1"/>
            </p:nvSpPr>
            <p:spPr bwMode="auto">
              <a:xfrm>
                <a:off x="1043" y="1431"/>
                <a:ext cx="141" cy="55"/>
              </a:xfrm>
              <a:custGeom>
                <a:avLst/>
                <a:gdLst>
                  <a:gd name="T0" fmla="*/ 113 w 114"/>
                  <a:gd name="T1" fmla="*/ 45 h 45"/>
                  <a:gd name="T2" fmla="*/ 1 w 114"/>
                  <a:gd name="T3" fmla="*/ 45 h 45"/>
                  <a:gd name="T4" fmla="*/ 0 w 114"/>
                  <a:gd name="T5" fmla="*/ 44 h 45"/>
                  <a:gd name="T6" fmla="*/ 1 w 114"/>
                  <a:gd name="T7" fmla="*/ 42 h 45"/>
                  <a:gd name="T8" fmla="*/ 86 w 114"/>
                  <a:gd name="T9" fmla="*/ 0 h 45"/>
                  <a:gd name="T10" fmla="*/ 88 w 114"/>
                  <a:gd name="T11" fmla="*/ 1 h 45"/>
                  <a:gd name="T12" fmla="*/ 114 w 114"/>
                  <a:gd name="T13" fmla="*/ 43 h 45"/>
                  <a:gd name="T14" fmla="*/ 114 w 114"/>
                  <a:gd name="T15" fmla="*/ 45 h 45"/>
                  <a:gd name="T16" fmla="*/ 113 w 114"/>
                  <a:gd name="T17" fmla="*/ 45 h 45"/>
                  <a:gd name="T18" fmla="*/ 9 w 114"/>
                  <a:gd name="T19" fmla="*/ 42 h 45"/>
                  <a:gd name="T20" fmla="*/ 110 w 114"/>
                  <a:gd name="T21" fmla="*/ 42 h 45"/>
                  <a:gd name="T22" fmla="*/ 86 w 114"/>
                  <a:gd name="T23" fmla="*/ 4 h 45"/>
                  <a:gd name="T24" fmla="*/ 9 w 114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4" h="45">
                    <a:moveTo>
                      <a:pt x="113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7" y="0"/>
                      <a:pt x="88" y="0"/>
                      <a:pt x="88" y="1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4" y="43"/>
                      <a:pt x="114" y="44"/>
                      <a:pt x="114" y="45"/>
                    </a:cubicBezTo>
                    <a:cubicBezTo>
                      <a:pt x="114" y="45"/>
                      <a:pt x="113" y="45"/>
                      <a:pt x="113" y="45"/>
                    </a:cubicBezTo>
                    <a:close/>
                    <a:moveTo>
                      <a:pt x="9" y="42"/>
                    </a:moveTo>
                    <a:cubicBezTo>
                      <a:pt x="110" y="42"/>
                      <a:pt x="110" y="42"/>
                      <a:pt x="110" y="42"/>
                    </a:cubicBezTo>
                    <a:cubicBezTo>
                      <a:pt x="86" y="4"/>
                      <a:pt x="86" y="4"/>
                      <a:pt x="86" y="4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1" name="Freeform 1003"/>
              <p:cNvSpPr>
                <a:spLocks noEditPoints="1"/>
              </p:cNvSpPr>
              <p:nvPr userDrawn="1"/>
            </p:nvSpPr>
            <p:spPr bwMode="auto">
              <a:xfrm>
                <a:off x="1373" y="1431"/>
                <a:ext cx="175" cy="55"/>
              </a:xfrm>
              <a:custGeom>
                <a:avLst/>
                <a:gdLst>
                  <a:gd name="T0" fmla="*/ 140 w 142"/>
                  <a:gd name="T1" fmla="*/ 45 h 45"/>
                  <a:gd name="T2" fmla="*/ 1 w 142"/>
                  <a:gd name="T3" fmla="*/ 45 h 45"/>
                  <a:gd name="T4" fmla="*/ 0 w 142"/>
                  <a:gd name="T5" fmla="*/ 45 h 45"/>
                  <a:gd name="T6" fmla="*/ 0 w 142"/>
                  <a:gd name="T7" fmla="*/ 43 h 45"/>
                  <a:gd name="T8" fmla="*/ 20 w 142"/>
                  <a:gd name="T9" fmla="*/ 1 h 45"/>
                  <a:gd name="T10" fmla="*/ 22 w 142"/>
                  <a:gd name="T11" fmla="*/ 0 h 45"/>
                  <a:gd name="T12" fmla="*/ 141 w 142"/>
                  <a:gd name="T13" fmla="*/ 42 h 45"/>
                  <a:gd name="T14" fmla="*/ 142 w 142"/>
                  <a:gd name="T15" fmla="*/ 44 h 45"/>
                  <a:gd name="T16" fmla="*/ 140 w 142"/>
                  <a:gd name="T17" fmla="*/ 45 h 45"/>
                  <a:gd name="T18" fmla="*/ 4 w 142"/>
                  <a:gd name="T19" fmla="*/ 42 h 45"/>
                  <a:gd name="T20" fmla="*/ 131 w 142"/>
                  <a:gd name="T21" fmla="*/ 42 h 45"/>
                  <a:gd name="T22" fmla="*/ 22 w 142"/>
                  <a:gd name="T23" fmla="*/ 4 h 45"/>
                  <a:gd name="T24" fmla="*/ 4 w 142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" h="45">
                    <a:moveTo>
                      <a:pt x="140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5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2" y="0"/>
                    </a:cubicBezTo>
                    <a:cubicBezTo>
                      <a:pt x="141" y="42"/>
                      <a:pt x="141" y="42"/>
                      <a:pt x="141" y="42"/>
                    </a:cubicBezTo>
                    <a:cubicBezTo>
                      <a:pt x="142" y="42"/>
                      <a:pt x="142" y="43"/>
                      <a:pt x="142" y="44"/>
                    </a:cubicBezTo>
                    <a:cubicBezTo>
                      <a:pt x="142" y="45"/>
                      <a:pt x="141" y="45"/>
                      <a:pt x="140" y="45"/>
                    </a:cubicBezTo>
                    <a:close/>
                    <a:moveTo>
                      <a:pt x="4" y="42"/>
                    </a:moveTo>
                    <a:cubicBezTo>
                      <a:pt x="131" y="42"/>
                      <a:pt x="131" y="42"/>
                      <a:pt x="131" y="42"/>
                    </a:cubicBezTo>
                    <a:cubicBezTo>
                      <a:pt x="22" y="4"/>
                      <a:pt x="22" y="4"/>
                      <a:pt x="22" y="4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2" name="Freeform 1004"/>
              <p:cNvSpPr>
                <a:spLocks noEditPoints="1"/>
              </p:cNvSpPr>
              <p:nvPr userDrawn="1"/>
            </p:nvSpPr>
            <p:spPr bwMode="auto">
              <a:xfrm>
                <a:off x="1545" y="1401"/>
                <a:ext cx="198" cy="85"/>
              </a:xfrm>
              <a:custGeom>
                <a:avLst/>
                <a:gdLst>
                  <a:gd name="T0" fmla="*/ 159 w 160"/>
                  <a:gd name="T1" fmla="*/ 69 h 69"/>
                  <a:gd name="T2" fmla="*/ 1 w 160"/>
                  <a:gd name="T3" fmla="*/ 69 h 69"/>
                  <a:gd name="T4" fmla="*/ 0 w 160"/>
                  <a:gd name="T5" fmla="*/ 68 h 69"/>
                  <a:gd name="T6" fmla="*/ 0 w 160"/>
                  <a:gd name="T7" fmla="*/ 66 h 69"/>
                  <a:gd name="T8" fmla="*/ 96 w 160"/>
                  <a:gd name="T9" fmla="*/ 0 h 69"/>
                  <a:gd name="T10" fmla="*/ 98 w 160"/>
                  <a:gd name="T11" fmla="*/ 1 h 69"/>
                  <a:gd name="T12" fmla="*/ 160 w 160"/>
                  <a:gd name="T13" fmla="*/ 67 h 69"/>
                  <a:gd name="T14" fmla="*/ 160 w 160"/>
                  <a:gd name="T15" fmla="*/ 68 h 69"/>
                  <a:gd name="T16" fmla="*/ 159 w 160"/>
                  <a:gd name="T17" fmla="*/ 69 h 69"/>
                  <a:gd name="T18" fmla="*/ 7 w 160"/>
                  <a:gd name="T19" fmla="*/ 66 h 69"/>
                  <a:gd name="T20" fmla="*/ 155 w 160"/>
                  <a:gd name="T21" fmla="*/ 66 h 69"/>
                  <a:gd name="T22" fmla="*/ 97 w 160"/>
                  <a:gd name="T23" fmla="*/ 4 h 69"/>
                  <a:gd name="T24" fmla="*/ 7 w 160"/>
                  <a:gd name="T25" fmla="*/ 6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69">
                    <a:moveTo>
                      <a:pt x="159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1" y="69"/>
                      <a:pt x="0" y="69"/>
                      <a:pt x="0" y="68"/>
                    </a:cubicBezTo>
                    <a:cubicBezTo>
                      <a:pt x="0" y="68"/>
                      <a:pt x="0" y="67"/>
                      <a:pt x="0" y="66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8" y="0"/>
                      <a:pt x="98" y="1"/>
                    </a:cubicBezTo>
                    <a:cubicBezTo>
                      <a:pt x="160" y="67"/>
                      <a:pt x="160" y="67"/>
                      <a:pt x="160" y="67"/>
                    </a:cubicBezTo>
                    <a:cubicBezTo>
                      <a:pt x="160" y="67"/>
                      <a:pt x="160" y="68"/>
                      <a:pt x="160" y="68"/>
                    </a:cubicBezTo>
                    <a:cubicBezTo>
                      <a:pt x="160" y="69"/>
                      <a:pt x="159" y="69"/>
                      <a:pt x="159" y="69"/>
                    </a:cubicBezTo>
                    <a:close/>
                    <a:moveTo>
                      <a:pt x="7" y="66"/>
                    </a:moveTo>
                    <a:cubicBezTo>
                      <a:pt x="155" y="66"/>
                      <a:pt x="155" y="66"/>
                      <a:pt x="155" y="66"/>
                    </a:cubicBezTo>
                    <a:cubicBezTo>
                      <a:pt x="97" y="4"/>
                      <a:pt x="97" y="4"/>
                      <a:pt x="97" y="4"/>
                    </a:cubicBezTo>
                    <a:lnTo>
                      <a:pt x="7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3" name="Freeform 1005"/>
              <p:cNvSpPr>
                <a:spLocks noEditPoints="1"/>
              </p:cNvSpPr>
              <p:nvPr userDrawn="1"/>
            </p:nvSpPr>
            <p:spPr bwMode="auto">
              <a:xfrm>
                <a:off x="911" y="1442"/>
                <a:ext cx="136" cy="44"/>
              </a:xfrm>
              <a:custGeom>
                <a:avLst/>
                <a:gdLst>
                  <a:gd name="T0" fmla="*/ 108 w 110"/>
                  <a:gd name="T1" fmla="*/ 36 h 36"/>
                  <a:gd name="T2" fmla="*/ 22 w 110"/>
                  <a:gd name="T3" fmla="*/ 36 h 36"/>
                  <a:gd name="T4" fmla="*/ 21 w 110"/>
                  <a:gd name="T5" fmla="*/ 36 h 36"/>
                  <a:gd name="T6" fmla="*/ 0 w 110"/>
                  <a:gd name="T7" fmla="*/ 3 h 36"/>
                  <a:gd name="T8" fmla="*/ 1 w 110"/>
                  <a:gd name="T9" fmla="*/ 1 h 36"/>
                  <a:gd name="T10" fmla="*/ 2 w 110"/>
                  <a:gd name="T11" fmla="*/ 0 h 36"/>
                  <a:gd name="T12" fmla="*/ 109 w 110"/>
                  <a:gd name="T13" fmla="*/ 33 h 36"/>
                  <a:gd name="T14" fmla="*/ 110 w 110"/>
                  <a:gd name="T15" fmla="*/ 35 h 36"/>
                  <a:gd name="T16" fmla="*/ 108 w 110"/>
                  <a:gd name="T17" fmla="*/ 36 h 36"/>
                  <a:gd name="T18" fmla="*/ 23 w 110"/>
                  <a:gd name="T19" fmla="*/ 33 h 36"/>
                  <a:gd name="T20" fmla="*/ 97 w 110"/>
                  <a:gd name="T21" fmla="*/ 33 h 36"/>
                  <a:gd name="T22" fmla="*/ 6 w 110"/>
                  <a:gd name="T23" fmla="*/ 5 h 36"/>
                  <a:gd name="T24" fmla="*/ 23 w 110"/>
                  <a:gd name="T25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36">
                    <a:moveTo>
                      <a:pt x="108" y="36"/>
                    </a:move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36"/>
                      <a:pt x="21" y="36"/>
                      <a:pt x="21" y="3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9" y="33"/>
                      <a:pt x="109" y="33"/>
                      <a:pt x="109" y="33"/>
                    </a:cubicBezTo>
                    <a:cubicBezTo>
                      <a:pt x="110" y="33"/>
                      <a:pt x="110" y="34"/>
                      <a:pt x="110" y="35"/>
                    </a:cubicBezTo>
                    <a:cubicBezTo>
                      <a:pt x="110" y="36"/>
                      <a:pt x="109" y="36"/>
                      <a:pt x="108" y="36"/>
                    </a:cubicBezTo>
                    <a:close/>
                    <a:moveTo>
                      <a:pt x="23" y="33"/>
                    </a:moveTo>
                    <a:cubicBezTo>
                      <a:pt x="97" y="33"/>
                      <a:pt x="97" y="33"/>
                      <a:pt x="97" y="33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4" name="Freeform 1006"/>
              <p:cNvSpPr>
                <a:spLocks noEditPoints="1"/>
              </p:cNvSpPr>
              <p:nvPr userDrawn="1"/>
            </p:nvSpPr>
            <p:spPr bwMode="auto">
              <a:xfrm>
                <a:off x="828" y="1442"/>
                <a:ext cx="113" cy="44"/>
              </a:xfrm>
              <a:custGeom>
                <a:avLst/>
                <a:gdLst>
                  <a:gd name="T0" fmla="*/ 89 w 91"/>
                  <a:gd name="T1" fmla="*/ 36 h 36"/>
                  <a:gd name="T2" fmla="*/ 89 w 91"/>
                  <a:gd name="T3" fmla="*/ 36 h 36"/>
                  <a:gd name="T4" fmla="*/ 2 w 91"/>
                  <a:gd name="T5" fmla="*/ 35 h 36"/>
                  <a:gd name="T6" fmla="*/ 0 w 91"/>
                  <a:gd name="T7" fmla="*/ 33 h 36"/>
                  <a:gd name="T8" fmla="*/ 1 w 91"/>
                  <a:gd name="T9" fmla="*/ 31 h 36"/>
                  <a:gd name="T10" fmla="*/ 68 w 91"/>
                  <a:gd name="T11" fmla="*/ 0 h 36"/>
                  <a:gd name="T12" fmla="*/ 70 w 91"/>
                  <a:gd name="T13" fmla="*/ 1 h 36"/>
                  <a:gd name="T14" fmla="*/ 91 w 91"/>
                  <a:gd name="T15" fmla="*/ 34 h 36"/>
                  <a:gd name="T16" fmla="*/ 91 w 91"/>
                  <a:gd name="T17" fmla="*/ 36 h 36"/>
                  <a:gd name="T18" fmla="*/ 89 w 91"/>
                  <a:gd name="T19" fmla="*/ 36 h 36"/>
                  <a:gd name="T20" fmla="*/ 9 w 91"/>
                  <a:gd name="T21" fmla="*/ 31 h 36"/>
                  <a:gd name="T22" fmla="*/ 86 w 91"/>
                  <a:gd name="T23" fmla="*/ 33 h 36"/>
                  <a:gd name="T24" fmla="*/ 68 w 91"/>
                  <a:gd name="T25" fmla="*/ 4 h 36"/>
                  <a:gd name="T26" fmla="*/ 9 w 91"/>
                  <a:gd name="T27" fmla="*/ 3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1" h="36">
                    <a:moveTo>
                      <a:pt x="89" y="36"/>
                    </a:moveTo>
                    <a:cubicBezTo>
                      <a:pt x="89" y="36"/>
                      <a:pt x="89" y="36"/>
                      <a:pt x="89" y="36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1" y="35"/>
                      <a:pt x="0" y="34"/>
                      <a:pt x="0" y="33"/>
                    </a:cubicBezTo>
                    <a:cubicBezTo>
                      <a:pt x="0" y="33"/>
                      <a:pt x="0" y="32"/>
                      <a:pt x="1" y="31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34"/>
                      <a:pt x="91" y="35"/>
                      <a:pt x="91" y="36"/>
                    </a:cubicBezTo>
                    <a:cubicBezTo>
                      <a:pt x="90" y="36"/>
                      <a:pt x="90" y="36"/>
                      <a:pt x="89" y="36"/>
                    </a:cubicBezTo>
                    <a:close/>
                    <a:moveTo>
                      <a:pt x="9" y="31"/>
                    </a:moveTo>
                    <a:cubicBezTo>
                      <a:pt x="86" y="33"/>
                      <a:pt x="86" y="33"/>
                      <a:pt x="86" y="33"/>
                    </a:cubicBezTo>
                    <a:cubicBezTo>
                      <a:pt x="68" y="4"/>
                      <a:pt x="68" y="4"/>
                      <a:pt x="68" y="4"/>
                    </a:cubicBezTo>
                    <a:lnTo>
                      <a:pt x="9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5" name="Freeform 1007"/>
              <p:cNvSpPr>
                <a:spLocks noEditPoints="1"/>
              </p:cNvSpPr>
              <p:nvPr userDrawn="1"/>
            </p:nvSpPr>
            <p:spPr bwMode="auto">
              <a:xfrm>
                <a:off x="754" y="1437"/>
                <a:ext cx="104" cy="48"/>
              </a:xfrm>
              <a:custGeom>
                <a:avLst/>
                <a:gdLst>
                  <a:gd name="T0" fmla="*/ 62 w 84"/>
                  <a:gd name="T1" fmla="*/ 39 h 39"/>
                  <a:gd name="T2" fmla="*/ 61 w 84"/>
                  <a:gd name="T3" fmla="*/ 38 h 39"/>
                  <a:gd name="T4" fmla="*/ 1 w 84"/>
                  <a:gd name="T5" fmla="*/ 3 h 39"/>
                  <a:gd name="T6" fmla="*/ 0 w 84"/>
                  <a:gd name="T7" fmla="*/ 2 h 39"/>
                  <a:gd name="T8" fmla="*/ 2 w 84"/>
                  <a:gd name="T9" fmla="*/ 0 h 39"/>
                  <a:gd name="T10" fmla="*/ 82 w 84"/>
                  <a:gd name="T11" fmla="*/ 0 h 39"/>
                  <a:gd name="T12" fmla="*/ 83 w 84"/>
                  <a:gd name="T13" fmla="*/ 1 h 39"/>
                  <a:gd name="T14" fmla="*/ 83 w 84"/>
                  <a:gd name="T15" fmla="*/ 3 h 39"/>
                  <a:gd name="T16" fmla="*/ 63 w 84"/>
                  <a:gd name="T17" fmla="*/ 38 h 39"/>
                  <a:gd name="T18" fmla="*/ 62 w 84"/>
                  <a:gd name="T19" fmla="*/ 39 h 39"/>
                  <a:gd name="T20" fmla="*/ 8 w 84"/>
                  <a:gd name="T21" fmla="*/ 4 h 39"/>
                  <a:gd name="T22" fmla="*/ 61 w 84"/>
                  <a:gd name="T23" fmla="*/ 35 h 39"/>
                  <a:gd name="T24" fmla="*/ 79 w 84"/>
                  <a:gd name="T25" fmla="*/ 4 h 39"/>
                  <a:gd name="T26" fmla="*/ 8 w 84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9">
                    <a:moveTo>
                      <a:pt x="62" y="39"/>
                    </a:moveTo>
                    <a:cubicBezTo>
                      <a:pt x="61" y="38"/>
                      <a:pt x="61" y="38"/>
                      <a:pt x="61" y="38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1"/>
                      <a:pt x="83" y="1"/>
                    </a:cubicBezTo>
                    <a:cubicBezTo>
                      <a:pt x="84" y="2"/>
                      <a:pt x="84" y="2"/>
                      <a:pt x="83" y="3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2" y="38"/>
                      <a:pt x="62" y="39"/>
                    </a:cubicBezTo>
                    <a:close/>
                    <a:moveTo>
                      <a:pt x="8" y="4"/>
                    </a:moveTo>
                    <a:cubicBezTo>
                      <a:pt x="61" y="35"/>
                      <a:pt x="61" y="35"/>
                      <a:pt x="61" y="35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6" name="Freeform 1008"/>
              <p:cNvSpPr>
                <a:spLocks noEditPoints="1"/>
              </p:cNvSpPr>
              <p:nvPr userDrawn="1"/>
            </p:nvSpPr>
            <p:spPr bwMode="auto">
              <a:xfrm>
                <a:off x="1149" y="1431"/>
                <a:ext cx="164" cy="55"/>
              </a:xfrm>
              <a:custGeom>
                <a:avLst/>
                <a:gdLst>
                  <a:gd name="T0" fmla="*/ 131 w 133"/>
                  <a:gd name="T1" fmla="*/ 45 h 45"/>
                  <a:gd name="T2" fmla="*/ 28 w 133"/>
                  <a:gd name="T3" fmla="*/ 45 h 45"/>
                  <a:gd name="T4" fmla="*/ 26 w 133"/>
                  <a:gd name="T5" fmla="*/ 45 h 45"/>
                  <a:gd name="T6" fmla="*/ 0 w 133"/>
                  <a:gd name="T7" fmla="*/ 3 h 45"/>
                  <a:gd name="T8" fmla="*/ 0 w 133"/>
                  <a:gd name="T9" fmla="*/ 1 h 45"/>
                  <a:gd name="T10" fmla="*/ 2 w 133"/>
                  <a:gd name="T11" fmla="*/ 0 h 45"/>
                  <a:gd name="T12" fmla="*/ 131 w 133"/>
                  <a:gd name="T13" fmla="*/ 42 h 45"/>
                  <a:gd name="T14" fmla="*/ 132 w 133"/>
                  <a:gd name="T15" fmla="*/ 44 h 45"/>
                  <a:gd name="T16" fmla="*/ 131 w 133"/>
                  <a:gd name="T17" fmla="*/ 45 h 45"/>
                  <a:gd name="T18" fmla="*/ 28 w 133"/>
                  <a:gd name="T19" fmla="*/ 42 h 45"/>
                  <a:gd name="T20" fmla="*/ 120 w 133"/>
                  <a:gd name="T21" fmla="*/ 42 h 45"/>
                  <a:gd name="T22" fmla="*/ 6 w 133"/>
                  <a:gd name="T23" fmla="*/ 5 h 45"/>
                  <a:gd name="T24" fmla="*/ 28 w 133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45">
                    <a:moveTo>
                      <a:pt x="131" y="45"/>
                    </a:moveTo>
                    <a:cubicBezTo>
                      <a:pt x="28" y="45"/>
                      <a:pt x="28" y="45"/>
                      <a:pt x="28" y="45"/>
                    </a:cubicBezTo>
                    <a:cubicBezTo>
                      <a:pt x="27" y="45"/>
                      <a:pt x="26" y="45"/>
                      <a:pt x="26" y="4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31" y="42"/>
                      <a:pt x="131" y="42"/>
                      <a:pt x="131" y="42"/>
                    </a:cubicBezTo>
                    <a:cubicBezTo>
                      <a:pt x="132" y="42"/>
                      <a:pt x="133" y="43"/>
                      <a:pt x="132" y="44"/>
                    </a:cubicBezTo>
                    <a:cubicBezTo>
                      <a:pt x="132" y="45"/>
                      <a:pt x="132" y="45"/>
                      <a:pt x="131" y="45"/>
                    </a:cubicBezTo>
                    <a:close/>
                    <a:moveTo>
                      <a:pt x="28" y="42"/>
                    </a:moveTo>
                    <a:cubicBezTo>
                      <a:pt x="120" y="42"/>
                      <a:pt x="120" y="42"/>
                      <a:pt x="120" y="42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8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4" name="Group 1210"/>
            <p:cNvGrpSpPr>
              <a:grpSpLocks/>
            </p:cNvGrpSpPr>
            <p:nvPr userDrawn="1"/>
          </p:nvGrpSpPr>
          <p:grpSpPr bwMode="auto">
            <a:xfrm>
              <a:off x="749301" y="-328613"/>
              <a:ext cx="4781550" cy="2687638"/>
              <a:chOff x="472" y="-207"/>
              <a:chExt cx="3012" cy="1693"/>
            </a:xfrm>
          </p:grpSpPr>
          <p:sp>
            <p:nvSpPr>
              <p:cNvPr id="167" name="Freeform 1010"/>
              <p:cNvSpPr>
                <a:spLocks noEditPoints="1"/>
              </p:cNvSpPr>
              <p:nvPr userDrawn="1"/>
            </p:nvSpPr>
            <p:spPr bwMode="auto">
              <a:xfrm>
                <a:off x="709" y="1348"/>
                <a:ext cx="62" cy="94"/>
              </a:xfrm>
              <a:custGeom>
                <a:avLst/>
                <a:gdLst>
                  <a:gd name="T0" fmla="*/ 38 w 50"/>
                  <a:gd name="T1" fmla="*/ 76 h 76"/>
                  <a:gd name="T2" fmla="*/ 37 w 50"/>
                  <a:gd name="T3" fmla="*/ 75 h 76"/>
                  <a:gd name="T4" fmla="*/ 0 w 50"/>
                  <a:gd name="T5" fmla="*/ 3 h 76"/>
                  <a:gd name="T6" fmla="*/ 0 w 50"/>
                  <a:gd name="T7" fmla="*/ 1 h 76"/>
                  <a:gd name="T8" fmla="*/ 2 w 50"/>
                  <a:gd name="T9" fmla="*/ 1 h 76"/>
                  <a:gd name="T10" fmla="*/ 49 w 50"/>
                  <a:gd name="T11" fmla="*/ 36 h 76"/>
                  <a:gd name="T12" fmla="*/ 50 w 50"/>
                  <a:gd name="T13" fmla="*/ 38 h 76"/>
                  <a:gd name="T14" fmla="*/ 40 w 50"/>
                  <a:gd name="T15" fmla="*/ 74 h 76"/>
                  <a:gd name="T16" fmla="*/ 38 w 50"/>
                  <a:gd name="T17" fmla="*/ 76 h 76"/>
                  <a:gd name="T18" fmla="*/ 6 w 50"/>
                  <a:gd name="T19" fmla="*/ 8 h 76"/>
                  <a:gd name="T20" fmla="*/ 38 w 50"/>
                  <a:gd name="T21" fmla="*/ 69 h 76"/>
                  <a:gd name="T22" fmla="*/ 46 w 50"/>
                  <a:gd name="T23" fmla="*/ 38 h 76"/>
                  <a:gd name="T24" fmla="*/ 6 w 50"/>
                  <a:gd name="T25" fmla="*/ 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76">
                    <a:moveTo>
                      <a:pt x="38" y="76"/>
                    </a:moveTo>
                    <a:cubicBezTo>
                      <a:pt x="37" y="76"/>
                      <a:pt x="37" y="75"/>
                      <a:pt x="37" y="7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6"/>
                      <a:pt x="50" y="37"/>
                      <a:pt x="50" y="38"/>
                    </a:cubicBezTo>
                    <a:cubicBezTo>
                      <a:pt x="40" y="74"/>
                      <a:pt x="40" y="74"/>
                      <a:pt x="40" y="74"/>
                    </a:cubicBezTo>
                    <a:cubicBezTo>
                      <a:pt x="40" y="75"/>
                      <a:pt x="39" y="76"/>
                      <a:pt x="38" y="76"/>
                    </a:cubicBezTo>
                    <a:close/>
                    <a:moveTo>
                      <a:pt x="6" y="8"/>
                    </a:moveTo>
                    <a:cubicBezTo>
                      <a:pt x="38" y="69"/>
                      <a:pt x="38" y="69"/>
                      <a:pt x="38" y="69"/>
                    </a:cubicBezTo>
                    <a:cubicBezTo>
                      <a:pt x="46" y="38"/>
                      <a:pt x="46" y="38"/>
                      <a:pt x="46" y="38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8" name="Freeform 1011"/>
              <p:cNvSpPr>
                <a:spLocks noEditPoints="1"/>
              </p:cNvSpPr>
              <p:nvPr userDrawn="1"/>
            </p:nvSpPr>
            <p:spPr bwMode="auto">
              <a:xfrm>
                <a:off x="697" y="1250"/>
                <a:ext cx="41" cy="103"/>
              </a:xfrm>
              <a:custGeom>
                <a:avLst/>
                <a:gdLst>
                  <a:gd name="T0" fmla="*/ 11 w 33"/>
                  <a:gd name="T1" fmla="*/ 83 h 83"/>
                  <a:gd name="T2" fmla="*/ 11 w 33"/>
                  <a:gd name="T3" fmla="*/ 83 h 83"/>
                  <a:gd name="T4" fmla="*/ 10 w 33"/>
                  <a:gd name="T5" fmla="*/ 81 h 83"/>
                  <a:gd name="T6" fmla="*/ 1 w 33"/>
                  <a:gd name="T7" fmla="*/ 2 h 83"/>
                  <a:gd name="T8" fmla="*/ 2 w 33"/>
                  <a:gd name="T9" fmla="*/ 0 h 83"/>
                  <a:gd name="T10" fmla="*/ 4 w 33"/>
                  <a:gd name="T11" fmla="*/ 1 h 83"/>
                  <a:gd name="T12" fmla="*/ 33 w 33"/>
                  <a:gd name="T13" fmla="*/ 41 h 83"/>
                  <a:gd name="T14" fmla="*/ 33 w 33"/>
                  <a:gd name="T15" fmla="*/ 42 h 83"/>
                  <a:gd name="T16" fmla="*/ 13 w 33"/>
                  <a:gd name="T17" fmla="*/ 82 h 83"/>
                  <a:gd name="T18" fmla="*/ 11 w 33"/>
                  <a:gd name="T19" fmla="*/ 83 h 83"/>
                  <a:gd name="T20" fmla="*/ 5 w 33"/>
                  <a:gd name="T21" fmla="*/ 8 h 83"/>
                  <a:gd name="T22" fmla="*/ 12 w 33"/>
                  <a:gd name="T23" fmla="*/ 76 h 83"/>
                  <a:gd name="T24" fmla="*/ 29 w 33"/>
                  <a:gd name="T25" fmla="*/ 42 h 83"/>
                  <a:gd name="T26" fmla="*/ 5 w 33"/>
                  <a:gd name="T27" fmla="*/ 8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83">
                    <a:moveTo>
                      <a:pt x="11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3"/>
                      <a:pt x="10" y="82"/>
                      <a:pt x="10" y="8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1"/>
                      <a:pt x="33" y="42"/>
                      <a:pt x="33" y="4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1" y="83"/>
                    </a:cubicBezTo>
                    <a:close/>
                    <a:moveTo>
                      <a:pt x="5" y="8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9" name="Freeform 1012"/>
              <p:cNvSpPr>
                <a:spLocks noEditPoints="1"/>
              </p:cNvSpPr>
              <p:nvPr userDrawn="1"/>
            </p:nvSpPr>
            <p:spPr bwMode="auto">
              <a:xfrm>
                <a:off x="697" y="1131"/>
                <a:ext cx="41" cy="172"/>
              </a:xfrm>
              <a:custGeom>
                <a:avLst/>
                <a:gdLst>
                  <a:gd name="T0" fmla="*/ 31 w 33"/>
                  <a:gd name="T1" fmla="*/ 139 h 139"/>
                  <a:gd name="T2" fmla="*/ 30 w 33"/>
                  <a:gd name="T3" fmla="*/ 139 h 139"/>
                  <a:gd name="T4" fmla="*/ 1 w 33"/>
                  <a:gd name="T5" fmla="*/ 99 h 139"/>
                  <a:gd name="T6" fmla="*/ 1 w 33"/>
                  <a:gd name="T7" fmla="*/ 98 h 139"/>
                  <a:gd name="T8" fmla="*/ 15 w 33"/>
                  <a:gd name="T9" fmla="*/ 1 h 139"/>
                  <a:gd name="T10" fmla="*/ 17 w 33"/>
                  <a:gd name="T11" fmla="*/ 0 h 139"/>
                  <a:gd name="T12" fmla="*/ 18 w 33"/>
                  <a:gd name="T13" fmla="*/ 1 h 139"/>
                  <a:gd name="T14" fmla="*/ 33 w 33"/>
                  <a:gd name="T15" fmla="*/ 137 h 139"/>
                  <a:gd name="T16" fmla="*/ 32 w 33"/>
                  <a:gd name="T17" fmla="*/ 139 h 139"/>
                  <a:gd name="T18" fmla="*/ 31 w 33"/>
                  <a:gd name="T19" fmla="*/ 139 h 139"/>
                  <a:gd name="T20" fmla="*/ 4 w 33"/>
                  <a:gd name="T21" fmla="*/ 98 h 139"/>
                  <a:gd name="T22" fmla="*/ 29 w 33"/>
                  <a:gd name="T23" fmla="*/ 132 h 139"/>
                  <a:gd name="T24" fmla="*/ 16 w 33"/>
                  <a:gd name="T25" fmla="*/ 14 h 139"/>
                  <a:gd name="T26" fmla="*/ 4 w 33"/>
                  <a:gd name="T27" fmla="*/ 98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139">
                    <a:moveTo>
                      <a:pt x="31" y="139"/>
                    </a:moveTo>
                    <a:cubicBezTo>
                      <a:pt x="31" y="139"/>
                      <a:pt x="30" y="139"/>
                      <a:pt x="30" y="13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1" y="99"/>
                      <a:pt x="0" y="98"/>
                      <a:pt x="1" y="98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6" y="0"/>
                      <a:pt x="17" y="0"/>
                    </a:cubicBezTo>
                    <a:cubicBezTo>
                      <a:pt x="18" y="0"/>
                      <a:pt x="18" y="0"/>
                      <a:pt x="18" y="1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8"/>
                      <a:pt x="33" y="139"/>
                      <a:pt x="32" y="139"/>
                    </a:cubicBezTo>
                    <a:lnTo>
                      <a:pt x="31" y="139"/>
                    </a:lnTo>
                    <a:close/>
                    <a:moveTo>
                      <a:pt x="4" y="98"/>
                    </a:moveTo>
                    <a:cubicBezTo>
                      <a:pt x="29" y="132"/>
                      <a:pt x="29" y="132"/>
                      <a:pt x="29" y="132"/>
                    </a:cubicBezTo>
                    <a:cubicBezTo>
                      <a:pt x="16" y="14"/>
                      <a:pt x="16" y="14"/>
                      <a:pt x="16" y="14"/>
                    </a:cubicBezTo>
                    <a:lnTo>
                      <a:pt x="4" y="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0" name="Freeform 1013"/>
              <p:cNvSpPr>
                <a:spLocks noEditPoints="1"/>
              </p:cNvSpPr>
              <p:nvPr userDrawn="1"/>
            </p:nvSpPr>
            <p:spPr bwMode="auto">
              <a:xfrm>
                <a:off x="715" y="1036"/>
                <a:ext cx="56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79 h 80"/>
                  <a:gd name="T4" fmla="*/ 0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1 h 80"/>
                  <a:gd name="T12" fmla="*/ 45 w 45"/>
                  <a:gd name="T13" fmla="*/ 63 h 80"/>
                  <a:gd name="T14" fmla="*/ 44 w 45"/>
                  <a:gd name="T15" fmla="*/ 65 h 80"/>
                  <a:gd name="T16" fmla="*/ 2 w 45"/>
                  <a:gd name="T17" fmla="*/ 80 h 80"/>
                  <a:gd name="T18" fmla="*/ 36 w 45"/>
                  <a:gd name="T19" fmla="*/ 8 h 80"/>
                  <a:gd name="T20" fmla="*/ 5 w 45"/>
                  <a:gd name="T21" fmla="*/ 75 h 80"/>
                  <a:gd name="T22" fmla="*/ 41 w 45"/>
                  <a:gd name="T23" fmla="*/ 62 h 80"/>
                  <a:gd name="T24" fmla="*/ 36 w 45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1" y="80"/>
                      <a:pt x="1" y="80"/>
                      <a:pt x="1" y="79"/>
                    </a:cubicBezTo>
                    <a:cubicBezTo>
                      <a:pt x="0" y="79"/>
                      <a:pt x="0" y="78"/>
                      <a:pt x="0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5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1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36" y="8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41" y="62"/>
                      <a:pt x="41" y="62"/>
                      <a:pt x="41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1" name="Freeform 1014"/>
              <p:cNvSpPr>
                <a:spLocks noEditPoints="1"/>
              </p:cNvSpPr>
              <p:nvPr userDrawn="1"/>
            </p:nvSpPr>
            <p:spPr bwMode="auto">
              <a:xfrm>
                <a:off x="3364" y="1151"/>
                <a:ext cx="55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80 h 80"/>
                  <a:gd name="T4" fmla="*/ 1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2 h 80"/>
                  <a:gd name="T12" fmla="*/ 45 w 45"/>
                  <a:gd name="T13" fmla="*/ 63 h 80"/>
                  <a:gd name="T14" fmla="*/ 44 w 45"/>
                  <a:gd name="T15" fmla="*/ 65 h 80"/>
                  <a:gd name="T16" fmla="*/ 3 w 45"/>
                  <a:gd name="T17" fmla="*/ 80 h 80"/>
                  <a:gd name="T18" fmla="*/ 2 w 45"/>
                  <a:gd name="T19" fmla="*/ 80 h 80"/>
                  <a:gd name="T20" fmla="*/ 36 w 45"/>
                  <a:gd name="T21" fmla="*/ 8 h 80"/>
                  <a:gd name="T22" fmla="*/ 5 w 45"/>
                  <a:gd name="T23" fmla="*/ 76 h 80"/>
                  <a:gd name="T24" fmla="*/ 42 w 45"/>
                  <a:gd name="T25" fmla="*/ 62 h 80"/>
                  <a:gd name="T26" fmla="*/ 36 w 45"/>
                  <a:gd name="T2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2" y="80"/>
                      <a:pt x="1" y="80"/>
                      <a:pt x="1" y="80"/>
                    </a:cubicBezTo>
                    <a:cubicBezTo>
                      <a:pt x="0" y="79"/>
                      <a:pt x="0" y="78"/>
                      <a:pt x="1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6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3" y="80"/>
                      <a:pt x="3" y="80"/>
                      <a:pt x="3" y="80"/>
                    </a:cubicBezTo>
                    <a:lnTo>
                      <a:pt x="2" y="80"/>
                    </a:lnTo>
                    <a:close/>
                    <a:moveTo>
                      <a:pt x="36" y="8"/>
                    </a:moveTo>
                    <a:cubicBezTo>
                      <a:pt x="5" y="76"/>
                      <a:pt x="5" y="76"/>
                      <a:pt x="5" y="76"/>
                    </a:cubicBezTo>
                    <a:cubicBezTo>
                      <a:pt x="42" y="62"/>
                      <a:pt x="42" y="62"/>
                      <a:pt x="42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2" name="Freeform 1015"/>
              <p:cNvSpPr>
                <a:spLocks noEditPoints="1"/>
              </p:cNvSpPr>
              <p:nvPr userDrawn="1"/>
            </p:nvSpPr>
            <p:spPr bwMode="auto">
              <a:xfrm>
                <a:off x="759" y="959"/>
                <a:ext cx="73" cy="157"/>
              </a:xfrm>
              <a:custGeom>
                <a:avLst/>
                <a:gdLst>
                  <a:gd name="T0" fmla="*/ 8 w 59"/>
                  <a:gd name="T1" fmla="*/ 127 h 127"/>
                  <a:gd name="T2" fmla="*/ 8 w 59"/>
                  <a:gd name="T3" fmla="*/ 127 h 127"/>
                  <a:gd name="T4" fmla="*/ 7 w 59"/>
                  <a:gd name="T5" fmla="*/ 126 h 127"/>
                  <a:gd name="T6" fmla="*/ 0 w 59"/>
                  <a:gd name="T7" fmla="*/ 64 h 127"/>
                  <a:gd name="T8" fmla="*/ 0 w 59"/>
                  <a:gd name="T9" fmla="*/ 63 h 127"/>
                  <a:gd name="T10" fmla="*/ 56 w 59"/>
                  <a:gd name="T11" fmla="*/ 0 h 127"/>
                  <a:gd name="T12" fmla="*/ 58 w 59"/>
                  <a:gd name="T13" fmla="*/ 0 h 127"/>
                  <a:gd name="T14" fmla="*/ 59 w 59"/>
                  <a:gd name="T15" fmla="*/ 2 h 127"/>
                  <a:gd name="T16" fmla="*/ 10 w 59"/>
                  <a:gd name="T17" fmla="*/ 126 h 127"/>
                  <a:gd name="T18" fmla="*/ 8 w 59"/>
                  <a:gd name="T19" fmla="*/ 127 h 127"/>
                  <a:gd name="T20" fmla="*/ 3 w 59"/>
                  <a:gd name="T21" fmla="*/ 64 h 127"/>
                  <a:gd name="T22" fmla="*/ 9 w 59"/>
                  <a:gd name="T23" fmla="*/ 118 h 127"/>
                  <a:gd name="T24" fmla="*/ 53 w 59"/>
                  <a:gd name="T25" fmla="*/ 10 h 127"/>
                  <a:gd name="T26" fmla="*/ 3 w 59"/>
                  <a:gd name="T27" fmla="*/ 64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127">
                    <a:moveTo>
                      <a:pt x="8" y="127"/>
                    </a:moveTo>
                    <a:cubicBezTo>
                      <a:pt x="8" y="127"/>
                      <a:pt x="8" y="127"/>
                      <a:pt x="8" y="127"/>
                    </a:cubicBezTo>
                    <a:cubicBezTo>
                      <a:pt x="7" y="127"/>
                      <a:pt x="7" y="126"/>
                      <a:pt x="7" y="12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0"/>
                      <a:pt x="58" y="0"/>
                    </a:cubicBezTo>
                    <a:cubicBezTo>
                      <a:pt x="59" y="1"/>
                      <a:pt x="59" y="1"/>
                      <a:pt x="59" y="2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7"/>
                      <a:pt x="9" y="127"/>
                      <a:pt x="8" y="127"/>
                    </a:cubicBezTo>
                    <a:close/>
                    <a:moveTo>
                      <a:pt x="3" y="64"/>
                    </a:moveTo>
                    <a:cubicBezTo>
                      <a:pt x="9" y="118"/>
                      <a:pt x="9" y="118"/>
                      <a:pt x="9" y="118"/>
                    </a:cubicBezTo>
                    <a:cubicBezTo>
                      <a:pt x="53" y="10"/>
                      <a:pt x="53" y="10"/>
                      <a:pt x="53" y="10"/>
                    </a:cubicBezTo>
                    <a:lnTo>
                      <a:pt x="3" y="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3" name="Freeform 1016"/>
              <p:cNvSpPr>
                <a:spLocks noEditPoints="1"/>
              </p:cNvSpPr>
              <p:nvPr userDrawn="1"/>
            </p:nvSpPr>
            <p:spPr bwMode="auto">
              <a:xfrm>
                <a:off x="828" y="902"/>
                <a:ext cx="97" cy="61"/>
              </a:xfrm>
              <a:custGeom>
                <a:avLst/>
                <a:gdLst>
                  <a:gd name="T0" fmla="*/ 2 w 78"/>
                  <a:gd name="T1" fmla="*/ 49 h 49"/>
                  <a:gd name="T2" fmla="*/ 0 w 78"/>
                  <a:gd name="T3" fmla="*/ 48 h 49"/>
                  <a:gd name="T4" fmla="*/ 1 w 78"/>
                  <a:gd name="T5" fmla="*/ 46 h 49"/>
                  <a:gd name="T6" fmla="*/ 76 w 78"/>
                  <a:gd name="T7" fmla="*/ 0 h 49"/>
                  <a:gd name="T8" fmla="*/ 77 w 78"/>
                  <a:gd name="T9" fmla="*/ 0 h 49"/>
                  <a:gd name="T10" fmla="*/ 78 w 78"/>
                  <a:gd name="T11" fmla="*/ 2 h 49"/>
                  <a:gd name="T12" fmla="*/ 78 w 78"/>
                  <a:gd name="T13" fmla="*/ 32 h 49"/>
                  <a:gd name="T14" fmla="*/ 77 w 78"/>
                  <a:gd name="T15" fmla="*/ 34 h 49"/>
                  <a:gd name="T16" fmla="*/ 2 w 78"/>
                  <a:gd name="T17" fmla="*/ 49 h 49"/>
                  <a:gd name="T18" fmla="*/ 75 w 78"/>
                  <a:gd name="T19" fmla="*/ 5 h 49"/>
                  <a:gd name="T20" fmla="*/ 11 w 78"/>
                  <a:gd name="T21" fmla="*/ 44 h 49"/>
                  <a:gd name="T22" fmla="*/ 75 w 78"/>
                  <a:gd name="T23" fmla="*/ 31 h 49"/>
                  <a:gd name="T24" fmla="*/ 75 w 78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49">
                    <a:moveTo>
                      <a:pt x="2" y="49"/>
                    </a:moveTo>
                    <a:cubicBezTo>
                      <a:pt x="1" y="49"/>
                      <a:pt x="0" y="49"/>
                      <a:pt x="0" y="48"/>
                    </a:cubicBezTo>
                    <a:cubicBezTo>
                      <a:pt x="0" y="47"/>
                      <a:pt x="0" y="47"/>
                      <a:pt x="1" y="46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0"/>
                    </a:cubicBezTo>
                    <a:cubicBezTo>
                      <a:pt x="78" y="1"/>
                      <a:pt x="78" y="1"/>
                      <a:pt x="78" y="2"/>
                    </a:cubicBezTo>
                    <a:cubicBezTo>
                      <a:pt x="78" y="32"/>
                      <a:pt x="78" y="32"/>
                      <a:pt x="78" y="32"/>
                    </a:cubicBezTo>
                    <a:cubicBezTo>
                      <a:pt x="78" y="33"/>
                      <a:pt x="78" y="34"/>
                      <a:pt x="77" y="34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75" y="5"/>
                    </a:moveTo>
                    <a:cubicBezTo>
                      <a:pt x="11" y="44"/>
                      <a:pt x="11" y="44"/>
                      <a:pt x="11" y="44"/>
                    </a:cubicBezTo>
                    <a:cubicBezTo>
                      <a:pt x="75" y="31"/>
                      <a:pt x="75" y="31"/>
                      <a:pt x="75" y="31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4" name="Freeform 1017"/>
              <p:cNvSpPr>
                <a:spLocks noEditPoints="1"/>
              </p:cNvSpPr>
              <p:nvPr userDrawn="1"/>
            </p:nvSpPr>
            <p:spPr bwMode="auto">
              <a:xfrm>
                <a:off x="921" y="869"/>
                <a:ext cx="119" cy="75"/>
              </a:xfrm>
              <a:custGeom>
                <a:avLst/>
                <a:gdLst>
                  <a:gd name="T0" fmla="*/ 2 w 96"/>
                  <a:gd name="T1" fmla="*/ 61 h 61"/>
                  <a:gd name="T2" fmla="*/ 1 w 96"/>
                  <a:gd name="T3" fmla="*/ 61 h 61"/>
                  <a:gd name="T4" fmla="*/ 0 w 96"/>
                  <a:gd name="T5" fmla="*/ 59 h 61"/>
                  <a:gd name="T6" fmla="*/ 0 w 96"/>
                  <a:gd name="T7" fmla="*/ 29 h 61"/>
                  <a:gd name="T8" fmla="*/ 1 w 96"/>
                  <a:gd name="T9" fmla="*/ 27 h 61"/>
                  <a:gd name="T10" fmla="*/ 93 w 96"/>
                  <a:gd name="T11" fmla="*/ 0 h 61"/>
                  <a:gd name="T12" fmla="*/ 95 w 96"/>
                  <a:gd name="T13" fmla="*/ 1 h 61"/>
                  <a:gd name="T14" fmla="*/ 95 w 96"/>
                  <a:gd name="T15" fmla="*/ 4 h 61"/>
                  <a:gd name="T16" fmla="*/ 3 w 96"/>
                  <a:gd name="T17" fmla="*/ 61 h 61"/>
                  <a:gd name="T18" fmla="*/ 2 w 96"/>
                  <a:gd name="T19" fmla="*/ 61 h 61"/>
                  <a:gd name="T20" fmla="*/ 3 w 96"/>
                  <a:gd name="T21" fmla="*/ 30 h 61"/>
                  <a:gd name="T22" fmla="*/ 3 w 96"/>
                  <a:gd name="T23" fmla="*/ 56 h 61"/>
                  <a:gd name="T24" fmla="*/ 82 w 96"/>
                  <a:gd name="T25" fmla="*/ 7 h 61"/>
                  <a:gd name="T26" fmla="*/ 3 w 96"/>
                  <a:gd name="T27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1">
                    <a:moveTo>
                      <a:pt x="2" y="61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1"/>
                      <a:pt x="95" y="1"/>
                    </a:cubicBezTo>
                    <a:cubicBezTo>
                      <a:pt x="96" y="2"/>
                      <a:pt x="95" y="3"/>
                      <a:pt x="95" y="4"/>
                    </a:cubicBezTo>
                    <a:cubicBezTo>
                      <a:pt x="3" y="61"/>
                      <a:pt x="3" y="61"/>
                      <a:pt x="3" y="61"/>
                    </a:cubicBezTo>
                    <a:lnTo>
                      <a:pt x="2" y="61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5" name="Freeform 1018"/>
              <p:cNvSpPr>
                <a:spLocks noEditPoints="1"/>
              </p:cNvSpPr>
              <p:nvPr userDrawn="1"/>
            </p:nvSpPr>
            <p:spPr bwMode="auto">
              <a:xfrm>
                <a:off x="3280" y="861"/>
                <a:ext cx="117" cy="74"/>
              </a:xfrm>
              <a:custGeom>
                <a:avLst/>
                <a:gdLst>
                  <a:gd name="T0" fmla="*/ 1 w 95"/>
                  <a:gd name="T1" fmla="*/ 60 h 60"/>
                  <a:gd name="T2" fmla="*/ 0 w 95"/>
                  <a:gd name="T3" fmla="*/ 60 h 60"/>
                  <a:gd name="T4" fmla="*/ 0 w 95"/>
                  <a:gd name="T5" fmla="*/ 59 h 60"/>
                  <a:gd name="T6" fmla="*/ 0 w 95"/>
                  <a:gd name="T7" fmla="*/ 28 h 60"/>
                  <a:gd name="T8" fmla="*/ 1 w 95"/>
                  <a:gd name="T9" fmla="*/ 27 h 60"/>
                  <a:gd name="T10" fmla="*/ 93 w 95"/>
                  <a:gd name="T11" fmla="*/ 0 h 60"/>
                  <a:gd name="T12" fmla="*/ 95 w 95"/>
                  <a:gd name="T13" fmla="*/ 1 h 60"/>
                  <a:gd name="T14" fmla="*/ 94 w 95"/>
                  <a:gd name="T15" fmla="*/ 3 h 60"/>
                  <a:gd name="T16" fmla="*/ 2 w 95"/>
                  <a:gd name="T17" fmla="*/ 60 h 60"/>
                  <a:gd name="T18" fmla="*/ 1 w 95"/>
                  <a:gd name="T19" fmla="*/ 60 h 60"/>
                  <a:gd name="T20" fmla="*/ 3 w 95"/>
                  <a:gd name="T21" fmla="*/ 30 h 60"/>
                  <a:gd name="T22" fmla="*/ 3 w 95"/>
                  <a:gd name="T23" fmla="*/ 56 h 60"/>
                  <a:gd name="T24" fmla="*/ 82 w 95"/>
                  <a:gd name="T25" fmla="*/ 7 h 60"/>
                  <a:gd name="T26" fmla="*/ 3 w 95"/>
                  <a:gd name="T27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5" h="60">
                    <a:moveTo>
                      <a:pt x="1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59"/>
                      <a:pt x="0" y="5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0"/>
                      <a:pt x="95" y="1"/>
                    </a:cubicBezTo>
                    <a:cubicBezTo>
                      <a:pt x="95" y="2"/>
                      <a:pt x="95" y="3"/>
                      <a:pt x="94" y="3"/>
                    </a:cubicBezTo>
                    <a:cubicBezTo>
                      <a:pt x="2" y="60"/>
                      <a:pt x="2" y="60"/>
                      <a:pt x="2" y="60"/>
                    </a:cubicBezTo>
                    <a:lnTo>
                      <a:pt x="1" y="60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6" name="Freeform 1019"/>
              <p:cNvSpPr>
                <a:spLocks noEditPoints="1"/>
              </p:cNvSpPr>
              <p:nvPr userDrawn="1"/>
            </p:nvSpPr>
            <p:spPr bwMode="auto">
              <a:xfrm>
                <a:off x="1035" y="865"/>
                <a:ext cx="136" cy="43"/>
              </a:xfrm>
              <a:custGeom>
                <a:avLst/>
                <a:gdLst>
                  <a:gd name="T0" fmla="*/ 55 w 110"/>
                  <a:gd name="T1" fmla="*/ 35 h 35"/>
                  <a:gd name="T2" fmla="*/ 54 w 110"/>
                  <a:gd name="T3" fmla="*/ 35 h 35"/>
                  <a:gd name="T4" fmla="*/ 1 w 110"/>
                  <a:gd name="T5" fmla="*/ 7 h 35"/>
                  <a:gd name="T6" fmla="*/ 0 w 110"/>
                  <a:gd name="T7" fmla="*/ 5 h 35"/>
                  <a:gd name="T8" fmla="*/ 2 w 110"/>
                  <a:gd name="T9" fmla="*/ 3 h 35"/>
                  <a:gd name="T10" fmla="*/ 108 w 110"/>
                  <a:gd name="T11" fmla="*/ 0 h 35"/>
                  <a:gd name="T12" fmla="*/ 110 w 110"/>
                  <a:gd name="T13" fmla="*/ 2 h 35"/>
                  <a:gd name="T14" fmla="*/ 109 w 110"/>
                  <a:gd name="T15" fmla="*/ 4 h 35"/>
                  <a:gd name="T16" fmla="*/ 56 w 110"/>
                  <a:gd name="T17" fmla="*/ 35 h 35"/>
                  <a:gd name="T18" fmla="*/ 55 w 110"/>
                  <a:gd name="T19" fmla="*/ 35 h 35"/>
                  <a:gd name="T20" fmla="*/ 8 w 110"/>
                  <a:gd name="T21" fmla="*/ 7 h 35"/>
                  <a:gd name="T22" fmla="*/ 55 w 110"/>
                  <a:gd name="T23" fmla="*/ 32 h 35"/>
                  <a:gd name="T24" fmla="*/ 102 w 110"/>
                  <a:gd name="T25" fmla="*/ 4 h 35"/>
                  <a:gd name="T26" fmla="*/ 8 w 110"/>
                  <a:gd name="T27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35">
                    <a:moveTo>
                      <a:pt x="55" y="35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09" y="1"/>
                      <a:pt x="110" y="2"/>
                    </a:cubicBezTo>
                    <a:cubicBezTo>
                      <a:pt x="110" y="2"/>
                      <a:pt x="110" y="3"/>
                      <a:pt x="109" y="4"/>
                    </a:cubicBezTo>
                    <a:cubicBezTo>
                      <a:pt x="56" y="35"/>
                      <a:pt x="56" y="35"/>
                      <a:pt x="56" y="35"/>
                    </a:cubicBezTo>
                    <a:lnTo>
                      <a:pt x="55" y="35"/>
                    </a:lnTo>
                    <a:close/>
                    <a:moveTo>
                      <a:pt x="8" y="7"/>
                    </a:moveTo>
                    <a:cubicBezTo>
                      <a:pt x="55" y="32"/>
                      <a:pt x="55" y="32"/>
                      <a:pt x="55" y="32"/>
                    </a:cubicBezTo>
                    <a:cubicBezTo>
                      <a:pt x="102" y="4"/>
                      <a:pt x="102" y="4"/>
                      <a:pt x="102" y="4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7" name="Freeform 1020"/>
              <p:cNvSpPr>
                <a:spLocks noEditPoints="1"/>
              </p:cNvSpPr>
              <p:nvPr userDrawn="1"/>
            </p:nvSpPr>
            <p:spPr bwMode="auto">
              <a:xfrm>
                <a:off x="1425" y="370"/>
                <a:ext cx="117" cy="32"/>
              </a:xfrm>
              <a:custGeom>
                <a:avLst/>
                <a:gdLst>
                  <a:gd name="T0" fmla="*/ 2 w 95"/>
                  <a:gd name="T1" fmla="*/ 26 h 26"/>
                  <a:gd name="T2" fmla="*/ 0 w 95"/>
                  <a:gd name="T3" fmla="*/ 24 h 26"/>
                  <a:gd name="T4" fmla="*/ 1 w 95"/>
                  <a:gd name="T5" fmla="*/ 22 h 26"/>
                  <a:gd name="T6" fmla="*/ 69 w 95"/>
                  <a:gd name="T7" fmla="*/ 1 h 26"/>
                  <a:gd name="T8" fmla="*/ 70 w 95"/>
                  <a:gd name="T9" fmla="*/ 1 h 26"/>
                  <a:gd name="T10" fmla="*/ 94 w 95"/>
                  <a:gd name="T11" fmla="*/ 17 h 26"/>
                  <a:gd name="T12" fmla="*/ 94 w 95"/>
                  <a:gd name="T13" fmla="*/ 19 h 26"/>
                  <a:gd name="T14" fmla="*/ 93 w 95"/>
                  <a:gd name="T15" fmla="*/ 20 h 26"/>
                  <a:gd name="T16" fmla="*/ 2 w 95"/>
                  <a:gd name="T17" fmla="*/ 26 h 26"/>
                  <a:gd name="T18" fmla="*/ 69 w 95"/>
                  <a:gd name="T19" fmla="*/ 4 h 26"/>
                  <a:gd name="T20" fmla="*/ 15 w 95"/>
                  <a:gd name="T21" fmla="*/ 21 h 26"/>
                  <a:gd name="T22" fmla="*/ 88 w 95"/>
                  <a:gd name="T23" fmla="*/ 17 h 26"/>
                  <a:gd name="T24" fmla="*/ 69 w 95"/>
                  <a:gd name="T25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26">
                    <a:moveTo>
                      <a:pt x="2" y="26"/>
                    </a:moveTo>
                    <a:cubicBezTo>
                      <a:pt x="1" y="26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9" y="0"/>
                      <a:pt x="70" y="1"/>
                      <a:pt x="70" y="1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94" y="17"/>
                      <a:pt x="95" y="18"/>
                      <a:pt x="94" y="19"/>
                    </a:cubicBezTo>
                    <a:cubicBezTo>
                      <a:pt x="94" y="19"/>
                      <a:pt x="94" y="20"/>
                      <a:pt x="93" y="20"/>
                    </a:cubicBezTo>
                    <a:cubicBezTo>
                      <a:pt x="2" y="26"/>
                      <a:pt x="2" y="26"/>
                      <a:pt x="2" y="26"/>
                    </a:cubicBezTo>
                    <a:close/>
                    <a:moveTo>
                      <a:pt x="69" y="4"/>
                    </a:moveTo>
                    <a:cubicBezTo>
                      <a:pt x="15" y="21"/>
                      <a:pt x="15" y="21"/>
                      <a:pt x="15" y="21"/>
                    </a:cubicBezTo>
                    <a:cubicBezTo>
                      <a:pt x="88" y="17"/>
                      <a:pt x="88" y="17"/>
                      <a:pt x="88" y="17"/>
                    </a:cubicBezTo>
                    <a:lnTo>
                      <a:pt x="6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8" name="Freeform 1021"/>
              <p:cNvSpPr>
                <a:spLocks noEditPoints="1"/>
              </p:cNvSpPr>
              <p:nvPr userDrawn="1"/>
            </p:nvSpPr>
            <p:spPr bwMode="auto">
              <a:xfrm>
                <a:off x="1358" y="397"/>
                <a:ext cx="70" cy="68"/>
              </a:xfrm>
              <a:custGeom>
                <a:avLst/>
                <a:gdLst>
                  <a:gd name="T0" fmla="*/ 13 w 57"/>
                  <a:gd name="T1" fmla="*/ 55 h 55"/>
                  <a:gd name="T2" fmla="*/ 13 w 57"/>
                  <a:gd name="T3" fmla="*/ 55 h 55"/>
                  <a:gd name="T4" fmla="*/ 12 w 57"/>
                  <a:gd name="T5" fmla="*/ 55 h 55"/>
                  <a:gd name="T6" fmla="*/ 0 w 57"/>
                  <a:gd name="T7" fmla="*/ 32 h 55"/>
                  <a:gd name="T8" fmla="*/ 1 w 57"/>
                  <a:gd name="T9" fmla="*/ 30 h 55"/>
                  <a:gd name="T10" fmla="*/ 55 w 57"/>
                  <a:gd name="T11" fmla="*/ 1 h 55"/>
                  <a:gd name="T12" fmla="*/ 57 w 57"/>
                  <a:gd name="T13" fmla="*/ 1 h 55"/>
                  <a:gd name="T14" fmla="*/ 57 w 57"/>
                  <a:gd name="T15" fmla="*/ 3 h 55"/>
                  <a:gd name="T16" fmla="*/ 15 w 57"/>
                  <a:gd name="T17" fmla="*/ 55 h 55"/>
                  <a:gd name="T18" fmla="*/ 13 w 57"/>
                  <a:gd name="T19" fmla="*/ 55 h 55"/>
                  <a:gd name="T20" fmla="*/ 4 w 57"/>
                  <a:gd name="T21" fmla="*/ 32 h 55"/>
                  <a:gd name="T22" fmla="*/ 14 w 57"/>
                  <a:gd name="T23" fmla="*/ 51 h 55"/>
                  <a:gd name="T24" fmla="*/ 49 w 57"/>
                  <a:gd name="T25" fmla="*/ 8 h 55"/>
                  <a:gd name="T26" fmla="*/ 4 w 57"/>
                  <a:gd name="T27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" h="55">
                    <a:moveTo>
                      <a:pt x="13" y="55"/>
                    </a:moveTo>
                    <a:cubicBezTo>
                      <a:pt x="13" y="55"/>
                      <a:pt x="13" y="55"/>
                      <a:pt x="13" y="55"/>
                    </a:cubicBezTo>
                    <a:cubicBezTo>
                      <a:pt x="13" y="55"/>
                      <a:pt x="12" y="55"/>
                      <a:pt x="12" y="55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1"/>
                      <a:pt x="1" y="30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2"/>
                      <a:pt x="57" y="2"/>
                      <a:pt x="57" y="3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4" y="55"/>
                      <a:pt x="14" y="55"/>
                      <a:pt x="13" y="55"/>
                    </a:cubicBezTo>
                    <a:close/>
                    <a:moveTo>
                      <a:pt x="4" y="32"/>
                    </a:moveTo>
                    <a:cubicBezTo>
                      <a:pt x="14" y="51"/>
                      <a:pt x="14" y="51"/>
                      <a:pt x="14" y="51"/>
                    </a:cubicBezTo>
                    <a:cubicBezTo>
                      <a:pt x="49" y="8"/>
                      <a:pt x="49" y="8"/>
                      <a:pt x="49" y="8"/>
                    </a:cubicBez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9" name="Freeform 1022"/>
              <p:cNvSpPr>
                <a:spLocks noEditPoints="1"/>
              </p:cNvSpPr>
              <p:nvPr userDrawn="1"/>
            </p:nvSpPr>
            <p:spPr bwMode="auto">
              <a:xfrm>
                <a:off x="1762" y="12"/>
                <a:ext cx="148" cy="68"/>
              </a:xfrm>
              <a:custGeom>
                <a:avLst/>
                <a:gdLst>
                  <a:gd name="T0" fmla="*/ 27 w 119"/>
                  <a:gd name="T1" fmla="*/ 55 h 55"/>
                  <a:gd name="T2" fmla="*/ 25 w 119"/>
                  <a:gd name="T3" fmla="*/ 55 h 55"/>
                  <a:gd name="T4" fmla="*/ 1 w 119"/>
                  <a:gd name="T5" fmla="*/ 32 h 55"/>
                  <a:gd name="T6" fmla="*/ 0 w 119"/>
                  <a:gd name="T7" fmla="*/ 31 h 55"/>
                  <a:gd name="T8" fmla="*/ 2 w 119"/>
                  <a:gd name="T9" fmla="*/ 30 h 55"/>
                  <a:gd name="T10" fmla="*/ 117 w 119"/>
                  <a:gd name="T11" fmla="*/ 0 h 55"/>
                  <a:gd name="T12" fmla="*/ 119 w 119"/>
                  <a:gd name="T13" fmla="*/ 1 h 55"/>
                  <a:gd name="T14" fmla="*/ 118 w 119"/>
                  <a:gd name="T15" fmla="*/ 3 h 55"/>
                  <a:gd name="T16" fmla="*/ 27 w 119"/>
                  <a:gd name="T17" fmla="*/ 55 h 55"/>
                  <a:gd name="T18" fmla="*/ 6 w 119"/>
                  <a:gd name="T19" fmla="*/ 32 h 55"/>
                  <a:gd name="T20" fmla="*/ 27 w 119"/>
                  <a:gd name="T21" fmla="*/ 51 h 55"/>
                  <a:gd name="T22" fmla="*/ 106 w 119"/>
                  <a:gd name="T23" fmla="*/ 6 h 55"/>
                  <a:gd name="T24" fmla="*/ 6 w 119"/>
                  <a:gd name="T25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55">
                    <a:moveTo>
                      <a:pt x="27" y="55"/>
                    </a:moveTo>
                    <a:cubicBezTo>
                      <a:pt x="26" y="55"/>
                      <a:pt x="26" y="55"/>
                      <a:pt x="25" y="55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1" y="32"/>
                      <a:pt x="0" y="31"/>
                      <a:pt x="0" y="31"/>
                    </a:cubicBezTo>
                    <a:cubicBezTo>
                      <a:pt x="1" y="30"/>
                      <a:pt x="1" y="30"/>
                      <a:pt x="2" y="3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8" y="0"/>
                      <a:pt x="119" y="0"/>
                      <a:pt x="119" y="1"/>
                    </a:cubicBezTo>
                    <a:cubicBezTo>
                      <a:pt x="119" y="2"/>
                      <a:pt x="119" y="3"/>
                      <a:pt x="118" y="3"/>
                    </a:cubicBezTo>
                    <a:cubicBezTo>
                      <a:pt x="27" y="55"/>
                      <a:pt x="27" y="55"/>
                      <a:pt x="27" y="55"/>
                    </a:cubicBezTo>
                    <a:close/>
                    <a:moveTo>
                      <a:pt x="6" y="32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106" y="6"/>
                      <a:pt x="106" y="6"/>
                      <a:pt x="106" y="6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0" name="Freeform 1023"/>
              <p:cNvSpPr>
                <a:spLocks noEditPoints="1"/>
              </p:cNvSpPr>
              <p:nvPr userDrawn="1"/>
            </p:nvSpPr>
            <p:spPr bwMode="auto">
              <a:xfrm>
                <a:off x="1300" y="434"/>
                <a:ext cx="76" cy="51"/>
              </a:xfrm>
              <a:custGeom>
                <a:avLst/>
                <a:gdLst>
                  <a:gd name="T0" fmla="*/ 2 w 62"/>
                  <a:gd name="T1" fmla="*/ 41 h 41"/>
                  <a:gd name="T2" fmla="*/ 1 w 62"/>
                  <a:gd name="T3" fmla="*/ 40 h 41"/>
                  <a:gd name="T4" fmla="*/ 1 w 62"/>
                  <a:gd name="T5" fmla="*/ 38 h 41"/>
                  <a:gd name="T6" fmla="*/ 48 w 62"/>
                  <a:gd name="T7" fmla="*/ 0 h 41"/>
                  <a:gd name="T8" fmla="*/ 49 w 62"/>
                  <a:gd name="T9" fmla="*/ 0 h 41"/>
                  <a:gd name="T10" fmla="*/ 50 w 62"/>
                  <a:gd name="T11" fmla="*/ 1 h 41"/>
                  <a:gd name="T12" fmla="*/ 62 w 62"/>
                  <a:gd name="T13" fmla="*/ 23 h 41"/>
                  <a:gd name="T14" fmla="*/ 62 w 62"/>
                  <a:gd name="T15" fmla="*/ 24 h 41"/>
                  <a:gd name="T16" fmla="*/ 61 w 62"/>
                  <a:gd name="T17" fmla="*/ 25 h 41"/>
                  <a:gd name="T18" fmla="*/ 3 w 62"/>
                  <a:gd name="T19" fmla="*/ 41 h 41"/>
                  <a:gd name="T20" fmla="*/ 2 w 62"/>
                  <a:gd name="T21" fmla="*/ 41 h 41"/>
                  <a:gd name="T22" fmla="*/ 48 w 62"/>
                  <a:gd name="T23" fmla="*/ 4 h 41"/>
                  <a:gd name="T24" fmla="*/ 9 w 62"/>
                  <a:gd name="T25" fmla="*/ 36 h 41"/>
                  <a:gd name="T26" fmla="*/ 58 w 62"/>
                  <a:gd name="T27" fmla="*/ 23 h 41"/>
                  <a:gd name="T28" fmla="*/ 48 w 62"/>
                  <a:gd name="T29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2" h="41">
                    <a:moveTo>
                      <a:pt x="2" y="41"/>
                    </a:moveTo>
                    <a:cubicBezTo>
                      <a:pt x="2" y="41"/>
                      <a:pt x="1" y="41"/>
                      <a:pt x="1" y="40"/>
                    </a:cubicBezTo>
                    <a:cubicBezTo>
                      <a:pt x="0" y="40"/>
                      <a:pt x="1" y="39"/>
                      <a:pt x="1" y="3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9" y="0"/>
                      <a:pt x="49" y="0"/>
                    </a:cubicBezTo>
                    <a:cubicBezTo>
                      <a:pt x="50" y="0"/>
                      <a:pt x="50" y="0"/>
                      <a:pt x="50" y="1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2" y="23"/>
                      <a:pt x="62" y="24"/>
                      <a:pt x="62" y="24"/>
                    </a:cubicBezTo>
                    <a:cubicBezTo>
                      <a:pt x="62" y="25"/>
                      <a:pt x="61" y="25"/>
                      <a:pt x="61" y="25"/>
                    </a:cubicBezTo>
                    <a:cubicBezTo>
                      <a:pt x="3" y="41"/>
                      <a:pt x="3" y="41"/>
                      <a:pt x="3" y="41"/>
                    </a:cubicBezTo>
                    <a:lnTo>
                      <a:pt x="2" y="41"/>
                    </a:lnTo>
                    <a:close/>
                    <a:moveTo>
                      <a:pt x="48" y="4"/>
                    </a:moveTo>
                    <a:cubicBezTo>
                      <a:pt x="9" y="36"/>
                      <a:pt x="9" y="36"/>
                      <a:pt x="9" y="36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1" name="Freeform 1024"/>
              <p:cNvSpPr>
                <a:spLocks noEditPoints="1"/>
              </p:cNvSpPr>
              <p:nvPr userDrawn="1"/>
            </p:nvSpPr>
            <p:spPr bwMode="auto">
              <a:xfrm>
                <a:off x="1231" y="481"/>
                <a:ext cx="82" cy="91"/>
              </a:xfrm>
              <a:custGeom>
                <a:avLst/>
                <a:gdLst>
                  <a:gd name="T0" fmla="*/ 2 w 66"/>
                  <a:gd name="T1" fmla="*/ 73 h 73"/>
                  <a:gd name="T2" fmla="*/ 1 w 66"/>
                  <a:gd name="T3" fmla="*/ 72 h 73"/>
                  <a:gd name="T4" fmla="*/ 1 w 66"/>
                  <a:gd name="T5" fmla="*/ 70 h 73"/>
                  <a:gd name="T6" fmla="*/ 56 w 66"/>
                  <a:gd name="T7" fmla="*/ 1 h 73"/>
                  <a:gd name="T8" fmla="*/ 58 w 66"/>
                  <a:gd name="T9" fmla="*/ 0 h 73"/>
                  <a:gd name="T10" fmla="*/ 59 w 66"/>
                  <a:gd name="T11" fmla="*/ 1 h 73"/>
                  <a:gd name="T12" fmla="*/ 65 w 66"/>
                  <a:gd name="T13" fmla="*/ 46 h 73"/>
                  <a:gd name="T14" fmla="*/ 64 w 66"/>
                  <a:gd name="T15" fmla="*/ 48 h 73"/>
                  <a:gd name="T16" fmla="*/ 3 w 66"/>
                  <a:gd name="T17" fmla="*/ 72 h 73"/>
                  <a:gd name="T18" fmla="*/ 2 w 66"/>
                  <a:gd name="T19" fmla="*/ 73 h 73"/>
                  <a:gd name="T20" fmla="*/ 56 w 66"/>
                  <a:gd name="T21" fmla="*/ 6 h 73"/>
                  <a:gd name="T22" fmla="*/ 7 w 66"/>
                  <a:gd name="T23" fmla="*/ 67 h 73"/>
                  <a:gd name="T24" fmla="*/ 62 w 66"/>
                  <a:gd name="T25" fmla="*/ 45 h 73"/>
                  <a:gd name="T26" fmla="*/ 56 w 66"/>
                  <a:gd name="T27" fmla="*/ 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73">
                    <a:moveTo>
                      <a:pt x="2" y="73"/>
                    </a:moveTo>
                    <a:cubicBezTo>
                      <a:pt x="1" y="73"/>
                      <a:pt x="1" y="72"/>
                      <a:pt x="1" y="72"/>
                    </a:cubicBezTo>
                    <a:cubicBezTo>
                      <a:pt x="0" y="71"/>
                      <a:pt x="0" y="70"/>
                      <a:pt x="1" y="70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6" y="47"/>
                      <a:pt x="65" y="48"/>
                      <a:pt x="64" y="48"/>
                    </a:cubicBezTo>
                    <a:cubicBezTo>
                      <a:pt x="3" y="72"/>
                      <a:pt x="3" y="72"/>
                      <a:pt x="3" y="72"/>
                    </a:cubicBezTo>
                    <a:lnTo>
                      <a:pt x="2" y="73"/>
                    </a:lnTo>
                    <a:close/>
                    <a:moveTo>
                      <a:pt x="56" y="6"/>
                    </a:moveTo>
                    <a:cubicBezTo>
                      <a:pt x="7" y="67"/>
                      <a:pt x="7" y="67"/>
                      <a:pt x="7" y="67"/>
                    </a:cubicBezTo>
                    <a:cubicBezTo>
                      <a:pt x="62" y="45"/>
                      <a:pt x="62" y="45"/>
                      <a:pt x="62" y="45"/>
                    </a:cubicBezTo>
                    <a:lnTo>
                      <a:pt x="5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2" name="Freeform 1025"/>
              <p:cNvSpPr>
                <a:spLocks noEditPoints="1"/>
              </p:cNvSpPr>
              <p:nvPr userDrawn="1"/>
            </p:nvSpPr>
            <p:spPr bwMode="auto">
              <a:xfrm>
                <a:off x="1186" y="567"/>
                <a:ext cx="50" cy="128"/>
              </a:xfrm>
              <a:custGeom>
                <a:avLst/>
                <a:gdLst>
                  <a:gd name="T0" fmla="*/ 27 w 41"/>
                  <a:gd name="T1" fmla="*/ 104 h 104"/>
                  <a:gd name="T2" fmla="*/ 26 w 41"/>
                  <a:gd name="T3" fmla="*/ 104 h 104"/>
                  <a:gd name="T4" fmla="*/ 1 w 41"/>
                  <a:gd name="T5" fmla="*/ 85 h 104"/>
                  <a:gd name="T6" fmla="*/ 0 w 41"/>
                  <a:gd name="T7" fmla="*/ 83 h 104"/>
                  <a:gd name="T8" fmla="*/ 37 w 41"/>
                  <a:gd name="T9" fmla="*/ 1 h 104"/>
                  <a:gd name="T10" fmla="*/ 39 w 41"/>
                  <a:gd name="T11" fmla="*/ 0 h 104"/>
                  <a:gd name="T12" fmla="*/ 41 w 41"/>
                  <a:gd name="T13" fmla="*/ 2 h 104"/>
                  <a:gd name="T14" fmla="*/ 28 w 41"/>
                  <a:gd name="T15" fmla="*/ 103 h 104"/>
                  <a:gd name="T16" fmla="*/ 27 w 41"/>
                  <a:gd name="T17" fmla="*/ 104 h 104"/>
                  <a:gd name="T18" fmla="*/ 4 w 41"/>
                  <a:gd name="T19" fmla="*/ 83 h 104"/>
                  <a:gd name="T20" fmla="*/ 25 w 41"/>
                  <a:gd name="T21" fmla="*/ 99 h 104"/>
                  <a:gd name="T22" fmla="*/ 36 w 41"/>
                  <a:gd name="T23" fmla="*/ 12 h 104"/>
                  <a:gd name="T24" fmla="*/ 4 w 41"/>
                  <a:gd name="T25" fmla="*/ 8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104">
                    <a:moveTo>
                      <a:pt x="27" y="104"/>
                    </a:moveTo>
                    <a:cubicBezTo>
                      <a:pt x="26" y="104"/>
                      <a:pt x="26" y="104"/>
                      <a:pt x="26" y="104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2" y="79"/>
                      <a:pt x="36" y="4"/>
                      <a:pt x="37" y="1"/>
                    </a:cubicBezTo>
                    <a:cubicBezTo>
                      <a:pt x="38" y="0"/>
                      <a:pt x="39" y="0"/>
                      <a:pt x="39" y="0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8" y="103"/>
                      <a:pt x="28" y="104"/>
                      <a:pt x="27" y="104"/>
                    </a:cubicBezTo>
                    <a:close/>
                    <a:moveTo>
                      <a:pt x="4" y="83"/>
                    </a:moveTo>
                    <a:cubicBezTo>
                      <a:pt x="25" y="99"/>
                      <a:pt x="25" y="99"/>
                      <a:pt x="25" y="99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24" y="38"/>
                      <a:pt x="7" y="76"/>
                      <a:pt x="4" y="8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3" name="Freeform 1026"/>
              <p:cNvSpPr>
                <a:spLocks noEditPoints="1"/>
              </p:cNvSpPr>
              <p:nvPr userDrawn="1"/>
            </p:nvSpPr>
            <p:spPr bwMode="auto">
              <a:xfrm>
                <a:off x="1167" y="668"/>
                <a:ext cx="53" cy="87"/>
              </a:xfrm>
              <a:custGeom>
                <a:avLst/>
                <a:gdLst>
                  <a:gd name="T0" fmla="*/ 2 w 43"/>
                  <a:gd name="T1" fmla="*/ 70 h 70"/>
                  <a:gd name="T2" fmla="*/ 1 w 43"/>
                  <a:gd name="T3" fmla="*/ 70 h 70"/>
                  <a:gd name="T4" fmla="*/ 0 w 43"/>
                  <a:gd name="T5" fmla="*/ 68 h 70"/>
                  <a:gd name="T6" fmla="*/ 15 w 43"/>
                  <a:gd name="T7" fmla="*/ 1 h 70"/>
                  <a:gd name="T8" fmla="*/ 16 w 43"/>
                  <a:gd name="T9" fmla="*/ 0 h 70"/>
                  <a:gd name="T10" fmla="*/ 18 w 43"/>
                  <a:gd name="T11" fmla="*/ 0 h 70"/>
                  <a:gd name="T12" fmla="*/ 43 w 43"/>
                  <a:gd name="T13" fmla="*/ 19 h 70"/>
                  <a:gd name="T14" fmla="*/ 43 w 43"/>
                  <a:gd name="T15" fmla="*/ 20 h 70"/>
                  <a:gd name="T16" fmla="*/ 43 w 43"/>
                  <a:gd name="T17" fmla="*/ 22 h 70"/>
                  <a:gd name="T18" fmla="*/ 3 w 43"/>
                  <a:gd name="T19" fmla="*/ 70 h 70"/>
                  <a:gd name="T20" fmla="*/ 2 w 43"/>
                  <a:gd name="T21" fmla="*/ 70 h 70"/>
                  <a:gd name="T22" fmla="*/ 18 w 43"/>
                  <a:gd name="T23" fmla="*/ 5 h 70"/>
                  <a:gd name="T24" fmla="*/ 5 w 43"/>
                  <a:gd name="T25" fmla="*/ 62 h 70"/>
                  <a:gd name="T26" fmla="*/ 39 w 43"/>
                  <a:gd name="T27" fmla="*/ 21 h 70"/>
                  <a:gd name="T28" fmla="*/ 18 w 43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70">
                    <a:moveTo>
                      <a:pt x="2" y="70"/>
                    </a:moveTo>
                    <a:cubicBezTo>
                      <a:pt x="1" y="70"/>
                      <a:pt x="1" y="70"/>
                      <a:pt x="1" y="70"/>
                    </a:cubicBezTo>
                    <a:cubicBezTo>
                      <a:pt x="0" y="70"/>
                      <a:pt x="0" y="69"/>
                      <a:pt x="0" y="68"/>
                    </a:cubicBezTo>
                    <a:cubicBezTo>
                      <a:pt x="1" y="65"/>
                      <a:pt x="14" y="4"/>
                      <a:pt x="15" y="1"/>
                    </a:cubicBezTo>
                    <a:cubicBezTo>
                      <a:pt x="15" y="1"/>
                      <a:pt x="16" y="0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3" y="19"/>
                      <a:pt x="43" y="20"/>
                      <a:pt x="43" y="20"/>
                    </a:cubicBezTo>
                    <a:cubicBezTo>
                      <a:pt x="43" y="21"/>
                      <a:pt x="43" y="21"/>
                      <a:pt x="43" y="22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3" y="70"/>
                      <a:pt x="2" y="70"/>
                      <a:pt x="2" y="70"/>
                    </a:cubicBezTo>
                    <a:close/>
                    <a:moveTo>
                      <a:pt x="18" y="5"/>
                    </a:moveTo>
                    <a:cubicBezTo>
                      <a:pt x="14" y="22"/>
                      <a:pt x="8" y="50"/>
                      <a:pt x="5" y="62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4" name="Freeform 1027"/>
              <p:cNvSpPr>
                <a:spLocks noEditPoints="1"/>
              </p:cNvSpPr>
              <p:nvPr userDrawn="1"/>
            </p:nvSpPr>
            <p:spPr bwMode="auto">
              <a:xfrm>
                <a:off x="1166" y="751"/>
                <a:ext cx="31" cy="119"/>
              </a:xfrm>
              <a:custGeom>
                <a:avLst/>
                <a:gdLst>
                  <a:gd name="T0" fmla="*/ 2 w 25"/>
                  <a:gd name="T1" fmla="*/ 96 h 96"/>
                  <a:gd name="T2" fmla="*/ 1 w 25"/>
                  <a:gd name="T3" fmla="*/ 96 h 96"/>
                  <a:gd name="T4" fmla="*/ 0 w 25"/>
                  <a:gd name="T5" fmla="*/ 94 h 96"/>
                  <a:gd name="T6" fmla="*/ 1 w 25"/>
                  <a:gd name="T7" fmla="*/ 2 h 96"/>
                  <a:gd name="T8" fmla="*/ 3 w 25"/>
                  <a:gd name="T9" fmla="*/ 0 h 96"/>
                  <a:gd name="T10" fmla="*/ 4 w 25"/>
                  <a:gd name="T11" fmla="*/ 1 h 96"/>
                  <a:gd name="T12" fmla="*/ 24 w 25"/>
                  <a:gd name="T13" fmla="*/ 70 h 96"/>
                  <a:gd name="T14" fmla="*/ 24 w 25"/>
                  <a:gd name="T15" fmla="*/ 71 h 96"/>
                  <a:gd name="T16" fmla="*/ 3 w 25"/>
                  <a:gd name="T17" fmla="*/ 95 h 96"/>
                  <a:gd name="T18" fmla="*/ 2 w 25"/>
                  <a:gd name="T19" fmla="*/ 96 h 96"/>
                  <a:gd name="T20" fmla="*/ 4 w 25"/>
                  <a:gd name="T21" fmla="*/ 13 h 96"/>
                  <a:gd name="T22" fmla="*/ 4 w 25"/>
                  <a:gd name="T23" fmla="*/ 90 h 96"/>
                  <a:gd name="T24" fmla="*/ 21 w 25"/>
                  <a:gd name="T25" fmla="*/ 70 h 96"/>
                  <a:gd name="T26" fmla="*/ 4 w 25"/>
                  <a:gd name="T27" fmla="*/ 1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96">
                    <a:moveTo>
                      <a:pt x="2" y="96"/>
                    </a:moveTo>
                    <a:cubicBezTo>
                      <a:pt x="1" y="96"/>
                      <a:pt x="1" y="96"/>
                      <a:pt x="1" y="96"/>
                    </a:cubicBezTo>
                    <a:cubicBezTo>
                      <a:pt x="1" y="95"/>
                      <a:pt x="0" y="95"/>
                      <a:pt x="0" y="9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4" y="71"/>
                      <a:pt x="24" y="71"/>
                    </a:cubicBezTo>
                    <a:cubicBezTo>
                      <a:pt x="3" y="95"/>
                      <a:pt x="3" y="95"/>
                      <a:pt x="3" y="95"/>
                    </a:cubicBezTo>
                    <a:cubicBezTo>
                      <a:pt x="3" y="96"/>
                      <a:pt x="2" y="96"/>
                      <a:pt x="2" y="96"/>
                    </a:cubicBezTo>
                    <a:close/>
                    <a:moveTo>
                      <a:pt x="4" y="13"/>
                    </a:moveTo>
                    <a:cubicBezTo>
                      <a:pt x="4" y="90"/>
                      <a:pt x="4" y="90"/>
                      <a:pt x="4" y="90"/>
                    </a:cubicBezTo>
                    <a:cubicBezTo>
                      <a:pt x="21" y="70"/>
                      <a:pt x="21" y="70"/>
                      <a:pt x="21" y="70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5" name="Freeform 1028"/>
              <p:cNvSpPr>
                <a:spLocks noEditPoints="1"/>
              </p:cNvSpPr>
              <p:nvPr userDrawn="1"/>
            </p:nvSpPr>
            <p:spPr bwMode="auto">
              <a:xfrm>
                <a:off x="1655" y="366"/>
                <a:ext cx="115" cy="82"/>
              </a:xfrm>
              <a:custGeom>
                <a:avLst/>
                <a:gdLst>
                  <a:gd name="T0" fmla="*/ 81 w 93"/>
                  <a:gd name="T1" fmla="*/ 66 h 66"/>
                  <a:gd name="T2" fmla="*/ 80 w 93"/>
                  <a:gd name="T3" fmla="*/ 65 h 66"/>
                  <a:gd name="T4" fmla="*/ 1 w 93"/>
                  <a:gd name="T5" fmla="*/ 3 h 66"/>
                  <a:gd name="T6" fmla="*/ 0 w 93"/>
                  <a:gd name="T7" fmla="*/ 1 h 66"/>
                  <a:gd name="T8" fmla="*/ 2 w 93"/>
                  <a:gd name="T9" fmla="*/ 0 h 66"/>
                  <a:gd name="T10" fmla="*/ 91 w 93"/>
                  <a:gd name="T11" fmla="*/ 23 h 66"/>
                  <a:gd name="T12" fmla="*/ 92 w 93"/>
                  <a:gd name="T13" fmla="*/ 25 h 66"/>
                  <a:gd name="T14" fmla="*/ 82 w 93"/>
                  <a:gd name="T15" fmla="*/ 64 h 66"/>
                  <a:gd name="T16" fmla="*/ 81 w 93"/>
                  <a:gd name="T17" fmla="*/ 65 h 66"/>
                  <a:gd name="T18" fmla="*/ 81 w 93"/>
                  <a:gd name="T19" fmla="*/ 66 h 66"/>
                  <a:gd name="T20" fmla="*/ 9 w 93"/>
                  <a:gd name="T21" fmla="*/ 5 h 66"/>
                  <a:gd name="T22" fmla="*/ 80 w 93"/>
                  <a:gd name="T23" fmla="*/ 61 h 66"/>
                  <a:gd name="T24" fmla="*/ 89 w 93"/>
                  <a:gd name="T25" fmla="*/ 26 h 66"/>
                  <a:gd name="T26" fmla="*/ 9 w 93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3" h="66">
                    <a:moveTo>
                      <a:pt x="81" y="66"/>
                    </a:moveTo>
                    <a:cubicBezTo>
                      <a:pt x="80" y="66"/>
                      <a:pt x="80" y="65"/>
                      <a:pt x="80" y="6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2" y="23"/>
                      <a:pt x="93" y="24"/>
                      <a:pt x="92" y="25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2" y="65"/>
                      <a:pt x="82" y="65"/>
                      <a:pt x="81" y="65"/>
                    </a:cubicBezTo>
                    <a:lnTo>
                      <a:pt x="81" y="66"/>
                    </a:lnTo>
                    <a:close/>
                    <a:moveTo>
                      <a:pt x="9" y="5"/>
                    </a:moveTo>
                    <a:cubicBezTo>
                      <a:pt x="80" y="61"/>
                      <a:pt x="80" y="61"/>
                      <a:pt x="80" y="61"/>
                    </a:cubicBezTo>
                    <a:cubicBezTo>
                      <a:pt x="89" y="26"/>
                      <a:pt x="89" y="26"/>
                      <a:pt x="89" y="26"/>
                    </a:cubicBez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6" name="Freeform 1029"/>
              <p:cNvSpPr>
                <a:spLocks noEditPoints="1"/>
              </p:cNvSpPr>
              <p:nvPr userDrawn="1"/>
            </p:nvSpPr>
            <p:spPr bwMode="auto">
              <a:xfrm>
                <a:off x="1537" y="359"/>
                <a:ext cx="109" cy="47"/>
              </a:xfrm>
              <a:custGeom>
                <a:avLst/>
                <a:gdLst>
                  <a:gd name="T0" fmla="*/ 86 w 88"/>
                  <a:gd name="T1" fmla="*/ 38 h 38"/>
                  <a:gd name="T2" fmla="*/ 86 w 88"/>
                  <a:gd name="T3" fmla="*/ 38 h 38"/>
                  <a:gd name="T4" fmla="*/ 2 w 88"/>
                  <a:gd name="T5" fmla="*/ 29 h 38"/>
                  <a:gd name="T6" fmla="*/ 0 w 88"/>
                  <a:gd name="T7" fmla="*/ 27 h 38"/>
                  <a:gd name="T8" fmla="*/ 1 w 88"/>
                  <a:gd name="T9" fmla="*/ 26 h 38"/>
                  <a:gd name="T10" fmla="*/ 57 w 88"/>
                  <a:gd name="T11" fmla="*/ 0 h 38"/>
                  <a:gd name="T12" fmla="*/ 59 w 88"/>
                  <a:gd name="T13" fmla="*/ 1 h 38"/>
                  <a:gd name="T14" fmla="*/ 87 w 88"/>
                  <a:gd name="T15" fmla="*/ 35 h 38"/>
                  <a:gd name="T16" fmla="*/ 87 w 88"/>
                  <a:gd name="T17" fmla="*/ 37 h 38"/>
                  <a:gd name="T18" fmla="*/ 86 w 88"/>
                  <a:gd name="T19" fmla="*/ 38 h 38"/>
                  <a:gd name="T20" fmla="*/ 8 w 88"/>
                  <a:gd name="T21" fmla="*/ 26 h 38"/>
                  <a:gd name="T22" fmla="*/ 82 w 88"/>
                  <a:gd name="T23" fmla="*/ 34 h 38"/>
                  <a:gd name="T24" fmla="*/ 57 w 88"/>
                  <a:gd name="T25" fmla="*/ 4 h 38"/>
                  <a:gd name="T26" fmla="*/ 8 w 88"/>
                  <a:gd name="T27" fmla="*/ 2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38">
                    <a:moveTo>
                      <a:pt x="86" y="38"/>
                    </a:moveTo>
                    <a:cubicBezTo>
                      <a:pt x="86" y="38"/>
                      <a:pt x="86" y="38"/>
                      <a:pt x="86" y="38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8"/>
                      <a:pt x="0" y="27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9" y="0"/>
                      <a:pt x="59" y="1"/>
                    </a:cubicBezTo>
                    <a:cubicBezTo>
                      <a:pt x="87" y="35"/>
                      <a:pt x="87" y="35"/>
                      <a:pt x="87" y="35"/>
                    </a:cubicBezTo>
                    <a:cubicBezTo>
                      <a:pt x="88" y="35"/>
                      <a:pt x="88" y="36"/>
                      <a:pt x="87" y="37"/>
                    </a:cubicBezTo>
                    <a:cubicBezTo>
                      <a:pt x="87" y="37"/>
                      <a:pt x="87" y="38"/>
                      <a:pt x="86" y="38"/>
                    </a:cubicBezTo>
                    <a:close/>
                    <a:moveTo>
                      <a:pt x="8" y="26"/>
                    </a:moveTo>
                    <a:cubicBezTo>
                      <a:pt x="82" y="34"/>
                      <a:pt x="82" y="34"/>
                      <a:pt x="82" y="34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7" name="Freeform 1030"/>
              <p:cNvSpPr>
                <a:spLocks noEditPoints="1"/>
              </p:cNvSpPr>
              <p:nvPr userDrawn="1"/>
            </p:nvSpPr>
            <p:spPr bwMode="auto">
              <a:xfrm>
                <a:off x="1853" y="461"/>
                <a:ext cx="79" cy="97"/>
              </a:xfrm>
              <a:custGeom>
                <a:avLst/>
                <a:gdLst>
                  <a:gd name="T0" fmla="*/ 62 w 64"/>
                  <a:gd name="T1" fmla="*/ 78 h 78"/>
                  <a:gd name="T2" fmla="*/ 61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0 w 64"/>
                  <a:gd name="T9" fmla="*/ 51 h 78"/>
                  <a:gd name="T10" fmla="*/ 30 w 64"/>
                  <a:gd name="T11" fmla="*/ 1 h 78"/>
                  <a:gd name="T12" fmla="*/ 31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3 w 64"/>
                  <a:gd name="T19" fmla="*/ 78 h 78"/>
                  <a:gd name="T20" fmla="*/ 62 w 64"/>
                  <a:gd name="T21" fmla="*/ 78 h 78"/>
                  <a:gd name="T22" fmla="*/ 4 w 64"/>
                  <a:gd name="T23" fmla="*/ 51 h 78"/>
                  <a:gd name="T24" fmla="*/ 59 w 64"/>
                  <a:gd name="T25" fmla="*/ 73 h 78"/>
                  <a:gd name="T26" fmla="*/ 31 w 64"/>
                  <a:gd name="T27" fmla="*/ 6 h 78"/>
                  <a:gd name="T28" fmla="*/ 4 w 64"/>
                  <a:gd name="T29" fmla="*/ 5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2" y="78"/>
                    </a:moveTo>
                    <a:cubicBezTo>
                      <a:pt x="61" y="78"/>
                      <a:pt x="61" y="78"/>
                      <a:pt x="61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0" y="52"/>
                      <a:pt x="0" y="52"/>
                      <a:pt x="0" y="5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2" y="0"/>
                      <a:pt x="32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6"/>
                      <a:pt x="64" y="77"/>
                      <a:pt x="63" y="78"/>
                    </a:cubicBezTo>
                    <a:cubicBezTo>
                      <a:pt x="63" y="78"/>
                      <a:pt x="62" y="78"/>
                      <a:pt x="62" y="78"/>
                    </a:cubicBezTo>
                    <a:close/>
                    <a:moveTo>
                      <a:pt x="4" y="51"/>
                    </a:moveTo>
                    <a:cubicBezTo>
                      <a:pt x="59" y="73"/>
                      <a:pt x="59" y="73"/>
                      <a:pt x="59" y="73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8" name="Freeform 1031"/>
              <p:cNvSpPr>
                <a:spLocks noEditPoints="1"/>
              </p:cNvSpPr>
              <p:nvPr userDrawn="1"/>
            </p:nvSpPr>
            <p:spPr bwMode="auto">
              <a:xfrm>
                <a:off x="472" y="904"/>
                <a:ext cx="79" cy="97"/>
              </a:xfrm>
              <a:custGeom>
                <a:avLst/>
                <a:gdLst>
                  <a:gd name="T0" fmla="*/ 63 w 64"/>
                  <a:gd name="T1" fmla="*/ 78 h 78"/>
                  <a:gd name="T2" fmla="*/ 62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1 w 64"/>
                  <a:gd name="T9" fmla="*/ 52 h 78"/>
                  <a:gd name="T10" fmla="*/ 30 w 64"/>
                  <a:gd name="T11" fmla="*/ 1 h 78"/>
                  <a:gd name="T12" fmla="*/ 32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4 w 64"/>
                  <a:gd name="T19" fmla="*/ 78 h 78"/>
                  <a:gd name="T20" fmla="*/ 63 w 64"/>
                  <a:gd name="T21" fmla="*/ 78 h 78"/>
                  <a:gd name="T22" fmla="*/ 4 w 64"/>
                  <a:gd name="T23" fmla="*/ 52 h 78"/>
                  <a:gd name="T24" fmla="*/ 60 w 64"/>
                  <a:gd name="T25" fmla="*/ 74 h 78"/>
                  <a:gd name="T26" fmla="*/ 31 w 64"/>
                  <a:gd name="T27" fmla="*/ 6 h 78"/>
                  <a:gd name="T28" fmla="*/ 4 w 64"/>
                  <a:gd name="T29" fmla="*/ 5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3" y="78"/>
                    </a:moveTo>
                    <a:cubicBezTo>
                      <a:pt x="62" y="78"/>
                      <a:pt x="62" y="78"/>
                      <a:pt x="62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1" y="53"/>
                      <a:pt x="0" y="53"/>
                    </a:cubicBezTo>
                    <a:cubicBezTo>
                      <a:pt x="0" y="53"/>
                      <a:pt x="0" y="52"/>
                      <a:pt x="1" y="5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1" y="1"/>
                      <a:pt x="31" y="0"/>
                      <a:pt x="32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7"/>
                      <a:pt x="64" y="77"/>
                      <a:pt x="64" y="78"/>
                    </a:cubicBezTo>
                    <a:cubicBezTo>
                      <a:pt x="63" y="78"/>
                      <a:pt x="63" y="78"/>
                      <a:pt x="63" y="78"/>
                    </a:cubicBezTo>
                    <a:close/>
                    <a:moveTo>
                      <a:pt x="4" y="52"/>
                    </a:moveTo>
                    <a:cubicBezTo>
                      <a:pt x="60" y="74"/>
                      <a:pt x="60" y="74"/>
                      <a:pt x="60" y="74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9" name="Freeform 1032"/>
              <p:cNvSpPr>
                <a:spLocks noEditPoints="1"/>
              </p:cNvSpPr>
              <p:nvPr userDrawn="1"/>
            </p:nvSpPr>
            <p:spPr bwMode="auto">
              <a:xfrm>
                <a:off x="1425" y="390"/>
                <a:ext cx="146" cy="58"/>
              </a:xfrm>
              <a:custGeom>
                <a:avLst/>
                <a:gdLst>
                  <a:gd name="T0" fmla="*/ 116 w 118"/>
                  <a:gd name="T1" fmla="*/ 47 h 47"/>
                  <a:gd name="T2" fmla="*/ 116 w 118"/>
                  <a:gd name="T3" fmla="*/ 46 h 47"/>
                  <a:gd name="T4" fmla="*/ 1 w 118"/>
                  <a:gd name="T5" fmla="*/ 10 h 47"/>
                  <a:gd name="T6" fmla="*/ 0 w 118"/>
                  <a:gd name="T7" fmla="*/ 8 h 47"/>
                  <a:gd name="T8" fmla="*/ 1 w 118"/>
                  <a:gd name="T9" fmla="*/ 6 h 47"/>
                  <a:gd name="T10" fmla="*/ 93 w 118"/>
                  <a:gd name="T11" fmla="*/ 0 h 47"/>
                  <a:gd name="T12" fmla="*/ 94 w 118"/>
                  <a:gd name="T13" fmla="*/ 1 h 47"/>
                  <a:gd name="T14" fmla="*/ 118 w 118"/>
                  <a:gd name="T15" fmla="*/ 44 h 47"/>
                  <a:gd name="T16" fmla="*/ 118 w 118"/>
                  <a:gd name="T17" fmla="*/ 46 h 47"/>
                  <a:gd name="T18" fmla="*/ 116 w 118"/>
                  <a:gd name="T19" fmla="*/ 47 h 47"/>
                  <a:gd name="T20" fmla="*/ 11 w 118"/>
                  <a:gd name="T21" fmla="*/ 9 h 47"/>
                  <a:gd name="T22" fmla="*/ 113 w 118"/>
                  <a:gd name="T23" fmla="*/ 42 h 47"/>
                  <a:gd name="T24" fmla="*/ 92 w 118"/>
                  <a:gd name="T25" fmla="*/ 4 h 47"/>
                  <a:gd name="T26" fmla="*/ 11 w 118"/>
                  <a:gd name="T27" fmla="*/ 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" h="47">
                    <a:moveTo>
                      <a:pt x="116" y="47"/>
                    </a:moveTo>
                    <a:cubicBezTo>
                      <a:pt x="116" y="46"/>
                      <a:pt x="116" y="46"/>
                      <a:pt x="116" y="4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1" y="6"/>
                      <a:pt x="1" y="6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3" y="0"/>
                      <a:pt x="94" y="1"/>
                      <a:pt x="94" y="1"/>
                    </a:cubicBezTo>
                    <a:cubicBezTo>
                      <a:pt x="118" y="44"/>
                      <a:pt x="118" y="44"/>
                      <a:pt x="118" y="44"/>
                    </a:cubicBezTo>
                    <a:cubicBezTo>
                      <a:pt x="118" y="45"/>
                      <a:pt x="118" y="45"/>
                      <a:pt x="118" y="46"/>
                    </a:cubicBezTo>
                    <a:cubicBezTo>
                      <a:pt x="117" y="46"/>
                      <a:pt x="117" y="47"/>
                      <a:pt x="116" y="47"/>
                    </a:cubicBezTo>
                    <a:close/>
                    <a:moveTo>
                      <a:pt x="11" y="9"/>
                    </a:moveTo>
                    <a:cubicBezTo>
                      <a:pt x="113" y="42"/>
                      <a:pt x="113" y="42"/>
                      <a:pt x="113" y="42"/>
                    </a:cubicBezTo>
                    <a:cubicBezTo>
                      <a:pt x="92" y="4"/>
                      <a:pt x="92" y="4"/>
                      <a:pt x="92" y="4"/>
                    </a:cubicBezTo>
                    <a:lnTo>
                      <a:pt x="11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0" name="Freeform 1033"/>
              <p:cNvSpPr>
                <a:spLocks noEditPoints="1"/>
              </p:cNvSpPr>
              <p:nvPr userDrawn="1"/>
            </p:nvSpPr>
            <p:spPr bwMode="auto">
              <a:xfrm>
                <a:off x="1300" y="461"/>
                <a:ext cx="76" cy="80"/>
              </a:xfrm>
              <a:custGeom>
                <a:avLst/>
                <a:gdLst>
                  <a:gd name="T0" fmla="*/ 9 w 62"/>
                  <a:gd name="T1" fmla="*/ 64 h 64"/>
                  <a:gd name="T2" fmla="*/ 8 w 62"/>
                  <a:gd name="T3" fmla="*/ 64 h 64"/>
                  <a:gd name="T4" fmla="*/ 7 w 62"/>
                  <a:gd name="T5" fmla="*/ 63 h 64"/>
                  <a:gd name="T6" fmla="*/ 1 w 62"/>
                  <a:gd name="T7" fmla="*/ 18 h 64"/>
                  <a:gd name="T8" fmla="*/ 2 w 62"/>
                  <a:gd name="T9" fmla="*/ 16 h 64"/>
                  <a:gd name="T10" fmla="*/ 60 w 62"/>
                  <a:gd name="T11" fmla="*/ 0 h 64"/>
                  <a:gd name="T12" fmla="*/ 62 w 62"/>
                  <a:gd name="T13" fmla="*/ 1 h 64"/>
                  <a:gd name="T14" fmla="*/ 62 w 62"/>
                  <a:gd name="T15" fmla="*/ 3 h 64"/>
                  <a:gd name="T16" fmla="*/ 10 w 62"/>
                  <a:gd name="T17" fmla="*/ 64 h 64"/>
                  <a:gd name="T18" fmla="*/ 9 w 62"/>
                  <a:gd name="T19" fmla="*/ 64 h 64"/>
                  <a:gd name="T20" fmla="*/ 4 w 62"/>
                  <a:gd name="T21" fmla="*/ 19 h 64"/>
                  <a:gd name="T22" fmla="*/ 10 w 62"/>
                  <a:gd name="T23" fmla="*/ 59 h 64"/>
                  <a:gd name="T24" fmla="*/ 56 w 62"/>
                  <a:gd name="T25" fmla="*/ 5 h 64"/>
                  <a:gd name="T26" fmla="*/ 4 w 62"/>
                  <a:gd name="T27" fmla="*/ 1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64">
                    <a:moveTo>
                      <a:pt x="9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64"/>
                      <a:pt x="7" y="63"/>
                      <a:pt x="7" y="63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17"/>
                      <a:pt x="1" y="16"/>
                      <a:pt x="2" y="16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0"/>
                      <a:pt x="62" y="1"/>
                    </a:cubicBezTo>
                    <a:cubicBezTo>
                      <a:pt x="62" y="1"/>
                      <a:pt x="62" y="2"/>
                      <a:pt x="62" y="3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64"/>
                      <a:pt x="9" y="64"/>
                      <a:pt x="9" y="64"/>
                    </a:cubicBezTo>
                    <a:close/>
                    <a:moveTo>
                      <a:pt x="4" y="19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4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1" name="Freeform 1034"/>
              <p:cNvSpPr>
                <a:spLocks noEditPoints="1"/>
              </p:cNvSpPr>
              <p:nvPr userDrawn="1"/>
            </p:nvSpPr>
            <p:spPr bwMode="auto">
              <a:xfrm>
                <a:off x="1231" y="537"/>
                <a:ext cx="82" cy="122"/>
              </a:xfrm>
              <a:custGeom>
                <a:avLst/>
                <a:gdLst>
                  <a:gd name="T0" fmla="*/ 33 w 66"/>
                  <a:gd name="T1" fmla="*/ 99 h 99"/>
                  <a:gd name="T2" fmla="*/ 31 w 66"/>
                  <a:gd name="T3" fmla="*/ 98 h 99"/>
                  <a:gd name="T4" fmla="*/ 0 w 66"/>
                  <a:gd name="T5" fmla="*/ 27 h 99"/>
                  <a:gd name="T6" fmla="*/ 0 w 66"/>
                  <a:gd name="T7" fmla="*/ 25 h 99"/>
                  <a:gd name="T8" fmla="*/ 1 w 66"/>
                  <a:gd name="T9" fmla="*/ 24 h 99"/>
                  <a:gd name="T10" fmla="*/ 63 w 66"/>
                  <a:gd name="T11" fmla="*/ 0 h 99"/>
                  <a:gd name="T12" fmla="*/ 65 w 66"/>
                  <a:gd name="T13" fmla="*/ 0 h 99"/>
                  <a:gd name="T14" fmla="*/ 65 w 66"/>
                  <a:gd name="T15" fmla="*/ 2 h 99"/>
                  <a:gd name="T16" fmla="*/ 34 w 66"/>
                  <a:gd name="T17" fmla="*/ 98 h 99"/>
                  <a:gd name="T18" fmla="*/ 33 w 66"/>
                  <a:gd name="T19" fmla="*/ 99 h 99"/>
                  <a:gd name="T20" fmla="*/ 4 w 66"/>
                  <a:gd name="T21" fmla="*/ 27 h 99"/>
                  <a:gd name="T22" fmla="*/ 33 w 66"/>
                  <a:gd name="T23" fmla="*/ 93 h 99"/>
                  <a:gd name="T24" fmla="*/ 61 w 66"/>
                  <a:gd name="T25" fmla="*/ 4 h 99"/>
                  <a:gd name="T26" fmla="*/ 4 w 66"/>
                  <a:gd name="T27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99">
                    <a:moveTo>
                      <a:pt x="33" y="99"/>
                    </a:moveTo>
                    <a:cubicBezTo>
                      <a:pt x="32" y="99"/>
                      <a:pt x="32" y="99"/>
                      <a:pt x="31" y="9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6"/>
                      <a:pt x="0" y="26"/>
                      <a:pt x="0" y="25"/>
                    </a:cubicBezTo>
                    <a:cubicBezTo>
                      <a:pt x="1" y="25"/>
                      <a:pt x="1" y="25"/>
                      <a:pt x="1" y="2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6" y="1"/>
                      <a:pt x="65" y="2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9"/>
                      <a:pt x="34" y="99"/>
                      <a:pt x="33" y="99"/>
                    </a:cubicBezTo>
                    <a:close/>
                    <a:moveTo>
                      <a:pt x="4" y="27"/>
                    </a:moveTo>
                    <a:cubicBezTo>
                      <a:pt x="33" y="93"/>
                      <a:pt x="33" y="93"/>
                      <a:pt x="33" y="93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2" name="Freeform 1035"/>
              <p:cNvSpPr>
                <a:spLocks noEditPoints="1"/>
              </p:cNvSpPr>
              <p:nvPr userDrawn="1"/>
            </p:nvSpPr>
            <p:spPr bwMode="auto">
              <a:xfrm>
                <a:off x="1217" y="567"/>
                <a:ext cx="58" cy="128"/>
              </a:xfrm>
              <a:custGeom>
                <a:avLst/>
                <a:gdLst>
                  <a:gd name="T0" fmla="*/ 2 w 47"/>
                  <a:gd name="T1" fmla="*/ 104 h 104"/>
                  <a:gd name="T2" fmla="*/ 1 w 47"/>
                  <a:gd name="T3" fmla="*/ 104 h 104"/>
                  <a:gd name="T4" fmla="*/ 0 w 47"/>
                  <a:gd name="T5" fmla="*/ 102 h 104"/>
                  <a:gd name="T6" fmla="*/ 12 w 47"/>
                  <a:gd name="T7" fmla="*/ 2 h 104"/>
                  <a:gd name="T8" fmla="*/ 14 w 47"/>
                  <a:gd name="T9" fmla="*/ 0 h 104"/>
                  <a:gd name="T10" fmla="*/ 16 w 47"/>
                  <a:gd name="T11" fmla="*/ 1 h 104"/>
                  <a:gd name="T12" fmla="*/ 46 w 47"/>
                  <a:gd name="T13" fmla="*/ 73 h 104"/>
                  <a:gd name="T14" fmla="*/ 46 w 47"/>
                  <a:gd name="T15" fmla="*/ 75 h 104"/>
                  <a:gd name="T16" fmla="*/ 3 w 47"/>
                  <a:gd name="T17" fmla="*/ 104 h 104"/>
                  <a:gd name="T18" fmla="*/ 2 w 47"/>
                  <a:gd name="T19" fmla="*/ 104 h 104"/>
                  <a:gd name="T20" fmla="*/ 15 w 47"/>
                  <a:gd name="T21" fmla="*/ 8 h 104"/>
                  <a:gd name="T22" fmla="*/ 4 w 47"/>
                  <a:gd name="T23" fmla="*/ 99 h 104"/>
                  <a:gd name="T24" fmla="*/ 43 w 47"/>
                  <a:gd name="T25" fmla="*/ 73 h 104"/>
                  <a:gd name="T26" fmla="*/ 15 w 47"/>
                  <a:gd name="T27" fmla="*/ 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104">
                    <a:moveTo>
                      <a:pt x="2" y="104"/>
                    </a:moveTo>
                    <a:cubicBezTo>
                      <a:pt x="1" y="104"/>
                      <a:pt x="1" y="104"/>
                      <a:pt x="1" y="104"/>
                    </a:cubicBezTo>
                    <a:cubicBezTo>
                      <a:pt x="0" y="104"/>
                      <a:pt x="0" y="103"/>
                      <a:pt x="0" y="10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3" y="0"/>
                      <a:pt x="14" y="0"/>
                    </a:cubicBezTo>
                    <a:cubicBezTo>
                      <a:pt x="14" y="0"/>
                      <a:pt x="15" y="1"/>
                      <a:pt x="16" y="1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7" y="73"/>
                      <a:pt x="46" y="74"/>
                      <a:pt x="46" y="75"/>
                    </a:cubicBezTo>
                    <a:cubicBezTo>
                      <a:pt x="3" y="104"/>
                      <a:pt x="3" y="104"/>
                      <a:pt x="3" y="104"/>
                    </a:cubicBezTo>
                    <a:lnTo>
                      <a:pt x="2" y="104"/>
                    </a:lnTo>
                    <a:close/>
                    <a:moveTo>
                      <a:pt x="15" y="8"/>
                    </a:moveTo>
                    <a:cubicBezTo>
                      <a:pt x="4" y="99"/>
                      <a:pt x="4" y="99"/>
                      <a:pt x="4" y="99"/>
                    </a:cubicBezTo>
                    <a:cubicBezTo>
                      <a:pt x="43" y="73"/>
                      <a:pt x="43" y="73"/>
                      <a:pt x="43" y="73"/>
                    </a:cubicBezTo>
                    <a:lnTo>
                      <a:pt x="1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3" name="Freeform 1036"/>
              <p:cNvSpPr>
                <a:spLocks noEditPoints="1"/>
              </p:cNvSpPr>
              <p:nvPr userDrawn="1"/>
            </p:nvSpPr>
            <p:spPr bwMode="auto">
              <a:xfrm>
                <a:off x="1167" y="692"/>
                <a:ext cx="81" cy="63"/>
              </a:xfrm>
              <a:custGeom>
                <a:avLst/>
                <a:gdLst>
                  <a:gd name="T0" fmla="*/ 2 w 65"/>
                  <a:gd name="T1" fmla="*/ 51 h 51"/>
                  <a:gd name="T2" fmla="*/ 0 w 65"/>
                  <a:gd name="T3" fmla="*/ 50 h 51"/>
                  <a:gd name="T4" fmla="*/ 1 w 65"/>
                  <a:gd name="T5" fmla="*/ 49 h 51"/>
                  <a:gd name="T6" fmla="*/ 40 w 65"/>
                  <a:gd name="T7" fmla="*/ 0 h 51"/>
                  <a:gd name="T8" fmla="*/ 42 w 65"/>
                  <a:gd name="T9" fmla="*/ 0 h 51"/>
                  <a:gd name="T10" fmla="*/ 43 w 65"/>
                  <a:gd name="T11" fmla="*/ 1 h 51"/>
                  <a:gd name="T12" fmla="*/ 65 w 65"/>
                  <a:gd name="T13" fmla="*/ 44 h 51"/>
                  <a:gd name="T14" fmla="*/ 65 w 65"/>
                  <a:gd name="T15" fmla="*/ 46 h 51"/>
                  <a:gd name="T16" fmla="*/ 63 w 65"/>
                  <a:gd name="T17" fmla="*/ 47 h 51"/>
                  <a:gd name="T18" fmla="*/ 2 w 65"/>
                  <a:gd name="T19" fmla="*/ 51 h 51"/>
                  <a:gd name="T20" fmla="*/ 41 w 65"/>
                  <a:gd name="T21" fmla="*/ 5 h 51"/>
                  <a:gd name="T22" fmla="*/ 6 w 65"/>
                  <a:gd name="T23" fmla="*/ 48 h 51"/>
                  <a:gd name="T24" fmla="*/ 61 w 65"/>
                  <a:gd name="T25" fmla="*/ 44 h 51"/>
                  <a:gd name="T26" fmla="*/ 41 w 65"/>
                  <a:gd name="T27" fmla="*/ 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51">
                    <a:moveTo>
                      <a:pt x="2" y="51"/>
                    </a:moveTo>
                    <a:cubicBezTo>
                      <a:pt x="1" y="51"/>
                      <a:pt x="1" y="51"/>
                      <a:pt x="0" y="50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1" y="0"/>
                      <a:pt x="41" y="0"/>
                      <a:pt x="42" y="0"/>
                    </a:cubicBezTo>
                    <a:cubicBezTo>
                      <a:pt x="42" y="0"/>
                      <a:pt x="43" y="0"/>
                      <a:pt x="43" y="1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5" y="45"/>
                      <a:pt x="65" y="46"/>
                      <a:pt x="65" y="46"/>
                    </a:cubicBezTo>
                    <a:cubicBezTo>
                      <a:pt x="64" y="47"/>
                      <a:pt x="64" y="47"/>
                      <a:pt x="63" y="47"/>
                    </a:cubicBezTo>
                    <a:cubicBezTo>
                      <a:pt x="2" y="51"/>
                      <a:pt x="2" y="51"/>
                      <a:pt x="2" y="51"/>
                    </a:cubicBezTo>
                    <a:close/>
                    <a:moveTo>
                      <a:pt x="41" y="5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61" y="44"/>
                      <a:pt x="61" y="44"/>
                      <a:pt x="61" y="44"/>
                    </a:cubicBezTo>
                    <a:lnTo>
                      <a:pt x="4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4" name="Freeform 1037"/>
              <p:cNvSpPr>
                <a:spLocks noEditPoints="1"/>
              </p:cNvSpPr>
              <p:nvPr userDrawn="1"/>
            </p:nvSpPr>
            <p:spPr bwMode="auto">
              <a:xfrm>
                <a:off x="1167" y="746"/>
                <a:ext cx="81" cy="94"/>
              </a:xfrm>
              <a:custGeom>
                <a:avLst/>
                <a:gdLst>
                  <a:gd name="T0" fmla="*/ 22 w 65"/>
                  <a:gd name="T1" fmla="*/ 76 h 76"/>
                  <a:gd name="T2" fmla="*/ 22 w 65"/>
                  <a:gd name="T3" fmla="*/ 76 h 76"/>
                  <a:gd name="T4" fmla="*/ 20 w 65"/>
                  <a:gd name="T5" fmla="*/ 75 h 76"/>
                  <a:gd name="T6" fmla="*/ 0 w 65"/>
                  <a:gd name="T7" fmla="*/ 6 h 76"/>
                  <a:gd name="T8" fmla="*/ 0 w 65"/>
                  <a:gd name="T9" fmla="*/ 5 h 76"/>
                  <a:gd name="T10" fmla="*/ 2 w 65"/>
                  <a:gd name="T11" fmla="*/ 4 h 76"/>
                  <a:gd name="T12" fmla="*/ 63 w 65"/>
                  <a:gd name="T13" fmla="*/ 0 h 76"/>
                  <a:gd name="T14" fmla="*/ 65 w 65"/>
                  <a:gd name="T15" fmla="*/ 0 h 76"/>
                  <a:gd name="T16" fmla="*/ 65 w 65"/>
                  <a:gd name="T17" fmla="*/ 2 h 76"/>
                  <a:gd name="T18" fmla="*/ 23 w 65"/>
                  <a:gd name="T19" fmla="*/ 75 h 76"/>
                  <a:gd name="T20" fmla="*/ 22 w 65"/>
                  <a:gd name="T21" fmla="*/ 76 h 76"/>
                  <a:gd name="T22" fmla="*/ 4 w 65"/>
                  <a:gd name="T23" fmla="*/ 7 h 76"/>
                  <a:gd name="T24" fmla="*/ 22 w 65"/>
                  <a:gd name="T25" fmla="*/ 70 h 76"/>
                  <a:gd name="T26" fmla="*/ 60 w 65"/>
                  <a:gd name="T27" fmla="*/ 3 h 76"/>
                  <a:gd name="T28" fmla="*/ 4 w 65"/>
                  <a:gd name="T29" fmla="*/ 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6">
                    <a:moveTo>
                      <a:pt x="22" y="76"/>
                    </a:moveTo>
                    <a:cubicBezTo>
                      <a:pt x="22" y="76"/>
                      <a:pt x="22" y="76"/>
                      <a:pt x="22" y="76"/>
                    </a:cubicBezTo>
                    <a:cubicBezTo>
                      <a:pt x="21" y="76"/>
                      <a:pt x="20" y="75"/>
                      <a:pt x="20" y="7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1" y="4"/>
                      <a:pt x="1" y="4"/>
                      <a:pt x="2" y="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5" y="2"/>
                      <a:pt x="65" y="2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3" y="75"/>
                      <a:pt x="22" y="76"/>
                      <a:pt x="22" y="76"/>
                    </a:cubicBezTo>
                    <a:close/>
                    <a:moveTo>
                      <a:pt x="4" y="7"/>
                    </a:moveTo>
                    <a:cubicBezTo>
                      <a:pt x="22" y="70"/>
                      <a:pt x="22" y="70"/>
                      <a:pt x="22" y="70"/>
                    </a:cubicBezTo>
                    <a:cubicBezTo>
                      <a:pt x="60" y="3"/>
                      <a:pt x="60" y="3"/>
                      <a:pt x="60" y="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5" name="Freeform 1038"/>
              <p:cNvSpPr>
                <a:spLocks noEditPoints="1"/>
              </p:cNvSpPr>
              <p:nvPr userDrawn="1"/>
            </p:nvSpPr>
            <p:spPr bwMode="auto">
              <a:xfrm>
                <a:off x="1203" y="520"/>
                <a:ext cx="109" cy="113"/>
              </a:xfrm>
              <a:custGeom>
                <a:avLst/>
                <a:gdLst>
                  <a:gd name="T0" fmla="*/ 2 w 88"/>
                  <a:gd name="T1" fmla="*/ 92 h 92"/>
                  <a:gd name="T2" fmla="*/ 1 w 88"/>
                  <a:gd name="T3" fmla="*/ 91 h 92"/>
                  <a:gd name="T4" fmla="*/ 0 w 88"/>
                  <a:gd name="T5" fmla="*/ 89 h 92"/>
                  <a:gd name="T6" fmla="*/ 54 w 88"/>
                  <a:gd name="T7" fmla="*/ 1 h 92"/>
                  <a:gd name="T8" fmla="*/ 57 w 88"/>
                  <a:gd name="T9" fmla="*/ 0 h 92"/>
                  <a:gd name="T10" fmla="*/ 87 w 88"/>
                  <a:gd name="T11" fmla="*/ 14 h 92"/>
                  <a:gd name="T12" fmla="*/ 88 w 88"/>
                  <a:gd name="T13" fmla="*/ 15 h 92"/>
                  <a:gd name="T14" fmla="*/ 88 w 88"/>
                  <a:gd name="T15" fmla="*/ 17 h 92"/>
                  <a:gd name="T16" fmla="*/ 3 w 88"/>
                  <a:gd name="T17" fmla="*/ 91 h 92"/>
                  <a:gd name="T18" fmla="*/ 2 w 88"/>
                  <a:gd name="T19" fmla="*/ 92 h 92"/>
                  <a:gd name="T20" fmla="*/ 57 w 88"/>
                  <a:gd name="T21" fmla="*/ 4 h 92"/>
                  <a:gd name="T22" fmla="*/ 9 w 88"/>
                  <a:gd name="T23" fmla="*/ 82 h 92"/>
                  <a:gd name="T24" fmla="*/ 84 w 88"/>
                  <a:gd name="T25" fmla="*/ 16 h 92"/>
                  <a:gd name="T26" fmla="*/ 57 w 88"/>
                  <a:gd name="T27" fmla="*/ 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2">
                    <a:moveTo>
                      <a:pt x="2" y="92"/>
                    </a:moveTo>
                    <a:cubicBezTo>
                      <a:pt x="1" y="92"/>
                      <a:pt x="1" y="92"/>
                      <a:pt x="1" y="91"/>
                    </a:cubicBezTo>
                    <a:cubicBezTo>
                      <a:pt x="0" y="91"/>
                      <a:pt x="0" y="90"/>
                      <a:pt x="0" y="89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8" y="14"/>
                      <a:pt x="88" y="15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3" y="91"/>
                      <a:pt x="3" y="91"/>
                      <a:pt x="3" y="91"/>
                    </a:cubicBezTo>
                    <a:cubicBezTo>
                      <a:pt x="3" y="92"/>
                      <a:pt x="2" y="92"/>
                      <a:pt x="2" y="92"/>
                    </a:cubicBezTo>
                    <a:close/>
                    <a:moveTo>
                      <a:pt x="57" y="4"/>
                    </a:moveTo>
                    <a:cubicBezTo>
                      <a:pt x="9" y="82"/>
                      <a:pt x="9" y="82"/>
                      <a:pt x="9" y="82"/>
                    </a:cubicBezTo>
                    <a:cubicBezTo>
                      <a:pt x="84" y="16"/>
                      <a:pt x="84" y="16"/>
                      <a:pt x="84" y="16"/>
                    </a:cubicBezTo>
                    <a:lnTo>
                      <a:pt x="5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6" name="Freeform 1039"/>
              <p:cNvSpPr>
                <a:spLocks noEditPoints="1"/>
              </p:cNvSpPr>
              <p:nvPr userDrawn="1"/>
            </p:nvSpPr>
            <p:spPr bwMode="auto">
              <a:xfrm>
                <a:off x="2384" y="870"/>
                <a:ext cx="50" cy="105"/>
              </a:xfrm>
              <a:custGeom>
                <a:avLst/>
                <a:gdLst>
                  <a:gd name="T0" fmla="*/ 10 w 41"/>
                  <a:gd name="T1" fmla="*/ 85 h 85"/>
                  <a:gd name="T2" fmla="*/ 9 w 41"/>
                  <a:gd name="T3" fmla="*/ 85 h 85"/>
                  <a:gd name="T4" fmla="*/ 8 w 41"/>
                  <a:gd name="T5" fmla="*/ 83 h 85"/>
                  <a:gd name="T6" fmla="*/ 0 w 41"/>
                  <a:gd name="T7" fmla="*/ 2 h 85"/>
                  <a:gd name="T8" fmla="*/ 1 w 41"/>
                  <a:gd name="T9" fmla="*/ 0 h 85"/>
                  <a:gd name="T10" fmla="*/ 3 w 41"/>
                  <a:gd name="T11" fmla="*/ 1 h 85"/>
                  <a:gd name="T12" fmla="*/ 40 w 41"/>
                  <a:gd name="T13" fmla="*/ 63 h 85"/>
                  <a:gd name="T14" fmla="*/ 40 w 41"/>
                  <a:gd name="T15" fmla="*/ 65 h 85"/>
                  <a:gd name="T16" fmla="*/ 10 w 41"/>
                  <a:gd name="T17" fmla="*/ 85 h 85"/>
                  <a:gd name="T18" fmla="*/ 11 w 41"/>
                  <a:gd name="T19" fmla="*/ 84 h 85"/>
                  <a:gd name="T20" fmla="*/ 11 w 41"/>
                  <a:gd name="T21" fmla="*/ 84 h 85"/>
                  <a:gd name="T22" fmla="*/ 4 w 41"/>
                  <a:gd name="T23" fmla="*/ 9 h 85"/>
                  <a:gd name="T24" fmla="*/ 12 w 41"/>
                  <a:gd name="T25" fmla="*/ 81 h 85"/>
                  <a:gd name="T26" fmla="*/ 37 w 41"/>
                  <a:gd name="T27" fmla="*/ 63 h 85"/>
                  <a:gd name="T28" fmla="*/ 4 w 41"/>
                  <a:gd name="T29" fmla="*/ 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5">
                    <a:moveTo>
                      <a:pt x="10" y="85"/>
                    </a:move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8" y="84"/>
                      <a:pt x="8" y="83"/>
                    </a:cubicBezTo>
                    <a:cubicBezTo>
                      <a:pt x="9" y="79"/>
                      <a:pt x="3" y="31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1" y="63"/>
                      <a:pt x="41" y="64"/>
                      <a:pt x="40" y="65"/>
                    </a:cubicBezTo>
                    <a:cubicBezTo>
                      <a:pt x="17" y="83"/>
                      <a:pt x="12" y="85"/>
                      <a:pt x="10" y="85"/>
                    </a:cubicBezTo>
                    <a:close/>
                    <a:moveTo>
                      <a:pt x="11" y="84"/>
                    </a:moveTo>
                    <a:cubicBezTo>
                      <a:pt x="11" y="84"/>
                      <a:pt x="11" y="84"/>
                      <a:pt x="11" y="84"/>
                    </a:cubicBezTo>
                    <a:close/>
                    <a:moveTo>
                      <a:pt x="4" y="9"/>
                    </a:moveTo>
                    <a:cubicBezTo>
                      <a:pt x="6" y="29"/>
                      <a:pt x="12" y="70"/>
                      <a:pt x="12" y="81"/>
                    </a:cubicBezTo>
                    <a:cubicBezTo>
                      <a:pt x="16" y="79"/>
                      <a:pt x="27" y="71"/>
                      <a:pt x="37" y="63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7" name="Freeform 1040"/>
              <p:cNvSpPr>
                <a:spLocks noEditPoints="1"/>
              </p:cNvSpPr>
              <p:nvPr userDrawn="1"/>
            </p:nvSpPr>
            <p:spPr bwMode="auto">
              <a:xfrm>
                <a:off x="2275" y="15"/>
                <a:ext cx="50" cy="106"/>
              </a:xfrm>
              <a:custGeom>
                <a:avLst/>
                <a:gdLst>
                  <a:gd name="T0" fmla="*/ 10 w 41"/>
                  <a:gd name="T1" fmla="*/ 86 h 86"/>
                  <a:gd name="T2" fmla="*/ 9 w 41"/>
                  <a:gd name="T3" fmla="*/ 86 h 86"/>
                  <a:gd name="T4" fmla="*/ 8 w 41"/>
                  <a:gd name="T5" fmla="*/ 83 h 86"/>
                  <a:gd name="T6" fmla="*/ 0 w 41"/>
                  <a:gd name="T7" fmla="*/ 2 h 86"/>
                  <a:gd name="T8" fmla="*/ 1 w 41"/>
                  <a:gd name="T9" fmla="*/ 1 h 86"/>
                  <a:gd name="T10" fmla="*/ 3 w 41"/>
                  <a:gd name="T11" fmla="*/ 1 h 86"/>
                  <a:gd name="T12" fmla="*/ 41 w 41"/>
                  <a:gd name="T13" fmla="*/ 64 h 86"/>
                  <a:gd name="T14" fmla="*/ 40 w 41"/>
                  <a:gd name="T15" fmla="*/ 66 h 86"/>
                  <a:gd name="T16" fmla="*/ 10 w 41"/>
                  <a:gd name="T17" fmla="*/ 86 h 86"/>
                  <a:gd name="T18" fmla="*/ 12 w 41"/>
                  <a:gd name="T19" fmla="*/ 85 h 86"/>
                  <a:gd name="T20" fmla="*/ 12 w 41"/>
                  <a:gd name="T21" fmla="*/ 85 h 86"/>
                  <a:gd name="T22" fmla="*/ 4 w 41"/>
                  <a:gd name="T23" fmla="*/ 10 h 86"/>
                  <a:gd name="T24" fmla="*/ 12 w 41"/>
                  <a:gd name="T25" fmla="*/ 82 h 86"/>
                  <a:gd name="T26" fmla="*/ 37 w 41"/>
                  <a:gd name="T27" fmla="*/ 64 h 86"/>
                  <a:gd name="T28" fmla="*/ 4 w 41"/>
                  <a:gd name="T29" fmla="*/ 1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6">
                    <a:moveTo>
                      <a:pt x="10" y="86"/>
                    </a:moveTo>
                    <a:cubicBezTo>
                      <a:pt x="10" y="86"/>
                      <a:pt x="9" y="86"/>
                      <a:pt x="9" y="86"/>
                    </a:cubicBezTo>
                    <a:cubicBezTo>
                      <a:pt x="9" y="85"/>
                      <a:pt x="8" y="85"/>
                      <a:pt x="8" y="83"/>
                    </a:cubicBezTo>
                    <a:cubicBezTo>
                      <a:pt x="9" y="80"/>
                      <a:pt x="4" y="3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1" y="64"/>
                      <a:pt x="41" y="65"/>
                      <a:pt x="40" y="66"/>
                    </a:cubicBezTo>
                    <a:cubicBezTo>
                      <a:pt x="18" y="83"/>
                      <a:pt x="12" y="86"/>
                      <a:pt x="10" y="86"/>
                    </a:cubicBezTo>
                    <a:close/>
                    <a:moveTo>
                      <a:pt x="12" y="85"/>
                    </a:moveTo>
                    <a:cubicBezTo>
                      <a:pt x="12" y="85"/>
                      <a:pt x="12" y="85"/>
                      <a:pt x="12" y="85"/>
                    </a:cubicBezTo>
                    <a:close/>
                    <a:moveTo>
                      <a:pt x="4" y="10"/>
                    </a:moveTo>
                    <a:cubicBezTo>
                      <a:pt x="7" y="29"/>
                      <a:pt x="12" y="71"/>
                      <a:pt x="12" y="82"/>
                    </a:cubicBezTo>
                    <a:cubicBezTo>
                      <a:pt x="16" y="80"/>
                      <a:pt x="27" y="72"/>
                      <a:pt x="37" y="64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8" name="Freeform 1041"/>
              <p:cNvSpPr>
                <a:spLocks noEditPoints="1"/>
              </p:cNvSpPr>
              <p:nvPr userDrawn="1"/>
            </p:nvSpPr>
            <p:spPr bwMode="auto">
              <a:xfrm>
                <a:off x="2307" y="786"/>
                <a:ext cx="80" cy="88"/>
              </a:xfrm>
              <a:custGeom>
                <a:avLst/>
                <a:gdLst>
                  <a:gd name="T0" fmla="*/ 63 w 65"/>
                  <a:gd name="T1" fmla="*/ 71 h 71"/>
                  <a:gd name="T2" fmla="*/ 63 w 65"/>
                  <a:gd name="T3" fmla="*/ 71 h 71"/>
                  <a:gd name="T4" fmla="*/ 8 w 65"/>
                  <a:gd name="T5" fmla="*/ 47 h 71"/>
                  <a:gd name="T6" fmla="*/ 7 w 65"/>
                  <a:gd name="T7" fmla="*/ 46 h 71"/>
                  <a:gd name="T8" fmla="*/ 1 w 65"/>
                  <a:gd name="T9" fmla="*/ 2 h 71"/>
                  <a:gd name="T10" fmla="*/ 2 w 65"/>
                  <a:gd name="T11" fmla="*/ 0 h 71"/>
                  <a:gd name="T12" fmla="*/ 4 w 65"/>
                  <a:gd name="T13" fmla="*/ 1 h 71"/>
                  <a:gd name="T14" fmla="*/ 65 w 65"/>
                  <a:gd name="T15" fmla="*/ 68 h 71"/>
                  <a:gd name="T16" fmla="*/ 65 w 65"/>
                  <a:gd name="T17" fmla="*/ 70 h 71"/>
                  <a:gd name="T18" fmla="*/ 63 w 65"/>
                  <a:gd name="T19" fmla="*/ 71 h 71"/>
                  <a:gd name="T20" fmla="*/ 11 w 65"/>
                  <a:gd name="T21" fmla="*/ 45 h 71"/>
                  <a:gd name="T22" fmla="*/ 57 w 65"/>
                  <a:gd name="T23" fmla="*/ 65 h 71"/>
                  <a:gd name="T24" fmla="*/ 5 w 65"/>
                  <a:gd name="T25" fmla="*/ 7 h 71"/>
                  <a:gd name="T26" fmla="*/ 11 w 65"/>
                  <a:gd name="T2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71">
                    <a:moveTo>
                      <a:pt x="63" y="71"/>
                    </a:moveTo>
                    <a:cubicBezTo>
                      <a:pt x="63" y="71"/>
                      <a:pt x="63" y="71"/>
                      <a:pt x="63" y="71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7" y="47"/>
                      <a:pt x="7" y="46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5" y="68"/>
                      <a:pt x="65" y="68"/>
                      <a:pt x="65" y="68"/>
                    </a:cubicBezTo>
                    <a:cubicBezTo>
                      <a:pt x="65" y="69"/>
                      <a:pt x="65" y="70"/>
                      <a:pt x="65" y="70"/>
                    </a:cubicBezTo>
                    <a:cubicBezTo>
                      <a:pt x="64" y="71"/>
                      <a:pt x="64" y="71"/>
                      <a:pt x="63" y="71"/>
                    </a:cubicBezTo>
                    <a:close/>
                    <a:moveTo>
                      <a:pt x="11" y="45"/>
                    </a:moveTo>
                    <a:cubicBezTo>
                      <a:pt x="57" y="65"/>
                      <a:pt x="57" y="65"/>
                      <a:pt x="57" y="65"/>
                    </a:cubicBezTo>
                    <a:cubicBezTo>
                      <a:pt x="5" y="7"/>
                      <a:pt x="5" y="7"/>
                      <a:pt x="5" y="7"/>
                    </a:cubicBezTo>
                    <a:lnTo>
                      <a:pt x="1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9" name="Freeform 1042"/>
              <p:cNvSpPr>
                <a:spLocks noEditPoints="1"/>
              </p:cNvSpPr>
              <p:nvPr userDrawn="1"/>
            </p:nvSpPr>
            <p:spPr bwMode="auto">
              <a:xfrm>
                <a:off x="2219" y="721"/>
                <a:ext cx="102" cy="123"/>
              </a:xfrm>
              <a:custGeom>
                <a:avLst/>
                <a:gdLst>
                  <a:gd name="T0" fmla="*/ 80 w 82"/>
                  <a:gd name="T1" fmla="*/ 99 h 99"/>
                  <a:gd name="T2" fmla="*/ 79 w 82"/>
                  <a:gd name="T3" fmla="*/ 99 h 99"/>
                  <a:gd name="T4" fmla="*/ 1 w 82"/>
                  <a:gd name="T5" fmla="*/ 3 h 99"/>
                  <a:gd name="T6" fmla="*/ 1 w 82"/>
                  <a:gd name="T7" fmla="*/ 1 h 99"/>
                  <a:gd name="T8" fmla="*/ 3 w 82"/>
                  <a:gd name="T9" fmla="*/ 0 h 99"/>
                  <a:gd name="T10" fmla="*/ 74 w 82"/>
                  <a:gd name="T11" fmla="*/ 53 h 99"/>
                  <a:gd name="T12" fmla="*/ 75 w 82"/>
                  <a:gd name="T13" fmla="*/ 54 h 99"/>
                  <a:gd name="T14" fmla="*/ 82 w 82"/>
                  <a:gd name="T15" fmla="*/ 98 h 99"/>
                  <a:gd name="T16" fmla="*/ 81 w 82"/>
                  <a:gd name="T17" fmla="*/ 99 h 99"/>
                  <a:gd name="T18" fmla="*/ 80 w 82"/>
                  <a:gd name="T19" fmla="*/ 99 h 99"/>
                  <a:gd name="T20" fmla="*/ 12 w 82"/>
                  <a:gd name="T21" fmla="*/ 11 h 99"/>
                  <a:gd name="T22" fmla="*/ 77 w 82"/>
                  <a:gd name="T23" fmla="*/ 92 h 99"/>
                  <a:gd name="T24" fmla="*/ 72 w 82"/>
                  <a:gd name="T25" fmla="*/ 55 h 99"/>
                  <a:gd name="T26" fmla="*/ 12 w 82"/>
                  <a:gd name="T27" fmla="*/ 11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99">
                    <a:moveTo>
                      <a:pt x="80" y="99"/>
                    </a:moveTo>
                    <a:cubicBezTo>
                      <a:pt x="80" y="99"/>
                      <a:pt x="79" y="99"/>
                      <a:pt x="79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5" y="53"/>
                      <a:pt x="75" y="53"/>
                      <a:pt x="75" y="54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2" y="98"/>
                      <a:pt x="81" y="99"/>
                      <a:pt x="81" y="99"/>
                    </a:cubicBezTo>
                    <a:lnTo>
                      <a:pt x="80" y="99"/>
                    </a:lnTo>
                    <a:close/>
                    <a:moveTo>
                      <a:pt x="12" y="11"/>
                    </a:moveTo>
                    <a:cubicBezTo>
                      <a:pt x="77" y="92"/>
                      <a:pt x="77" y="92"/>
                      <a:pt x="77" y="92"/>
                    </a:cubicBezTo>
                    <a:cubicBezTo>
                      <a:pt x="72" y="55"/>
                      <a:pt x="72" y="55"/>
                      <a:pt x="72" y="55"/>
                    </a:cubicBezTo>
                    <a:lnTo>
                      <a:pt x="1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0" name="Freeform 1043"/>
              <p:cNvSpPr>
                <a:spLocks noEditPoints="1"/>
              </p:cNvSpPr>
              <p:nvPr userDrawn="1"/>
            </p:nvSpPr>
            <p:spPr bwMode="auto">
              <a:xfrm>
                <a:off x="2120" y="672"/>
                <a:ext cx="104" cy="55"/>
              </a:xfrm>
              <a:custGeom>
                <a:avLst/>
                <a:gdLst>
                  <a:gd name="T0" fmla="*/ 20 w 84"/>
                  <a:gd name="T1" fmla="*/ 45 h 45"/>
                  <a:gd name="T2" fmla="*/ 18 w 84"/>
                  <a:gd name="T3" fmla="*/ 44 h 45"/>
                  <a:gd name="T4" fmla="*/ 0 w 84"/>
                  <a:gd name="T5" fmla="*/ 2 h 45"/>
                  <a:gd name="T6" fmla="*/ 0 w 84"/>
                  <a:gd name="T7" fmla="*/ 0 h 45"/>
                  <a:gd name="T8" fmla="*/ 2 w 84"/>
                  <a:gd name="T9" fmla="*/ 0 h 45"/>
                  <a:gd name="T10" fmla="*/ 83 w 84"/>
                  <a:gd name="T11" fmla="*/ 40 h 45"/>
                  <a:gd name="T12" fmla="*/ 84 w 84"/>
                  <a:gd name="T13" fmla="*/ 42 h 45"/>
                  <a:gd name="T14" fmla="*/ 82 w 84"/>
                  <a:gd name="T15" fmla="*/ 43 h 45"/>
                  <a:gd name="T16" fmla="*/ 20 w 84"/>
                  <a:gd name="T17" fmla="*/ 45 h 45"/>
                  <a:gd name="T18" fmla="*/ 5 w 84"/>
                  <a:gd name="T19" fmla="*/ 5 h 45"/>
                  <a:gd name="T20" fmla="*/ 21 w 84"/>
                  <a:gd name="T21" fmla="*/ 42 h 45"/>
                  <a:gd name="T22" fmla="*/ 76 w 84"/>
                  <a:gd name="T23" fmla="*/ 40 h 45"/>
                  <a:gd name="T24" fmla="*/ 5 w 84"/>
                  <a:gd name="T25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5">
                    <a:moveTo>
                      <a:pt x="20" y="45"/>
                    </a:moveTo>
                    <a:cubicBezTo>
                      <a:pt x="19" y="45"/>
                      <a:pt x="19" y="45"/>
                      <a:pt x="18" y="4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3" y="40"/>
                      <a:pt x="83" y="40"/>
                      <a:pt x="83" y="40"/>
                    </a:cubicBezTo>
                    <a:cubicBezTo>
                      <a:pt x="84" y="41"/>
                      <a:pt x="84" y="41"/>
                      <a:pt x="84" y="42"/>
                    </a:cubicBezTo>
                    <a:cubicBezTo>
                      <a:pt x="84" y="43"/>
                      <a:pt x="83" y="43"/>
                      <a:pt x="82" y="43"/>
                    </a:cubicBezTo>
                    <a:cubicBezTo>
                      <a:pt x="20" y="45"/>
                      <a:pt x="20" y="45"/>
                      <a:pt x="20" y="45"/>
                    </a:cubicBezTo>
                    <a:close/>
                    <a:moveTo>
                      <a:pt x="5" y="5"/>
                    </a:moveTo>
                    <a:cubicBezTo>
                      <a:pt x="21" y="42"/>
                      <a:pt x="21" y="42"/>
                      <a:pt x="21" y="42"/>
                    </a:cubicBezTo>
                    <a:cubicBezTo>
                      <a:pt x="76" y="40"/>
                      <a:pt x="76" y="40"/>
                      <a:pt x="76" y="40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1" name="Freeform 1044"/>
              <p:cNvSpPr>
                <a:spLocks noEditPoints="1"/>
              </p:cNvSpPr>
              <p:nvPr userDrawn="1"/>
            </p:nvSpPr>
            <p:spPr bwMode="auto">
              <a:xfrm>
                <a:off x="2012" y="647"/>
                <a:ext cx="112" cy="33"/>
              </a:xfrm>
              <a:custGeom>
                <a:avLst/>
                <a:gdLst>
                  <a:gd name="T0" fmla="*/ 21 w 90"/>
                  <a:gd name="T1" fmla="*/ 27 h 27"/>
                  <a:gd name="T2" fmla="*/ 20 w 90"/>
                  <a:gd name="T3" fmla="*/ 27 h 27"/>
                  <a:gd name="T4" fmla="*/ 1 w 90"/>
                  <a:gd name="T5" fmla="*/ 3 h 27"/>
                  <a:gd name="T6" fmla="*/ 0 w 90"/>
                  <a:gd name="T7" fmla="*/ 1 h 27"/>
                  <a:gd name="T8" fmla="*/ 2 w 90"/>
                  <a:gd name="T9" fmla="*/ 1 h 27"/>
                  <a:gd name="T10" fmla="*/ 89 w 90"/>
                  <a:gd name="T11" fmla="*/ 20 h 27"/>
                  <a:gd name="T12" fmla="*/ 90 w 90"/>
                  <a:gd name="T13" fmla="*/ 22 h 27"/>
                  <a:gd name="T14" fmla="*/ 89 w 90"/>
                  <a:gd name="T15" fmla="*/ 23 h 27"/>
                  <a:gd name="T16" fmla="*/ 21 w 90"/>
                  <a:gd name="T17" fmla="*/ 27 h 27"/>
                  <a:gd name="T18" fmla="*/ 6 w 90"/>
                  <a:gd name="T19" fmla="*/ 5 h 27"/>
                  <a:gd name="T20" fmla="*/ 22 w 90"/>
                  <a:gd name="T21" fmla="*/ 24 h 27"/>
                  <a:gd name="T22" fmla="*/ 76 w 90"/>
                  <a:gd name="T23" fmla="*/ 20 h 27"/>
                  <a:gd name="T24" fmla="*/ 6 w 90"/>
                  <a:gd name="T25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27">
                    <a:moveTo>
                      <a:pt x="21" y="27"/>
                    </a:moveTo>
                    <a:cubicBezTo>
                      <a:pt x="21" y="27"/>
                      <a:pt x="20" y="27"/>
                      <a:pt x="20" y="2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1"/>
                      <a:pt x="2" y="0"/>
                      <a:pt x="2" y="1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90" y="20"/>
                      <a:pt x="90" y="21"/>
                      <a:pt x="90" y="22"/>
                    </a:cubicBezTo>
                    <a:cubicBezTo>
                      <a:pt x="90" y="22"/>
                      <a:pt x="89" y="23"/>
                      <a:pt x="89" y="23"/>
                    </a:cubicBezTo>
                    <a:cubicBezTo>
                      <a:pt x="21" y="27"/>
                      <a:pt x="21" y="27"/>
                      <a:pt x="21" y="27"/>
                    </a:cubicBezTo>
                    <a:close/>
                    <a:moveTo>
                      <a:pt x="6" y="5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2" name="Freeform 104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25" cy="37"/>
              </a:xfrm>
              <a:custGeom>
                <a:avLst/>
                <a:gdLst>
                  <a:gd name="T0" fmla="*/ 99 w 101"/>
                  <a:gd name="T1" fmla="*/ 30 h 30"/>
                  <a:gd name="T2" fmla="*/ 99 w 101"/>
                  <a:gd name="T3" fmla="*/ 30 h 30"/>
                  <a:gd name="T4" fmla="*/ 1 w 101"/>
                  <a:gd name="T5" fmla="*/ 3 h 30"/>
                  <a:gd name="T6" fmla="*/ 0 w 101"/>
                  <a:gd name="T7" fmla="*/ 1 h 30"/>
                  <a:gd name="T8" fmla="*/ 2 w 101"/>
                  <a:gd name="T9" fmla="*/ 0 h 30"/>
                  <a:gd name="T10" fmla="*/ 80 w 101"/>
                  <a:gd name="T11" fmla="*/ 3 h 30"/>
                  <a:gd name="T12" fmla="*/ 81 w 101"/>
                  <a:gd name="T13" fmla="*/ 4 h 30"/>
                  <a:gd name="T14" fmla="*/ 101 w 101"/>
                  <a:gd name="T15" fmla="*/ 27 h 30"/>
                  <a:gd name="T16" fmla="*/ 101 w 101"/>
                  <a:gd name="T17" fmla="*/ 29 h 30"/>
                  <a:gd name="T18" fmla="*/ 99 w 101"/>
                  <a:gd name="T19" fmla="*/ 30 h 30"/>
                  <a:gd name="T20" fmla="*/ 17 w 101"/>
                  <a:gd name="T21" fmla="*/ 4 h 30"/>
                  <a:gd name="T22" fmla="*/ 95 w 101"/>
                  <a:gd name="T23" fmla="*/ 25 h 30"/>
                  <a:gd name="T24" fmla="*/ 79 w 101"/>
                  <a:gd name="T25" fmla="*/ 7 h 30"/>
                  <a:gd name="T26" fmla="*/ 17 w 101"/>
                  <a:gd name="T27" fmla="*/ 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30">
                    <a:moveTo>
                      <a:pt x="99" y="30"/>
                    </a:moveTo>
                    <a:cubicBezTo>
                      <a:pt x="99" y="30"/>
                      <a:pt x="99" y="30"/>
                      <a:pt x="99" y="3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0" y="3"/>
                      <a:pt x="80" y="3"/>
                      <a:pt x="80" y="3"/>
                    </a:cubicBezTo>
                    <a:cubicBezTo>
                      <a:pt x="80" y="3"/>
                      <a:pt x="81" y="4"/>
                      <a:pt x="81" y="4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8"/>
                      <a:pt x="101" y="29"/>
                      <a:pt x="101" y="29"/>
                    </a:cubicBezTo>
                    <a:cubicBezTo>
                      <a:pt x="100" y="30"/>
                      <a:pt x="100" y="30"/>
                      <a:pt x="99" y="30"/>
                    </a:cubicBezTo>
                    <a:close/>
                    <a:moveTo>
                      <a:pt x="17" y="4"/>
                    </a:moveTo>
                    <a:cubicBezTo>
                      <a:pt x="95" y="25"/>
                      <a:pt x="95" y="25"/>
                      <a:pt x="95" y="25"/>
                    </a:cubicBezTo>
                    <a:cubicBezTo>
                      <a:pt x="79" y="7"/>
                      <a:pt x="79" y="7"/>
                      <a:pt x="79" y="7"/>
                    </a:cubicBezTo>
                    <a:lnTo>
                      <a:pt x="1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3" name="Freeform 1046"/>
              <p:cNvSpPr>
                <a:spLocks noEditPoints="1"/>
              </p:cNvSpPr>
              <p:nvPr userDrawn="1"/>
            </p:nvSpPr>
            <p:spPr bwMode="auto">
              <a:xfrm>
                <a:off x="1834" y="643"/>
                <a:ext cx="86" cy="46"/>
              </a:xfrm>
              <a:custGeom>
                <a:avLst/>
                <a:gdLst>
                  <a:gd name="T0" fmla="*/ 7 w 69"/>
                  <a:gd name="T1" fmla="*/ 37 h 37"/>
                  <a:gd name="T2" fmla="*/ 6 w 69"/>
                  <a:gd name="T3" fmla="*/ 37 h 37"/>
                  <a:gd name="T4" fmla="*/ 5 w 69"/>
                  <a:gd name="T5" fmla="*/ 36 h 37"/>
                  <a:gd name="T6" fmla="*/ 0 w 69"/>
                  <a:gd name="T7" fmla="*/ 11 h 37"/>
                  <a:gd name="T8" fmla="*/ 0 w 69"/>
                  <a:gd name="T9" fmla="*/ 9 h 37"/>
                  <a:gd name="T10" fmla="*/ 2 w 69"/>
                  <a:gd name="T11" fmla="*/ 9 h 37"/>
                  <a:gd name="T12" fmla="*/ 67 w 69"/>
                  <a:gd name="T13" fmla="*/ 0 h 37"/>
                  <a:gd name="T14" fmla="*/ 69 w 69"/>
                  <a:gd name="T15" fmla="*/ 1 h 37"/>
                  <a:gd name="T16" fmla="*/ 68 w 69"/>
                  <a:gd name="T17" fmla="*/ 3 h 37"/>
                  <a:gd name="T18" fmla="*/ 7 w 69"/>
                  <a:gd name="T19" fmla="*/ 37 h 37"/>
                  <a:gd name="T20" fmla="*/ 4 w 69"/>
                  <a:gd name="T21" fmla="*/ 12 h 37"/>
                  <a:gd name="T22" fmla="*/ 8 w 69"/>
                  <a:gd name="T23" fmla="*/ 33 h 37"/>
                  <a:gd name="T24" fmla="*/ 59 w 69"/>
                  <a:gd name="T25" fmla="*/ 4 h 37"/>
                  <a:gd name="T26" fmla="*/ 4 w 69"/>
                  <a:gd name="T27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37">
                    <a:moveTo>
                      <a:pt x="7" y="37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6"/>
                      <a:pt x="5" y="3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8" y="0"/>
                      <a:pt x="69" y="0"/>
                      <a:pt x="69" y="1"/>
                    </a:cubicBezTo>
                    <a:cubicBezTo>
                      <a:pt x="69" y="2"/>
                      <a:pt x="69" y="3"/>
                      <a:pt x="68" y="3"/>
                    </a:cubicBezTo>
                    <a:cubicBezTo>
                      <a:pt x="7" y="37"/>
                      <a:pt x="7" y="37"/>
                      <a:pt x="7" y="37"/>
                    </a:cubicBezTo>
                    <a:close/>
                    <a:moveTo>
                      <a:pt x="4" y="12"/>
                    </a:moveTo>
                    <a:cubicBezTo>
                      <a:pt x="8" y="33"/>
                      <a:pt x="8" y="33"/>
                      <a:pt x="8" y="33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4" name="Freeform 1047"/>
              <p:cNvSpPr>
                <a:spLocks noEditPoints="1"/>
              </p:cNvSpPr>
              <p:nvPr userDrawn="1"/>
            </p:nvSpPr>
            <p:spPr bwMode="auto">
              <a:xfrm>
                <a:off x="1759" y="654"/>
                <a:ext cx="85" cy="35"/>
              </a:xfrm>
              <a:custGeom>
                <a:avLst/>
                <a:gdLst>
                  <a:gd name="T0" fmla="*/ 68 w 69"/>
                  <a:gd name="T1" fmla="*/ 28 h 28"/>
                  <a:gd name="T2" fmla="*/ 67 w 69"/>
                  <a:gd name="T3" fmla="*/ 28 h 28"/>
                  <a:gd name="T4" fmla="*/ 1 w 69"/>
                  <a:gd name="T5" fmla="*/ 22 h 28"/>
                  <a:gd name="T6" fmla="*/ 0 w 69"/>
                  <a:gd name="T7" fmla="*/ 21 h 28"/>
                  <a:gd name="T8" fmla="*/ 1 w 69"/>
                  <a:gd name="T9" fmla="*/ 19 h 28"/>
                  <a:gd name="T10" fmla="*/ 62 w 69"/>
                  <a:gd name="T11" fmla="*/ 0 h 28"/>
                  <a:gd name="T12" fmla="*/ 64 w 69"/>
                  <a:gd name="T13" fmla="*/ 0 h 28"/>
                  <a:gd name="T14" fmla="*/ 64 w 69"/>
                  <a:gd name="T15" fmla="*/ 1 h 28"/>
                  <a:gd name="T16" fmla="*/ 69 w 69"/>
                  <a:gd name="T17" fmla="*/ 26 h 28"/>
                  <a:gd name="T18" fmla="*/ 69 w 69"/>
                  <a:gd name="T19" fmla="*/ 28 h 28"/>
                  <a:gd name="T20" fmla="*/ 68 w 69"/>
                  <a:gd name="T21" fmla="*/ 28 h 28"/>
                  <a:gd name="T22" fmla="*/ 10 w 69"/>
                  <a:gd name="T23" fmla="*/ 20 h 28"/>
                  <a:gd name="T24" fmla="*/ 66 w 69"/>
                  <a:gd name="T25" fmla="*/ 25 h 28"/>
                  <a:gd name="T26" fmla="*/ 61 w 69"/>
                  <a:gd name="T27" fmla="*/ 4 h 28"/>
                  <a:gd name="T28" fmla="*/ 10 w 69"/>
                  <a:gd name="T2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28">
                    <a:moveTo>
                      <a:pt x="68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2"/>
                      <a:pt x="0" y="22"/>
                      <a:pt x="0" y="21"/>
                    </a:cubicBezTo>
                    <a:cubicBezTo>
                      <a:pt x="0" y="20"/>
                      <a:pt x="0" y="19"/>
                      <a:pt x="1" y="19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69" y="27"/>
                      <a:pt x="69" y="28"/>
                    </a:cubicBezTo>
                    <a:cubicBezTo>
                      <a:pt x="69" y="28"/>
                      <a:pt x="68" y="28"/>
                      <a:pt x="68" y="28"/>
                    </a:cubicBezTo>
                    <a:close/>
                    <a:moveTo>
                      <a:pt x="10" y="20"/>
                    </a:move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5" name="Freeform 1048"/>
              <p:cNvSpPr>
                <a:spLocks noEditPoints="1"/>
              </p:cNvSpPr>
              <p:nvPr userDrawn="1"/>
            </p:nvSpPr>
            <p:spPr bwMode="auto">
              <a:xfrm>
                <a:off x="1658" y="678"/>
                <a:ext cx="104" cy="61"/>
              </a:xfrm>
              <a:custGeom>
                <a:avLst/>
                <a:gdLst>
                  <a:gd name="T0" fmla="*/ 2 w 84"/>
                  <a:gd name="T1" fmla="*/ 49 h 49"/>
                  <a:gd name="T2" fmla="*/ 1 w 84"/>
                  <a:gd name="T3" fmla="*/ 48 h 49"/>
                  <a:gd name="T4" fmla="*/ 1 w 84"/>
                  <a:gd name="T5" fmla="*/ 46 h 49"/>
                  <a:gd name="T6" fmla="*/ 82 w 84"/>
                  <a:gd name="T7" fmla="*/ 0 h 49"/>
                  <a:gd name="T8" fmla="*/ 83 w 84"/>
                  <a:gd name="T9" fmla="*/ 0 h 49"/>
                  <a:gd name="T10" fmla="*/ 84 w 84"/>
                  <a:gd name="T11" fmla="*/ 2 h 49"/>
                  <a:gd name="T12" fmla="*/ 77 w 84"/>
                  <a:gd name="T13" fmla="*/ 47 h 49"/>
                  <a:gd name="T14" fmla="*/ 75 w 84"/>
                  <a:gd name="T15" fmla="*/ 48 h 49"/>
                  <a:gd name="T16" fmla="*/ 2 w 84"/>
                  <a:gd name="T17" fmla="*/ 49 h 49"/>
                  <a:gd name="T18" fmla="*/ 80 w 84"/>
                  <a:gd name="T19" fmla="*/ 5 h 49"/>
                  <a:gd name="T20" fmla="*/ 9 w 84"/>
                  <a:gd name="T21" fmla="*/ 46 h 49"/>
                  <a:gd name="T22" fmla="*/ 73 w 84"/>
                  <a:gd name="T23" fmla="*/ 45 h 49"/>
                  <a:gd name="T24" fmla="*/ 80 w 84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9">
                    <a:moveTo>
                      <a:pt x="2" y="49"/>
                    </a:moveTo>
                    <a:cubicBezTo>
                      <a:pt x="1" y="49"/>
                      <a:pt x="1" y="49"/>
                      <a:pt x="1" y="48"/>
                    </a:cubicBezTo>
                    <a:cubicBezTo>
                      <a:pt x="0" y="47"/>
                      <a:pt x="1" y="47"/>
                      <a:pt x="1" y="46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77" y="47"/>
                      <a:pt x="77" y="47"/>
                      <a:pt x="77" y="47"/>
                    </a:cubicBezTo>
                    <a:cubicBezTo>
                      <a:pt x="76" y="48"/>
                      <a:pt x="76" y="48"/>
                      <a:pt x="75" y="48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80" y="5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73" y="45"/>
                      <a:pt x="73" y="45"/>
                      <a:pt x="73" y="45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6" name="Freeform 1049"/>
              <p:cNvSpPr>
                <a:spLocks noEditPoints="1"/>
              </p:cNvSpPr>
              <p:nvPr userDrawn="1"/>
            </p:nvSpPr>
            <p:spPr bwMode="auto">
              <a:xfrm>
                <a:off x="1578" y="735"/>
                <a:ext cx="85" cy="116"/>
              </a:xfrm>
              <a:custGeom>
                <a:avLst/>
                <a:gdLst>
                  <a:gd name="T0" fmla="*/ 22 w 69"/>
                  <a:gd name="T1" fmla="*/ 94 h 94"/>
                  <a:gd name="T2" fmla="*/ 21 w 69"/>
                  <a:gd name="T3" fmla="*/ 94 h 94"/>
                  <a:gd name="T4" fmla="*/ 0 w 69"/>
                  <a:gd name="T5" fmla="*/ 67 h 94"/>
                  <a:gd name="T6" fmla="*/ 0 w 69"/>
                  <a:gd name="T7" fmla="*/ 65 h 94"/>
                  <a:gd name="T8" fmla="*/ 66 w 69"/>
                  <a:gd name="T9" fmla="*/ 0 h 94"/>
                  <a:gd name="T10" fmla="*/ 68 w 69"/>
                  <a:gd name="T11" fmla="*/ 0 h 94"/>
                  <a:gd name="T12" fmla="*/ 69 w 69"/>
                  <a:gd name="T13" fmla="*/ 2 h 94"/>
                  <a:gd name="T14" fmla="*/ 23 w 69"/>
                  <a:gd name="T15" fmla="*/ 93 h 94"/>
                  <a:gd name="T16" fmla="*/ 22 w 69"/>
                  <a:gd name="T17" fmla="*/ 94 h 94"/>
                  <a:gd name="T18" fmla="*/ 4 w 69"/>
                  <a:gd name="T19" fmla="*/ 66 h 94"/>
                  <a:gd name="T20" fmla="*/ 22 w 69"/>
                  <a:gd name="T21" fmla="*/ 89 h 94"/>
                  <a:gd name="T22" fmla="*/ 61 w 69"/>
                  <a:gd name="T23" fmla="*/ 10 h 94"/>
                  <a:gd name="T24" fmla="*/ 4 w 69"/>
                  <a:gd name="T25" fmla="*/ 6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9" h="94">
                    <a:moveTo>
                      <a:pt x="22" y="94"/>
                    </a:moveTo>
                    <a:cubicBezTo>
                      <a:pt x="21" y="94"/>
                      <a:pt x="21" y="94"/>
                      <a:pt x="21" y="94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6"/>
                      <a:pt x="0" y="65"/>
                      <a:pt x="0" y="65"/>
                    </a:cubicBezTo>
                    <a:cubicBezTo>
                      <a:pt x="3" y="61"/>
                      <a:pt x="63" y="3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9" y="1"/>
                      <a:pt x="69" y="2"/>
                      <a:pt x="69" y="2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3" y="94"/>
                      <a:pt x="23" y="94"/>
                      <a:pt x="22" y="94"/>
                    </a:cubicBezTo>
                    <a:close/>
                    <a:moveTo>
                      <a:pt x="4" y="66"/>
                    </a:moveTo>
                    <a:cubicBezTo>
                      <a:pt x="22" y="89"/>
                      <a:pt x="22" y="89"/>
                      <a:pt x="22" y="89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0" y="30"/>
                      <a:pt x="10" y="60"/>
                      <a:pt x="4" y="6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7" name="Freeform 1050"/>
              <p:cNvSpPr>
                <a:spLocks noEditPoints="1"/>
              </p:cNvSpPr>
              <p:nvPr userDrawn="1"/>
            </p:nvSpPr>
            <p:spPr bwMode="auto">
              <a:xfrm>
                <a:off x="1532" y="814"/>
                <a:ext cx="76" cy="77"/>
              </a:xfrm>
              <a:custGeom>
                <a:avLst/>
                <a:gdLst>
                  <a:gd name="T0" fmla="*/ 2 w 61"/>
                  <a:gd name="T1" fmla="*/ 62 h 62"/>
                  <a:gd name="T2" fmla="*/ 0 w 61"/>
                  <a:gd name="T3" fmla="*/ 61 h 62"/>
                  <a:gd name="T4" fmla="*/ 0 w 61"/>
                  <a:gd name="T5" fmla="*/ 59 h 62"/>
                  <a:gd name="T6" fmla="*/ 37 w 61"/>
                  <a:gd name="T7" fmla="*/ 1 h 62"/>
                  <a:gd name="T8" fmla="*/ 39 w 61"/>
                  <a:gd name="T9" fmla="*/ 0 h 62"/>
                  <a:gd name="T10" fmla="*/ 40 w 61"/>
                  <a:gd name="T11" fmla="*/ 1 h 62"/>
                  <a:gd name="T12" fmla="*/ 60 w 61"/>
                  <a:gd name="T13" fmla="*/ 27 h 62"/>
                  <a:gd name="T14" fmla="*/ 61 w 61"/>
                  <a:gd name="T15" fmla="*/ 29 h 62"/>
                  <a:gd name="T16" fmla="*/ 60 w 61"/>
                  <a:gd name="T17" fmla="*/ 30 h 62"/>
                  <a:gd name="T18" fmla="*/ 2 w 61"/>
                  <a:gd name="T19" fmla="*/ 61 h 62"/>
                  <a:gd name="T20" fmla="*/ 2 w 61"/>
                  <a:gd name="T21" fmla="*/ 62 h 62"/>
                  <a:gd name="T22" fmla="*/ 39 w 61"/>
                  <a:gd name="T23" fmla="*/ 5 h 62"/>
                  <a:gd name="T24" fmla="*/ 6 w 61"/>
                  <a:gd name="T25" fmla="*/ 55 h 62"/>
                  <a:gd name="T26" fmla="*/ 56 w 61"/>
                  <a:gd name="T27" fmla="*/ 28 h 62"/>
                  <a:gd name="T28" fmla="*/ 39 w 61"/>
                  <a:gd name="T29" fmla="*/ 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1" h="62">
                    <a:moveTo>
                      <a:pt x="2" y="62"/>
                    </a:moveTo>
                    <a:cubicBezTo>
                      <a:pt x="1" y="62"/>
                      <a:pt x="1" y="61"/>
                      <a:pt x="0" y="61"/>
                    </a:cubicBezTo>
                    <a:cubicBezTo>
                      <a:pt x="0" y="61"/>
                      <a:pt x="0" y="60"/>
                      <a:pt x="0" y="59"/>
                    </a:cubicBezTo>
                    <a:cubicBezTo>
                      <a:pt x="2" y="56"/>
                      <a:pt x="36" y="3"/>
                      <a:pt x="37" y="1"/>
                    </a:cubicBezTo>
                    <a:cubicBezTo>
                      <a:pt x="38" y="0"/>
                      <a:pt x="38" y="0"/>
                      <a:pt x="39" y="0"/>
                    </a:cubicBezTo>
                    <a:cubicBezTo>
                      <a:pt x="39" y="0"/>
                      <a:pt x="40" y="0"/>
                      <a:pt x="40" y="1"/>
                    </a:cubicBezTo>
                    <a:cubicBezTo>
                      <a:pt x="60" y="27"/>
                      <a:pt x="60" y="27"/>
                      <a:pt x="60" y="27"/>
                    </a:cubicBezTo>
                    <a:cubicBezTo>
                      <a:pt x="61" y="28"/>
                      <a:pt x="61" y="28"/>
                      <a:pt x="61" y="29"/>
                    </a:cubicBezTo>
                    <a:cubicBezTo>
                      <a:pt x="60" y="29"/>
                      <a:pt x="60" y="30"/>
                      <a:pt x="60" y="30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2" y="62"/>
                    </a:lnTo>
                    <a:close/>
                    <a:moveTo>
                      <a:pt x="39" y="5"/>
                    </a:moveTo>
                    <a:cubicBezTo>
                      <a:pt x="30" y="18"/>
                      <a:pt x="13" y="44"/>
                      <a:pt x="6" y="55"/>
                    </a:cubicBezTo>
                    <a:cubicBezTo>
                      <a:pt x="56" y="28"/>
                      <a:pt x="56" y="28"/>
                      <a:pt x="56" y="28"/>
                    </a:cubicBezTo>
                    <a:lnTo>
                      <a:pt x="3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8" name="Freeform 1051"/>
              <p:cNvSpPr>
                <a:spLocks noEditPoints="1"/>
              </p:cNvSpPr>
              <p:nvPr userDrawn="1"/>
            </p:nvSpPr>
            <p:spPr bwMode="auto">
              <a:xfrm>
                <a:off x="1494" y="886"/>
                <a:ext cx="42" cy="113"/>
              </a:xfrm>
              <a:custGeom>
                <a:avLst/>
                <a:gdLst>
                  <a:gd name="T0" fmla="*/ 2 w 34"/>
                  <a:gd name="T1" fmla="*/ 91 h 91"/>
                  <a:gd name="T2" fmla="*/ 1 w 34"/>
                  <a:gd name="T3" fmla="*/ 90 h 91"/>
                  <a:gd name="T4" fmla="*/ 0 w 34"/>
                  <a:gd name="T5" fmla="*/ 89 h 91"/>
                  <a:gd name="T6" fmla="*/ 31 w 34"/>
                  <a:gd name="T7" fmla="*/ 1 h 91"/>
                  <a:gd name="T8" fmla="*/ 33 w 34"/>
                  <a:gd name="T9" fmla="*/ 0 h 91"/>
                  <a:gd name="T10" fmla="*/ 34 w 34"/>
                  <a:gd name="T11" fmla="*/ 2 h 91"/>
                  <a:gd name="T12" fmla="*/ 33 w 34"/>
                  <a:gd name="T13" fmla="*/ 74 h 91"/>
                  <a:gd name="T14" fmla="*/ 32 w 34"/>
                  <a:gd name="T15" fmla="*/ 75 h 91"/>
                  <a:gd name="T16" fmla="*/ 3 w 34"/>
                  <a:gd name="T17" fmla="*/ 91 h 91"/>
                  <a:gd name="T18" fmla="*/ 2 w 34"/>
                  <a:gd name="T19" fmla="*/ 91 h 91"/>
                  <a:gd name="T20" fmla="*/ 31 w 34"/>
                  <a:gd name="T21" fmla="*/ 12 h 91"/>
                  <a:gd name="T22" fmla="*/ 5 w 34"/>
                  <a:gd name="T23" fmla="*/ 86 h 91"/>
                  <a:gd name="T24" fmla="*/ 30 w 34"/>
                  <a:gd name="T25" fmla="*/ 73 h 91"/>
                  <a:gd name="T26" fmla="*/ 31 w 34"/>
                  <a:gd name="T27" fmla="*/ 1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91">
                    <a:moveTo>
                      <a:pt x="2" y="91"/>
                    </a:moveTo>
                    <a:cubicBezTo>
                      <a:pt x="2" y="91"/>
                      <a:pt x="1" y="91"/>
                      <a:pt x="1" y="90"/>
                    </a:cubicBezTo>
                    <a:cubicBezTo>
                      <a:pt x="0" y="90"/>
                      <a:pt x="0" y="89"/>
                      <a:pt x="0" y="8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5"/>
                      <a:pt x="32" y="75"/>
                    </a:cubicBezTo>
                    <a:cubicBezTo>
                      <a:pt x="3" y="91"/>
                      <a:pt x="3" y="91"/>
                      <a:pt x="3" y="91"/>
                    </a:cubicBezTo>
                    <a:lnTo>
                      <a:pt x="2" y="91"/>
                    </a:lnTo>
                    <a:close/>
                    <a:moveTo>
                      <a:pt x="31" y="12"/>
                    </a:moveTo>
                    <a:cubicBezTo>
                      <a:pt x="5" y="86"/>
                      <a:pt x="5" y="86"/>
                      <a:pt x="5" y="86"/>
                    </a:cubicBezTo>
                    <a:cubicBezTo>
                      <a:pt x="30" y="73"/>
                      <a:pt x="30" y="73"/>
                      <a:pt x="30" y="73"/>
                    </a:cubicBezTo>
                    <a:lnTo>
                      <a:pt x="31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9" name="Freeform 1052"/>
              <p:cNvSpPr>
                <a:spLocks noEditPoints="1"/>
              </p:cNvSpPr>
              <p:nvPr userDrawn="1"/>
            </p:nvSpPr>
            <p:spPr bwMode="auto">
              <a:xfrm>
                <a:off x="2168" y="695"/>
                <a:ext cx="110" cy="113"/>
              </a:xfrm>
              <a:custGeom>
                <a:avLst/>
                <a:gdLst>
                  <a:gd name="T0" fmla="*/ 64 w 89"/>
                  <a:gd name="T1" fmla="*/ 91 h 91"/>
                  <a:gd name="T2" fmla="*/ 63 w 89"/>
                  <a:gd name="T3" fmla="*/ 90 h 91"/>
                  <a:gd name="T4" fmla="*/ 0 w 89"/>
                  <a:gd name="T5" fmla="*/ 3 h 91"/>
                  <a:gd name="T6" fmla="*/ 0 w 89"/>
                  <a:gd name="T7" fmla="*/ 1 h 91"/>
                  <a:gd name="T8" fmla="*/ 2 w 89"/>
                  <a:gd name="T9" fmla="*/ 0 h 91"/>
                  <a:gd name="T10" fmla="*/ 88 w 89"/>
                  <a:gd name="T11" fmla="*/ 54 h 91"/>
                  <a:gd name="T12" fmla="*/ 89 w 89"/>
                  <a:gd name="T13" fmla="*/ 55 h 91"/>
                  <a:gd name="T14" fmla="*/ 89 w 89"/>
                  <a:gd name="T15" fmla="*/ 56 h 91"/>
                  <a:gd name="T16" fmla="*/ 66 w 89"/>
                  <a:gd name="T17" fmla="*/ 90 h 91"/>
                  <a:gd name="T18" fmla="*/ 64 w 89"/>
                  <a:gd name="T19" fmla="*/ 91 h 91"/>
                  <a:gd name="T20" fmla="*/ 8 w 89"/>
                  <a:gd name="T21" fmla="*/ 8 h 91"/>
                  <a:gd name="T22" fmla="*/ 64 w 89"/>
                  <a:gd name="T23" fmla="*/ 86 h 91"/>
                  <a:gd name="T24" fmla="*/ 85 w 89"/>
                  <a:gd name="T25" fmla="*/ 56 h 91"/>
                  <a:gd name="T26" fmla="*/ 8 w 89"/>
                  <a:gd name="T27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91">
                    <a:moveTo>
                      <a:pt x="64" y="91"/>
                    </a:moveTo>
                    <a:cubicBezTo>
                      <a:pt x="64" y="91"/>
                      <a:pt x="63" y="90"/>
                      <a:pt x="63" y="9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4"/>
                      <a:pt x="89" y="54"/>
                      <a:pt x="89" y="55"/>
                    </a:cubicBezTo>
                    <a:cubicBezTo>
                      <a:pt x="89" y="55"/>
                      <a:pt x="89" y="56"/>
                      <a:pt x="89" y="56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5" y="90"/>
                      <a:pt x="65" y="91"/>
                      <a:pt x="64" y="91"/>
                    </a:cubicBezTo>
                    <a:close/>
                    <a:moveTo>
                      <a:pt x="8" y="8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0" name="Freeform 1053"/>
              <p:cNvSpPr>
                <a:spLocks noEditPoints="1"/>
              </p:cNvSpPr>
              <p:nvPr userDrawn="1"/>
            </p:nvSpPr>
            <p:spPr bwMode="auto">
              <a:xfrm>
                <a:off x="2037" y="672"/>
                <a:ext cx="110" cy="55"/>
              </a:xfrm>
              <a:custGeom>
                <a:avLst/>
                <a:gdLst>
                  <a:gd name="T0" fmla="*/ 87 w 89"/>
                  <a:gd name="T1" fmla="*/ 45 h 45"/>
                  <a:gd name="T2" fmla="*/ 86 w 89"/>
                  <a:gd name="T3" fmla="*/ 45 h 45"/>
                  <a:gd name="T4" fmla="*/ 1 w 89"/>
                  <a:gd name="T5" fmla="*/ 7 h 45"/>
                  <a:gd name="T6" fmla="*/ 0 w 89"/>
                  <a:gd name="T7" fmla="*/ 5 h 45"/>
                  <a:gd name="T8" fmla="*/ 1 w 89"/>
                  <a:gd name="T9" fmla="*/ 4 h 45"/>
                  <a:gd name="T10" fmla="*/ 68 w 89"/>
                  <a:gd name="T11" fmla="*/ 0 h 45"/>
                  <a:gd name="T12" fmla="*/ 70 w 89"/>
                  <a:gd name="T13" fmla="*/ 1 h 45"/>
                  <a:gd name="T14" fmla="*/ 88 w 89"/>
                  <a:gd name="T15" fmla="*/ 43 h 45"/>
                  <a:gd name="T16" fmla="*/ 88 w 89"/>
                  <a:gd name="T17" fmla="*/ 45 h 45"/>
                  <a:gd name="T18" fmla="*/ 87 w 89"/>
                  <a:gd name="T19" fmla="*/ 45 h 45"/>
                  <a:gd name="T20" fmla="*/ 8 w 89"/>
                  <a:gd name="T21" fmla="*/ 7 h 45"/>
                  <a:gd name="T22" fmla="*/ 84 w 89"/>
                  <a:gd name="T23" fmla="*/ 40 h 45"/>
                  <a:gd name="T24" fmla="*/ 67 w 89"/>
                  <a:gd name="T25" fmla="*/ 3 h 45"/>
                  <a:gd name="T26" fmla="*/ 8 w 89"/>
                  <a:gd name="T27" fmla="*/ 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45">
                    <a:moveTo>
                      <a:pt x="87" y="45"/>
                    </a:moveTo>
                    <a:cubicBezTo>
                      <a:pt x="86" y="45"/>
                      <a:pt x="86" y="45"/>
                      <a:pt x="86" y="4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6"/>
                      <a:pt x="0" y="5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89" y="44"/>
                      <a:pt x="89" y="45"/>
                      <a:pt x="88" y="45"/>
                    </a:cubicBezTo>
                    <a:cubicBezTo>
                      <a:pt x="88" y="45"/>
                      <a:pt x="87" y="45"/>
                      <a:pt x="87" y="45"/>
                    </a:cubicBezTo>
                    <a:close/>
                    <a:moveTo>
                      <a:pt x="8" y="7"/>
                    </a:moveTo>
                    <a:cubicBezTo>
                      <a:pt x="84" y="40"/>
                      <a:pt x="84" y="40"/>
                      <a:pt x="84" y="40"/>
                    </a:cubicBezTo>
                    <a:cubicBezTo>
                      <a:pt x="67" y="3"/>
                      <a:pt x="67" y="3"/>
                      <a:pt x="67" y="3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1" name="Freeform 1054"/>
              <p:cNvSpPr>
                <a:spLocks noEditPoints="1"/>
              </p:cNvSpPr>
              <p:nvPr userDrawn="1"/>
            </p:nvSpPr>
            <p:spPr bwMode="auto">
              <a:xfrm>
                <a:off x="2324" y="870"/>
                <a:ext cx="74" cy="105"/>
              </a:xfrm>
              <a:custGeom>
                <a:avLst/>
                <a:gdLst>
                  <a:gd name="T0" fmla="*/ 58 w 60"/>
                  <a:gd name="T1" fmla="*/ 85 h 85"/>
                  <a:gd name="T2" fmla="*/ 57 w 60"/>
                  <a:gd name="T3" fmla="*/ 85 h 85"/>
                  <a:gd name="T4" fmla="*/ 1 w 60"/>
                  <a:gd name="T5" fmla="*/ 40 h 85"/>
                  <a:gd name="T6" fmla="*/ 0 w 60"/>
                  <a:gd name="T7" fmla="*/ 39 h 85"/>
                  <a:gd name="T8" fmla="*/ 1 w 60"/>
                  <a:gd name="T9" fmla="*/ 37 h 85"/>
                  <a:gd name="T10" fmla="*/ 48 w 60"/>
                  <a:gd name="T11" fmla="*/ 0 h 85"/>
                  <a:gd name="T12" fmla="*/ 50 w 60"/>
                  <a:gd name="T13" fmla="*/ 0 h 85"/>
                  <a:gd name="T14" fmla="*/ 51 w 60"/>
                  <a:gd name="T15" fmla="*/ 1 h 85"/>
                  <a:gd name="T16" fmla="*/ 59 w 60"/>
                  <a:gd name="T17" fmla="*/ 83 h 85"/>
                  <a:gd name="T18" fmla="*/ 59 w 60"/>
                  <a:gd name="T19" fmla="*/ 85 h 85"/>
                  <a:gd name="T20" fmla="*/ 58 w 60"/>
                  <a:gd name="T21" fmla="*/ 85 h 85"/>
                  <a:gd name="T22" fmla="*/ 5 w 60"/>
                  <a:gd name="T23" fmla="*/ 39 h 85"/>
                  <a:gd name="T24" fmla="*/ 56 w 60"/>
                  <a:gd name="T25" fmla="*/ 79 h 85"/>
                  <a:gd name="T26" fmla="*/ 48 w 60"/>
                  <a:gd name="T27" fmla="*/ 5 h 85"/>
                  <a:gd name="T28" fmla="*/ 5 w 60"/>
                  <a:gd name="T29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85">
                    <a:moveTo>
                      <a:pt x="58" y="85"/>
                    </a:moveTo>
                    <a:cubicBezTo>
                      <a:pt x="57" y="85"/>
                      <a:pt x="57" y="85"/>
                      <a:pt x="57" y="85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0" y="38"/>
                      <a:pt x="0" y="38"/>
                      <a:pt x="1" y="3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9" y="0"/>
                      <a:pt x="49" y="0"/>
                      <a:pt x="50" y="0"/>
                    </a:cubicBezTo>
                    <a:cubicBezTo>
                      <a:pt x="51" y="0"/>
                      <a:pt x="51" y="1"/>
                      <a:pt x="51" y="1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60" y="84"/>
                      <a:pt x="59" y="84"/>
                      <a:pt x="59" y="85"/>
                    </a:cubicBezTo>
                    <a:lnTo>
                      <a:pt x="58" y="85"/>
                    </a:lnTo>
                    <a:close/>
                    <a:moveTo>
                      <a:pt x="5" y="39"/>
                    </a:moveTo>
                    <a:cubicBezTo>
                      <a:pt x="56" y="79"/>
                      <a:pt x="56" y="79"/>
                      <a:pt x="56" y="79"/>
                    </a:cubicBezTo>
                    <a:cubicBezTo>
                      <a:pt x="48" y="5"/>
                      <a:pt x="48" y="5"/>
                      <a:pt x="48" y="5"/>
                    </a:cubicBezTo>
                    <a:lnTo>
                      <a:pt x="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2" name="Freeform 105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98"/>
              </a:xfrm>
              <a:custGeom>
                <a:avLst/>
                <a:gdLst>
                  <a:gd name="T0" fmla="*/ 110 w 112"/>
                  <a:gd name="T1" fmla="*/ 79 h 79"/>
                  <a:gd name="T2" fmla="*/ 109 w 112"/>
                  <a:gd name="T3" fmla="*/ 79 h 79"/>
                  <a:gd name="T4" fmla="*/ 1 w 112"/>
                  <a:gd name="T5" fmla="*/ 3 h 79"/>
                  <a:gd name="T6" fmla="*/ 0 w 112"/>
                  <a:gd name="T7" fmla="*/ 1 h 79"/>
                  <a:gd name="T8" fmla="*/ 2 w 112"/>
                  <a:gd name="T9" fmla="*/ 0 h 79"/>
                  <a:gd name="T10" fmla="*/ 100 w 112"/>
                  <a:gd name="T11" fmla="*/ 27 h 79"/>
                  <a:gd name="T12" fmla="*/ 101 w 112"/>
                  <a:gd name="T13" fmla="*/ 28 h 79"/>
                  <a:gd name="T14" fmla="*/ 112 w 112"/>
                  <a:gd name="T15" fmla="*/ 77 h 79"/>
                  <a:gd name="T16" fmla="*/ 111 w 112"/>
                  <a:gd name="T17" fmla="*/ 79 h 79"/>
                  <a:gd name="T18" fmla="*/ 110 w 112"/>
                  <a:gd name="T19" fmla="*/ 79 h 79"/>
                  <a:gd name="T20" fmla="*/ 11 w 112"/>
                  <a:gd name="T21" fmla="*/ 6 h 79"/>
                  <a:gd name="T22" fmla="*/ 108 w 112"/>
                  <a:gd name="T23" fmla="*/ 73 h 79"/>
                  <a:gd name="T24" fmla="*/ 98 w 112"/>
                  <a:gd name="T25" fmla="*/ 30 h 79"/>
                  <a:gd name="T26" fmla="*/ 11 w 112"/>
                  <a:gd name="T27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2" h="79">
                    <a:moveTo>
                      <a:pt x="110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7"/>
                      <a:pt x="101" y="27"/>
                      <a:pt x="101" y="2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8"/>
                      <a:pt x="112" y="78"/>
                      <a:pt x="111" y="79"/>
                    </a:cubicBezTo>
                    <a:lnTo>
                      <a:pt x="110" y="79"/>
                    </a:lnTo>
                    <a:close/>
                    <a:moveTo>
                      <a:pt x="11" y="6"/>
                    </a:moveTo>
                    <a:cubicBezTo>
                      <a:pt x="108" y="73"/>
                      <a:pt x="108" y="73"/>
                      <a:pt x="108" y="73"/>
                    </a:cubicBezTo>
                    <a:cubicBezTo>
                      <a:pt x="98" y="30"/>
                      <a:pt x="98" y="30"/>
                      <a:pt x="98" y="30"/>
                    </a:cubicBez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3" name="Freeform 1056"/>
              <p:cNvSpPr>
                <a:spLocks noEditPoints="1"/>
              </p:cNvSpPr>
              <p:nvPr userDrawn="1"/>
            </p:nvSpPr>
            <p:spPr bwMode="auto">
              <a:xfrm>
                <a:off x="1749" y="678"/>
                <a:ext cx="95" cy="59"/>
              </a:xfrm>
              <a:custGeom>
                <a:avLst/>
                <a:gdLst>
                  <a:gd name="T0" fmla="*/ 2 w 77"/>
                  <a:gd name="T1" fmla="*/ 48 h 48"/>
                  <a:gd name="T2" fmla="*/ 1 w 77"/>
                  <a:gd name="T3" fmla="*/ 48 h 48"/>
                  <a:gd name="T4" fmla="*/ 0 w 77"/>
                  <a:gd name="T5" fmla="*/ 46 h 48"/>
                  <a:gd name="T6" fmla="*/ 8 w 77"/>
                  <a:gd name="T7" fmla="*/ 2 h 48"/>
                  <a:gd name="T8" fmla="*/ 10 w 77"/>
                  <a:gd name="T9" fmla="*/ 0 h 48"/>
                  <a:gd name="T10" fmla="*/ 76 w 77"/>
                  <a:gd name="T11" fmla="*/ 6 h 48"/>
                  <a:gd name="T12" fmla="*/ 77 w 77"/>
                  <a:gd name="T13" fmla="*/ 7 h 48"/>
                  <a:gd name="T14" fmla="*/ 76 w 77"/>
                  <a:gd name="T15" fmla="*/ 9 h 48"/>
                  <a:gd name="T16" fmla="*/ 3 w 77"/>
                  <a:gd name="T17" fmla="*/ 48 h 48"/>
                  <a:gd name="T18" fmla="*/ 2 w 77"/>
                  <a:gd name="T19" fmla="*/ 48 h 48"/>
                  <a:gd name="T20" fmla="*/ 11 w 77"/>
                  <a:gd name="T21" fmla="*/ 4 h 48"/>
                  <a:gd name="T22" fmla="*/ 4 w 77"/>
                  <a:gd name="T23" fmla="*/ 43 h 48"/>
                  <a:gd name="T24" fmla="*/ 70 w 77"/>
                  <a:gd name="T25" fmla="*/ 9 h 48"/>
                  <a:gd name="T26" fmla="*/ 11 w 77"/>
                  <a:gd name="T27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48">
                    <a:moveTo>
                      <a:pt x="2" y="48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6"/>
                      <a:pt x="77" y="6"/>
                      <a:pt x="77" y="7"/>
                    </a:cubicBezTo>
                    <a:cubicBezTo>
                      <a:pt x="77" y="8"/>
                      <a:pt x="77" y="9"/>
                      <a:pt x="76" y="9"/>
                    </a:cubicBezTo>
                    <a:cubicBezTo>
                      <a:pt x="3" y="48"/>
                      <a:pt x="3" y="48"/>
                      <a:pt x="3" y="48"/>
                    </a:cubicBezTo>
                    <a:lnTo>
                      <a:pt x="2" y="48"/>
                    </a:lnTo>
                    <a:close/>
                    <a:moveTo>
                      <a:pt x="11" y="4"/>
                    </a:moveTo>
                    <a:cubicBezTo>
                      <a:pt x="4" y="43"/>
                      <a:pt x="4" y="43"/>
                      <a:pt x="4" y="43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4" name="Freeform 1057"/>
              <p:cNvSpPr>
                <a:spLocks noEditPoints="1"/>
              </p:cNvSpPr>
              <p:nvPr userDrawn="1"/>
            </p:nvSpPr>
            <p:spPr bwMode="auto">
              <a:xfrm>
                <a:off x="1658" y="734"/>
                <a:ext cx="96" cy="102"/>
              </a:xfrm>
              <a:custGeom>
                <a:avLst/>
                <a:gdLst>
                  <a:gd name="T0" fmla="*/ 12 w 77"/>
                  <a:gd name="T1" fmla="*/ 83 h 83"/>
                  <a:gd name="T2" fmla="*/ 11 w 77"/>
                  <a:gd name="T3" fmla="*/ 83 h 83"/>
                  <a:gd name="T4" fmla="*/ 10 w 77"/>
                  <a:gd name="T5" fmla="*/ 81 h 83"/>
                  <a:gd name="T6" fmla="*/ 0 w 77"/>
                  <a:gd name="T7" fmla="*/ 3 h 83"/>
                  <a:gd name="T8" fmla="*/ 1 w 77"/>
                  <a:gd name="T9" fmla="*/ 2 h 83"/>
                  <a:gd name="T10" fmla="*/ 2 w 77"/>
                  <a:gd name="T11" fmla="*/ 1 h 83"/>
                  <a:gd name="T12" fmla="*/ 75 w 77"/>
                  <a:gd name="T13" fmla="*/ 0 h 83"/>
                  <a:gd name="T14" fmla="*/ 76 w 77"/>
                  <a:gd name="T15" fmla="*/ 1 h 83"/>
                  <a:gd name="T16" fmla="*/ 76 w 77"/>
                  <a:gd name="T17" fmla="*/ 3 h 83"/>
                  <a:gd name="T18" fmla="*/ 13 w 77"/>
                  <a:gd name="T19" fmla="*/ 82 h 83"/>
                  <a:gd name="T20" fmla="*/ 12 w 77"/>
                  <a:gd name="T21" fmla="*/ 83 h 83"/>
                  <a:gd name="T22" fmla="*/ 4 w 77"/>
                  <a:gd name="T23" fmla="*/ 4 h 83"/>
                  <a:gd name="T24" fmla="*/ 13 w 77"/>
                  <a:gd name="T25" fmla="*/ 77 h 83"/>
                  <a:gd name="T26" fmla="*/ 71 w 77"/>
                  <a:gd name="T27" fmla="*/ 3 h 83"/>
                  <a:gd name="T28" fmla="*/ 4 w 77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" h="83">
                    <a:moveTo>
                      <a:pt x="12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1" y="83"/>
                      <a:pt x="10" y="82"/>
                      <a:pt x="10" y="8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76" y="0"/>
                      <a:pt x="76" y="1"/>
                    </a:cubicBezTo>
                    <a:cubicBezTo>
                      <a:pt x="77" y="1"/>
                      <a:pt x="77" y="2"/>
                      <a:pt x="76" y="3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2" y="83"/>
                    </a:cubicBezTo>
                    <a:close/>
                    <a:moveTo>
                      <a:pt x="4" y="4"/>
                    </a:moveTo>
                    <a:cubicBezTo>
                      <a:pt x="13" y="77"/>
                      <a:pt x="13" y="77"/>
                      <a:pt x="13" y="77"/>
                    </a:cubicBezTo>
                    <a:cubicBezTo>
                      <a:pt x="71" y="3"/>
                      <a:pt x="71" y="3"/>
                      <a:pt x="71" y="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5" name="Freeform 1058"/>
              <p:cNvSpPr>
                <a:spLocks noEditPoints="1"/>
              </p:cNvSpPr>
              <p:nvPr userDrawn="1"/>
            </p:nvSpPr>
            <p:spPr bwMode="auto">
              <a:xfrm>
                <a:off x="1603" y="735"/>
                <a:ext cx="72" cy="116"/>
              </a:xfrm>
              <a:custGeom>
                <a:avLst/>
                <a:gdLst>
                  <a:gd name="T0" fmla="*/ 2 w 58"/>
                  <a:gd name="T1" fmla="*/ 94 h 94"/>
                  <a:gd name="T2" fmla="*/ 1 w 58"/>
                  <a:gd name="T3" fmla="*/ 94 h 94"/>
                  <a:gd name="T4" fmla="*/ 0 w 58"/>
                  <a:gd name="T5" fmla="*/ 92 h 94"/>
                  <a:gd name="T6" fmla="*/ 46 w 58"/>
                  <a:gd name="T7" fmla="*/ 1 h 94"/>
                  <a:gd name="T8" fmla="*/ 47 w 58"/>
                  <a:gd name="T9" fmla="*/ 0 h 94"/>
                  <a:gd name="T10" fmla="*/ 49 w 58"/>
                  <a:gd name="T11" fmla="*/ 1 h 94"/>
                  <a:gd name="T12" fmla="*/ 58 w 58"/>
                  <a:gd name="T13" fmla="*/ 80 h 94"/>
                  <a:gd name="T14" fmla="*/ 57 w 58"/>
                  <a:gd name="T15" fmla="*/ 82 h 94"/>
                  <a:gd name="T16" fmla="*/ 2 w 58"/>
                  <a:gd name="T17" fmla="*/ 94 h 94"/>
                  <a:gd name="T18" fmla="*/ 46 w 58"/>
                  <a:gd name="T19" fmla="*/ 7 h 94"/>
                  <a:gd name="T20" fmla="*/ 5 w 58"/>
                  <a:gd name="T21" fmla="*/ 90 h 94"/>
                  <a:gd name="T22" fmla="*/ 55 w 58"/>
                  <a:gd name="T23" fmla="*/ 79 h 94"/>
                  <a:gd name="T24" fmla="*/ 46 w 58"/>
                  <a:gd name="T25" fmla="*/ 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4">
                    <a:moveTo>
                      <a:pt x="2" y="94"/>
                    </a:moveTo>
                    <a:cubicBezTo>
                      <a:pt x="1" y="94"/>
                      <a:pt x="1" y="94"/>
                      <a:pt x="1" y="94"/>
                    </a:cubicBezTo>
                    <a:cubicBezTo>
                      <a:pt x="0" y="93"/>
                      <a:pt x="0" y="92"/>
                      <a:pt x="0" y="9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9" y="1"/>
                      <a:pt x="49" y="1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58" y="81"/>
                      <a:pt x="58" y="82"/>
                      <a:pt x="57" y="82"/>
                    </a:cubicBezTo>
                    <a:cubicBezTo>
                      <a:pt x="2" y="94"/>
                      <a:pt x="2" y="94"/>
                      <a:pt x="2" y="94"/>
                    </a:cubicBezTo>
                    <a:close/>
                    <a:moveTo>
                      <a:pt x="46" y="7"/>
                    </a:moveTo>
                    <a:cubicBezTo>
                      <a:pt x="5" y="90"/>
                      <a:pt x="5" y="90"/>
                      <a:pt x="5" y="90"/>
                    </a:cubicBezTo>
                    <a:cubicBezTo>
                      <a:pt x="55" y="79"/>
                      <a:pt x="55" y="79"/>
                      <a:pt x="55" y="79"/>
                    </a:cubicBezTo>
                    <a:lnTo>
                      <a:pt x="4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6" name="Freeform 1059"/>
              <p:cNvSpPr>
                <a:spLocks noEditPoints="1"/>
              </p:cNvSpPr>
              <p:nvPr userDrawn="1"/>
            </p:nvSpPr>
            <p:spPr bwMode="auto">
              <a:xfrm>
                <a:off x="1532" y="848"/>
                <a:ext cx="86" cy="64"/>
              </a:xfrm>
              <a:custGeom>
                <a:avLst/>
                <a:gdLst>
                  <a:gd name="T0" fmla="*/ 68 w 69"/>
                  <a:gd name="T1" fmla="*/ 52 h 52"/>
                  <a:gd name="T2" fmla="*/ 67 w 69"/>
                  <a:gd name="T3" fmla="*/ 52 h 52"/>
                  <a:gd name="T4" fmla="*/ 1 w 69"/>
                  <a:gd name="T5" fmla="*/ 35 h 52"/>
                  <a:gd name="T6" fmla="*/ 0 w 69"/>
                  <a:gd name="T7" fmla="*/ 33 h 52"/>
                  <a:gd name="T8" fmla="*/ 1 w 69"/>
                  <a:gd name="T9" fmla="*/ 31 h 52"/>
                  <a:gd name="T10" fmla="*/ 58 w 69"/>
                  <a:gd name="T11" fmla="*/ 0 h 52"/>
                  <a:gd name="T12" fmla="*/ 60 w 69"/>
                  <a:gd name="T13" fmla="*/ 0 h 52"/>
                  <a:gd name="T14" fmla="*/ 61 w 69"/>
                  <a:gd name="T15" fmla="*/ 1 h 52"/>
                  <a:gd name="T16" fmla="*/ 69 w 69"/>
                  <a:gd name="T17" fmla="*/ 50 h 52"/>
                  <a:gd name="T18" fmla="*/ 69 w 69"/>
                  <a:gd name="T19" fmla="*/ 52 h 52"/>
                  <a:gd name="T20" fmla="*/ 68 w 69"/>
                  <a:gd name="T21" fmla="*/ 52 h 52"/>
                  <a:gd name="T22" fmla="*/ 6 w 69"/>
                  <a:gd name="T23" fmla="*/ 32 h 52"/>
                  <a:gd name="T24" fmla="*/ 65 w 69"/>
                  <a:gd name="T25" fmla="*/ 48 h 52"/>
                  <a:gd name="T26" fmla="*/ 58 w 69"/>
                  <a:gd name="T27" fmla="*/ 4 h 52"/>
                  <a:gd name="T28" fmla="*/ 6 w 69"/>
                  <a:gd name="T29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68" y="52"/>
                    </a:moveTo>
                    <a:cubicBezTo>
                      <a:pt x="67" y="52"/>
                      <a:pt x="67" y="52"/>
                      <a:pt x="67" y="52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4"/>
                      <a:pt x="0" y="34"/>
                      <a:pt x="0" y="33"/>
                    </a:cubicBezTo>
                    <a:cubicBezTo>
                      <a:pt x="0" y="32"/>
                      <a:pt x="0" y="32"/>
                      <a:pt x="1" y="3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59" y="0"/>
                      <a:pt x="60" y="0"/>
                    </a:cubicBezTo>
                    <a:cubicBezTo>
                      <a:pt x="60" y="0"/>
                      <a:pt x="60" y="1"/>
                      <a:pt x="61" y="1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51"/>
                      <a:pt x="69" y="51"/>
                      <a:pt x="69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" y="32"/>
                    </a:moveTo>
                    <a:cubicBezTo>
                      <a:pt x="65" y="48"/>
                      <a:pt x="65" y="48"/>
                      <a:pt x="65" y="48"/>
                    </a:cubicBezTo>
                    <a:cubicBezTo>
                      <a:pt x="58" y="4"/>
                      <a:pt x="58" y="4"/>
                      <a:pt x="58" y="4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7" name="Freeform 1060"/>
              <p:cNvSpPr>
                <a:spLocks noEditPoints="1"/>
              </p:cNvSpPr>
              <p:nvPr userDrawn="1"/>
            </p:nvSpPr>
            <p:spPr bwMode="auto">
              <a:xfrm>
                <a:off x="1531" y="886"/>
                <a:ext cx="87" cy="94"/>
              </a:xfrm>
              <a:custGeom>
                <a:avLst/>
                <a:gdLst>
                  <a:gd name="T0" fmla="*/ 1 w 70"/>
                  <a:gd name="T1" fmla="*/ 76 h 76"/>
                  <a:gd name="T2" fmla="*/ 1 w 70"/>
                  <a:gd name="T3" fmla="*/ 75 h 76"/>
                  <a:gd name="T4" fmla="*/ 0 w 70"/>
                  <a:gd name="T5" fmla="*/ 74 h 76"/>
                  <a:gd name="T6" fmla="*/ 1 w 70"/>
                  <a:gd name="T7" fmla="*/ 2 h 76"/>
                  <a:gd name="T8" fmla="*/ 2 w 70"/>
                  <a:gd name="T9" fmla="*/ 1 h 76"/>
                  <a:gd name="T10" fmla="*/ 3 w 70"/>
                  <a:gd name="T11" fmla="*/ 0 h 76"/>
                  <a:gd name="T12" fmla="*/ 69 w 70"/>
                  <a:gd name="T13" fmla="*/ 18 h 76"/>
                  <a:gd name="T14" fmla="*/ 70 w 70"/>
                  <a:gd name="T15" fmla="*/ 19 h 76"/>
                  <a:gd name="T16" fmla="*/ 70 w 70"/>
                  <a:gd name="T17" fmla="*/ 21 h 76"/>
                  <a:gd name="T18" fmla="*/ 3 w 70"/>
                  <a:gd name="T19" fmla="*/ 75 h 76"/>
                  <a:gd name="T20" fmla="*/ 1 w 70"/>
                  <a:gd name="T21" fmla="*/ 76 h 76"/>
                  <a:gd name="T22" fmla="*/ 4 w 70"/>
                  <a:gd name="T23" fmla="*/ 4 h 76"/>
                  <a:gd name="T24" fmla="*/ 3 w 70"/>
                  <a:gd name="T25" fmla="*/ 70 h 76"/>
                  <a:gd name="T26" fmla="*/ 65 w 70"/>
                  <a:gd name="T27" fmla="*/ 20 h 76"/>
                  <a:gd name="T28" fmla="*/ 4 w 70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6">
                    <a:moveTo>
                      <a:pt x="1" y="76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0" y="75"/>
                      <a:pt x="0" y="74"/>
                      <a:pt x="0" y="7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70" y="18"/>
                      <a:pt x="70" y="19"/>
                      <a:pt x="70" y="19"/>
                    </a:cubicBezTo>
                    <a:cubicBezTo>
                      <a:pt x="70" y="20"/>
                      <a:pt x="70" y="21"/>
                      <a:pt x="70" y="21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2" y="75"/>
                      <a:pt x="2" y="76"/>
                      <a:pt x="1" y="76"/>
                    </a:cubicBezTo>
                    <a:close/>
                    <a:moveTo>
                      <a:pt x="4" y="4"/>
                    </a:moveTo>
                    <a:cubicBezTo>
                      <a:pt x="3" y="70"/>
                      <a:pt x="3" y="70"/>
                      <a:pt x="3" y="70"/>
                    </a:cubicBezTo>
                    <a:cubicBezTo>
                      <a:pt x="65" y="20"/>
                      <a:pt x="65" y="20"/>
                      <a:pt x="65" y="20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8" name="Freeform 1061"/>
              <p:cNvSpPr>
                <a:spLocks noEditPoints="1"/>
              </p:cNvSpPr>
              <p:nvPr userDrawn="1"/>
            </p:nvSpPr>
            <p:spPr bwMode="auto">
              <a:xfrm>
                <a:off x="1609" y="703"/>
                <a:ext cx="145" cy="85"/>
              </a:xfrm>
              <a:custGeom>
                <a:avLst/>
                <a:gdLst>
                  <a:gd name="T0" fmla="*/ 2 w 117"/>
                  <a:gd name="T1" fmla="*/ 69 h 69"/>
                  <a:gd name="T2" fmla="*/ 0 w 117"/>
                  <a:gd name="T3" fmla="*/ 68 h 69"/>
                  <a:gd name="T4" fmla="*/ 1 w 117"/>
                  <a:gd name="T5" fmla="*/ 66 h 69"/>
                  <a:gd name="T6" fmla="*/ 86 w 117"/>
                  <a:gd name="T7" fmla="*/ 1 h 69"/>
                  <a:gd name="T8" fmla="*/ 88 w 117"/>
                  <a:gd name="T9" fmla="*/ 1 h 69"/>
                  <a:gd name="T10" fmla="*/ 116 w 117"/>
                  <a:gd name="T11" fmla="*/ 25 h 69"/>
                  <a:gd name="T12" fmla="*/ 117 w 117"/>
                  <a:gd name="T13" fmla="*/ 27 h 69"/>
                  <a:gd name="T14" fmla="*/ 115 w 117"/>
                  <a:gd name="T15" fmla="*/ 28 h 69"/>
                  <a:gd name="T16" fmla="*/ 2 w 117"/>
                  <a:gd name="T17" fmla="*/ 69 h 69"/>
                  <a:gd name="T18" fmla="*/ 87 w 117"/>
                  <a:gd name="T19" fmla="*/ 4 h 69"/>
                  <a:gd name="T20" fmla="*/ 11 w 117"/>
                  <a:gd name="T21" fmla="*/ 62 h 69"/>
                  <a:gd name="T22" fmla="*/ 112 w 117"/>
                  <a:gd name="T23" fmla="*/ 26 h 69"/>
                  <a:gd name="T24" fmla="*/ 87 w 117"/>
                  <a:gd name="T25" fmla="*/ 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9">
                    <a:moveTo>
                      <a:pt x="2" y="69"/>
                    </a:moveTo>
                    <a:cubicBezTo>
                      <a:pt x="1" y="69"/>
                      <a:pt x="0" y="68"/>
                      <a:pt x="0" y="68"/>
                    </a:cubicBezTo>
                    <a:cubicBezTo>
                      <a:pt x="0" y="67"/>
                      <a:pt x="0" y="66"/>
                      <a:pt x="1" y="66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7" y="0"/>
                      <a:pt x="87" y="0"/>
                      <a:pt x="88" y="1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16" y="26"/>
                      <a:pt x="117" y="26"/>
                      <a:pt x="117" y="27"/>
                    </a:cubicBezTo>
                    <a:cubicBezTo>
                      <a:pt x="116" y="27"/>
                      <a:pt x="116" y="28"/>
                      <a:pt x="115" y="28"/>
                    </a:cubicBezTo>
                    <a:cubicBezTo>
                      <a:pt x="2" y="69"/>
                      <a:pt x="2" y="69"/>
                      <a:pt x="2" y="69"/>
                    </a:cubicBezTo>
                    <a:close/>
                    <a:moveTo>
                      <a:pt x="87" y="4"/>
                    </a:moveTo>
                    <a:cubicBezTo>
                      <a:pt x="11" y="62"/>
                      <a:pt x="11" y="62"/>
                      <a:pt x="11" y="62"/>
                    </a:cubicBezTo>
                    <a:cubicBezTo>
                      <a:pt x="112" y="26"/>
                      <a:pt x="112" y="26"/>
                      <a:pt x="112" y="26"/>
                    </a:cubicBezTo>
                    <a:lnTo>
                      <a:pt x="8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9" name="Freeform 1062"/>
              <p:cNvSpPr>
                <a:spLocks noEditPoints="1"/>
              </p:cNvSpPr>
              <p:nvPr userDrawn="1"/>
            </p:nvSpPr>
            <p:spPr bwMode="auto">
              <a:xfrm>
                <a:off x="978" y="865"/>
                <a:ext cx="127" cy="43"/>
              </a:xfrm>
              <a:custGeom>
                <a:avLst/>
                <a:gdLst>
                  <a:gd name="T0" fmla="*/ 101 w 103"/>
                  <a:gd name="T1" fmla="*/ 35 h 35"/>
                  <a:gd name="T2" fmla="*/ 101 w 103"/>
                  <a:gd name="T3" fmla="*/ 35 h 35"/>
                  <a:gd name="T4" fmla="*/ 1 w 103"/>
                  <a:gd name="T5" fmla="*/ 17 h 35"/>
                  <a:gd name="T6" fmla="*/ 0 w 103"/>
                  <a:gd name="T7" fmla="*/ 15 h 35"/>
                  <a:gd name="T8" fmla="*/ 1 w 103"/>
                  <a:gd name="T9" fmla="*/ 14 h 35"/>
                  <a:gd name="T10" fmla="*/ 101 w 103"/>
                  <a:gd name="T11" fmla="*/ 0 h 35"/>
                  <a:gd name="T12" fmla="*/ 102 w 103"/>
                  <a:gd name="T13" fmla="*/ 1 h 35"/>
                  <a:gd name="T14" fmla="*/ 103 w 103"/>
                  <a:gd name="T15" fmla="*/ 2 h 35"/>
                  <a:gd name="T16" fmla="*/ 103 w 103"/>
                  <a:gd name="T17" fmla="*/ 34 h 35"/>
                  <a:gd name="T18" fmla="*/ 102 w 103"/>
                  <a:gd name="T19" fmla="*/ 35 h 35"/>
                  <a:gd name="T20" fmla="*/ 101 w 103"/>
                  <a:gd name="T21" fmla="*/ 35 h 35"/>
                  <a:gd name="T22" fmla="*/ 12 w 103"/>
                  <a:gd name="T23" fmla="*/ 16 h 35"/>
                  <a:gd name="T24" fmla="*/ 99 w 103"/>
                  <a:gd name="T25" fmla="*/ 32 h 35"/>
                  <a:gd name="T26" fmla="*/ 99 w 103"/>
                  <a:gd name="T27" fmla="*/ 4 h 35"/>
                  <a:gd name="T28" fmla="*/ 12 w 103"/>
                  <a:gd name="T29" fmla="*/ 1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35">
                    <a:moveTo>
                      <a:pt x="101" y="35"/>
                    </a:moveTo>
                    <a:cubicBezTo>
                      <a:pt x="101" y="35"/>
                      <a:pt x="101" y="35"/>
                      <a:pt x="101" y="35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0" y="16"/>
                      <a:pt x="0" y="15"/>
                    </a:cubicBezTo>
                    <a:cubicBezTo>
                      <a:pt x="0" y="14"/>
                      <a:pt x="1" y="14"/>
                      <a:pt x="1" y="14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1" y="0"/>
                      <a:pt x="102" y="1"/>
                      <a:pt x="102" y="1"/>
                    </a:cubicBezTo>
                    <a:cubicBezTo>
                      <a:pt x="102" y="1"/>
                      <a:pt x="103" y="2"/>
                      <a:pt x="103" y="2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3" y="34"/>
                      <a:pt x="102" y="35"/>
                      <a:pt x="102" y="35"/>
                    </a:cubicBezTo>
                    <a:cubicBezTo>
                      <a:pt x="102" y="35"/>
                      <a:pt x="101" y="35"/>
                      <a:pt x="101" y="35"/>
                    </a:cubicBezTo>
                    <a:close/>
                    <a:moveTo>
                      <a:pt x="12" y="16"/>
                    </a:move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4"/>
                      <a:pt x="99" y="4"/>
                      <a:pt x="99" y="4"/>
                    </a:cubicBezTo>
                    <a:lnTo>
                      <a:pt x="1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0" name="Freeform 1063"/>
              <p:cNvSpPr>
                <a:spLocks noEditPoints="1"/>
              </p:cNvSpPr>
              <p:nvPr userDrawn="1"/>
            </p:nvSpPr>
            <p:spPr bwMode="auto">
              <a:xfrm>
                <a:off x="828" y="926"/>
                <a:ext cx="58" cy="113"/>
              </a:xfrm>
              <a:custGeom>
                <a:avLst/>
                <a:gdLst>
                  <a:gd name="T0" fmla="*/ 11 w 47"/>
                  <a:gd name="T1" fmla="*/ 92 h 92"/>
                  <a:gd name="T2" fmla="*/ 10 w 47"/>
                  <a:gd name="T3" fmla="*/ 92 h 92"/>
                  <a:gd name="T4" fmla="*/ 9 w 47"/>
                  <a:gd name="T5" fmla="*/ 91 h 92"/>
                  <a:gd name="T6" fmla="*/ 0 w 47"/>
                  <a:gd name="T7" fmla="*/ 29 h 92"/>
                  <a:gd name="T8" fmla="*/ 1 w 47"/>
                  <a:gd name="T9" fmla="*/ 27 h 92"/>
                  <a:gd name="T10" fmla="*/ 44 w 47"/>
                  <a:gd name="T11" fmla="*/ 0 h 92"/>
                  <a:gd name="T12" fmla="*/ 46 w 47"/>
                  <a:gd name="T13" fmla="*/ 1 h 92"/>
                  <a:gd name="T14" fmla="*/ 47 w 47"/>
                  <a:gd name="T15" fmla="*/ 2 h 92"/>
                  <a:gd name="T16" fmla="*/ 12 w 47"/>
                  <a:gd name="T17" fmla="*/ 91 h 92"/>
                  <a:gd name="T18" fmla="*/ 11 w 47"/>
                  <a:gd name="T19" fmla="*/ 92 h 92"/>
                  <a:gd name="T20" fmla="*/ 3 w 47"/>
                  <a:gd name="T21" fmla="*/ 29 h 92"/>
                  <a:gd name="T22" fmla="*/ 11 w 47"/>
                  <a:gd name="T23" fmla="*/ 84 h 92"/>
                  <a:gd name="T24" fmla="*/ 42 w 47"/>
                  <a:gd name="T25" fmla="*/ 6 h 92"/>
                  <a:gd name="T26" fmla="*/ 3 w 47"/>
                  <a:gd name="T27" fmla="*/ 2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92">
                    <a:moveTo>
                      <a:pt x="11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2"/>
                      <a:pt x="9" y="91"/>
                      <a:pt x="9" y="9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0"/>
                      <a:pt x="46" y="0"/>
                      <a:pt x="46" y="1"/>
                    </a:cubicBezTo>
                    <a:cubicBezTo>
                      <a:pt x="47" y="1"/>
                      <a:pt x="47" y="2"/>
                      <a:pt x="47" y="2"/>
                    </a:cubicBezTo>
                    <a:cubicBezTo>
                      <a:pt x="12" y="91"/>
                      <a:pt x="12" y="91"/>
                      <a:pt x="12" y="91"/>
                    </a:cubicBezTo>
                    <a:cubicBezTo>
                      <a:pt x="12" y="92"/>
                      <a:pt x="11" y="92"/>
                      <a:pt x="11" y="92"/>
                    </a:cubicBezTo>
                    <a:close/>
                    <a:moveTo>
                      <a:pt x="3" y="29"/>
                    </a:moveTo>
                    <a:cubicBezTo>
                      <a:pt x="11" y="84"/>
                      <a:pt x="11" y="84"/>
                      <a:pt x="11" y="84"/>
                    </a:cubicBezTo>
                    <a:cubicBezTo>
                      <a:pt x="42" y="6"/>
                      <a:pt x="42" y="6"/>
                      <a:pt x="42" y="6"/>
                    </a:cubicBezTo>
                    <a:lnTo>
                      <a:pt x="3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1" name="Freeform 1064"/>
              <p:cNvSpPr>
                <a:spLocks noEditPoints="1"/>
              </p:cNvSpPr>
              <p:nvPr userDrawn="1"/>
            </p:nvSpPr>
            <p:spPr bwMode="auto">
              <a:xfrm>
                <a:off x="989" y="1450"/>
                <a:ext cx="127" cy="36"/>
              </a:xfrm>
              <a:custGeom>
                <a:avLst/>
                <a:gdLst>
                  <a:gd name="T0" fmla="*/ 2 w 103"/>
                  <a:gd name="T1" fmla="*/ 29 h 29"/>
                  <a:gd name="T2" fmla="*/ 0 w 103"/>
                  <a:gd name="T3" fmla="*/ 28 h 29"/>
                  <a:gd name="T4" fmla="*/ 1 w 103"/>
                  <a:gd name="T5" fmla="*/ 26 h 29"/>
                  <a:gd name="T6" fmla="*/ 98 w 103"/>
                  <a:gd name="T7" fmla="*/ 0 h 29"/>
                  <a:gd name="T8" fmla="*/ 100 w 103"/>
                  <a:gd name="T9" fmla="*/ 0 h 29"/>
                  <a:gd name="T10" fmla="*/ 101 w 103"/>
                  <a:gd name="T11" fmla="*/ 1 h 29"/>
                  <a:gd name="T12" fmla="*/ 103 w 103"/>
                  <a:gd name="T13" fmla="*/ 26 h 29"/>
                  <a:gd name="T14" fmla="*/ 102 w 103"/>
                  <a:gd name="T15" fmla="*/ 27 h 29"/>
                  <a:gd name="T16" fmla="*/ 101 w 103"/>
                  <a:gd name="T17" fmla="*/ 28 h 29"/>
                  <a:gd name="T18" fmla="*/ 2 w 103"/>
                  <a:gd name="T19" fmla="*/ 29 h 29"/>
                  <a:gd name="T20" fmla="*/ 97 w 103"/>
                  <a:gd name="T21" fmla="*/ 4 h 29"/>
                  <a:gd name="T22" fmla="*/ 15 w 103"/>
                  <a:gd name="T23" fmla="*/ 26 h 29"/>
                  <a:gd name="T24" fmla="*/ 99 w 103"/>
                  <a:gd name="T25" fmla="*/ 24 h 29"/>
                  <a:gd name="T26" fmla="*/ 97 w 103"/>
                  <a:gd name="T27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3" h="29">
                    <a:moveTo>
                      <a:pt x="2" y="29"/>
                    </a:move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99" y="0"/>
                      <a:pt x="100" y="0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3" y="26"/>
                      <a:pt x="103" y="26"/>
                      <a:pt x="103" y="26"/>
                    </a:cubicBezTo>
                    <a:cubicBezTo>
                      <a:pt x="103" y="26"/>
                      <a:pt x="103" y="27"/>
                      <a:pt x="102" y="27"/>
                    </a:cubicBezTo>
                    <a:cubicBezTo>
                      <a:pt x="102" y="27"/>
                      <a:pt x="102" y="28"/>
                      <a:pt x="101" y="28"/>
                    </a:cubicBezTo>
                    <a:cubicBezTo>
                      <a:pt x="2" y="29"/>
                      <a:pt x="2" y="29"/>
                      <a:pt x="2" y="29"/>
                    </a:cubicBezTo>
                    <a:close/>
                    <a:moveTo>
                      <a:pt x="97" y="4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99" y="24"/>
                      <a:pt x="99" y="24"/>
                      <a:pt x="99" y="24"/>
                    </a:cubicBezTo>
                    <a:lnTo>
                      <a:pt x="9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2" name="Freeform 1065"/>
              <p:cNvSpPr>
                <a:spLocks noEditPoints="1"/>
              </p:cNvSpPr>
              <p:nvPr userDrawn="1"/>
            </p:nvSpPr>
            <p:spPr bwMode="auto">
              <a:xfrm>
                <a:off x="702" y="1292"/>
                <a:ext cx="36" cy="105"/>
              </a:xfrm>
              <a:custGeom>
                <a:avLst/>
                <a:gdLst>
                  <a:gd name="T0" fmla="*/ 20 w 29"/>
                  <a:gd name="T1" fmla="*/ 85 h 85"/>
                  <a:gd name="T2" fmla="*/ 19 w 29"/>
                  <a:gd name="T3" fmla="*/ 84 h 85"/>
                  <a:gd name="T4" fmla="*/ 1 w 29"/>
                  <a:gd name="T5" fmla="*/ 2 h 85"/>
                  <a:gd name="T6" fmla="*/ 1 w 29"/>
                  <a:gd name="T7" fmla="*/ 1 h 85"/>
                  <a:gd name="T8" fmla="*/ 3 w 29"/>
                  <a:gd name="T9" fmla="*/ 0 h 85"/>
                  <a:gd name="T10" fmla="*/ 28 w 29"/>
                  <a:gd name="T11" fmla="*/ 6 h 85"/>
                  <a:gd name="T12" fmla="*/ 29 w 29"/>
                  <a:gd name="T13" fmla="*/ 8 h 85"/>
                  <a:gd name="T14" fmla="*/ 22 w 29"/>
                  <a:gd name="T15" fmla="*/ 83 h 85"/>
                  <a:gd name="T16" fmla="*/ 21 w 29"/>
                  <a:gd name="T17" fmla="*/ 85 h 85"/>
                  <a:gd name="T18" fmla="*/ 20 w 29"/>
                  <a:gd name="T19" fmla="*/ 85 h 85"/>
                  <a:gd name="T20" fmla="*/ 4 w 29"/>
                  <a:gd name="T21" fmla="*/ 4 h 85"/>
                  <a:gd name="T22" fmla="*/ 20 w 29"/>
                  <a:gd name="T23" fmla="*/ 72 h 85"/>
                  <a:gd name="T24" fmla="*/ 26 w 29"/>
                  <a:gd name="T25" fmla="*/ 9 h 85"/>
                  <a:gd name="T26" fmla="*/ 4 w 29"/>
                  <a:gd name="T27" fmla="*/ 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5">
                    <a:moveTo>
                      <a:pt x="20" y="85"/>
                    </a:moveTo>
                    <a:cubicBezTo>
                      <a:pt x="20" y="85"/>
                      <a:pt x="19" y="84"/>
                      <a:pt x="19" y="8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9" y="6"/>
                      <a:pt x="29" y="7"/>
                      <a:pt x="29" y="8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5"/>
                      <a:pt x="21" y="85"/>
                    </a:cubicBezTo>
                    <a:lnTo>
                      <a:pt x="20" y="85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3" name="Freeform 1066"/>
              <p:cNvSpPr>
                <a:spLocks noEditPoints="1"/>
              </p:cNvSpPr>
              <p:nvPr userDrawn="1"/>
            </p:nvSpPr>
            <p:spPr bwMode="auto">
              <a:xfrm>
                <a:off x="510" y="1242"/>
                <a:ext cx="36" cy="104"/>
              </a:xfrm>
              <a:custGeom>
                <a:avLst/>
                <a:gdLst>
                  <a:gd name="T0" fmla="*/ 20 w 29"/>
                  <a:gd name="T1" fmla="*/ 84 h 84"/>
                  <a:gd name="T2" fmla="*/ 19 w 29"/>
                  <a:gd name="T3" fmla="*/ 83 h 84"/>
                  <a:gd name="T4" fmla="*/ 1 w 29"/>
                  <a:gd name="T5" fmla="*/ 2 h 84"/>
                  <a:gd name="T6" fmla="*/ 1 w 29"/>
                  <a:gd name="T7" fmla="*/ 0 h 84"/>
                  <a:gd name="T8" fmla="*/ 3 w 29"/>
                  <a:gd name="T9" fmla="*/ 0 h 84"/>
                  <a:gd name="T10" fmla="*/ 28 w 29"/>
                  <a:gd name="T11" fmla="*/ 5 h 84"/>
                  <a:gd name="T12" fmla="*/ 29 w 29"/>
                  <a:gd name="T13" fmla="*/ 7 h 84"/>
                  <a:gd name="T14" fmla="*/ 22 w 29"/>
                  <a:gd name="T15" fmla="*/ 83 h 84"/>
                  <a:gd name="T16" fmla="*/ 21 w 29"/>
                  <a:gd name="T17" fmla="*/ 84 h 84"/>
                  <a:gd name="T18" fmla="*/ 20 w 29"/>
                  <a:gd name="T19" fmla="*/ 84 h 84"/>
                  <a:gd name="T20" fmla="*/ 4 w 29"/>
                  <a:gd name="T21" fmla="*/ 4 h 84"/>
                  <a:gd name="T22" fmla="*/ 20 w 29"/>
                  <a:gd name="T23" fmla="*/ 72 h 84"/>
                  <a:gd name="T24" fmla="*/ 26 w 29"/>
                  <a:gd name="T25" fmla="*/ 8 h 84"/>
                  <a:gd name="T26" fmla="*/ 4 w 29"/>
                  <a:gd name="T27" fmla="*/ 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4">
                    <a:moveTo>
                      <a:pt x="20" y="84"/>
                    </a:moveTo>
                    <a:cubicBezTo>
                      <a:pt x="20" y="84"/>
                      <a:pt x="19" y="84"/>
                      <a:pt x="19" y="8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9" y="6"/>
                      <a:pt x="29" y="6"/>
                      <a:pt x="29" y="7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4"/>
                      <a:pt x="21" y="84"/>
                    </a:cubicBezTo>
                    <a:lnTo>
                      <a:pt x="20" y="84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4" name="Freeform 1067"/>
              <p:cNvSpPr>
                <a:spLocks noEditPoints="1"/>
              </p:cNvSpPr>
              <p:nvPr userDrawn="1"/>
            </p:nvSpPr>
            <p:spPr bwMode="auto">
              <a:xfrm>
                <a:off x="725" y="1392"/>
                <a:ext cx="133" cy="79"/>
              </a:xfrm>
              <a:custGeom>
                <a:avLst/>
                <a:gdLst>
                  <a:gd name="T0" fmla="*/ 57 w 107"/>
                  <a:gd name="T1" fmla="*/ 64 h 64"/>
                  <a:gd name="T2" fmla="*/ 55 w 107"/>
                  <a:gd name="T3" fmla="*/ 64 h 64"/>
                  <a:gd name="T4" fmla="*/ 0 w 107"/>
                  <a:gd name="T5" fmla="*/ 3 h 64"/>
                  <a:gd name="T6" fmla="*/ 0 w 107"/>
                  <a:gd name="T7" fmla="*/ 1 h 64"/>
                  <a:gd name="T8" fmla="*/ 2 w 107"/>
                  <a:gd name="T9" fmla="*/ 1 h 64"/>
                  <a:gd name="T10" fmla="*/ 105 w 107"/>
                  <a:gd name="T11" fmla="*/ 36 h 64"/>
                  <a:gd name="T12" fmla="*/ 106 w 107"/>
                  <a:gd name="T13" fmla="*/ 38 h 64"/>
                  <a:gd name="T14" fmla="*/ 106 w 107"/>
                  <a:gd name="T15" fmla="*/ 39 h 64"/>
                  <a:gd name="T16" fmla="*/ 57 w 107"/>
                  <a:gd name="T17" fmla="*/ 64 h 64"/>
                  <a:gd name="T18" fmla="*/ 7 w 107"/>
                  <a:gd name="T19" fmla="*/ 6 h 64"/>
                  <a:gd name="T20" fmla="*/ 57 w 107"/>
                  <a:gd name="T21" fmla="*/ 61 h 64"/>
                  <a:gd name="T22" fmla="*/ 101 w 107"/>
                  <a:gd name="T23" fmla="*/ 38 h 64"/>
                  <a:gd name="T24" fmla="*/ 7 w 107"/>
                  <a:gd name="T25" fmla="*/ 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7" h="64">
                    <a:moveTo>
                      <a:pt x="57" y="64"/>
                    </a:moveTo>
                    <a:cubicBezTo>
                      <a:pt x="56" y="64"/>
                      <a:pt x="56" y="64"/>
                      <a:pt x="55" y="6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105" y="36"/>
                      <a:pt x="105" y="36"/>
                      <a:pt x="105" y="36"/>
                    </a:cubicBezTo>
                    <a:cubicBezTo>
                      <a:pt x="106" y="37"/>
                      <a:pt x="106" y="37"/>
                      <a:pt x="106" y="38"/>
                    </a:cubicBezTo>
                    <a:cubicBezTo>
                      <a:pt x="107" y="39"/>
                      <a:pt x="106" y="39"/>
                      <a:pt x="106" y="39"/>
                    </a:cubicBezTo>
                    <a:cubicBezTo>
                      <a:pt x="57" y="64"/>
                      <a:pt x="57" y="64"/>
                      <a:pt x="57" y="64"/>
                    </a:cubicBezTo>
                    <a:close/>
                    <a:moveTo>
                      <a:pt x="7" y="6"/>
                    </a:moveTo>
                    <a:cubicBezTo>
                      <a:pt x="57" y="61"/>
                      <a:pt x="57" y="61"/>
                      <a:pt x="57" y="61"/>
                    </a:cubicBezTo>
                    <a:cubicBezTo>
                      <a:pt x="101" y="38"/>
                      <a:pt x="101" y="38"/>
                      <a:pt x="101" y="38"/>
                    </a:cubicBezTo>
                    <a:lnTo>
                      <a:pt x="7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5" name="Freeform 1068"/>
              <p:cNvSpPr>
                <a:spLocks noEditPoints="1"/>
              </p:cNvSpPr>
              <p:nvPr userDrawn="1"/>
            </p:nvSpPr>
            <p:spPr bwMode="auto">
              <a:xfrm>
                <a:off x="828" y="1437"/>
                <a:ext cx="88" cy="48"/>
              </a:xfrm>
              <a:custGeom>
                <a:avLst/>
                <a:gdLst>
                  <a:gd name="T0" fmla="*/ 2 w 71"/>
                  <a:gd name="T1" fmla="*/ 39 h 39"/>
                  <a:gd name="T2" fmla="*/ 0 w 71"/>
                  <a:gd name="T3" fmla="*/ 38 h 39"/>
                  <a:gd name="T4" fmla="*/ 0 w 71"/>
                  <a:gd name="T5" fmla="*/ 36 h 39"/>
                  <a:gd name="T6" fmla="*/ 20 w 71"/>
                  <a:gd name="T7" fmla="*/ 1 h 39"/>
                  <a:gd name="T8" fmla="*/ 22 w 71"/>
                  <a:gd name="T9" fmla="*/ 0 h 39"/>
                  <a:gd name="T10" fmla="*/ 69 w 71"/>
                  <a:gd name="T11" fmla="*/ 4 h 39"/>
                  <a:gd name="T12" fmla="*/ 71 w 71"/>
                  <a:gd name="T13" fmla="*/ 5 h 39"/>
                  <a:gd name="T14" fmla="*/ 70 w 71"/>
                  <a:gd name="T15" fmla="*/ 7 h 39"/>
                  <a:gd name="T16" fmla="*/ 2 w 71"/>
                  <a:gd name="T17" fmla="*/ 38 h 39"/>
                  <a:gd name="T18" fmla="*/ 2 w 71"/>
                  <a:gd name="T19" fmla="*/ 39 h 39"/>
                  <a:gd name="T20" fmla="*/ 23 w 71"/>
                  <a:gd name="T21" fmla="*/ 4 h 39"/>
                  <a:gd name="T22" fmla="*/ 6 w 71"/>
                  <a:gd name="T23" fmla="*/ 33 h 39"/>
                  <a:gd name="T24" fmla="*/ 62 w 71"/>
                  <a:gd name="T25" fmla="*/ 7 h 39"/>
                  <a:gd name="T26" fmla="*/ 23 w 71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" h="39">
                    <a:moveTo>
                      <a:pt x="2" y="39"/>
                    </a:moveTo>
                    <a:cubicBezTo>
                      <a:pt x="1" y="39"/>
                      <a:pt x="1" y="38"/>
                      <a:pt x="0" y="38"/>
                    </a:cubicBezTo>
                    <a:cubicBezTo>
                      <a:pt x="0" y="38"/>
                      <a:pt x="0" y="37"/>
                      <a:pt x="0" y="3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1" y="0"/>
                      <a:pt x="22" y="0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70" y="4"/>
                      <a:pt x="70" y="5"/>
                      <a:pt x="71" y="5"/>
                    </a:cubicBezTo>
                    <a:cubicBezTo>
                      <a:pt x="71" y="6"/>
                      <a:pt x="70" y="7"/>
                      <a:pt x="70" y="7"/>
                    </a:cubicBezTo>
                    <a:cubicBezTo>
                      <a:pt x="2" y="38"/>
                      <a:pt x="2" y="38"/>
                      <a:pt x="2" y="38"/>
                    </a:cubicBezTo>
                    <a:lnTo>
                      <a:pt x="2" y="39"/>
                    </a:lnTo>
                    <a:close/>
                    <a:moveTo>
                      <a:pt x="23" y="4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2" y="7"/>
                      <a:pt x="62" y="7"/>
                      <a:pt x="62" y="7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6" name="Freeform 1069"/>
              <p:cNvSpPr>
                <a:spLocks noEditPoints="1"/>
              </p:cNvSpPr>
              <p:nvPr userDrawn="1"/>
            </p:nvSpPr>
            <p:spPr bwMode="auto">
              <a:xfrm>
                <a:off x="1484" y="1401"/>
                <a:ext cx="183" cy="65"/>
              </a:xfrm>
              <a:custGeom>
                <a:avLst/>
                <a:gdLst>
                  <a:gd name="T0" fmla="*/ 74 w 148"/>
                  <a:gd name="T1" fmla="*/ 53 h 53"/>
                  <a:gd name="T2" fmla="*/ 74 w 148"/>
                  <a:gd name="T3" fmla="*/ 53 h 53"/>
                  <a:gd name="T4" fmla="*/ 2 w 148"/>
                  <a:gd name="T5" fmla="*/ 43 h 53"/>
                  <a:gd name="T6" fmla="*/ 0 w 148"/>
                  <a:gd name="T7" fmla="*/ 42 h 53"/>
                  <a:gd name="T8" fmla="*/ 2 w 148"/>
                  <a:gd name="T9" fmla="*/ 40 h 53"/>
                  <a:gd name="T10" fmla="*/ 146 w 148"/>
                  <a:gd name="T11" fmla="*/ 0 h 53"/>
                  <a:gd name="T12" fmla="*/ 148 w 148"/>
                  <a:gd name="T13" fmla="*/ 1 h 53"/>
                  <a:gd name="T14" fmla="*/ 147 w 148"/>
                  <a:gd name="T15" fmla="*/ 3 h 53"/>
                  <a:gd name="T16" fmla="*/ 75 w 148"/>
                  <a:gd name="T17" fmla="*/ 53 h 53"/>
                  <a:gd name="T18" fmla="*/ 74 w 148"/>
                  <a:gd name="T19" fmla="*/ 53 h 53"/>
                  <a:gd name="T20" fmla="*/ 11 w 148"/>
                  <a:gd name="T21" fmla="*/ 41 h 53"/>
                  <a:gd name="T22" fmla="*/ 74 w 148"/>
                  <a:gd name="T23" fmla="*/ 49 h 53"/>
                  <a:gd name="T24" fmla="*/ 137 w 148"/>
                  <a:gd name="T25" fmla="*/ 6 h 53"/>
                  <a:gd name="T26" fmla="*/ 11 w 148"/>
                  <a:gd name="T27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8" h="53">
                    <a:moveTo>
                      <a:pt x="74" y="53"/>
                    </a:moveTo>
                    <a:cubicBezTo>
                      <a:pt x="74" y="53"/>
                      <a:pt x="74" y="53"/>
                      <a:pt x="74" y="5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3"/>
                      <a:pt x="1" y="42"/>
                      <a:pt x="0" y="42"/>
                    </a:cubicBezTo>
                    <a:cubicBezTo>
                      <a:pt x="0" y="41"/>
                      <a:pt x="1" y="40"/>
                      <a:pt x="2" y="4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146" y="0"/>
                      <a:pt x="147" y="0"/>
                      <a:pt x="148" y="1"/>
                    </a:cubicBezTo>
                    <a:cubicBezTo>
                      <a:pt x="148" y="2"/>
                      <a:pt x="148" y="3"/>
                      <a:pt x="147" y="3"/>
                    </a:cubicBezTo>
                    <a:cubicBezTo>
                      <a:pt x="75" y="53"/>
                      <a:pt x="75" y="53"/>
                      <a:pt x="75" y="53"/>
                    </a:cubicBezTo>
                    <a:lnTo>
                      <a:pt x="74" y="53"/>
                    </a:lnTo>
                    <a:close/>
                    <a:moveTo>
                      <a:pt x="11" y="41"/>
                    </a:moveTo>
                    <a:cubicBezTo>
                      <a:pt x="74" y="49"/>
                      <a:pt x="74" y="49"/>
                      <a:pt x="74" y="49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11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7" name="Freeform 1070"/>
              <p:cNvSpPr>
                <a:spLocks noEditPoints="1"/>
              </p:cNvSpPr>
              <p:nvPr userDrawn="1"/>
            </p:nvSpPr>
            <p:spPr bwMode="auto">
              <a:xfrm>
                <a:off x="1662" y="1343"/>
                <a:ext cx="81" cy="91"/>
              </a:xfrm>
              <a:custGeom>
                <a:avLst/>
                <a:gdLst>
                  <a:gd name="T0" fmla="*/ 64 w 65"/>
                  <a:gd name="T1" fmla="*/ 74 h 74"/>
                  <a:gd name="T2" fmla="*/ 63 w 65"/>
                  <a:gd name="T3" fmla="*/ 74 h 74"/>
                  <a:gd name="T4" fmla="*/ 1 w 65"/>
                  <a:gd name="T5" fmla="*/ 50 h 74"/>
                  <a:gd name="T6" fmla="*/ 1 w 65"/>
                  <a:gd name="T7" fmla="*/ 49 h 74"/>
                  <a:gd name="T8" fmla="*/ 1 w 65"/>
                  <a:gd name="T9" fmla="*/ 48 h 74"/>
                  <a:gd name="T10" fmla="*/ 23 w 65"/>
                  <a:gd name="T11" fmla="*/ 1 h 74"/>
                  <a:gd name="T12" fmla="*/ 24 w 65"/>
                  <a:gd name="T13" fmla="*/ 0 h 74"/>
                  <a:gd name="T14" fmla="*/ 26 w 65"/>
                  <a:gd name="T15" fmla="*/ 1 h 74"/>
                  <a:gd name="T16" fmla="*/ 65 w 65"/>
                  <a:gd name="T17" fmla="*/ 72 h 74"/>
                  <a:gd name="T18" fmla="*/ 65 w 65"/>
                  <a:gd name="T19" fmla="*/ 74 h 74"/>
                  <a:gd name="T20" fmla="*/ 64 w 65"/>
                  <a:gd name="T21" fmla="*/ 74 h 74"/>
                  <a:gd name="T22" fmla="*/ 4 w 65"/>
                  <a:gd name="T23" fmla="*/ 48 h 74"/>
                  <a:gd name="T24" fmla="*/ 60 w 65"/>
                  <a:gd name="T25" fmla="*/ 69 h 74"/>
                  <a:gd name="T26" fmla="*/ 24 w 65"/>
                  <a:gd name="T27" fmla="*/ 5 h 74"/>
                  <a:gd name="T28" fmla="*/ 4 w 65"/>
                  <a:gd name="T29" fmla="*/ 48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4">
                    <a:moveTo>
                      <a:pt x="64" y="74"/>
                    </a:moveTo>
                    <a:cubicBezTo>
                      <a:pt x="63" y="74"/>
                      <a:pt x="63" y="74"/>
                      <a:pt x="63" y="74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1" y="50"/>
                      <a:pt x="1" y="49"/>
                    </a:cubicBezTo>
                    <a:cubicBezTo>
                      <a:pt x="0" y="49"/>
                      <a:pt x="0" y="48"/>
                      <a:pt x="1" y="48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5" y="0"/>
                      <a:pt x="25" y="0"/>
                      <a:pt x="26" y="1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65" y="73"/>
                      <a:pt x="65" y="73"/>
                      <a:pt x="65" y="74"/>
                    </a:cubicBezTo>
                    <a:cubicBezTo>
                      <a:pt x="65" y="74"/>
                      <a:pt x="64" y="74"/>
                      <a:pt x="64" y="74"/>
                    </a:cubicBezTo>
                    <a:close/>
                    <a:moveTo>
                      <a:pt x="4" y="48"/>
                    </a:moveTo>
                    <a:cubicBezTo>
                      <a:pt x="60" y="69"/>
                      <a:pt x="60" y="69"/>
                      <a:pt x="60" y="69"/>
                    </a:cubicBezTo>
                    <a:cubicBezTo>
                      <a:pt x="24" y="5"/>
                      <a:pt x="24" y="5"/>
                      <a:pt x="24" y="5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8" name="Freeform 1071"/>
              <p:cNvSpPr>
                <a:spLocks noEditPoints="1"/>
              </p:cNvSpPr>
              <p:nvPr userDrawn="1"/>
            </p:nvSpPr>
            <p:spPr bwMode="auto">
              <a:xfrm>
                <a:off x="702" y="1090"/>
                <a:ext cx="69" cy="114"/>
              </a:xfrm>
              <a:custGeom>
                <a:avLst/>
                <a:gdLst>
                  <a:gd name="T0" fmla="*/ 2 w 56"/>
                  <a:gd name="T1" fmla="*/ 92 h 92"/>
                  <a:gd name="T2" fmla="*/ 1 w 56"/>
                  <a:gd name="T3" fmla="*/ 92 h 92"/>
                  <a:gd name="T4" fmla="*/ 1 w 56"/>
                  <a:gd name="T5" fmla="*/ 90 h 92"/>
                  <a:gd name="T6" fmla="*/ 26 w 56"/>
                  <a:gd name="T7" fmla="*/ 2 h 92"/>
                  <a:gd name="T8" fmla="*/ 27 w 56"/>
                  <a:gd name="T9" fmla="*/ 1 h 92"/>
                  <a:gd name="T10" fmla="*/ 28 w 56"/>
                  <a:gd name="T11" fmla="*/ 1 h 92"/>
                  <a:gd name="T12" fmla="*/ 55 w 56"/>
                  <a:gd name="T13" fmla="*/ 18 h 92"/>
                  <a:gd name="T14" fmla="*/ 56 w 56"/>
                  <a:gd name="T15" fmla="*/ 19 h 92"/>
                  <a:gd name="T16" fmla="*/ 56 w 56"/>
                  <a:gd name="T17" fmla="*/ 20 h 92"/>
                  <a:gd name="T18" fmla="*/ 4 w 56"/>
                  <a:gd name="T19" fmla="*/ 92 h 92"/>
                  <a:gd name="T20" fmla="*/ 2 w 56"/>
                  <a:gd name="T21" fmla="*/ 92 h 92"/>
                  <a:gd name="T22" fmla="*/ 28 w 56"/>
                  <a:gd name="T23" fmla="*/ 5 h 92"/>
                  <a:gd name="T24" fmla="*/ 6 w 56"/>
                  <a:gd name="T25" fmla="*/ 82 h 92"/>
                  <a:gd name="T26" fmla="*/ 52 w 56"/>
                  <a:gd name="T27" fmla="*/ 20 h 92"/>
                  <a:gd name="T28" fmla="*/ 28 w 56"/>
                  <a:gd name="T29" fmla="*/ 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92">
                    <a:moveTo>
                      <a:pt x="2" y="92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1"/>
                      <a:pt x="26" y="1"/>
                      <a:pt x="27" y="1"/>
                    </a:cubicBezTo>
                    <a:cubicBezTo>
                      <a:pt x="27" y="0"/>
                      <a:pt x="28" y="0"/>
                      <a:pt x="28" y="1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6" y="18"/>
                      <a:pt x="56" y="19"/>
                      <a:pt x="56" y="19"/>
                    </a:cubicBezTo>
                    <a:cubicBezTo>
                      <a:pt x="56" y="19"/>
                      <a:pt x="56" y="20"/>
                      <a:pt x="56" y="20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3" y="92"/>
                      <a:pt x="3" y="92"/>
                      <a:pt x="2" y="92"/>
                    </a:cubicBezTo>
                    <a:close/>
                    <a:moveTo>
                      <a:pt x="28" y="5"/>
                    </a:moveTo>
                    <a:cubicBezTo>
                      <a:pt x="6" y="82"/>
                      <a:pt x="6" y="82"/>
                      <a:pt x="6" y="82"/>
                    </a:cubicBezTo>
                    <a:cubicBezTo>
                      <a:pt x="52" y="20"/>
                      <a:pt x="52" y="20"/>
                      <a:pt x="52" y="20"/>
                    </a:cubicBezTo>
                    <a:lnTo>
                      <a:pt x="2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9" name="Freeform 1072"/>
              <p:cNvSpPr>
                <a:spLocks noEditPoints="1"/>
              </p:cNvSpPr>
              <p:nvPr userDrawn="1"/>
            </p:nvSpPr>
            <p:spPr bwMode="auto">
              <a:xfrm>
                <a:off x="2453" y="1015"/>
                <a:ext cx="132" cy="84"/>
              </a:xfrm>
              <a:custGeom>
                <a:avLst/>
                <a:gdLst>
                  <a:gd name="T0" fmla="*/ 2 w 107"/>
                  <a:gd name="T1" fmla="*/ 68 h 68"/>
                  <a:gd name="T2" fmla="*/ 1 w 107"/>
                  <a:gd name="T3" fmla="*/ 68 h 68"/>
                  <a:gd name="T4" fmla="*/ 1 w 107"/>
                  <a:gd name="T5" fmla="*/ 66 h 68"/>
                  <a:gd name="T6" fmla="*/ 21 w 107"/>
                  <a:gd name="T7" fmla="*/ 27 h 68"/>
                  <a:gd name="T8" fmla="*/ 22 w 107"/>
                  <a:gd name="T9" fmla="*/ 26 h 68"/>
                  <a:gd name="T10" fmla="*/ 104 w 107"/>
                  <a:gd name="T11" fmla="*/ 1 h 68"/>
                  <a:gd name="T12" fmla="*/ 106 w 107"/>
                  <a:gd name="T13" fmla="*/ 2 h 68"/>
                  <a:gd name="T14" fmla="*/ 106 w 107"/>
                  <a:gd name="T15" fmla="*/ 4 h 68"/>
                  <a:gd name="T16" fmla="*/ 3 w 107"/>
                  <a:gd name="T17" fmla="*/ 68 h 68"/>
                  <a:gd name="T18" fmla="*/ 2 w 107"/>
                  <a:gd name="T19" fmla="*/ 68 h 68"/>
                  <a:gd name="T20" fmla="*/ 24 w 107"/>
                  <a:gd name="T21" fmla="*/ 29 h 68"/>
                  <a:gd name="T22" fmla="*/ 7 w 107"/>
                  <a:gd name="T23" fmla="*/ 62 h 68"/>
                  <a:gd name="T24" fmla="*/ 93 w 107"/>
                  <a:gd name="T25" fmla="*/ 8 h 68"/>
                  <a:gd name="T26" fmla="*/ 24 w 107"/>
                  <a:gd name="T27" fmla="*/ 2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68">
                    <a:moveTo>
                      <a:pt x="2" y="68"/>
                    </a:moveTo>
                    <a:cubicBezTo>
                      <a:pt x="2" y="68"/>
                      <a:pt x="1" y="68"/>
                      <a:pt x="1" y="68"/>
                    </a:cubicBezTo>
                    <a:cubicBezTo>
                      <a:pt x="1" y="67"/>
                      <a:pt x="0" y="66"/>
                      <a:pt x="1" y="66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2" y="27"/>
                      <a:pt x="22" y="2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5" y="0"/>
                      <a:pt x="106" y="1"/>
                      <a:pt x="106" y="2"/>
                    </a:cubicBezTo>
                    <a:cubicBezTo>
                      <a:pt x="107" y="2"/>
                      <a:pt x="106" y="3"/>
                      <a:pt x="106" y="4"/>
                    </a:cubicBezTo>
                    <a:cubicBezTo>
                      <a:pt x="3" y="68"/>
                      <a:pt x="3" y="68"/>
                      <a:pt x="3" y="68"/>
                    </a:cubicBezTo>
                    <a:lnTo>
                      <a:pt x="2" y="68"/>
                    </a:lnTo>
                    <a:close/>
                    <a:moveTo>
                      <a:pt x="24" y="29"/>
                    </a:moveTo>
                    <a:cubicBezTo>
                      <a:pt x="7" y="62"/>
                      <a:pt x="7" y="62"/>
                      <a:pt x="7" y="62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2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0" name="Freeform 1073"/>
              <p:cNvSpPr>
                <a:spLocks noEditPoints="1"/>
              </p:cNvSpPr>
              <p:nvPr userDrawn="1"/>
            </p:nvSpPr>
            <p:spPr bwMode="auto">
              <a:xfrm>
                <a:off x="2580" y="1013"/>
                <a:ext cx="97" cy="40"/>
              </a:xfrm>
              <a:custGeom>
                <a:avLst/>
                <a:gdLst>
                  <a:gd name="T0" fmla="*/ 30 w 78"/>
                  <a:gd name="T1" fmla="*/ 32 h 32"/>
                  <a:gd name="T2" fmla="*/ 28 w 78"/>
                  <a:gd name="T3" fmla="*/ 32 h 32"/>
                  <a:gd name="T4" fmla="*/ 1 w 78"/>
                  <a:gd name="T5" fmla="*/ 4 h 32"/>
                  <a:gd name="T6" fmla="*/ 0 w 78"/>
                  <a:gd name="T7" fmla="*/ 3 h 32"/>
                  <a:gd name="T8" fmla="*/ 2 w 78"/>
                  <a:gd name="T9" fmla="*/ 2 h 32"/>
                  <a:gd name="T10" fmla="*/ 76 w 78"/>
                  <a:gd name="T11" fmla="*/ 0 h 32"/>
                  <a:gd name="T12" fmla="*/ 78 w 78"/>
                  <a:gd name="T13" fmla="*/ 1 h 32"/>
                  <a:gd name="T14" fmla="*/ 77 w 78"/>
                  <a:gd name="T15" fmla="*/ 3 h 32"/>
                  <a:gd name="T16" fmla="*/ 31 w 78"/>
                  <a:gd name="T17" fmla="*/ 32 h 32"/>
                  <a:gd name="T18" fmla="*/ 30 w 78"/>
                  <a:gd name="T19" fmla="*/ 32 h 32"/>
                  <a:gd name="T20" fmla="*/ 6 w 78"/>
                  <a:gd name="T21" fmla="*/ 5 h 32"/>
                  <a:gd name="T22" fmla="*/ 30 w 78"/>
                  <a:gd name="T23" fmla="*/ 28 h 32"/>
                  <a:gd name="T24" fmla="*/ 70 w 78"/>
                  <a:gd name="T25" fmla="*/ 3 h 32"/>
                  <a:gd name="T26" fmla="*/ 6 w 78"/>
                  <a:gd name="T27" fmla="*/ 5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32">
                    <a:moveTo>
                      <a:pt x="30" y="32"/>
                    </a:moveTo>
                    <a:cubicBezTo>
                      <a:pt x="29" y="32"/>
                      <a:pt x="29" y="32"/>
                      <a:pt x="28" y="3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7" y="0"/>
                      <a:pt x="77" y="0"/>
                      <a:pt x="78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31" y="32"/>
                      <a:pt x="31" y="32"/>
                      <a:pt x="31" y="32"/>
                    </a:cubicBezTo>
                    <a:lnTo>
                      <a:pt x="30" y="32"/>
                    </a:lnTo>
                    <a:close/>
                    <a:moveTo>
                      <a:pt x="6" y="5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70" y="3"/>
                      <a:pt x="70" y="3"/>
                      <a:pt x="70" y="3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1" name="Freeform 1074"/>
              <p:cNvSpPr>
                <a:spLocks noEditPoints="1"/>
              </p:cNvSpPr>
              <p:nvPr userDrawn="1"/>
            </p:nvSpPr>
            <p:spPr bwMode="auto">
              <a:xfrm>
                <a:off x="2615" y="1013"/>
                <a:ext cx="150" cy="40"/>
              </a:xfrm>
              <a:custGeom>
                <a:avLst/>
                <a:gdLst>
                  <a:gd name="T0" fmla="*/ 2 w 121"/>
                  <a:gd name="T1" fmla="*/ 32 h 32"/>
                  <a:gd name="T2" fmla="*/ 0 w 121"/>
                  <a:gd name="T3" fmla="*/ 31 h 32"/>
                  <a:gd name="T4" fmla="*/ 1 w 121"/>
                  <a:gd name="T5" fmla="*/ 29 h 32"/>
                  <a:gd name="T6" fmla="*/ 47 w 121"/>
                  <a:gd name="T7" fmla="*/ 0 h 32"/>
                  <a:gd name="T8" fmla="*/ 48 w 121"/>
                  <a:gd name="T9" fmla="*/ 0 h 32"/>
                  <a:gd name="T10" fmla="*/ 119 w 121"/>
                  <a:gd name="T11" fmla="*/ 20 h 32"/>
                  <a:gd name="T12" fmla="*/ 121 w 121"/>
                  <a:gd name="T13" fmla="*/ 22 h 32"/>
                  <a:gd name="T14" fmla="*/ 119 w 121"/>
                  <a:gd name="T15" fmla="*/ 23 h 32"/>
                  <a:gd name="T16" fmla="*/ 2 w 121"/>
                  <a:gd name="T17" fmla="*/ 32 h 32"/>
                  <a:gd name="T18" fmla="*/ 48 w 121"/>
                  <a:gd name="T19" fmla="*/ 3 h 32"/>
                  <a:gd name="T20" fmla="*/ 8 w 121"/>
                  <a:gd name="T21" fmla="*/ 28 h 32"/>
                  <a:gd name="T22" fmla="*/ 109 w 121"/>
                  <a:gd name="T23" fmla="*/ 21 h 32"/>
                  <a:gd name="T24" fmla="*/ 48 w 121"/>
                  <a:gd name="T25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32">
                    <a:moveTo>
                      <a:pt x="2" y="32"/>
                    </a:moveTo>
                    <a:cubicBezTo>
                      <a:pt x="1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19" y="20"/>
                      <a:pt x="119" y="20"/>
                      <a:pt x="119" y="20"/>
                    </a:cubicBezTo>
                    <a:cubicBezTo>
                      <a:pt x="120" y="20"/>
                      <a:pt x="121" y="21"/>
                      <a:pt x="121" y="22"/>
                    </a:cubicBezTo>
                    <a:cubicBezTo>
                      <a:pt x="120" y="23"/>
                      <a:pt x="120" y="23"/>
                      <a:pt x="119" y="23"/>
                    </a:cubicBezTo>
                    <a:cubicBezTo>
                      <a:pt x="2" y="32"/>
                      <a:pt x="2" y="32"/>
                      <a:pt x="2" y="32"/>
                    </a:cubicBezTo>
                    <a:close/>
                    <a:moveTo>
                      <a:pt x="48" y="3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109" y="21"/>
                      <a:pt x="109" y="21"/>
                      <a:pt x="109" y="21"/>
                    </a:cubicBezTo>
                    <a:lnTo>
                      <a:pt x="4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2" name="Freeform 1075"/>
              <p:cNvSpPr>
                <a:spLocks noEditPoints="1"/>
              </p:cNvSpPr>
              <p:nvPr userDrawn="1"/>
            </p:nvSpPr>
            <p:spPr bwMode="auto">
              <a:xfrm>
                <a:off x="2760" y="1038"/>
                <a:ext cx="85" cy="71"/>
              </a:xfrm>
              <a:custGeom>
                <a:avLst/>
                <a:gdLst>
                  <a:gd name="T0" fmla="*/ 43 w 69"/>
                  <a:gd name="T1" fmla="*/ 57 h 57"/>
                  <a:gd name="T2" fmla="*/ 42 w 69"/>
                  <a:gd name="T3" fmla="*/ 57 h 57"/>
                  <a:gd name="T4" fmla="*/ 1 w 69"/>
                  <a:gd name="T5" fmla="*/ 3 h 57"/>
                  <a:gd name="T6" fmla="*/ 1 w 69"/>
                  <a:gd name="T7" fmla="*/ 1 h 57"/>
                  <a:gd name="T8" fmla="*/ 3 w 69"/>
                  <a:gd name="T9" fmla="*/ 0 h 57"/>
                  <a:gd name="T10" fmla="*/ 68 w 69"/>
                  <a:gd name="T11" fmla="*/ 42 h 57"/>
                  <a:gd name="T12" fmla="*/ 69 w 69"/>
                  <a:gd name="T13" fmla="*/ 44 h 57"/>
                  <a:gd name="T14" fmla="*/ 68 w 69"/>
                  <a:gd name="T15" fmla="*/ 45 h 57"/>
                  <a:gd name="T16" fmla="*/ 44 w 69"/>
                  <a:gd name="T17" fmla="*/ 57 h 57"/>
                  <a:gd name="T18" fmla="*/ 43 w 69"/>
                  <a:gd name="T19" fmla="*/ 57 h 57"/>
                  <a:gd name="T20" fmla="*/ 9 w 69"/>
                  <a:gd name="T21" fmla="*/ 8 h 57"/>
                  <a:gd name="T22" fmla="*/ 43 w 69"/>
                  <a:gd name="T23" fmla="*/ 53 h 57"/>
                  <a:gd name="T24" fmla="*/ 64 w 69"/>
                  <a:gd name="T25" fmla="*/ 44 h 57"/>
                  <a:gd name="T26" fmla="*/ 9 w 69"/>
                  <a:gd name="T27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57">
                    <a:moveTo>
                      <a:pt x="43" y="57"/>
                    </a:moveTo>
                    <a:cubicBezTo>
                      <a:pt x="42" y="57"/>
                      <a:pt x="42" y="57"/>
                      <a:pt x="42" y="5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69" y="43"/>
                      <a:pt x="69" y="43"/>
                      <a:pt x="69" y="44"/>
                    </a:cubicBezTo>
                    <a:cubicBezTo>
                      <a:pt x="69" y="44"/>
                      <a:pt x="68" y="45"/>
                      <a:pt x="68" y="45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7"/>
                    </a:lnTo>
                    <a:close/>
                    <a:moveTo>
                      <a:pt x="9" y="8"/>
                    </a:moveTo>
                    <a:cubicBezTo>
                      <a:pt x="43" y="53"/>
                      <a:pt x="43" y="53"/>
                      <a:pt x="43" y="53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3" name="Freeform 1076"/>
              <p:cNvSpPr>
                <a:spLocks noEditPoints="1"/>
              </p:cNvSpPr>
              <p:nvPr userDrawn="1"/>
            </p:nvSpPr>
            <p:spPr bwMode="auto">
              <a:xfrm>
                <a:off x="2811" y="1090"/>
                <a:ext cx="105" cy="82"/>
              </a:xfrm>
              <a:custGeom>
                <a:avLst/>
                <a:gdLst>
                  <a:gd name="T0" fmla="*/ 83 w 85"/>
                  <a:gd name="T1" fmla="*/ 66 h 66"/>
                  <a:gd name="T2" fmla="*/ 82 w 85"/>
                  <a:gd name="T3" fmla="*/ 66 h 66"/>
                  <a:gd name="T4" fmla="*/ 1 w 85"/>
                  <a:gd name="T5" fmla="*/ 15 h 66"/>
                  <a:gd name="T6" fmla="*/ 0 w 85"/>
                  <a:gd name="T7" fmla="*/ 13 h 66"/>
                  <a:gd name="T8" fmla="*/ 1 w 85"/>
                  <a:gd name="T9" fmla="*/ 12 h 66"/>
                  <a:gd name="T10" fmla="*/ 25 w 85"/>
                  <a:gd name="T11" fmla="*/ 0 h 66"/>
                  <a:gd name="T12" fmla="*/ 27 w 85"/>
                  <a:gd name="T13" fmla="*/ 1 h 66"/>
                  <a:gd name="T14" fmla="*/ 84 w 85"/>
                  <a:gd name="T15" fmla="*/ 63 h 66"/>
                  <a:gd name="T16" fmla="*/ 84 w 85"/>
                  <a:gd name="T17" fmla="*/ 66 h 66"/>
                  <a:gd name="T18" fmla="*/ 83 w 85"/>
                  <a:gd name="T19" fmla="*/ 66 h 66"/>
                  <a:gd name="T20" fmla="*/ 5 w 85"/>
                  <a:gd name="T21" fmla="*/ 14 h 66"/>
                  <a:gd name="T22" fmla="*/ 73 w 85"/>
                  <a:gd name="T23" fmla="*/ 57 h 66"/>
                  <a:gd name="T24" fmla="*/ 26 w 85"/>
                  <a:gd name="T25" fmla="*/ 4 h 66"/>
                  <a:gd name="T26" fmla="*/ 5 w 85"/>
                  <a:gd name="T27" fmla="*/ 1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66">
                    <a:moveTo>
                      <a:pt x="83" y="66"/>
                    </a:moveTo>
                    <a:cubicBezTo>
                      <a:pt x="82" y="66"/>
                      <a:pt x="82" y="66"/>
                      <a:pt x="82" y="66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0" y="14"/>
                      <a:pt x="0" y="13"/>
                    </a:cubicBezTo>
                    <a:cubicBezTo>
                      <a:pt x="0" y="13"/>
                      <a:pt x="1" y="12"/>
                      <a:pt x="1" y="1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7" y="0"/>
                      <a:pt x="27" y="1"/>
                    </a:cubicBezTo>
                    <a:cubicBezTo>
                      <a:pt x="84" y="63"/>
                      <a:pt x="84" y="63"/>
                      <a:pt x="84" y="63"/>
                    </a:cubicBezTo>
                    <a:cubicBezTo>
                      <a:pt x="85" y="64"/>
                      <a:pt x="85" y="65"/>
                      <a:pt x="84" y="66"/>
                    </a:cubicBezTo>
                    <a:cubicBezTo>
                      <a:pt x="84" y="66"/>
                      <a:pt x="83" y="66"/>
                      <a:pt x="83" y="66"/>
                    </a:cubicBezTo>
                    <a:close/>
                    <a:moveTo>
                      <a:pt x="5" y="14"/>
                    </a:moveTo>
                    <a:cubicBezTo>
                      <a:pt x="73" y="57"/>
                      <a:pt x="73" y="57"/>
                      <a:pt x="73" y="57"/>
                    </a:cubicBezTo>
                    <a:cubicBezTo>
                      <a:pt x="26" y="4"/>
                      <a:pt x="26" y="4"/>
                      <a:pt x="26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4" name="Freeform 1077"/>
              <p:cNvSpPr>
                <a:spLocks noEditPoints="1"/>
              </p:cNvSpPr>
              <p:nvPr userDrawn="1"/>
            </p:nvSpPr>
            <p:spPr bwMode="auto">
              <a:xfrm>
                <a:off x="2908" y="1168"/>
                <a:ext cx="61" cy="107"/>
              </a:xfrm>
              <a:custGeom>
                <a:avLst/>
                <a:gdLst>
                  <a:gd name="T0" fmla="*/ 47 w 49"/>
                  <a:gd name="T1" fmla="*/ 86 h 86"/>
                  <a:gd name="T2" fmla="*/ 46 w 49"/>
                  <a:gd name="T3" fmla="*/ 86 h 86"/>
                  <a:gd name="T4" fmla="*/ 1 w 49"/>
                  <a:gd name="T5" fmla="*/ 56 h 86"/>
                  <a:gd name="T6" fmla="*/ 0 w 49"/>
                  <a:gd name="T7" fmla="*/ 55 h 86"/>
                  <a:gd name="T8" fmla="*/ 2 w 49"/>
                  <a:gd name="T9" fmla="*/ 2 h 86"/>
                  <a:gd name="T10" fmla="*/ 4 w 49"/>
                  <a:gd name="T11" fmla="*/ 0 h 86"/>
                  <a:gd name="T12" fmla="*/ 5 w 49"/>
                  <a:gd name="T13" fmla="*/ 1 h 86"/>
                  <a:gd name="T14" fmla="*/ 49 w 49"/>
                  <a:gd name="T15" fmla="*/ 84 h 86"/>
                  <a:gd name="T16" fmla="*/ 48 w 49"/>
                  <a:gd name="T17" fmla="*/ 86 h 86"/>
                  <a:gd name="T18" fmla="*/ 47 w 49"/>
                  <a:gd name="T19" fmla="*/ 86 h 86"/>
                  <a:gd name="T20" fmla="*/ 3 w 49"/>
                  <a:gd name="T21" fmla="*/ 54 h 86"/>
                  <a:gd name="T22" fmla="*/ 43 w 49"/>
                  <a:gd name="T23" fmla="*/ 80 h 86"/>
                  <a:gd name="T24" fmla="*/ 5 w 49"/>
                  <a:gd name="T25" fmla="*/ 8 h 86"/>
                  <a:gd name="T26" fmla="*/ 3 w 49"/>
                  <a:gd name="T27" fmla="*/ 5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86">
                    <a:moveTo>
                      <a:pt x="47" y="86"/>
                    </a:moveTo>
                    <a:cubicBezTo>
                      <a:pt x="46" y="86"/>
                      <a:pt x="46" y="86"/>
                      <a:pt x="46" y="86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4" y="0"/>
                      <a:pt x="5" y="0"/>
                      <a:pt x="5" y="1"/>
                    </a:cubicBezTo>
                    <a:cubicBezTo>
                      <a:pt x="49" y="84"/>
                      <a:pt x="49" y="84"/>
                      <a:pt x="49" y="84"/>
                    </a:cubicBezTo>
                    <a:cubicBezTo>
                      <a:pt x="49" y="85"/>
                      <a:pt x="49" y="85"/>
                      <a:pt x="48" y="86"/>
                    </a:cubicBezTo>
                    <a:cubicBezTo>
                      <a:pt x="48" y="86"/>
                      <a:pt x="48" y="86"/>
                      <a:pt x="47" y="86"/>
                    </a:cubicBezTo>
                    <a:close/>
                    <a:moveTo>
                      <a:pt x="3" y="54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5" y="8"/>
                      <a:pt x="5" y="8"/>
                      <a:pt x="5" y="8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5" name="Freeform 1078"/>
              <p:cNvSpPr>
                <a:spLocks noEditPoints="1"/>
              </p:cNvSpPr>
              <p:nvPr userDrawn="1"/>
            </p:nvSpPr>
            <p:spPr bwMode="auto">
              <a:xfrm>
                <a:off x="2879" y="1127"/>
                <a:ext cx="64" cy="110"/>
              </a:xfrm>
              <a:custGeom>
                <a:avLst/>
                <a:gdLst>
                  <a:gd name="T0" fmla="*/ 26 w 52"/>
                  <a:gd name="T1" fmla="*/ 89 h 89"/>
                  <a:gd name="T2" fmla="*/ 25 w 52"/>
                  <a:gd name="T3" fmla="*/ 89 h 89"/>
                  <a:gd name="T4" fmla="*/ 24 w 52"/>
                  <a:gd name="T5" fmla="*/ 88 h 89"/>
                  <a:gd name="T6" fmla="*/ 0 w 52"/>
                  <a:gd name="T7" fmla="*/ 2 h 89"/>
                  <a:gd name="T8" fmla="*/ 1 w 52"/>
                  <a:gd name="T9" fmla="*/ 0 h 89"/>
                  <a:gd name="T10" fmla="*/ 3 w 52"/>
                  <a:gd name="T11" fmla="*/ 1 h 89"/>
                  <a:gd name="T12" fmla="*/ 52 w 52"/>
                  <a:gd name="T13" fmla="*/ 75 h 89"/>
                  <a:gd name="T14" fmla="*/ 52 w 52"/>
                  <a:gd name="T15" fmla="*/ 76 h 89"/>
                  <a:gd name="T16" fmla="*/ 51 w 52"/>
                  <a:gd name="T17" fmla="*/ 77 h 89"/>
                  <a:gd name="T18" fmla="*/ 26 w 52"/>
                  <a:gd name="T19" fmla="*/ 89 h 89"/>
                  <a:gd name="T20" fmla="*/ 6 w 52"/>
                  <a:gd name="T21" fmla="*/ 12 h 89"/>
                  <a:gd name="T22" fmla="*/ 27 w 52"/>
                  <a:gd name="T23" fmla="*/ 85 h 89"/>
                  <a:gd name="T24" fmla="*/ 48 w 52"/>
                  <a:gd name="T25" fmla="*/ 75 h 89"/>
                  <a:gd name="T26" fmla="*/ 6 w 52"/>
                  <a:gd name="T27" fmla="*/ 12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89">
                    <a:moveTo>
                      <a:pt x="26" y="89"/>
                    </a:moveTo>
                    <a:cubicBezTo>
                      <a:pt x="25" y="89"/>
                      <a:pt x="25" y="89"/>
                      <a:pt x="25" y="89"/>
                    </a:cubicBezTo>
                    <a:cubicBezTo>
                      <a:pt x="25" y="89"/>
                      <a:pt x="24" y="89"/>
                      <a:pt x="24" y="8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2" y="75"/>
                      <a:pt x="52" y="75"/>
                      <a:pt x="52" y="75"/>
                    </a:cubicBezTo>
                    <a:cubicBezTo>
                      <a:pt x="52" y="75"/>
                      <a:pt x="52" y="76"/>
                      <a:pt x="52" y="76"/>
                    </a:cubicBezTo>
                    <a:cubicBezTo>
                      <a:pt x="52" y="76"/>
                      <a:pt x="52" y="77"/>
                      <a:pt x="51" y="77"/>
                    </a:cubicBezTo>
                    <a:cubicBezTo>
                      <a:pt x="26" y="89"/>
                      <a:pt x="26" y="89"/>
                      <a:pt x="26" y="89"/>
                    </a:cubicBezTo>
                    <a:close/>
                    <a:moveTo>
                      <a:pt x="6" y="12"/>
                    </a:moveTo>
                    <a:cubicBezTo>
                      <a:pt x="27" y="85"/>
                      <a:pt x="27" y="85"/>
                      <a:pt x="27" y="85"/>
                    </a:cubicBezTo>
                    <a:cubicBezTo>
                      <a:pt x="48" y="75"/>
                      <a:pt x="48" y="75"/>
                      <a:pt x="48" y="7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6" name="Freeform 1079"/>
              <p:cNvSpPr>
                <a:spLocks noEditPoints="1"/>
              </p:cNvSpPr>
              <p:nvPr userDrawn="1"/>
            </p:nvSpPr>
            <p:spPr bwMode="auto">
              <a:xfrm>
                <a:off x="2703" y="1038"/>
                <a:ext cx="109" cy="43"/>
              </a:xfrm>
              <a:custGeom>
                <a:avLst/>
                <a:gdLst>
                  <a:gd name="T0" fmla="*/ 2 w 88"/>
                  <a:gd name="T1" fmla="*/ 35 h 35"/>
                  <a:gd name="T2" fmla="*/ 1 w 88"/>
                  <a:gd name="T3" fmla="*/ 33 h 35"/>
                  <a:gd name="T4" fmla="*/ 1 w 88"/>
                  <a:gd name="T5" fmla="*/ 31 h 35"/>
                  <a:gd name="T6" fmla="*/ 47 w 88"/>
                  <a:gd name="T7" fmla="*/ 0 h 35"/>
                  <a:gd name="T8" fmla="*/ 49 w 88"/>
                  <a:gd name="T9" fmla="*/ 0 h 35"/>
                  <a:gd name="T10" fmla="*/ 87 w 88"/>
                  <a:gd name="T11" fmla="*/ 25 h 35"/>
                  <a:gd name="T12" fmla="*/ 88 w 88"/>
                  <a:gd name="T13" fmla="*/ 27 h 35"/>
                  <a:gd name="T14" fmla="*/ 86 w 88"/>
                  <a:gd name="T15" fmla="*/ 28 h 35"/>
                  <a:gd name="T16" fmla="*/ 2 w 88"/>
                  <a:gd name="T17" fmla="*/ 35 h 35"/>
                  <a:gd name="T18" fmla="*/ 48 w 88"/>
                  <a:gd name="T19" fmla="*/ 4 h 35"/>
                  <a:gd name="T20" fmla="*/ 8 w 88"/>
                  <a:gd name="T21" fmla="*/ 31 h 35"/>
                  <a:gd name="T22" fmla="*/ 81 w 88"/>
                  <a:gd name="T23" fmla="*/ 25 h 35"/>
                  <a:gd name="T24" fmla="*/ 48 w 88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35">
                    <a:moveTo>
                      <a:pt x="2" y="35"/>
                    </a:moveTo>
                    <a:cubicBezTo>
                      <a:pt x="2" y="35"/>
                      <a:pt x="1" y="34"/>
                      <a:pt x="1" y="33"/>
                    </a:cubicBezTo>
                    <a:cubicBezTo>
                      <a:pt x="0" y="33"/>
                      <a:pt x="1" y="32"/>
                      <a:pt x="1" y="3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9" y="0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87" y="25"/>
                      <a:pt x="88" y="26"/>
                      <a:pt x="88" y="27"/>
                    </a:cubicBezTo>
                    <a:cubicBezTo>
                      <a:pt x="87" y="27"/>
                      <a:pt x="87" y="28"/>
                      <a:pt x="86" y="28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48" y="4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81" y="25"/>
                      <a:pt x="81" y="25"/>
                      <a:pt x="81" y="25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7" name="Freeform 1080"/>
              <p:cNvSpPr>
                <a:spLocks noEditPoints="1"/>
              </p:cNvSpPr>
              <p:nvPr userDrawn="1"/>
            </p:nvSpPr>
            <p:spPr bwMode="auto">
              <a:xfrm>
                <a:off x="2520" y="1015"/>
                <a:ext cx="104" cy="38"/>
              </a:xfrm>
              <a:custGeom>
                <a:avLst/>
                <a:gdLst>
                  <a:gd name="T0" fmla="*/ 79 w 84"/>
                  <a:gd name="T1" fmla="*/ 31 h 31"/>
                  <a:gd name="T2" fmla="*/ 78 w 84"/>
                  <a:gd name="T3" fmla="*/ 31 h 31"/>
                  <a:gd name="T4" fmla="*/ 2 w 84"/>
                  <a:gd name="T5" fmla="*/ 17 h 31"/>
                  <a:gd name="T6" fmla="*/ 0 w 84"/>
                  <a:gd name="T7" fmla="*/ 16 h 31"/>
                  <a:gd name="T8" fmla="*/ 2 w 84"/>
                  <a:gd name="T9" fmla="*/ 14 h 31"/>
                  <a:gd name="T10" fmla="*/ 82 w 84"/>
                  <a:gd name="T11" fmla="*/ 0 h 31"/>
                  <a:gd name="T12" fmla="*/ 83 w 84"/>
                  <a:gd name="T13" fmla="*/ 0 h 31"/>
                  <a:gd name="T14" fmla="*/ 84 w 84"/>
                  <a:gd name="T15" fmla="*/ 2 h 31"/>
                  <a:gd name="T16" fmla="*/ 80 w 84"/>
                  <a:gd name="T17" fmla="*/ 30 h 31"/>
                  <a:gd name="T18" fmla="*/ 80 w 84"/>
                  <a:gd name="T19" fmla="*/ 31 h 31"/>
                  <a:gd name="T20" fmla="*/ 79 w 84"/>
                  <a:gd name="T21" fmla="*/ 31 h 31"/>
                  <a:gd name="T22" fmla="*/ 11 w 84"/>
                  <a:gd name="T23" fmla="*/ 16 h 31"/>
                  <a:gd name="T24" fmla="*/ 77 w 84"/>
                  <a:gd name="T25" fmla="*/ 27 h 31"/>
                  <a:gd name="T26" fmla="*/ 80 w 84"/>
                  <a:gd name="T27" fmla="*/ 4 h 31"/>
                  <a:gd name="T28" fmla="*/ 11 w 84"/>
                  <a:gd name="T29" fmla="*/ 1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31">
                    <a:moveTo>
                      <a:pt x="79" y="31"/>
                    </a:moveTo>
                    <a:cubicBezTo>
                      <a:pt x="78" y="31"/>
                      <a:pt x="78" y="31"/>
                      <a:pt x="78" y="3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" y="17"/>
                      <a:pt x="0" y="16"/>
                      <a:pt x="0" y="16"/>
                    </a:cubicBezTo>
                    <a:cubicBezTo>
                      <a:pt x="0" y="15"/>
                      <a:pt x="1" y="14"/>
                      <a:pt x="2" y="14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0" y="31"/>
                      <a:pt x="80" y="31"/>
                    </a:cubicBezTo>
                    <a:lnTo>
                      <a:pt x="79" y="31"/>
                    </a:lnTo>
                    <a:close/>
                    <a:moveTo>
                      <a:pt x="11" y="16"/>
                    </a:moveTo>
                    <a:cubicBezTo>
                      <a:pt x="77" y="27"/>
                      <a:pt x="77" y="27"/>
                      <a:pt x="77" y="27"/>
                    </a:cubicBezTo>
                    <a:cubicBezTo>
                      <a:pt x="80" y="4"/>
                      <a:pt x="80" y="4"/>
                      <a:pt x="80" y="4"/>
                    </a:cubicBezTo>
                    <a:lnTo>
                      <a:pt x="1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8" name="Freeform 1081"/>
              <p:cNvSpPr>
                <a:spLocks noEditPoints="1"/>
              </p:cNvSpPr>
              <p:nvPr userDrawn="1"/>
            </p:nvSpPr>
            <p:spPr bwMode="auto">
              <a:xfrm>
                <a:off x="1975" y="412"/>
                <a:ext cx="82" cy="80"/>
              </a:xfrm>
              <a:custGeom>
                <a:avLst/>
                <a:gdLst>
                  <a:gd name="T0" fmla="*/ 2 w 66"/>
                  <a:gd name="T1" fmla="*/ 65 h 65"/>
                  <a:gd name="T2" fmla="*/ 1 w 66"/>
                  <a:gd name="T3" fmla="*/ 64 h 65"/>
                  <a:gd name="T4" fmla="*/ 1 w 66"/>
                  <a:gd name="T5" fmla="*/ 62 h 65"/>
                  <a:gd name="T6" fmla="*/ 56 w 66"/>
                  <a:gd name="T7" fmla="*/ 0 h 65"/>
                  <a:gd name="T8" fmla="*/ 57 w 66"/>
                  <a:gd name="T9" fmla="*/ 0 h 65"/>
                  <a:gd name="T10" fmla="*/ 58 w 66"/>
                  <a:gd name="T11" fmla="*/ 1 h 65"/>
                  <a:gd name="T12" fmla="*/ 66 w 66"/>
                  <a:gd name="T13" fmla="*/ 41 h 65"/>
                  <a:gd name="T14" fmla="*/ 64 w 66"/>
                  <a:gd name="T15" fmla="*/ 43 h 65"/>
                  <a:gd name="T16" fmla="*/ 3 w 66"/>
                  <a:gd name="T17" fmla="*/ 65 h 65"/>
                  <a:gd name="T18" fmla="*/ 2 w 66"/>
                  <a:gd name="T19" fmla="*/ 65 h 65"/>
                  <a:gd name="T20" fmla="*/ 56 w 66"/>
                  <a:gd name="T21" fmla="*/ 5 h 65"/>
                  <a:gd name="T22" fmla="*/ 8 w 66"/>
                  <a:gd name="T23" fmla="*/ 59 h 65"/>
                  <a:gd name="T24" fmla="*/ 62 w 66"/>
                  <a:gd name="T25" fmla="*/ 41 h 65"/>
                  <a:gd name="T26" fmla="*/ 56 w 66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65">
                    <a:moveTo>
                      <a:pt x="2" y="65"/>
                    </a:moveTo>
                    <a:cubicBezTo>
                      <a:pt x="2" y="65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7" y="0"/>
                    </a:cubicBezTo>
                    <a:cubicBezTo>
                      <a:pt x="58" y="0"/>
                      <a:pt x="58" y="1"/>
                      <a:pt x="58" y="1"/>
                    </a:cubicBezTo>
                    <a:cubicBezTo>
                      <a:pt x="66" y="41"/>
                      <a:pt x="66" y="41"/>
                      <a:pt x="66" y="41"/>
                    </a:cubicBezTo>
                    <a:cubicBezTo>
                      <a:pt x="66" y="42"/>
                      <a:pt x="65" y="43"/>
                      <a:pt x="64" y="43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56" y="5"/>
                    </a:moveTo>
                    <a:cubicBezTo>
                      <a:pt x="8" y="59"/>
                      <a:pt x="8" y="59"/>
                      <a:pt x="8" y="59"/>
                    </a:cubicBezTo>
                    <a:cubicBezTo>
                      <a:pt x="62" y="41"/>
                      <a:pt x="62" y="41"/>
                      <a:pt x="62" y="41"/>
                    </a:cubicBezTo>
                    <a:lnTo>
                      <a:pt x="5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9" name="Freeform 1082"/>
              <p:cNvSpPr>
                <a:spLocks noEditPoints="1"/>
              </p:cNvSpPr>
              <p:nvPr userDrawn="1"/>
            </p:nvSpPr>
            <p:spPr bwMode="auto">
              <a:xfrm>
                <a:off x="1167" y="253"/>
                <a:ext cx="81" cy="81"/>
              </a:xfrm>
              <a:custGeom>
                <a:avLst/>
                <a:gdLst>
                  <a:gd name="T0" fmla="*/ 2 w 65"/>
                  <a:gd name="T1" fmla="*/ 65 h 65"/>
                  <a:gd name="T2" fmla="*/ 0 w 65"/>
                  <a:gd name="T3" fmla="*/ 64 h 65"/>
                  <a:gd name="T4" fmla="*/ 0 w 65"/>
                  <a:gd name="T5" fmla="*/ 62 h 65"/>
                  <a:gd name="T6" fmla="*/ 55 w 65"/>
                  <a:gd name="T7" fmla="*/ 0 h 65"/>
                  <a:gd name="T8" fmla="*/ 57 w 65"/>
                  <a:gd name="T9" fmla="*/ 0 h 65"/>
                  <a:gd name="T10" fmla="*/ 58 w 65"/>
                  <a:gd name="T11" fmla="*/ 1 h 65"/>
                  <a:gd name="T12" fmla="*/ 65 w 65"/>
                  <a:gd name="T13" fmla="*/ 41 h 65"/>
                  <a:gd name="T14" fmla="*/ 64 w 65"/>
                  <a:gd name="T15" fmla="*/ 43 h 65"/>
                  <a:gd name="T16" fmla="*/ 2 w 65"/>
                  <a:gd name="T17" fmla="*/ 64 h 65"/>
                  <a:gd name="T18" fmla="*/ 2 w 65"/>
                  <a:gd name="T19" fmla="*/ 65 h 65"/>
                  <a:gd name="T20" fmla="*/ 55 w 65"/>
                  <a:gd name="T21" fmla="*/ 5 h 65"/>
                  <a:gd name="T22" fmla="*/ 7 w 65"/>
                  <a:gd name="T23" fmla="*/ 59 h 65"/>
                  <a:gd name="T24" fmla="*/ 62 w 65"/>
                  <a:gd name="T25" fmla="*/ 40 h 65"/>
                  <a:gd name="T26" fmla="*/ 55 w 65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65">
                    <a:moveTo>
                      <a:pt x="2" y="65"/>
                    </a:moveTo>
                    <a:cubicBezTo>
                      <a:pt x="1" y="65"/>
                      <a:pt x="1" y="64"/>
                      <a:pt x="0" y="64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2"/>
                      <a:pt x="65" y="43"/>
                      <a:pt x="64" y="43"/>
                    </a:cubicBezTo>
                    <a:cubicBezTo>
                      <a:pt x="2" y="64"/>
                      <a:pt x="2" y="64"/>
                      <a:pt x="2" y="64"/>
                    </a:cubicBezTo>
                    <a:lnTo>
                      <a:pt x="2" y="65"/>
                    </a:lnTo>
                    <a:close/>
                    <a:moveTo>
                      <a:pt x="55" y="5"/>
                    </a:moveTo>
                    <a:cubicBezTo>
                      <a:pt x="7" y="59"/>
                      <a:pt x="7" y="59"/>
                      <a:pt x="7" y="59"/>
                    </a:cubicBezTo>
                    <a:cubicBezTo>
                      <a:pt x="62" y="40"/>
                      <a:pt x="62" y="40"/>
                      <a:pt x="62" y="40"/>
                    </a:cubicBezTo>
                    <a:lnTo>
                      <a:pt x="5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0" name="Freeform 1083"/>
              <p:cNvSpPr>
                <a:spLocks noEditPoints="1"/>
              </p:cNvSpPr>
              <p:nvPr userDrawn="1"/>
            </p:nvSpPr>
            <p:spPr bwMode="auto">
              <a:xfrm>
                <a:off x="2207" y="260"/>
                <a:ext cx="111" cy="79"/>
              </a:xfrm>
              <a:custGeom>
                <a:avLst/>
                <a:gdLst>
                  <a:gd name="T0" fmla="*/ 17 w 90"/>
                  <a:gd name="T1" fmla="*/ 64 h 64"/>
                  <a:gd name="T2" fmla="*/ 17 w 90"/>
                  <a:gd name="T3" fmla="*/ 64 h 64"/>
                  <a:gd name="T4" fmla="*/ 16 w 90"/>
                  <a:gd name="T5" fmla="*/ 63 h 64"/>
                  <a:gd name="T6" fmla="*/ 1 w 90"/>
                  <a:gd name="T7" fmla="*/ 35 h 64"/>
                  <a:gd name="T8" fmla="*/ 1 w 90"/>
                  <a:gd name="T9" fmla="*/ 33 h 64"/>
                  <a:gd name="T10" fmla="*/ 2 w 90"/>
                  <a:gd name="T11" fmla="*/ 32 h 64"/>
                  <a:gd name="T12" fmla="*/ 87 w 90"/>
                  <a:gd name="T13" fmla="*/ 0 h 64"/>
                  <a:gd name="T14" fmla="*/ 89 w 90"/>
                  <a:gd name="T15" fmla="*/ 1 h 64"/>
                  <a:gd name="T16" fmla="*/ 89 w 90"/>
                  <a:gd name="T17" fmla="*/ 3 h 64"/>
                  <a:gd name="T18" fmla="*/ 18 w 90"/>
                  <a:gd name="T19" fmla="*/ 63 h 64"/>
                  <a:gd name="T20" fmla="*/ 17 w 90"/>
                  <a:gd name="T21" fmla="*/ 64 h 64"/>
                  <a:gd name="T22" fmla="*/ 5 w 90"/>
                  <a:gd name="T23" fmla="*/ 35 h 64"/>
                  <a:gd name="T24" fmla="*/ 18 w 90"/>
                  <a:gd name="T25" fmla="*/ 60 h 64"/>
                  <a:gd name="T26" fmla="*/ 80 w 90"/>
                  <a:gd name="T27" fmla="*/ 7 h 64"/>
                  <a:gd name="T28" fmla="*/ 5 w 90"/>
                  <a:gd name="T29" fmla="*/ 3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4">
                    <a:moveTo>
                      <a:pt x="17" y="64"/>
                    </a:moveTo>
                    <a:cubicBezTo>
                      <a:pt x="17" y="64"/>
                      <a:pt x="17" y="64"/>
                      <a:pt x="17" y="64"/>
                    </a:cubicBezTo>
                    <a:cubicBezTo>
                      <a:pt x="16" y="64"/>
                      <a:pt x="16" y="63"/>
                      <a:pt x="16" y="63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1" y="34"/>
                      <a:pt x="0" y="34"/>
                      <a:pt x="1" y="33"/>
                    </a:cubicBezTo>
                    <a:cubicBezTo>
                      <a:pt x="1" y="33"/>
                      <a:pt x="1" y="33"/>
                      <a:pt x="2" y="3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9" y="0"/>
                      <a:pt x="89" y="1"/>
                    </a:cubicBezTo>
                    <a:cubicBezTo>
                      <a:pt x="90" y="2"/>
                      <a:pt x="90" y="2"/>
                      <a:pt x="89" y="3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8" y="64"/>
                      <a:pt x="18" y="64"/>
                      <a:pt x="17" y="64"/>
                    </a:cubicBezTo>
                    <a:close/>
                    <a:moveTo>
                      <a:pt x="5" y="35"/>
                    </a:moveTo>
                    <a:cubicBezTo>
                      <a:pt x="18" y="60"/>
                      <a:pt x="18" y="60"/>
                      <a:pt x="18" y="60"/>
                    </a:cubicBezTo>
                    <a:cubicBezTo>
                      <a:pt x="80" y="7"/>
                      <a:pt x="80" y="7"/>
                      <a:pt x="80" y="7"/>
                    </a:cubicBezTo>
                    <a:lnTo>
                      <a:pt x="5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1" name="Freeform 1084"/>
              <p:cNvSpPr>
                <a:spLocks noEditPoints="1"/>
              </p:cNvSpPr>
              <p:nvPr userDrawn="1"/>
            </p:nvSpPr>
            <p:spPr bwMode="auto">
              <a:xfrm>
                <a:off x="2392" y="313"/>
                <a:ext cx="145" cy="105"/>
              </a:xfrm>
              <a:custGeom>
                <a:avLst/>
                <a:gdLst>
                  <a:gd name="T0" fmla="*/ 96 w 117"/>
                  <a:gd name="T1" fmla="*/ 85 h 85"/>
                  <a:gd name="T2" fmla="*/ 95 w 117"/>
                  <a:gd name="T3" fmla="*/ 85 h 85"/>
                  <a:gd name="T4" fmla="*/ 1 w 117"/>
                  <a:gd name="T5" fmla="*/ 48 h 85"/>
                  <a:gd name="T6" fmla="*/ 0 w 117"/>
                  <a:gd name="T7" fmla="*/ 46 h 85"/>
                  <a:gd name="T8" fmla="*/ 1 w 117"/>
                  <a:gd name="T9" fmla="*/ 44 h 85"/>
                  <a:gd name="T10" fmla="*/ 114 w 117"/>
                  <a:gd name="T11" fmla="*/ 0 h 85"/>
                  <a:gd name="T12" fmla="*/ 116 w 117"/>
                  <a:gd name="T13" fmla="*/ 0 h 85"/>
                  <a:gd name="T14" fmla="*/ 117 w 117"/>
                  <a:gd name="T15" fmla="*/ 2 h 85"/>
                  <a:gd name="T16" fmla="*/ 98 w 117"/>
                  <a:gd name="T17" fmla="*/ 84 h 85"/>
                  <a:gd name="T18" fmla="*/ 97 w 117"/>
                  <a:gd name="T19" fmla="*/ 85 h 85"/>
                  <a:gd name="T20" fmla="*/ 96 w 117"/>
                  <a:gd name="T21" fmla="*/ 85 h 85"/>
                  <a:gd name="T22" fmla="*/ 6 w 117"/>
                  <a:gd name="T23" fmla="*/ 46 h 85"/>
                  <a:gd name="T24" fmla="*/ 95 w 117"/>
                  <a:gd name="T25" fmla="*/ 82 h 85"/>
                  <a:gd name="T26" fmla="*/ 113 w 117"/>
                  <a:gd name="T27" fmla="*/ 4 h 85"/>
                  <a:gd name="T28" fmla="*/ 6 w 117"/>
                  <a:gd name="T29" fmla="*/ 46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7" h="85">
                    <a:moveTo>
                      <a:pt x="96" y="85"/>
                    </a:moveTo>
                    <a:cubicBezTo>
                      <a:pt x="95" y="85"/>
                      <a:pt x="95" y="85"/>
                      <a:pt x="95" y="8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5"/>
                      <a:pt x="0" y="45"/>
                      <a:pt x="1" y="44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5" y="0"/>
                      <a:pt x="116" y="0"/>
                      <a:pt x="116" y="0"/>
                    </a:cubicBezTo>
                    <a:cubicBezTo>
                      <a:pt x="117" y="1"/>
                      <a:pt x="117" y="1"/>
                      <a:pt x="117" y="2"/>
                    </a:cubicBezTo>
                    <a:cubicBezTo>
                      <a:pt x="98" y="84"/>
                      <a:pt x="98" y="84"/>
                      <a:pt x="98" y="84"/>
                    </a:cubicBezTo>
                    <a:cubicBezTo>
                      <a:pt x="98" y="85"/>
                      <a:pt x="97" y="85"/>
                      <a:pt x="97" y="85"/>
                    </a:cubicBezTo>
                    <a:lnTo>
                      <a:pt x="96" y="85"/>
                    </a:lnTo>
                    <a:close/>
                    <a:moveTo>
                      <a:pt x="6" y="46"/>
                    </a:moveTo>
                    <a:cubicBezTo>
                      <a:pt x="95" y="82"/>
                      <a:pt x="95" y="82"/>
                      <a:pt x="95" y="82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2" name="Freeform 1085"/>
              <p:cNvSpPr>
                <a:spLocks noEditPoints="1"/>
              </p:cNvSpPr>
              <p:nvPr userDrawn="1"/>
            </p:nvSpPr>
            <p:spPr bwMode="auto">
              <a:xfrm>
                <a:off x="1918" y="520"/>
                <a:ext cx="72" cy="122"/>
              </a:xfrm>
              <a:custGeom>
                <a:avLst/>
                <a:gdLst>
                  <a:gd name="T0" fmla="*/ 3 w 58"/>
                  <a:gd name="T1" fmla="*/ 99 h 99"/>
                  <a:gd name="T2" fmla="*/ 3 w 58"/>
                  <a:gd name="T3" fmla="*/ 99 h 99"/>
                  <a:gd name="T4" fmla="*/ 7 w 58"/>
                  <a:gd name="T5" fmla="*/ 29 h 99"/>
                  <a:gd name="T6" fmla="*/ 8 w 58"/>
                  <a:gd name="T7" fmla="*/ 28 h 99"/>
                  <a:gd name="T8" fmla="*/ 56 w 58"/>
                  <a:gd name="T9" fmla="*/ 0 h 99"/>
                  <a:gd name="T10" fmla="*/ 58 w 58"/>
                  <a:gd name="T11" fmla="*/ 0 h 99"/>
                  <a:gd name="T12" fmla="*/ 58 w 58"/>
                  <a:gd name="T13" fmla="*/ 2 h 99"/>
                  <a:gd name="T14" fmla="*/ 5 w 58"/>
                  <a:gd name="T15" fmla="*/ 97 h 99"/>
                  <a:gd name="T16" fmla="*/ 3 w 58"/>
                  <a:gd name="T17" fmla="*/ 99 h 99"/>
                  <a:gd name="T18" fmla="*/ 11 w 58"/>
                  <a:gd name="T19" fmla="*/ 30 h 99"/>
                  <a:gd name="T20" fmla="*/ 5 w 58"/>
                  <a:gd name="T21" fmla="*/ 89 h 99"/>
                  <a:gd name="T22" fmla="*/ 52 w 58"/>
                  <a:gd name="T23" fmla="*/ 6 h 99"/>
                  <a:gd name="T24" fmla="*/ 11 w 58"/>
                  <a:gd name="T25" fmla="*/ 3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9">
                    <a:moveTo>
                      <a:pt x="3" y="99"/>
                    </a:moveTo>
                    <a:cubicBezTo>
                      <a:pt x="3" y="99"/>
                      <a:pt x="3" y="99"/>
                      <a:pt x="3" y="99"/>
                    </a:cubicBezTo>
                    <a:cubicBezTo>
                      <a:pt x="1" y="98"/>
                      <a:pt x="0" y="98"/>
                      <a:pt x="7" y="29"/>
                    </a:cubicBezTo>
                    <a:cubicBezTo>
                      <a:pt x="7" y="29"/>
                      <a:pt x="8" y="28"/>
                      <a:pt x="8" y="28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1"/>
                      <a:pt x="58" y="2"/>
                      <a:pt x="58" y="2"/>
                    </a:cubicBezTo>
                    <a:cubicBezTo>
                      <a:pt x="37" y="39"/>
                      <a:pt x="6" y="94"/>
                      <a:pt x="5" y="97"/>
                    </a:cubicBezTo>
                    <a:cubicBezTo>
                      <a:pt x="5" y="98"/>
                      <a:pt x="4" y="99"/>
                      <a:pt x="3" y="99"/>
                    </a:cubicBezTo>
                    <a:close/>
                    <a:moveTo>
                      <a:pt x="11" y="30"/>
                    </a:moveTo>
                    <a:cubicBezTo>
                      <a:pt x="9" y="50"/>
                      <a:pt x="6" y="76"/>
                      <a:pt x="5" y="89"/>
                    </a:cubicBezTo>
                    <a:cubicBezTo>
                      <a:pt x="15" y="71"/>
                      <a:pt x="42" y="23"/>
                      <a:pt x="52" y="6"/>
                    </a:cubicBezTo>
                    <a:lnTo>
                      <a:pt x="1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3" name="Freeform 1086"/>
              <p:cNvSpPr>
                <a:spLocks noEditPoints="1"/>
              </p:cNvSpPr>
              <p:nvPr userDrawn="1"/>
            </p:nvSpPr>
            <p:spPr bwMode="auto">
              <a:xfrm>
                <a:off x="2394" y="947"/>
                <a:ext cx="87" cy="101"/>
              </a:xfrm>
              <a:custGeom>
                <a:avLst/>
                <a:gdLst>
                  <a:gd name="T0" fmla="*/ 69 w 71"/>
                  <a:gd name="T1" fmla="*/ 82 h 82"/>
                  <a:gd name="T2" fmla="*/ 68 w 71"/>
                  <a:gd name="T3" fmla="*/ 81 h 82"/>
                  <a:gd name="T4" fmla="*/ 1 w 71"/>
                  <a:gd name="T5" fmla="*/ 22 h 82"/>
                  <a:gd name="T6" fmla="*/ 0 w 71"/>
                  <a:gd name="T7" fmla="*/ 21 h 82"/>
                  <a:gd name="T8" fmla="*/ 1 w 71"/>
                  <a:gd name="T9" fmla="*/ 20 h 82"/>
                  <a:gd name="T10" fmla="*/ 30 w 71"/>
                  <a:gd name="T11" fmla="*/ 0 h 82"/>
                  <a:gd name="T12" fmla="*/ 31 w 71"/>
                  <a:gd name="T13" fmla="*/ 0 h 82"/>
                  <a:gd name="T14" fmla="*/ 33 w 71"/>
                  <a:gd name="T15" fmla="*/ 1 h 82"/>
                  <a:gd name="T16" fmla="*/ 71 w 71"/>
                  <a:gd name="T17" fmla="*/ 79 h 82"/>
                  <a:gd name="T18" fmla="*/ 70 w 71"/>
                  <a:gd name="T19" fmla="*/ 81 h 82"/>
                  <a:gd name="T20" fmla="*/ 69 w 71"/>
                  <a:gd name="T21" fmla="*/ 82 h 82"/>
                  <a:gd name="T22" fmla="*/ 5 w 71"/>
                  <a:gd name="T23" fmla="*/ 21 h 82"/>
                  <a:gd name="T24" fmla="*/ 64 w 71"/>
                  <a:gd name="T25" fmla="*/ 73 h 82"/>
                  <a:gd name="T26" fmla="*/ 30 w 71"/>
                  <a:gd name="T27" fmla="*/ 4 h 82"/>
                  <a:gd name="T28" fmla="*/ 5 w 71"/>
                  <a:gd name="T29" fmla="*/ 2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82">
                    <a:moveTo>
                      <a:pt x="69" y="82"/>
                    </a:moveTo>
                    <a:cubicBezTo>
                      <a:pt x="69" y="82"/>
                      <a:pt x="68" y="82"/>
                      <a:pt x="68" y="8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2"/>
                      <a:pt x="0" y="22"/>
                      <a:pt x="0" y="21"/>
                    </a:cubicBezTo>
                    <a:cubicBezTo>
                      <a:pt x="0" y="21"/>
                      <a:pt x="0" y="20"/>
                      <a:pt x="1" y="2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3" y="1"/>
                    </a:cubicBezTo>
                    <a:cubicBezTo>
                      <a:pt x="71" y="79"/>
                      <a:pt x="71" y="79"/>
                      <a:pt x="71" y="79"/>
                    </a:cubicBezTo>
                    <a:cubicBezTo>
                      <a:pt x="71" y="80"/>
                      <a:pt x="71" y="81"/>
                      <a:pt x="70" y="81"/>
                    </a:cubicBezTo>
                    <a:lnTo>
                      <a:pt x="69" y="82"/>
                    </a:lnTo>
                    <a:close/>
                    <a:moveTo>
                      <a:pt x="5" y="21"/>
                    </a:moveTo>
                    <a:cubicBezTo>
                      <a:pt x="64" y="73"/>
                      <a:pt x="64" y="73"/>
                      <a:pt x="64" y="73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4" name="Freeform 1087"/>
              <p:cNvSpPr>
                <a:spLocks noEditPoints="1"/>
              </p:cNvSpPr>
              <p:nvPr userDrawn="1"/>
            </p:nvSpPr>
            <p:spPr bwMode="auto">
              <a:xfrm>
                <a:off x="1035" y="1047"/>
                <a:ext cx="76" cy="95"/>
              </a:xfrm>
              <a:custGeom>
                <a:avLst/>
                <a:gdLst>
                  <a:gd name="T0" fmla="*/ 2 w 62"/>
                  <a:gd name="T1" fmla="*/ 77 h 77"/>
                  <a:gd name="T2" fmla="*/ 1 w 62"/>
                  <a:gd name="T3" fmla="*/ 76 h 77"/>
                  <a:gd name="T4" fmla="*/ 0 w 62"/>
                  <a:gd name="T5" fmla="*/ 74 h 77"/>
                  <a:gd name="T6" fmla="*/ 51 w 62"/>
                  <a:gd name="T7" fmla="*/ 1 h 77"/>
                  <a:gd name="T8" fmla="*/ 53 w 62"/>
                  <a:gd name="T9" fmla="*/ 0 h 77"/>
                  <a:gd name="T10" fmla="*/ 54 w 62"/>
                  <a:gd name="T11" fmla="*/ 2 h 77"/>
                  <a:gd name="T12" fmla="*/ 62 w 62"/>
                  <a:gd name="T13" fmla="*/ 44 h 77"/>
                  <a:gd name="T14" fmla="*/ 61 w 62"/>
                  <a:gd name="T15" fmla="*/ 46 h 77"/>
                  <a:gd name="T16" fmla="*/ 3 w 62"/>
                  <a:gd name="T17" fmla="*/ 77 h 77"/>
                  <a:gd name="T18" fmla="*/ 2 w 62"/>
                  <a:gd name="T19" fmla="*/ 77 h 77"/>
                  <a:gd name="T20" fmla="*/ 52 w 62"/>
                  <a:gd name="T21" fmla="*/ 6 h 77"/>
                  <a:gd name="T22" fmla="*/ 7 w 62"/>
                  <a:gd name="T23" fmla="*/ 70 h 77"/>
                  <a:gd name="T24" fmla="*/ 58 w 62"/>
                  <a:gd name="T25" fmla="*/ 44 h 77"/>
                  <a:gd name="T26" fmla="*/ 52 w 62"/>
                  <a:gd name="T27" fmla="*/ 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77">
                    <a:moveTo>
                      <a:pt x="2" y="77"/>
                    </a:moveTo>
                    <a:cubicBezTo>
                      <a:pt x="1" y="77"/>
                      <a:pt x="1" y="77"/>
                      <a:pt x="1" y="76"/>
                    </a:cubicBezTo>
                    <a:cubicBezTo>
                      <a:pt x="0" y="76"/>
                      <a:pt x="0" y="75"/>
                      <a:pt x="0" y="7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0"/>
                      <a:pt x="54" y="1"/>
                      <a:pt x="54" y="2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2" y="45"/>
                      <a:pt x="61" y="46"/>
                      <a:pt x="61" y="46"/>
                    </a:cubicBezTo>
                    <a:cubicBezTo>
                      <a:pt x="3" y="77"/>
                      <a:pt x="3" y="77"/>
                      <a:pt x="3" y="77"/>
                    </a:cubicBezTo>
                    <a:lnTo>
                      <a:pt x="2" y="77"/>
                    </a:lnTo>
                    <a:close/>
                    <a:moveTo>
                      <a:pt x="52" y="6"/>
                    </a:moveTo>
                    <a:cubicBezTo>
                      <a:pt x="7" y="70"/>
                      <a:pt x="7" y="70"/>
                      <a:pt x="7" y="70"/>
                    </a:cubicBezTo>
                    <a:cubicBezTo>
                      <a:pt x="58" y="44"/>
                      <a:pt x="58" y="44"/>
                      <a:pt x="58" y="44"/>
                    </a:cubicBezTo>
                    <a:lnTo>
                      <a:pt x="5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5" name="Freeform 1088"/>
              <p:cNvSpPr>
                <a:spLocks noEditPoints="1"/>
              </p:cNvSpPr>
              <p:nvPr userDrawn="1"/>
            </p:nvSpPr>
            <p:spPr bwMode="auto">
              <a:xfrm>
                <a:off x="1620" y="401"/>
                <a:ext cx="136" cy="102"/>
              </a:xfrm>
              <a:custGeom>
                <a:avLst/>
                <a:gdLst>
                  <a:gd name="T0" fmla="*/ 2 w 110"/>
                  <a:gd name="T1" fmla="*/ 83 h 83"/>
                  <a:gd name="T2" fmla="*/ 1 w 110"/>
                  <a:gd name="T3" fmla="*/ 82 h 83"/>
                  <a:gd name="T4" fmla="*/ 0 w 110"/>
                  <a:gd name="T5" fmla="*/ 81 h 83"/>
                  <a:gd name="T6" fmla="*/ 17 w 110"/>
                  <a:gd name="T7" fmla="*/ 2 h 83"/>
                  <a:gd name="T8" fmla="*/ 18 w 110"/>
                  <a:gd name="T9" fmla="*/ 0 h 83"/>
                  <a:gd name="T10" fmla="*/ 20 w 110"/>
                  <a:gd name="T11" fmla="*/ 0 h 83"/>
                  <a:gd name="T12" fmla="*/ 109 w 110"/>
                  <a:gd name="T13" fmla="*/ 34 h 83"/>
                  <a:gd name="T14" fmla="*/ 110 w 110"/>
                  <a:gd name="T15" fmla="*/ 36 h 83"/>
                  <a:gd name="T16" fmla="*/ 109 w 110"/>
                  <a:gd name="T17" fmla="*/ 37 h 83"/>
                  <a:gd name="T18" fmla="*/ 2 w 110"/>
                  <a:gd name="T19" fmla="*/ 83 h 83"/>
                  <a:gd name="T20" fmla="*/ 20 w 110"/>
                  <a:gd name="T21" fmla="*/ 4 h 83"/>
                  <a:gd name="T22" fmla="*/ 4 w 110"/>
                  <a:gd name="T23" fmla="*/ 78 h 83"/>
                  <a:gd name="T24" fmla="*/ 104 w 110"/>
                  <a:gd name="T25" fmla="*/ 36 h 83"/>
                  <a:gd name="T26" fmla="*/ 20 w 110"/>
                  <a:gd name="T27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83">
                    <a:moveTo>
                      <a:pt x="2" y="83"/>
                    </a:moveTo>
                    <a:cubicBezTo>
                      <a:pt x="1" y="83"/>
                      <a:pt x="1" y="83"/>
                      <a:pt x="1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8" y="1"/>
                      <a:pt x="18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09" y="34"/>
                      <a:pt x="109" y="34"/>
                      <a:pt x="109" y="34"/>
                    </a:cubicBezTo>
                    <a:cubicBezTo>
                      <a:pt x="110" y="35"/>
                      <a:pt x="110" y="35"/>
                      <a:pt x="110" y="36"/>
                    </a:cubicBezTo>
                    <a:cubicBezTo>
                      <a:pt x="110" y="37"/>
                      <a:pt x="110" y="37"/>
                      <a:pt x="109" y="37"/>
                    </a:cubicBezTo>
                    <a:cubicBezTo>
                      <a:pt x="2" y="83"/>
                      <a:pt x="2" y="83"/>
                      <a:pt x="2" y="83"/>
                    </a:cubicBezTo>
                    <a:close/>
                    <a:moveTo>
                      <a:pt x="20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104" y="36"/>
                      <a:pt x="104" y="36"/>
                      <a:pt x="104" y="36"/>
                    </a:cubicBezTo>
                    <a:lnTo>
                      <a:pt x="2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6" name="Freeform 1089"/>
              <p:cNvSpPr>
                <a:spLocks noEditPoints="1"/>
              </p:cNvSpPr>
              <p:nvPr userDrawn="1"/>
            </p:nvSpPr>
            <p:spPr bwMode="auto">
              <a:xfrm>
                <a:off x="1526" y="-9"/>
                <a:ext cx="137" cy="102"/>
              </a:xfrm>
              <a:custGeom>
                <a:avLst/>
                <a:gdLst>
                  <a:gd name="T0" fmla="*/ 2 w 111"/>
                  <a:gd name="T1" fmla="*/ 82 h 82"/>
                  <a:gd name="T2" fmla="*/ 1 w 111"/>
                  <a:gd name="T3" fmla="*/ 82 h 82"/>
                  <a:gd name="T4" fmla="*/ 1 w 111"/>
                  <a:gd name="T5" fmla="*/ 80 h 82"/>
                  <a:gd name="T6" fmla="*/ 18 w 111"/>
                  <a:gd name="T7" fmla="*/ 1 h 82"/>
                  <a:gd name="T8" fmla="*/ 19 w 111"/>
                  <a:gd name="T9" fmla="*/ 0 h 82"/>
                  <a:gd name="T10" fmla="*/ 20 w 111"/>
                  <a:gd name="T11" fmla="*/ 0 h 82"/>
                  <a:gd name="T12" fmla="*/ 110 w 111"/>
                  <a:gd name="T13" fmla="*/ 34 h 82"/>
                  <a:gd name="T14" fmla="*/ 111 w 111"/>
                  <a:gd name="T15" fmla="*/ 35 h 82"/>
                  <a:gd name="T16" fmla="*/ 110 w 111"/>
                  <a:gd name="T17" fmla="*/ 37 h 82"/>
                  <a:gd name="T18" fmla="*/ 3 w 111"/>
                  <a:gd name="T19" fmla="*/ 82 h 82"/>
                  <a:gd name="T20" fmla="*/ 2 w 111"/>
                  <a:gd name="T21" fmla="*/ 82 h 82"/>
                  <a:gd name="T22" fmla="*/ 21 w 111"/>
                  <a:gd name="T23" fmla="*/ 4 h 82"/>
                  <a:gd name="T24" fmla="*/ 5 w 111"/>
                  <a:gd name="T25" fmla="*/ 78 h 82"/>
                  <a:gd name="T26" fmla="*/ 105 w 111"/>
                  <a:gd name="T27" fmla="*/ 36 h 82"/>
                  <a:gd name="T28" fmla="*/ 21 w 111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82">
                    <a:moveTo>
                      <a:pt x="2" y="82"/>
                    </a:moveTo>
                    <a:cubicBezTo>
                      <a:pt x="2" y="82"/>
                      <a:pt x="1" y="82"/>
                      <a:pt x="1" y="82"/>
                    </a:cubicBezTo>
                    <a:cubicBezTo>
                      <a:pt x="1" y="82"/>
                      <a:pt x="0" y="81"/>
                      <a:pt x="1" y="8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8" y="0"/>
                      <a:pt x="19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10" y="34"/>
                      <a:pt x="110" y="34"/>
                      <a:pt x="110" y="34"/>
                    </a:cubicBezTo>
                    <a:cubicBezTo>
                      <a:pt x="110" y="34"/>
                      <a:pt x="111" y="35"/>
                      <a:pt x="111" y="35"/>
                    </a:cubicBezTo>
                    <a:cubicBezTo>
                      <a:pt x="111" y="36"/>
                      <a:pt x="110" y="37"/>
                      <a:pt x="110" y="37"/>
                    </a:cubicBezTo>
                    <a:cubicBezTo>
                      <a:pt x="3" y="82"/>
                      <a:pt x="3" y="82"/>
                      <a:pt x="3" y="82"/>
                    </a:cubicBezTo>
                    <a:lnTo>
                      <a:pt x="2" y="82"/>
                    </a:lnTo>
                    <a:close/>
                    <a:moveTo>
                      <a:pt x="21" y="4"/>
                    </a:moveTo>
                    <a:cubicBezTo>
                      <a:pt x="5" y="78"/>
                      <a:pt x="5" y="78"/>
                      <a:pt x="5" y="78"/>
                    </a:cubicBezTo>
                    <a:cubicBezTo>
                      <a:pt x="105" y="36"/>
                      <a:pt x="105" y="36"/>
                      <a:pt x="105" y="36"/>
                    </a:cubicBez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7" name="Freeform 1090"/>
              <p:cNvSpPr>
                <a:spLocks noEditPoints="1"/>
              </p:cNvSpPr>
              <p:nvPr userDrawn="1"/>
            </p:nvSpPr>
            <p:spPr bwMode="auto">
              <a:xfrm>
                <a:off x="1823" y="455"/>
                <a:ext cx="71" cy="73"/>
              </a:xfrm>
              <a:custGeom>
                <a:avLst/>
                <a:gdLst>
                  <a:gd name="T0" fmla="*/ 25 w 57"/>
                  <a:gd name="T1" fmla="*/ 59 h 59"/>
                  <a:gd name="T2" fmla="*/ 25 w 57"/>
                  <a:gd name="T3" fmla="*/ 59 h 59"/>
                  <a:gd name="T4" fmla="*/ 24 w 57"/>
                  <a:gd name="T5" fmla="*/ 58 h 59"/>
                  <a:gd name="T6" fmla="*/ 0 w 57"/>
                  <a:gd name="T7" fmla="*/ 2 h 59"/>
                  <a:gd name="T8" fmla="*/ 1 w 57"/>
                  <a:gd name="T9" fmla="*/ 1 h 59"/>
                  <a:gd name="T10" fmla="*/ 2 w 57"/>
                  <a:gd name="T11" fmla="*/ 0 h 59"/>
                  <a:gd name="T12" fmla="*/ 55 w 57"/>
                  <a:gd name="T13" fmla="*/ 5 h 59"/>
                  <a:gd name="T14" fmla="*/ 57 w 57"/>
                  <a:gd name="T15" fmla="*/ 6 h 59"/>
                  <a:gd name="T16" fmla="*/ 57 w 57"/>
                  <a:gd name="T17" fmla="*/ 8 h 59"/>
                  <a:gd name="T18" fmla="*/ 27 w 57"/>
                  <a:gd name="T19" fmla="*/ 58 h 59"/>
                  <a:gd name="T20" fmla="*/ 25 w 57"/>
                  <a:gd name="T21" fmla="*/ 59 h 59"/>
                  <a:gd name="T22" fmla="*/ 5 w 57"/>
                  <a:gd name="T23" fmla="*/ 4 h 59"/>
                  <a:gd name="T24" fmla="*/ 26 w 57"/>
                  <a:gd name="T25" fmla="*/ 54 h 59"/>
                  <a:gd name="T26" fmla="*/ 52 w 57"/>
                  <a:gd name="T27" fmla="*/ 8 h 59"/>
                  <a:gd name="T28" fmla="*/ 5 w 57"/>
                  <a:gd name="T29" fmla="*/ 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59">
                    <a:moveTo>
                      <a:pt x="25" y="59"/>
                    </a:move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9"/>
                      <a:pt x="24" y="59"/>
                      <a:pt x="24" y="5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6" y="5"/>
                      <a:pt x="56" y="5"/>
                      <a:pt x="57" y="6"/>
                    </a:cubicBezTo>
                    <a:cubicBezTo>
                      <a:pt x="57" y="6"/>
                      <a:pt x="57" y="7"/>
                      <a:pt x="57" y="8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27" y="59"/>
                      <a:pt x="26" y="59"/>
                      <a:pt x="25" y="59"/>
                    </a:cubicBezTo>
                    <a:close/>
                    <a:moveTo>
                      <a:pt x="5" y="4"/>
                    </a:moveTo>
                    <a:cubicBezTo>
                      <a:pt x="26" y="54"/>
                      <a:pt x="26" y="54"/>
                      <a:pt x="26" y="54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8" name="Freeform 1091"/>
              <p:cNvSpPr>
                <a:spLocks noEditPoints="1"/>
              </p:cNvSpPr>
              <p:nvPr userDrawn="1"/>
            </p:nvSpPr>
            <p:spPr bwMode="auto">
              <a:xfrm>
                <a:off x="1796" y="81"/>
                <a:ext cx="69" cy="72"/>
              </a:xfrm>
              <a:custGeom>
                <a:avLst/>
                <a:gdLst>
                  <a:gd name="T0" fmla="*/ 25 w 56"/>
                  <a:gd name="T1" fmla="*/ 58 h 58"/>
                  <a:gd name="T2" fmla="*/ 25 w 56"/>
                  <a:gd name="T3" fmla="*/ 58 h 58"/>
                  <a:gd name="T4" fmla="*/ 23 w 56"/>
                  <a:gd name="T5" fmla="*/ 57 h 58"/>
                  <a:gd name="T6" fmla="*/ 0 w 56"/>
                  <a:gd name="T7" fmla="*/ 2 h 58"/>
                  <a:gd name="T8" fmla="*/ 0 w 56"/>
                  <a:gd name="T9" fmla="*/ 0 h 58"/>
                  <a:gd name="T10" fmla="*/ 1 w 56"/>
                  <a:gd name="T11" fmla="*/ 0 h 58"/>
                  <a:gd name="T12" fmla="*/ 55 w 56"/>
                  <a:gd name="T13" fmla="*/ 5 h 58"/>
                  <a:gd name="T14" fmla="*/ 56 w 56"/>
                  <a:gd name="T15" fmla="*/ 5 h 58"/>
                  <a:gd name="T16" fmla="*/ 56 w 56"/>
                  <a:gd name="T17" fmla="*/ 7 h 58"/>
                  <a:gd name="T18" fmla="*/ 26 w 56"/>
                  <a:gd name="T19" fmla="*/ 58 h 58"/>
                  <a:gd name="T20" fmla="*/ 25 w 56"/>
                  <a:gd name="T21" fmla="*/ 58 h 58"/>
                  <a:gd name="T22" fmla="*/ 4 w 56"/>
                  <a:gd name="T23" fmla="*/ 3 h 58"/>
                  <a:gd name="T24" fmla="*/ 25 w 56"/>
                  <a:gd name="T25" fmla="*/ 53 h 58"/>
                  <a:gd name="T26" fmla="*/ 52 w 56"/>
                  <a:gd name="T27" fmla="*/ 8 h 58"/>
                  <a:gd name="T28" fmla="*/ 4 w 56"/>
                  <a:gd name="T29" fmla="*/ 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58">
                    <a:moveTo>
                      <a:pt x="25" y="58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4" y="58"/>
                      <a:pt x="24" y="58"/>
                      <a:pt x="23" y="5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6" y="5"/>
                      <a:pt x="56" y="5"/>
                    </a:cubicBezTo>
                    <a:cubicBezTo>
                      <a:pt x="56" y="6"/>
                      <a:pt x="56" y="7"/>
                      <a:pt x="56" y="7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26" y="58"/>
                      <a:pt x="25" y="58"/>
                      <a:pt x="25" y="58"/>
                    </a:cubicBezTo>
                    <a:close/>
                    <a:moveTo>
                      <a:pt x="4" y="3"/>
                    </a:moveTo>
                    <a:cubicBezTo>
                      <a:pt x="25" y="53"/>
                      <a:pt x="25" y="53"/>
                      <a:pt x="25" y="53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9" name="Freeform 1092"/>
              <p:cNvSpPr>
                <a:spLocks noEditPoints="1"/>
              </p:cNvSpPr>
              <p:nvPr userDrawn="1"/>
            </p:nvSpPr>
            <p:spPr bwMode="auto">
              <a:xfrm>
                <a:off x="1373" y="397"/>
                <a:ext cx="198" cy="68"/>
              </a:xfrm>
              <a:custGeom>
                <a:avLst/>
                <a:gdLst>
                  <a:gd name="T0" fmla="*/ 1 w 160"/>
                  <a:gd name="T1" fmla="*/ 55 h 55"/>
                  <a:gd name="T2" fmla="*/ 0 w 160"/>
                  <a:gd name="T3" fmla="*/ 55 h 55"/>
                  <a:gd name="T4" fmla="*/ 0 w 160"/>
                  <a:gd name="T5" fmla="*/ 53 h 55"/>
                  <a:gd name="T6" fmla="*/ 42 w 160"/>
                  <a:gd name="T7" fmla="*/ 1 h 55"/>
                  <a:gd name="T8" fmla="*/ 44 w 160"/>
                  <a:gd name="T9" fmla="*/ 0 h 55"/>
                  <a:gd name="T10" fmla="*/ 159 w 160"/>
                  <a:gd name="T11" fmla="*/ 37 h 55"/>
                  <a:gd name="T12" fmla="*/ 160 w 160"/>
                  <a:gd name="T13" fmla="*/ 39 h 55"/>
                  <a:gd name="T14" fmla="*/ 159 w 160"/>
                  <a:gd name="T15" fmla="*/ 41 h 55"/>
                  <a:gd name="T16" fmla="*/ 1 w 160"/>
                  <a:gd name="T17" fmla="*/ 55 h 55"/>
                  <a:gd name="T18" fmla="*/ 44 w 160"/>
                  <a:gd name="T19" fmla="*/ 4 h 55"/>
                  <a:gd name="T20" fmla="*/ 5 w 160"/>
                  <a:gd name="T21" fmla="*/ 52 h 55"/>
                  <a:gd name="T22" fmla="*/ 150 w 160"/>
                  <a:gd name="T23" fmla="*/ 38 h 55"/>
                  <a:gd name="T24" fmla="*/ 44 w 160"/>
                  <a:gd name="T25" fmla="*/ 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55">
                    <a:moveTo>
                      <a:pt x="1" y="55"/>
                    </a:moveTo>
                    <a:cubicBezTo>
                      <a:pt x="1" y="55"/>
                      <a:pt x="0" y="55"/>
                      <a:pt x="0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59" y="37"/>
                      <a:pt x="159" y="37"/>
                      <a:pt x="159" y="37"/>
                    </a:cubicBezTo>
                    <a:cubicBezTo>
                      <a:pt x="160" y="37"/>
                      <a:pt x="160" y="38"/>
                      <a:pt x="160" y="39"/>
                    </a:cubicBezTo>
                    <a:cubicBezTo>
                      <a:pt x="160" y="40"/>
                      <a:pt x="159" y="40"/>
                      <a:pt x="159" y="41"/>
                    </a:cubicBezTo>
                    <a:cubicBezTo>
                      <a:pt x="1" y="55"/>
                      <a:pt x="1" y="55"/>
                      <a:pt x="1" y="55"/>
                    </a:cubicBezTo>
                    <a:close/>
                    <a:moveTo>
                      <a:pt x="44" y="4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150" y="38"/>
                      <a:pt x="150" y="38"/>
                      <a:pt x="150" y="38"/>
                    </a:cubicBezTo>
                    <a:lnTo>
                      <a:pt x="4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0" name="Freeform 1093"/>
              <p:cNvSpPr>
                <a:spLocks noEditPoints="1"/>
              </p:cNvSpPr>
              <p:nvPr userDrawn="1"/>
            </p:nvSpPr>
            <p:spPr bwMode="auto">
              <a:xfrm>
                <a:off x="1308" y="461"/>
                <a:ext cx="145" cy="80"/>
              </a:xfrm>
              <a:custGeom>
                <a:avLst/>
                <a:gdLst>
                  <a:gd name="T0" fmla="*/ 2 w 117"/>
                  <a:gd name="T1" fmla="*/ 64 h 64"/>
                  <a:gd name="T2" fmla="*/ 0 w 117"/>
                  <a:gd name="T3" fmla="*/ 63 h 64"/>
                  <a:gd name="T4" fmla="*/ 0 w 117"/>
                  <a:gd name="T5" fmla="*/ 61 h 64"/>
                  <a:gd name="T6" fmla="*/ 52 w 117"/>
                  <a:gd name="T7" fmla="*/ 1 h 64"/>
                  <a:gd name="T8" fmla="*/ 54 w 117"/>
                  <a:gd name="T9" fmla="*/ 0 h 64"/>
                  <a:gd name="T10" fmla="*/ 116 w 117"/>
                  <a:gd name="T11" fmla="*/ 38 h 64"/>
                  <a:gd name="T12" fmla="*/ 117 w 117"/>
                  <a:gd name="T13" fmla="*/ 40 h 64"/>
                  <a:gd name="T14" fmla="*/ 116 w 117"/>
                  <a:gd name="T15" fmla="*/ 41 h 64"/>
                  <a:gd name="T16" fmla="*/ 2 w 117"/>
                  <a:gd name="T17" fmla="*/ 64 h 64"/>
                  <a:gd name="T18" fmla="*/ 54 w 117"/>
                  <a:gd name="T19" fmla="*/ 4 h 64"/>
                  <a:gd name="T20" fmla="*/ 6 w 117"/>
                  <a:gd name="T21" fmla="*/ 60 h 64"/>
                  <a:gd name="T22" fmla="*/ 111 w 117"/>
                  <a:gd name="T23" fmla="*/ 39 h 64"/>
                  <a:gd name="T24" fmla="*/ 54 w 117"/>
                  <a:gd name="T25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2"/>
                      <a:pt x="0" y="61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3" y="0"/>
                      <a:pt x="53" y="0"/>
                      <a:pt x="54" y="0"/>
                    </a:cubicBezTo>
                    <a:cubicBezTo>
                      <a:pt x="116" y="38"/>
                      <a:pt x="116" y="38"/>
                      <a:pt x="116" y="38"/>
                    </a:cubicBezTo>
                    <a:cubicBezTo>
                      <a:pt x="117" y="38"/>
                      <a:pt x="117" y="39"/>
                      <a:pt x="117" y="40"/>
                    </a:cubicBezTo>
                    <a:cubicBezTo>
                      <a:pt x="117" y="40"/>
                      <a:pt x="116" y="41"/>
                      <a:pt x="116" y="41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4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11" y="39"/>
                      <a:pt x="111" y="39"/>
                      <a:pt x="111" y="39"/>
                    </a:cubicBezTo>
                    <a:lnTo>
                      <a:pt x="5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1" name="Freeform 1094"/>
              <p:cNvSpPr>
                <a:spLocks noEditPoints="1"/>
              </p:cNvSpPr>
              <p:nvPr userDrawn="1"/>
            </p:nvSpPr>
            <p:spPr bwMode="auto">
              <a:xfrm>
                <a:off x="1243" y="656"/>
                <a:ext cx="90" cy="94"/>
              </a:xfrm>
              <a:custGeom>
                <a:avLst/>
                <a:gdLst>
                  <a:gd name="T0" fmla="*/ 2 w 73"/>
                  <a:gd name="T1" fmla="*/ 76 h 76"/>
                  <a:gd name="T2" fmla="*/ 1 w 73"/>
                  <a:gd name="T3" fmla="*/ 76 h 76"/>
                  <a:gd name="T4" fmla="*/ 1 w 73"/>
                  <a:gd name="T5" fmla="*/ 74 h 76"/>
                  <a:gd name="T6" fmla="*/ 22 w 73"/>
                  <a:gd name="T7" fmla="*/ 1 h 76"/>
                  <a:gd name="T8" fmla="*/ 23 w 73"/>
                  <a:gd name="T9" fmla="*/ 0 h 76"/>
                  <a:gd name="T10" fmla="*/ 25 w 73"/>
                  <a:gd name="T11" fmla="*/ 0 h 76"/>
                  <a:gd name="T12" fmla="*/ 72 w 73"/>
                  <a:gd name="T13" fmla="*/ 33 h 76"/>
                  <a:gd name="T14" fmla="*/ 73 w 73"/>
                  <a:gd name="T15" fmla="*/ 34 h 76"/>
                  <a:gd name="T16" fmla="*/ 72 w 73"/>
                  <a:gd name="T17" fmla="*/ 35 h 76"/>
                  <a:gd name="T18" fmla="*/ 3 w 73"/>
                  <a:gd name="T19" fmla="*/ 76 h 76"/>
                  <a:gd name="T20" fmla="*/ 2 w 73"/>
                  <a:gd name="T21" fmla="*/ 76 h 76"/>
                  <a:gd name="T22" fmla="*/ 25 w 73"/>
                  <a:gd name="T23" fmla="*/ 4 h 76"/>
                  <a:gd name="T24" fmla="*/ 5 w 73"/>
                  <a:gd name="T25" fmla="*/ 71 h 76"/>
                  <a:gd name="T26" fmla="*/ 68 w 73"/>
                  <a:gd name="T27" fmla="*/ 34 h 76"/>
                  <a:gd name="T28" fmla="*/ 25 w 73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" h="76">
                    <a:moveTo>
                      <a:pt x="2" y="76"/>
                    </a:moveTo>
                    <a:cubicBezTo>
                      <a:pt x="2" y="76"/>
                      <a:pt x="2" y="76"/>
                      <a:pt x="1" y="76"/>
                    </a:cubicBezTo>
                    <a:cubicBezTo>
                      <a:pt x="1" y="75"/>
                      <a:pt x="0" y="74"/>
                      <a:pt x="1" y="74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3" y="33"/>
                      <a:pt x="73" y="33"/>
                      <a:pt x="73" y="34"/>
                    </a:cubicBezTo>
                    <a:cubicBezTo>
                      <a:pt x="73" y="35"/>
                      <a:pt x="73" y="35"/>
                      <a:pt x="72" y="35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5" y="4"/>
                    </a:moveTo>
                    <a:cubicBezTo>
                      <a:pt x="5" y="71"/>
                      <a:pt x="5" y="71"/>
                      <a:pt x="5" y="71"/>
                    </a:cubicBezTo>
                    <a:cubicBezTo>
                      <a:pt x="68" y="34"/>
                      <a:pt x="68" y="34"/>
                      <a:pt x="68" y="34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2" name="Freeform 1095"/>
              <p:cNvSpPr>
                <a:spLocks noEditPoints="1"/>
              </p:cNvSpPr>
              <p:nvPr userDrawn="1"/>
            </p:nvSpPr>
            <p:spPr bwMode="auto">
              <a:xfrm>
                <a:off x="978" y="882"/>
                <a:ext cx="127" cy="115"/>
              </a:xfrm>
              <a:custGeom>
                <a:avLst/>
                <a:gdLst>
                  <a:gd name="T0" fmla="*/ 1 w 103"/>
                  <a:gd name="T1" fmla="*/ 93 h 93"/>
                  <a:gd name="T2" fmla="*/ 0 w 103"/>
                  <a:gd name="T3" fmla="*/ 93 h 93"/>
                  <a:gd name="T4" fmla="*/ 0 w 103"/>
                  <a:gd name="T5" fmla="*/ 91 h 93"/>
                  <a:gd name="T6" fmla="*/ 0 w 103"/>
                  <a:gd name="T7" fmla="*/ 1 h 93"/>
                  <a:gd name="T8" fmla="*/ 1 w 103"/>
                  <a:gd name="T9" fmla="*/ 0 h 93"/>
                  <a:gd name="T10" fmla="*/ 2 w 103"/>
                  <a:gd name="T11" fmla="*/ 0 h 93"/>
                  <a:gd name="T12" fmla="*/ 101 w 103"/>
                  <a:gd name="T13" fmla="*/ 18 h 93"/>
                  <a:gd name="T14" fmla="*/ 103 w 103"/>
                  <a:gd name="T15" fmla="*/ 19 h 93"/>
                  <a:gd name="T16" fmla="*/ 102 w 103"/>
                  <a:gd name="T17" fmla="*/ 21 h 93"/>
                  <a:gd name="T18" fmla="*/ 2 w 103"/>
                  <a:gd name="T19" fmla="*/ 93 h 93"/>
                  <a:gd name="T20" fmla="*/ 1 w 103"/>
                  <a:gd name="T21" fmla="*/ 93 h 93"/>
                  <a:gd name="T22" fmla="*/ 3 w 103"/>
                  <a:gd name="T23" fmla="*/ 3 h 93"/>
                  <a:gd name="T24" fmla="*/ 3 w 103"/>
                  <a:gd name="T25" fmla="*/ 88 h 93"/>
                  <a:gd name="T26" fmla="*/ 97 w 103"/>
                  <a:gd name="T27" fmla="*/ 21 h 93"/>
                  <a:gd name="T28" fmla="*/ 3 w 103"/>
                  <a:gd name="T29" fmla="*/ 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93">
                    <a:moveTo>
                      <a:pt x="1" y="93"/>
                    </a:move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2"/>
                      <a:pt x="0" y="9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1" y="18"/>
                      <a:pt x="101" y="18"/>
                      <a:pt x="101" y="18"/>
                    </a:cubicBezTo>
                    <a:cubicBezTo>
                      <a:pt x="102" y="18"/>
                      <a:pt x="102" y="19"/>
                      <a:pt x="103" y="19"/>
                    </a:cubicBezTo>
                    <a:cubicBezTo>
                      <a:pt x="103" y="20"/>
                      <a:pt x="102" y="21"/>
                      <a:pt x="102" y="21"/>
                    </a:cubicBezTo>
                    <a:cubicBezTo>
                      <a:pt x="2" y="93"/>
                      <a:pt x="2" y="93"/>
                      <a:pt x="2" y="93"/>
                    </a:cubicBezTo>
                    <a:lnTo>
                      <a:pt x="1" y="93"/>
                    </a:lnTo>
                    <a:close/>
                    <a:moveTo>
                      <a:pt x="3" y="3"/>
                    </a:moveTo>
                    <a:cubicBezTo>
                      <a:pt x="3" y="88"/>
                      <a:pt x="3" y="88"/>
                      <a:pt x="3" y="88"/>
                    </a:cubicBezTo>
                    <a:cubicBezTo>
                      <a:pt x="97" y="21"/>
                      <a:pt x="97" y="21"/>
                      <a:pt x="97" y="21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3" name="Freeform 1096"/>
              <p:cNvSpPr>
                <a:spLocks noEditPoints="1"/>
              </p:cNvSpPr>
              <p:nvPr userDrawn="1"/>
            </p:nvSpPr>
            <p:spPr bwMode="auto">
              <a:xfrm>
                <a:off x="766" y="959"/>
                <a:ext cx="77" cy="157"/>
              </a:xfrm>
              <a:custGeom>
                <a:avLst/>
                <a:gdLst>
                  <a:gd name="T0" fmla="*/ 2 w 62"/>
                  <a:gd name="T1" fmla="*/ 127 h 127"/>
                  <a:gd name="T2" fmla="*/ 1 w 62"/>
                  <a:gd name="T3" fmla="*/ 127 h 127"/>
                  <a:gd name="T4" fmla="*/ 1 w 62"/>
                  <a:gd name="T5" fmla="*/ 125 h 127"/>
                  <a:gd name="T6" fmla="*/ 50 w 62"/>
                  <a:gd name="T7" fmla="*/ 1 h 127"/>
                  <a:gd name="T8" fmla="*/ 52 w 62"/>
                  <a:gd name="T9" fmla="*/ 0 h 127"/>
                  <a:gd name="T10" fmla="*/ 53 w 62"/>
                  <a:gd name="T11" fmla="*/ 1 h 127"/>
                  <a:gd name="T12" fmla="*/ 62 w 62"/>
                  <a:gd name="T13" fmla="*/ 63 h 127"/>
                  <a:gd name="T14" fmla="*/ 62 w 62"/>
                  <a:gd name="T15" fmla="*/ 65 h 127"/>
                  <a:gd name="T16" fmla="*/ 3 w 62"/>
                  <a:gd name="T17" fmla="*/ 127 h 127"/>
                  <a:gd name="T18" fmla="*/ 2 w 62"/>
                  <a:gd name="T19" fmla="*/ 127 h 127"/>
                  <a:gd name="T20" fmla="*/ 51 w 62"/>
                  <a:gd name="T21" fmla="*/ 8 h 127"/>
                  <a:gd name="T22" fmla="*/ 7 w 62"/>
                  <a:gd name="T23" fmla="*/ 118 h 127"/>
                  <a:gd name="T24" fmla="*/ 59 w 62"/>
                  <a:gd name="T25" fmla="*/ 63 h 127"/>
                  <a:gd name="T26" fmla="*/ 51 w 62"/>
                  <a:gd name="T27" fmla="*/ 8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7">
                    <a:moveTo>
                      <a:pt x="2" y="127"/>
                    </a:moveTo>
                    <a:cubicBezTo>
                      <a:pt x="1" y="127"/>
                      <a:pt x="1" y="127"/>
                      <a:pt x="1" y="127"/>
                    </a:cubicBezTo>
                    <a:cubicBezTo>
                      <a:pt x="1" y="126"/>
                      <a:pt x="0" y="125"/>
                      <a:pt x="1" y="125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0"/>
                      <a:pt x="51" y="0"/>
                      <a:pt x="52" y="0"/>
                    </a:cubicBezTo>
                    <a:cubicBezTo>
                      <a:pt x="52" y="0"/>
                      <a:pt x="53" y="1"/>
                      <a:pt x="53" y="1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2" y="64"/>
                      <a:pt x="62" y="64"/>
                      <a:pt x="62" y="65"/>
                    </a:cubicBezTo>
                    <a:cubicBezTo>
                      <a:pt x="3" y="127"/>
                      <a:pt x="3" y="127"/>
                      <a:pt x="3" y="127"/>
                    </a:cubicBezTo>
                    <a:cubicBezTo>
                      <a:pt x="3" y="127"/>
                      <a:pt x="3" y="127"/>
                      <a:pt x="2" y="127"/>
                    </a:cubicBezTo>
                    <a:close/>
                    <a:moveTo>
                      <a:pt x="51" y="8"/>
                    </a:moveTo>
                    <a:cubicBezTo>
                      <a:pt x="7" y="118"/>
                      <a:pt x="7" y="118"/>
                      <a:pt x="7" y="118"/>
                    </a:cubicBezTo>
                    <a:cubicBezTo>
                      <a:pt x="59" y="63"/>
                      <a:pt x="59" y="63"/>
                      <a:pt x="59" y="63"/>
                    </a:cubicBezTo>
                    <a:lnTo>
                      <a:pt x="5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4" name="Freeform 1097"/>
              <p:cNvSpPr>
                <a:spLocks noEditPoints="1"/>
              </p:cNvSpPr>
              <p:nvPr userDrawn="1"/>
            </p:nvSpPr>
            <p:spPr bwMode="auto">
              <a:xfrm>
                <a:off x="911" y="1379"/>
                <a:ext cx="136" cy="107"/>
              </a:xfrm>
              <a:custGeom>
                <a:avLst/>
                <a:gdLst>
                  <a:gd name="T0" fmla="*/ 108 w 110"/>
                  <a:gd name="T1" fmla="*/ 87 h 87"/>
                  <a:gd name="T2" fmla="*/ 108 w 110"/>
                  <a:gd name="T3" fmla="*/ 87 h 87"/>
                  <a:gd name="T4" fmla="*/ 1 w 110"/>
                  <a:gd name="T5" fmla="*/ 54 h 87"/>
                  <a:gd name="T6" fmla="*/ 0 w 110"/>
                  <a:gd name="T7" fmla="*/ 53 h 87"/>
                  <a:gd name="T8" fmla="*/ 1 w 110"/>
                  <a:gd name="T9" fmla="*/ 51 h 87"/>
                  <a:gd name="T10" fmla="*/ 55 w 110"/>
                  <a:gd name="T11" fmla="*/ 0 h 87"/>
                  <a:gd name="T12" fmla="*/ 56 w 110"/>
                  <a:gd name="T13" fmla="*/ 0 h 87"/>
                  <a:gd name="T14" fmla="*/ 57 w 110"/>
                  <a:gd name="T15" fmla="*/ 1 h 87"/>
                  <a:gd name="T16" fmla="*/ 110 w 110"/>
                  <a:gd name="T17" fmla="*/ 85 h 87"/>
                  <a:gd name="T18" fmla="*/ 110 w 110"/>
                  <a:gd name="T19" fmla="*/ 87 h 87"/>
                  <a:gd name="T20" fmla="*/ 108 w 110"/>
                  <a:gd name="T21" fmla="*/ 87 h 87"/>
                  <a:gd name="T22" fmla="*/ 5 w 110"/>
                  <a:gd name="T23" fmla="*/ 52 h 87"/>
                  <a:gd name="T24" fmla="*/ 105 w 110"/>
                  <a:gd name="T25" fmla="*/ 83 h 87"/>
                  <a:gd name="T26" fmla="*/ 55 w 110"/>
                  <a:gd name="T27" fmla="*/ 4 h 87"/>
                  <a:gd name="T28" fmla="*/ 5 w 110"/>
                  <a:gd name="T29" fmla="*/ 5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" h="87">
                    <a:moveTo>
                      <a:pt x="108" y="87"/>
                    </a:moveTo>
                    <a:cubicBezTo>
                      <a:pt x="108" y="87"/>
                      <a:pt x="108" y="87"/>
                      <a:pt x="108" y="87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0" y="54"/>
                      <a:pt x="0" y="53"/>
                    </a:cubicBezTo>
                    <a:cubicBezTo>
                      <a:pt x="0" y="53"/>
                      <a:pt x="0" y="52"/>
                      <a:pt x="1" y="5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6" y="0"/>
                    </a:cubicBezTo>
                    <a:cubicBezTo>
                      <a:pt x="56" y="0"/>
                      <a:pt x="57" y="0"/>
                      <a:pt x="57" y="1"/>
                    </a:cubicBezTo>
                    <a:cubicBezTo>
                      <a:pt x="110" y="85"/>
                      <a:pt x="110" y="85"/>
                      <a:pt x="110" y="85"/>
                    </a:cubicBezTo>
                    <a:cubicBezTo>
                      <a:pt x="110" y="85"/>
                      <a:pt x="110" y="86"/>
                      <a:pt x="110" y="87"/>
                    </a:cubicBezTo>
                    <a:cubicBezTo>
                      <a:pt x="109" y="87"/>
                      <a:pt x="109" y="87"/>
                      <a:pt x="108" y="87"/>
                    </a:cubicBezTo>
                    <a:close/>
                    <a:moveTo>
                      <a:pt x="5" y="52"/>
                    </a:moveTo>
                    <a:cubicBezTo>
                      <a:pt x="105" y="83"/>
                      <a:pt x="105" y="83"/>
                      <a:pt x="105" y="83"/>
                    </a:cubicBezTo>
                    <a:cubicBezTo>
                      <a:pt x="55" y="4"/>
                      <a:pt x="55" y="4"/>
                      <a:pt x="55" y="4"/>
                    </a:cubicBezTo>
                    <a:lnTo>
                      <a:pt x="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5" name="Freeform 1098"/>
              <p:cNvSpPr>
                <a:spLocks noEditPoints="1"/>
              </p:cNvSpPr>
              <p:nvPr userDrawn="1"/>
            </p:nvSpPr>
            <p:spPr bwMode="auto">
              <a:xfrm>
                <a:off x="715" y="1130"/>
                <a:ext cx="93" cy="173"/>
              </a:xfrm>
              <a:custGeom>
                <a:avLst/>
                <a:gdLst>
                  <a:gd name="T0" fmla="*/ 16 w 75"/>
                  <a:gd name="T1" fmla="*/ 140 h 140"/>
                  <a:gd name="T2" fmla="*/ 16 w 75"/>
                  <a:gd name="T3" fmla="*/ 140 h 140"/>
                  <a:gd name="T4" fmla="*/ 15 w 75"/>
                  <a:gd name="T5" fmla="*/ 139 h 140"/>
                  <a:gd name="T6" fmla="*/ 0 w 75"/>
                  <a:gd name="T7" fmla="*/ 2 h 140"/>
                  <a:gd name="T8" fmla="*/ 1 w 75"/>
                  <a:gd name="T9" fmla="*/ 1 h 140"/>
                  <a:gd name="T10" fmla="*/ 3 w 75"/>
                  <a:gd name="T11" fmla="*/ 1 h 140"/>
                  <a:gd name="T12" fmla="*/ 74 w 75"/>
                  <a:gd name="T13" fmla="*/ 82 h 140"/>
                  <a:gd name="T14" fmla="*/ 74 w 75"/>
                  <a:gd name="T15" fmla="*/ 84 h 140"/>
                  <a:gd name="T16" fmla="*/ 18 w 75"/>
                  <a:gd name="T17" fmla="*/ 140 h 140"/>
                  <a:gd name="T18" fmla="*/ 16 w 75"/>
                  <a:gd name="T19" fmla="*/ 140 h 140"/>
                  <a:gd name="T20" fmla="*/ 4 w 75"/>
                  <a:gd name="T21" fmla="*/ 7 h 140"/>
                  <a:gd name="T22" fmla="*/ 18 w 75"/>
                  <a:gd name="T23" fmla="*/ 135 h 140"/>
                  <a:gd name="T24" fmla="*/ 71 w 75"/>
                  <a:gd name="T25" fmla="*/ 83 h 140"/>
                  <a:gd name="T26" fmla="*/ 4 w 75"/>
                  <a:gd name="T27" fmla="*/ 7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140">
                    <a:moveTo>
                      <a:pt x="16" y="140"/>
                    </a:moveTo>
                    <a:cubicBezTo>
                      <a:pt x="16" y="140"/>
                      <a:pt x="16" y="140"/>
                      <a:pt x="16" y="140"/>
                    </a:cubicBezTo>
                    <a:cubicBezTo>
                      <a:pt x="15" y="140"/>
                      <a:pt x="15" y="139"/>
                      <a:pt x="15" y="13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74" y="82"/>
                      <a:pt x="74" y="82"/>
                      <a:pt x="74" y="82"/>
                    </a:cubicBezTo>
                    <a:cubicBezTo>
                      <a:pt x="75" y="83"/>
                      <a:pt x="75" y="84"/>
                      <a:pt x="74" y="84"/>
                    </a:cubicBezTo>
                    <a:cubicBezTo>
                      <a:pt x="18" y="140"/>
                      <a:pt x="18" y="140"/>
                      <a:pt x="18" y="140"/>
                    </a:cubicBezTo>
                    <a:cubicBezTo>
                      <a:pt x="17" y="140"/>
                      <a:pt x="17" y="140"/>
                      <a:pt x="16" y="140"/>
                    </a:cubicBezTo>
                    <a:close/>
                    <a:moveTo>
                      <a:pt x="4" y="7"/>
                    </a:moveTo>
                    <a:cubicBezTo>
                      <a:pt x="18" y="135"/>
                      <a:pt x="18" y="135"/>
                      <a:pt x="18" y="135"/>
                    </a:cubicBezTo>
                    <a:cubicBezTo>
                      <a:pt x="71" y="83"/>
                      <a:pt x="71" y="83"/>
                      <a:pt x="71" y="8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6" name="Freeform 1099"/>
              <p:cNvSpPr>
                <a:spLocks noEditPoints="1"/>
              </p:cNvSpPr>
              <p:nvPr userDrawn="1"/>
            </p:nvSpPr>
            <p:spPr bwMode="auto">
              <a:xfrm>
                <a:off x="709" y="1299"/>
                <a:ext cx="62" cy="97"/>
              </a:xfrm>
              <a:custGeom>
                <a:avLst/>
                <a:gdLst>
                  <a:gd name="T0" fmla="*/ 48 w 50"/>
                  <a:gd name="T1" fmla="*/ 78 h 78"/>
                  <a:gd name="T2" fmla="*/ 47 w 50"/>
                  <a:gd name="T3" fmla="*/ 78 h 78"/>
                  <a:gd name="T4" fmla="*/ 0 w 50"/>
                  <a:gd name="T5" fmla="*/ 43 h 78"/>
                  <a:gd name="T6" fmla="*/ 0 w 50"/>
                  <a:gd name="T7" fmla="*/ 41 h 78"/>
                  <a:gd name="T8" fmla="*/ 20 w 50"/>
                  <a:gd name="T9" fmla="*/ 1 h 78"/>
                  <a:gd name="T10" fmla="*/ 21 w 50"/>
                  <a:gd name="T11" fmla="*/ 0 h 78"/>
                  <a:gd name="T12" fmla="*/ 23 w 50"/>
                  <a:gd name="T13" fmla="*/ 1 h 78"/>
                  <a:gd name="T14" fmla="*/ 50 w 50"/>
                  <a:gd name="T15" fmla="*/ 76 h 78"/>
                  <a:gd name="T16" fmla="*/ 49 w 50"/>
                  <a:gd name="T17" fmla="*/ 78 h 78"/>
                  <a:gd name="T18" fmla="*/ 48 w 50"/>
                  <a:gd name="T19" fmla="*/ 78 h 78"/>
                  <a:gd name="T20" fmla="*/ 4 w 50"/>
                  <a:gd name="T21" fmla="*/ 41 h 78"/>
                  <a:gd name="T22" fmla="*/ 45 w 50"/>
                  <a:gd name="T23" fmla="*/ 72 h 78"/>
                  <a:gd name="T24" fmla="*/ 21 w 50"/>
                  <a:gd name="T25" fmla="*/ 6 h 78"/>
                  <a:gd name="T26" fmla="*/ 4 w 50"/>
                  <a:gd name="T27" fmla="*/ 4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8">
                    <a:moveTo>
                      <a:pt x="48" y="78"/>
                    </a:moveTo>
                    <a:cubicBezTo>
                      <a:pt x="47" y="78"/>
                      <a:pt x="47" y="78"/>
                      <a:pt x="47" y="7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7"/>
                      <a:pt x="49" y="78"/>
                    </a:cubicBezTo>
                    <a:lnTo>
                      <a:pt x="48" y="78"/>
                    </a:lnTo>
                    <a:close/>
                    <a:moveTo>
                      <a:pt x="4" y="41"/>
                    </a:moveTo>
                    <a:cubicBezTo>
                      <a:pt x="45" y="72"/>
                      <a:pt x="45" y="72"/>
                      <a:pt x="45" y="72"/>
                    </a:cubicBezTo>
                    <a:cubicBezTo>
                      <a:pt x="21" y="6"/>
                      <a:pt x="21" y="6"/>
                      <a:pt x="21" y="6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7" name="Freeform 1100"/>
              <p:cNvSpPr>
                <a:spLocks noEditPoints="1"/>
              </p:cNvSpPr>
              <p:nvPr userDrawn="1"/>
            </p:nvSpPr>
            <p:spPr bwMode="auto">
              <a:xfrm>
                <a:off x="754" y="1391"/>
                <a:ext cx="162" cy="54"/>
              </a:xfrm>
              <a:custGeom>
                <a:avLst/>
                <a:gdLst>
                  <a:gd name="T0" fmla="*/ 129 w 131"/>
                  <a:gd name="T1" fmla="*/ 44 h 44"/>
                  <a:gd name="T2" fmla="*/ 129 w 131"/>
                  <a:gd name="T3" fmla="*/ 44 h 44"/>
                  <a:gd name="T4" fmla="*/ 2 w 131"/>
                  <a:gd name="T5" fmla="*/ 41 h 44"/>
                  <a:gd name="T6" fmla="*/ 1 w 131"/>
                  <a:gd name="T7" fmla="*/ 40 h 44"/>
                  <a:gd name="T8" fmla="*/ 0 w 131"/>
                  <a:gd name="T9" fmla="*/ 39 h 44"/>
                  <a:gd name="T10" fmla="*/ 11 w 131"/>
                  <a:gd name="T11" fmla="*/ 2 h 44"/>
                  <a:gd name="T12" fmla="*/ 11 w 131"/>
                  <a:gd name="T13" fmla="*/ 1 h 44"/>
                  <a:gd name="T14" fmla="*/ 13 w 131"/>
                  <a:gd name="T15" fmla="*/ 1 h 44"/>
                  <a:gd name="T16" fmla="*/ 129 w 131"/>
                  <a:gd name="T17" fmla="*/ 41 h 44"/>
                  <a:gd name="T18" fmla="*/ 131 w 131"/>
                  <a:gd name="T19" fmla="*/ 43 h 44"/>
                  <a:gd name="T20" fmla="*/ 129 w 131"/>
                  <a:gd name="T21" fmla="*/ 44 h 44"/>
                  <a:gd name="T22" fmla="*/ 4 w 131"/>
                  <a:gd name="T23" fmla="*/ 37 h 44"/>
                  <a:gd name="T24" fmla="*/ 118 w 131"/>
                  <a:gd name="T25" fmla="*/ 41 h 44"/>
                  <a:gd name="T26" fmla="*/ 13 w 131"/>
                  <a:gd name="T27" fmla="*/ 4 h 44"/>
                  <a:gd name="T28" fmla="*/ 4 w 131"/>
                  <a:gd name="T29" fmla="*/ 3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1" h="44">
                    <a:moveTo>
                      <a:pt x="129" y="44"/>
                    </a:moveTo>
                    <a:cubicBezTo>
                      <a:pt x="129" y="44"/>
                      <a:pt x="129" y="44"/>
                      <a:pt x="129" y="44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2" y="1"/>
                      <a:pt x="12" y="0"/>
                      <a:pt x="13" y="1"/>
                    </a:cubicBezTo>
                    <a:cubicBezTo>
                      <a:pt x="129" y="41"/>
                      <a:pt x="129" y="41"/>
                      <a:pt x="129" y="41"/>
                    </a:cubicBezTo>
                    <a:cubicBezTo>
                      <a:pt x="130" y="41"/>
                      <a:pt x="131" y="42"/>
                      <a:pt x="131" y="43"/>
                    </a:cubicBezTo>
                    <a:cubicBezTo>
                      <a:pt x="130" y="44"/>
                      <a:pt x="130" y="44"/>
                      <a:pt x="129" y="44"/>
                    </a:cubicBezTo>
                    <a:close/>
                    <a:moveTo>
                      <a:pt x="4" y="37"/>
                    </a:moveTo>
                    <a:cubicBezTo>
                      <a:pt x="118" y="41"/>
                      <a:pt x="118" y="41"/>
                      <a:pt x="118" y="41"/>
                    </a:cubicBezTo>
                    <a:cubicBezTo>
                      <a:pt x="13" y="4"/>
                      <a:pt x="13" y="4"/>
                      <a:pt x="13" y="4"/>
                    </a:cubicBez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8" name="Freeform 1101"/>
              <p:cNvSpPr>
                <a:spLocks noEditPoints="1"/>
              </p:cNvSpPr>
              <p:nvPr userDrawn="1"/>
            </p:nvSpPr>
            <p:spPr bwMode="auto">
              <a:xfrm>
                <a:off x="978" y="1320"/>
                <a:ext cx="176" cy="114"/>
              </a:xfrm>
              <a:custGeom>
                <a:avLst/>
                <a:gdLst>
                  <a:gd name="T0" fmla="*/ 140 w 142"/>
                  <a:gd name="T1" fmla="*/ 92 h 92"/>
                  <a:gd name="T2" fmla="*/ 139 w 142"/>
                  <a:gd name="T3" fmla="*/ 92 h 92"/>
                  <a:gd name="T4" fmla="*/ 1 w 142"/>
                  <a:gd name="T5" fmla="*/ 50 h 92"/>
                  <a:gd name="T6" fmla="*/ 0 w 142"/>
                  <a:gd name="T7" fmla="*/ 49 h 92"/>
                  <a:gd name="T8" fmla="*/ 1 w 142"/>
                  <a:gd name="T9" fmla="*/ 47 h 92"/>
                  <a:gd name="T10" fmla="*/ 59 w 142"/>
                  <a:gd name="T11" fmla="*/ 1 h 92"/>
                  <a:gd name="T12" fmla="*/ 62 w 142"/>
                  <a:gd name="T13" fmla="*/ 1 h 92"/>
                  <a:gd name="T14" fmla="*/ 141 w 142"/>
                  <a:gd name="T15" fmla="*/ 90 h 92"/>
                  <a:gd name="T16" fmla="*/ 141 w 142"/>
                  <a:gd name="T17" fmla="*/ 92 h 92"/>
                  <a:gd name="T18" fmla="*/ 140 w 142"/>
                  <a:gd name="T19" fmla="*/ 92 h 92"/>
                  <a:gd name="T20" fmla="*/ 5 w 142"/>
                  <a:gd name="T21" fmla="*/ 48 h 92"/>
                  <a:gd name="T22" fmla="*/ 134 w 142"/>
                  <a:gd name="T23" fmla="*/ 87 h 92"/>
                  <a:gd name="T24" fmla="*/ 60 w 142"/>
                  <a:gd name="T25" fmla="*/ 5 h 92"/>
                  <a:gd name="T26" fmla="*/ 5 w 142"/>
                  <a:gd name="T27" fmla="*/ 4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92">
                    <a:moveTo>
                      <a:pt x="140" y="92"/>
                    </a:moveTo>
                    <a:cubicBezTo>
                      <a:pt x="139" y="92"/>
                      <a:pt x="139" y="92"/>
                      <a:pt x="139" y="92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0" y="50"/>
                      <a:pt x="0" y="49"/>
                    </a:cubicBezTo>
                    <a:cubicBezTo>
                      <a:pt x="0" y="48"/>
                      <a:pt x="0" y="48"/>
                      <a:pt x="1" y="47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0"/>
                      <a:pt x="61" y="0"/>
                      <a:pt x="62" y="1"/>
                    </a:cubicBezTo>
                    <a:cubicBezTo>
                      <a:pt x="141" y="90"/>
                      <a:pt x="141" y="90"/>
                      <a:pt x="141" y="90"/>
                    </a:cubicBezTo>
                    <a:cubicBezTo>
                      <a:pt x="141" y="90"/>
                      <a:pt x="142" y="91"/>
                      <a:pt x="141" y="92"/>
                    </a:cubicBezTo>
                    <a:cubicBezTo>
                      <a:pt x="141" y="92"/>
                      <a:pt x="140" y="92"/>
                      <a:pt x="140" y="92"/>
                    </a:cubicBezTo>
                    <a:close/>
                    <a:moveTo>
                      <a:pt x="5" y="48"/>
                    </a:moveTo>
                    <a:cubicBezTo>
                      <a:pt x="134" y="87"/>
                      <a:pt x="134" y="87"/>
                      <a:pt x="134" y="87"/>
                    </a:cubicBezTo>
                    <a:cubicBezTo>
                      <a:pt x="60" y="5"/>
                      <a:pt x="60" y="5"/>
                      <a:pt x="60" y="5"/>
                    </a:cubicBezTo>
                    <a:lnTo>
                      <a:pt x="5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9" name="Freeform 1102"/>
              <p:cNvSpPr>
                <a:spLocks noEditPoints="1"/>
              </p:cNvSpPr>
              <p:nvPr userDrawn="1"/>
            </p:nvSpPr>
            <p:spPr bwMode="auto">
              <a:xfrm>
                <a:off x="1255" y="1366"/>
                <a:ext cx="146" cy="120"/>
              </a:xfrm>
              <a:custGeom>
                <a:avLst/>
                <a:gdLst>
                  <a:gd name="T0" fmla="*/ 45 w 118"/>
                  <a:gd name="T1" fmla="*/ 97 h 97"/>
                  <a:gd name="T2" fmla="*/ 44 w 118"/>
                  <a:gd name="T3" fmla="*/ 97 h 97"/>
                  <a:gd name="T4" fmla="*/ 43 w 118"/>
                  <a:gd name="T5" fmla="*/ 96 h 97"/>
                  <a:gd name="T6" fmla="*/ 1 w 118"/>
                  <a:gd name="T7" fmla="*/ 3 h 97"/>
                  <a:gd name="T8" fmla="*/ 1 w 118"/>
                  <a:gd name="T9" fmla="*/ 1 h 97"/>
                  <a:gd name="T10" fmla="*/ 3 w 118"/>
                  <a:gd name="T11" fmla="*/ 1 h 97"/>
                  <a:gd name="T12" fmla="*/ 117 w 118"/>
                  <a:gd name="T13" fmla="*/ 52 h 97"/>
                  <a:gd name="T14" fmla="*/ 118 w 118"/>
                  <a:gd name="T15" fmla="*/ 54 h 97"/>
                  <a:gd name="T16" fmla="*/ 117 w 118"/>
                  <a:gd name="T17" fmla="*/ 55 h 97"/>
                  <a:gd name="T18" fmla="*/ 46 w 118"/>
                  <a:gd name="T19" fmla="*/ 97 h 97"/>
                  <a:gd name="T20" fmla="*/ 45 w 118"/>
                  <a:gd name="T21" fmla="*/ 97 h 97"/>
                  <a:gd name="T22" fmla="*/ 6 w 118"/>
                  <a:gd name="T23" fmla="*/ 6 h 97"/>
                  <a:gd name="T24" fmla="*/ 45 w 118"/>
                  <a:gd name="T25" fmla="*/ 93 h 97"/>
                  <a:gd name="T26" fmla="*/ 113 w 118"/>
                  <a:gd name="T27" fmla="*/ 54 h 97"/>
                  <a:gd name="T28" fmla="*/ 6 w 118"/>
                  <a:gd name="T29" fmla="*/ 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8" h="97">
                    <a:moveTo>
                      <a:pt x="45" y="97"/>
                    </a:moveTo>
                    <a:cubicBezTo>
                      <a:pt x="44" y="97"/>
                      <a:pt x="44" y="97"/>
                      <a:pt x="44" y="97"/>
                    </a:cubicBezTo>
                    <a:cubicBezTo>
                      <a:pt x="44" y="97"/>
                      <a:pt x="43" y="97"/>
                      <a:pt x="43" y="9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117" y="52"/>
                      <a:pt x="117" y="52"/>
                      <a:pt x="117" y="52"/>
                    </a:cubicBezTo>
                    <a:cubicBezTo>
                      <a:pt x="118" y="52"/>
                      <a:pt x="118" y="53"/>
                      <a:pt x="118" y="54"/>
                    </a:cubicBezTo>
                    <a:cubicBezTo>
                      <a:pt x="118" y="54"/>
                      <a:pt x="118" y="55"/>
                      <a:pt x="117" y="55"/>
                    </a:cubicBezTo>
                    <a:cubicBezTo>
                      <a:pt x="46" y="97"/>
                      <a:pt x="46" y="97"/>
                      <a:pt x="46" y="97"/>
                    </a:cubicBezTo>
                    <a:lnTo>
                      <a:pt x="45" y="97"/>
                    </a:lnTo>
                    <a:close/>
                    <a:moveTo>
                      <a:pt x="6" y="6"/>
                    </a:moveTo>
                    <a:cubicBezTo>
                      <a:pt x="45" y="93"/>
                      <a:pt x="45" y="93"/>
                      <a:pt x="45" y="93"/>
                    </a:cubicBezTo>
                    <a:cubicBezTo>
                      <a:pt x="113" y="54"/>
                      <a:pt x="113" y="54"/>
                      <a:pt x="113" y="54"/>
                    </a:cubicBezTo>
                    <a:lnTo>
                      <a:pt x="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0" name="Freeform 1103"/>
              <p:cNvSpPr>
                <a:spLocks noEditPoints="1"/>
              </p:cNvSpPr>
              <p:nvPr userDrawn="1"/>
            </p:nvSpPr>
            <p:spPr bwMode="auto">
              <a:xfrm>
                <a:off x="766" y="1379"/>
                <a:ext cx="217" cy="66"/>
              </a:xfrm>
              <a:custGeom>
                <a:avLst/>
                <a:gdLst>
                  <a:gd name="T0" fmla="*/ 119 w 175"/>
                  <a:gd name="T1" fmla="*/ 54 h 54"/>
                  <a:gd name="T2" fmla="*/ 118 w 175"/>
                  <a:gd name="T3" fmla="*/ 54 h 54"/>
                  <a:gd name="T4" fmla="*/ 2 w 175"/>
                  <a:gd name="T5" fmla="*/ 14 h 54"/>
                  <a:gd name="T6" fmla="*/ 1 w 175"/>
                  <a:gd name="T7" fmla="*/ 12 h 54"/>
                  <a:gd name="T8" fmla="*/ 2 w 175"/>
                  <a:gd name="T9" fmla="*/ 11 h 54"/>
                  <a:gd name="T10" fmla="*/ 173 w 175"/>
                  <a:gd name="T11" fmla="*/ 0 h 54"/>
                  <a:gd name="T12" fmla="*/ 174 w 175"/>
                  <a:gd name="T13" fmla="*/ 1 h 54"/>
                  <a:gd name="T14" fmla="*/ 174 w 175"/>
                  <a:gd name="T15" fmla="*/ 3 h 54"/>
                  <a:gd name="T16" fmla="*/ 120 w 175"/>
                  <a:gd name="T17" fmla="*/ 54 h 54"/>
                  <a:gd name="T18" fmla="*/ 119 w 175"/>
                  <a:gd name="T19" fmla="*/ 54 h 54"/>
                  <a:gd name="T20" fmla="*/ 11 w 175"/>
                  <a:gd name="T21" fmla="*/ 13 h 54"/>
                  <a:gd name="T22" fmla="*/ 119 w 175"/>
                  <a:gd name="T23" fmla="*/ 51 h 54"/>
                  <a:gd name="T24" fmla="*/ 168 w 175"/>
                  <a:gd name="T25" fmla="*/ 4 h 54"/>
                  <a:gd name="T26" fmla="*/ 11 w 175"/>
                  <a:gd name="T27" fmla="*/ 1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5" h="54">
                    <a:moveTo>
                      <a:pt x="119" y="54"/>
                    </a:moveTo>
                    <a:cubicBezTo>
                      <a:pt x="118" y="54"/>
                      <a:pt x="118" y="54"/>
                      <a:pt x="118" y="5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73" y="0"/>
                      <a:pt x="174" y="0"/>
                      <a:pt x="174" y="1"/>
                    </a:cubicBezTo>
                    <a:cubicBezTo>
                      <a:pt x="175" y="2"/>
                      <a:pt x="174" y="2"/>
                      <a:pt x="174" y="3"/>
                    </a:cubicBezTo>
                    <a:cubicBezTo>
                      <a:pt x="120" y="54"/>
                      <a:pt x="120" y="54"/>
                      <a:pt x="120" y="54"/>
                    </a:cubicBezTo>
                    <a:cubicBezTo>
                      <a:pt x="120" y="54"/>
                      <a:pt x="119" y="54"/>
                      <a:pt x="119" y="54"/>
                    </a:cubicBezTo>
                    <a:close/>
                    <a:moveTo>
                      <a:pt x="11" y="13"/>
                    </a:moveTo>
                    <a:cubicBezTo>
                      <a:pt x="119" y="51"/>
                      <a:pt x="119" y="51"/>
                      <a:pt x="119" y="51"/>
                    </a:cubicBezTo>
                    <a:cubicBezTo>
                      <a:pt x="168" y="4"/>
                      <a:pt x="168" y="4"/>
                      <a:pt x="168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1" name="Freeform 1104"/>
              <p:cNvSpPr>
                <a:spLocks noEditPoints="1"/>
              </p:cNvSpPr>
              <p:nvPr userDrawn="1"/>
            </p:nvSpPr>
            <p:spPr bwMode="auto">
              <a:xfrm>
                <a:off x="1567" y="1343"/>
                <a:ext cx="127" cy="62"/>
              </a:xfrm>
              <a:custGeom>
                <a:avLst/>
                <a:gdLst>
                  <a:gd name="T0" fmla="*/ 79 w 103"/>
                  <a:gd name="T1" fmla="*/ 50 h 50"/>
                  <a:gd name="T2" fmla="*/ 78 w 103"/>
                  <a:gd name="T3" fmla="*/ 50 h 50"/>
                  <a:gd name="T4" fmla="*/ 1 w 103"/>
                  <a:gd name="T5" fmla="*/ 10 h 50"/>
                  <a:gd name="T6" fmla="*/ 0 w 103"/>
                  <a:gd name="T7" fmla="*/ 8 h 50"/>
                  <a:gd name="T8" fmla="*/ 1 w 103"/>
                  <a:gd name="T9" fmla="*/ 7 h 50"/>
                  <a:gd name="T10" fmla="*/ 101 w 103"/>
                  <a:gd name="T11" fmla="*/ 0 h 50"/>
                  <a:gd name="T12" fmla="*/ 103 w 103"/>
                  <a:gd name="T13" fmla="*/ 1 h 50"/>
                  <a:gd name="T14" fmla="*/ 103 w 103"/>
                  <a:gd name="T15" fmla="*/ 2 h 50"/>
                  <a:gd name="T16" fmla="*/ 81 w 103"/>
                  <a:gd name="T17" fmla="*/ 49 h 50"/>
                  <a:gd name="T18" fmla="*/ 80 w 103"/>
                  <a:gd name="T19" fmla="*/ 50 h 50"/>
                  <a:gd name="T20" fmla="*/ 79 w 103"/>
                  <a:gd name="T21" fmla="*/ 50 h 50"/>
                  <a:gd name="T22" fmla="*/ 7 w 103"/>
                  <a:gd name="T23" fmla="*/ 10 h 50"/>
                  <a:gd name="T24" fmla="*/ 78 w 103"/>
                  <a:gd name="T25" fmla="*/ 46 h 50"/>
                  <a:gd name="T26" fmla="*/ 98 w 103"/>
                  <a:gd name="T27" fmla="*/ 3 h 50"/>
                  <a:gd name="T28" fmla="*/ 7 w 103"/>
                  <a:gd name="T29" fmla="*/ 1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50">
                    <a:moveTo>
                      <a:pt x="79" y="50"/>
                    </a:moveTo>
                    <a:cubicBezTo>
                      <a:pt x="78" y="50"/>
                      <a:pt x="78" y="50"/>
                      <a:pt x="78" y="5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2" y="0"/>
                      <a:pt x="102" y="0"/>
                      <a:pt x="103" y="1"/>
                    </a:cubicBezTo>
                    <a:cubicBezTo>
                      <a:pt x="103" y="1"/>
                      <a:pt x="103" y="2"/>
                      <a:pt x="103" y="2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0" y="50"/>
                      <a:pt x="80" y="50"/>
                      <a:pt x="80" y="50"/>
                    </a:cubicBezTo>
                    <a:lnTo>
                      <a:pt x="79" y="50"/>
                    </a:lnTo>
                    <a:close/>
                    <a:moveTo>
                      <a:pt x="7" y="10"/>
                    </a:moveTo>
                    <a:cubicBezTo>
                      <a:pt x="78" y="46"/>
                      <a:pt x="78" y="46"/>
                      <a:pt x="78" y="46"/>
                    </a:cubicBezTo>
                    <a:cubicBezTo>
                      <a:pt x="98" y="3"/>
                      <a:pt x="98" y="3"/>
                      <a:pt x="98" y="3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2" name="Freeform 1105"/>
              <p:cNvSpPr>
                <a:spLocks noEditPoints="1"/>
              </p:cNvSpPr>
              <p:nvPr userDrawn="1"/>
            </p:nvSpPr>
            <p:spPr bwMode="auto">
              <a:xfrm>
                <a:off x="2313" y="1173"/>
                <a:ext cx="109" cy="77"/>
              </a:xfrm>
              <a:custGeom>
                <a:avLst/>
                <a:gdLst>
                  <a:gd name="T0" fmla="*/ 86 w 88"/>
                  <a:gd name="T1" fmla="*/ 62 h 62"/>
                  <a:gd name="T2" fmla="*/ 2 w 88"/>
                  <a:gd name="T3" fmla="*/ 62 h 62"/>
                  <a:gd name="T4" fmla="*/ 1 w 88"/>
                  <a:gd name="T5" fmla="*/ 61 h 62"/>
                  <a:gd name="T6" fmla="*/ 0 w 88"/>
                  <a:gd name="T7" fmla="*/ 59 h 62"/>
                  <a:gd name="T8" fmla="*/ 19 w 88"/>
                  <a:gd name="T9" fmla="*/ 1 h 62"/>
                  <a:gd name="T10" fmla="*/ 20 w 88"/>
                  <a:gd name="T11" fmla="*/ 0 h 62"/>
                  <a:gd name="T12" fmla="*/ 22 w 88"/>
                  <a:gd name="T13" fmla="*/ 0 h 62"/>
                  <a:gd name="T14" fmla="*/ 87 w 88"/>
                  <a:gd name="T15" fmla="*/ 59 h 62"/>
                  <a:gd name="T16" fmla="*/ 88 w 88"/>
                  <a:gd name="T17" fmla="*/ 60 h 62"/>
                  <a:gd name="T18" fmla="*/ 86 w 88"/>
                  <a:gd name="T19" fmla="*/ 62 h 62"/>
                  <a:gd name="T20" fmla="*/ 4 w 88"/>
                  <a:gd name="T21" fmla="*/ 58 h 62"/>
                  <a:gd name="T22" fmla="*/ 82 w 88"/>
                  <a:gd name="T23" fmla="*/ 58 h 62"/>
                  <a:gd name="T24" fmla="*/ 22 w 88"/>
                  <a:gd name="T25" fmla="*/ 5 h 62"/>
                  <a:gd name="T26" fmla="*/ 4 w 88"/>
                  <a:gd name="T27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62">
                    <a:moveTo>
                      <a:pt x="86" y="62"/>
                    </a:moveTo>
                    <a:cubicBezTo>
                      <a:pt x="2" y="62"/>
                      <a:pt x="2" y="62"/>
                      <a:pt x="2" y="62"/>
                    </a:cubicBezTo>
                    <a:cubicBezTo>
                      <a:pt x="1" y="62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20" y="0"/>
                      <a:pt x="20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8" y="59"/>
                      <a:pt x="88" y="60"/>
                      <a:pt x="88" y="60"/>
                    </a:cubicBezTo>
                    <a:cubicBezTo>
                      <a:pt x="87" y="61"/>
                      <a:pt x="87" y="62"/>
                      <a:pt x="86" y="62"/>
                    </a:cubicBezTo>
                    <a:close/>
                    <a:moveTo>
                      <a:pt x="4" y="58"/>
                    </a:moveTo>
                    <a:cubicBezTo>
                      <a:pt x="82" y="58"/>
                      <a:pt x="82" y="58"/>
                      <a:pt x="82" y="58"/>
                    </a:cubicBezTo>
                    <a:cubicBezTo>
                      <a:pt x="22" y="5"/>
                      <a:pt x="22" y="5"/>
                      <a:pt x="22" y="5"/>
                    </a:cubicBezTo>
                    <a:lnTo>
                      <a:pt x="4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3" name="Freeform 1106"/>
              <p:cNvSpPr>
                <a:spLocks noEditPoints="1"/>
              </p:cNvSpPr>
              <p:nvPr userDrawn="1"/>
            </p:nvSpPr>
            <p:spPr bwMode="auto">
              <a:xfrm>
                <a:off x="1707" y="943"/>
                <a:ext cx="115" cy="182"/>
              </a:xfrm>
              <a:custGeom>
                <a:avLst/>
                <a:gdLst>
                  <a:gd name="T0" fmla="*/ 31 w 93"/>
                  <a:gd name="T1" fmla="*/ 147 h 147"/>
                  <a:gd name="T2" fmla="*/ 31 w 93"/>
                  <a:gd name="T3" fmla="*/ 147 h 147"/>
                  <a:gd name="T4" fmla="*/ 30 w 93"/>
                  <a:gd name="T5" fmla="*/ 145 h 147"/>
                  <a:gd name="T6" fmla="*/ 0 w 93"/>
                  <a:gd name="T7" fmla="*/ 2 h 147"/>
                  <a:gd name="T8" fmla="*/ 0 w 93"/>
                  <a:gd name="T9" fmla="*/ 0 h 147"/>
                  <a:gd name="T10" fmla="*/ 2 w 93"/>
                  <a:gd name="T11" fmla="*/ 0 h 147"/>
                  <a:gd name="T12" fmla="*/ 92 w 93"/>
                  <a:gd name="T13" fmla="*/ 25 h 147"/>
                  <a:gd name="T14" fmla="*/ 93 w 93"/>
                  <a:gd name="T15" fmla="*/ 25 h 147"/>
                  <a:gd name="T16" fmla="*/ 93 w 93"/>
                  <a:gd name="T17" fmla="*/ 27 h 147"/>
                  <a:gd name="T18" fmla="*/ 64 w 93"/>
                  <a:gd name="T19" fmla="*/ 87 h 147"/>
                  <a:gd name="T20" fmla="*/ 31 w 93"/>
                  <a:gd name="T21" fmla="*/ 147 h 147"/>
                  <a:gd name="T22" fmla="*/ 4 w 93"/>
                  <a:gd name="T23" fmla="*/ 4 h 147"/>
                  <a:gd name="T24" fmla="*/ 33 w 93"/>
                  <a:gd name="T25" fmla="*/ 140 h 147"/>
                  <a:gd name="T26" fmla="*/ 89 w 93"/>
                  <a:gd name="T27" fmla="*/ 27 h 147"/>
                  <a:gd name="T28" fmla="*/ 4 w 93"/>
                  <a:gd name="T29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147">
                    <a:moveTo>
                      <a:pt x="31" y="147"/>
                    </a:moveTo>
                    <a:cubicBezTo>
                      <a:pt x="31" y="147"/>
                      <a:pt x="31" y="147"/>
                      <a:pt x="31" y="147"/>
                    </a:cubicBezTo>
                    <a:cubicBezTo>
                      <a:pt x="30" y="147"/>
                      <a:pt x="29" y="146"/>
                      <a:pt x="30" y="145"/>
                    </a:cubicBezTo>
                    <a:cubicBezTo>
                      <a:pt x="32" y="135"/>
                      <a:pt x="9" y="38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3" y="25"/>
                      <a:pt x="93" y="25"/>
                    </a:cubicBezTo>
                    <a:cubicBezTo>
                      <a:pt x="93" y="26"/>
                      <a:pt x="93" y="26"/>
                      <a:pt x="93" y="27"/>
                    </a:cubicBezTo>
                    <a:cubicBezTo>
                      <a:pt x="93" y="27"/>
                      <a:pt x="78" y="57"/>
                      <a:pt x="64" y="87"/>
                    </a:cubicBezTo>
                    <a:cubicBezTo>
                      <a:pt x="37" y="142"/>
                      <a:pt x="33" y="147"/>
                      <a:pt x="31" y="147"/>
                    </a:cubicBezTo>
                    <a:close/>
                    <a:moveTo>
                      <a:pt x="4" y="4"/>
                    </a:moveTo>
                    <a:cubicBezTo>
                      <a:pt x="8" y="22"/>
                      <a:pt x="31" y="115"/>
                      <a:pt x="33" y="140"/>
                    </a:cubicBezTo>
                    <a:cubicBezTo>
                      <a:pt x="42" y="124"/>
                      <a:pt x="70" y="67"/>
                      <a:pt x="89" y="27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4" name="Freeform 1107"/>
              <p:cNvSpPr>
                <a:spLocks noEditPoints="1"/>
              </p:cNvSpPr>
              <p:nvPr userDrawn="1"/>
            </p:nvSpPr>
            <p:spPr bwMode="auto">
              <a:xfrm>
                <a:off x="2260" y="1366"/>
                <a:ext cx="126" cy="79"/>
              </a:xfrm>
              <a:custGeom>
                <a:avLst/>
                <a:gdLst>
                  <a:gd name="T0" fmla="*/ 2 w 102"/>
                  <a:gd name="T1" fmla="*/ 64 h 64"/>
                  <a:gd name="T2" fmla="*/ 1 w 102"/>
                  <a:gd name="T3" fmla="*/ 64 h 64"/>
                  <a:gd name="T4" fmla="*/ 0 w 102"/>
                  <a:gd name="T5" fmla="*/ 62 h 64"/>
                  <a:gd name="T6" fmla="*/ 7 w 102"/>
                  <a:gd name="T7" fmla="*/ 2 h 64"/>
                  <a:gd name="T8" fmla="*/ 8 w 102"/>
                  <a:gd name="T9" fmla="*/ 1 h 64"/>
                  <a:gd name="T10" fmla="*/ 9 w 102"/>
                  <a:gd name="T11" fmla="*/ 1 h 64"/>
                  <a:gd name="T12" fmla="*/ 100 w 102"/>
                  <a:gd name="T13" fmla="*/ 21 h 64"/>
                  <a:gd name="T14" fmla="*/ 101 w 102"/>
                  <a:gd name="T15" fmla="*/ 22 h 64"/>
                  <a:gd name="T16" fmla="*/ 100 w 102"/>
                  <a:gd name="T17" fmla="*/ 24 h 64"/>
                  <a:gd name="T18" fmla="*/ 3 w 102"/>
                  <a:gd name="T19" fmla="*/ 64 h 64"/>
                  <a:gd name="T20" fmla="*/ 2 w 102"/>
                  <a:gd name="T21" fmla="*/ 64 h 64"/>
                  <a:gd name="T22" fmla="*/ 10 w 102"/>
                  <a:gd name="T23" fmla="*/ 4 h 64"/>
                  <a:gd name="T24" fmla="*/ 4 w 102"/>
                  <a:gd name="T25" fmla="*/ 60 h 64"/>
                  <a:gd name="T26" fmla="*/ 94 w 102"/>
                  <a:gd name="T27" fmla="*/ 23 h 64"/>
                  <a:gd name="T28" fmla="*/ 10 w 102"/>
                  <a:gd name="T29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64">
                    <a:moveTo>
                      <a:pt x="2" y="64"/>
                    </a:moveTo>
                    <a:cubicBezTo>
                      <a:pt x="2" y="64"/>
                      <a:pt x="1" y="64"/>
                      <a:pt x="1" y="64"/>
                    </a:cubicBezTo>
                    <a:cubicBezTo>
                      <a:pt x="1" y="63"/>
                      <a:pt x="0" y="63"/>
                      <a:pt x="0" y="6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8" y="1"/>
                      <a:pt x="8" y="1"/>
                    </a:cubicBezTo>
                    <a:cubicBezTo>
                      <a:pt x="8" y="1"/>
                      <a:pt x="9" y="0"/>
                      <a:pt x="9" y="1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1"/>
                      <a:pt x="101" y="21"/>
                      <a:pt x="101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3" y="64"/>
                      <a:pt x="3" y="64"/>
                      <a:pt x="3" y="64"/>
                    </a:cubicBezTo>
                    <a:lnTo>
                      <a:pt x="2" y="64"/>
                    </a:lnTo>
                    <a:close/>
                    <a:moveTo>
                      <a:pt x="10" y="4"/>
                    </a:moveTo>
                    <a:cubicBezTo>
                      <a:pt x="4" y="60"/>
                      <a:pt x="4" y="60"/>
                      <a:pt x="4" y="60"/>
                    </a:cubicBezTo>
                    <a:cubicBezTo>
                      <a:pt x="94" y="23"/>
                      <a:pt x="94" y="23"/>
                      <a:pt x="94" y="2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5" name="Freeform 1108"/>
              <p:cNvSpPr>
                <a:spLocks noEditPoints="1"/>
              </p:cNvSpPr>
              <p:nvPr userDrawn="1"/>
            </p:nvSpPr>
            <p:spPr bwMode="auto">
              <a:xfrm>
                <a:off x="2281" y="1284"/>
                <a:ext cx="105" cy="112"/>
              </a:xfrm>
              <a:custGeom>
                <a:avLst/>
                <a:gdLst>
                  <a:gd name="T0" fmla="*/ 83 w 85"/>
                  <a:gd name="T1" fmla="*/ 90 h 90"/>
                  <a:gd name="T2" fmla="*/ 82 w 85"/>
                  <a:gd name="T3" fmla="*/ 90 h 90"/>
                  <a:gd name="T4" fmla="*/ 1 w 85"/>
                  <a:gd name="T5" fmla="*/ 45 h 90"/>
                  <a:gd name="T6" fmla="*/ 0 w 85"/>
                  <a:gd name="T7" fmla="*/ 44 h 90"/>
                  <a:gd name="T8" fmla="*/ 1 w 85"/>
                  <a:gd name="T9" fmla="*/ 42 h 90"/>
                  <a:gd name="T10" fmla="*/ 46 w 85"/>
                  <a:gd name="T11" fmla="*/ 1 h 90"/>
                  <a:gd name="T12" fmla="*/ 47 w 85"/>
                  <a:gd name="T13" fmla="*/ 0 h 90"/>
                  <a:gd name="T14" fmla="*/ 48 w 85"/>
                  <a:gd name="T15" fmla="*/ 1 h 90"/>
                  <a:gd name="T16" fmla="*/ 84 w 85"/>
                  <a:gd name="T17" fmla="*/ 88 h 90"/>
                  <a:gd name="T18" fmla="*/ 84 w 85"/>
                  <a:gd name="T19" fmla="*/ 89 h 90"/>
                  <a:gd name="T20" fmla="*/ 83 w 85"/>
                  <a:gd name="T21" fmla="*/ 90 h 90"/>
                  <a:gd name="T22" fmla="*/ 5 w 85"/>
                  <a:gd name="T23" fmla="*/ 43 h 90"/>
                  <a:gd name="T24" fmla="*/ 79 w 85"/>
                  <a:gd name="T25" fmla="*/ 84 h 90"/>
                  <a:gd name="T26" fmla="*/ 46 w 85"/>
                  <a:gd name="T27" fmla="*/ 5 h 90"/>
                  <a:gd name="T28" fmla="*/ 5 w 85"/>
                  <a:gd name="T29" fmla="*/ 4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5" h="90">
                    <a:moveTo>
                      <a:pt x="83" y="90"/>
                    </a:moveTo>
                    <a:cubicBezTo>
                      <a:pt x="82" y="90"/>
                      <a:pt x="82" y="90"/>
                      <a:pt x="82" y="90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4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1"/>
                    </a:cubicBezTo>
                    <a:cubicBezTo>
                      <a:pt x="84" y="88"/>
                      <a:pt x="84" y="88"/>
                      <a:pt x="84" y="88"/>
                    </a:cubicBezTo>
                    <a:cubicBezTo>
                      <a:pt x="85" y="88"/>
                      <a:pt x="84" y="89"/>
                      <a:pt x="84" y="89"/>
                    </a:cubicBezTo>
                    <a:cubicBezTo>
                      <a:pt x="84" y="90"/>
                      <a:pt x="83" y="90"/>
                      <a:pt x="83" y="90"/>
                    </a:cubicBezTo>
                    <a:close/>
                    <a:moveTo>
                      <a:pt x="5" y="43"/>
                    </a:moveTo>
                    <a:cubicBezTo>
                      <a:pt x="79" y="84"/>
                      <a:pt x="79" y="84"/>
                      <a:pt x="79" y="84"/>
                    </a:cubicBezTo>
                    <a:cubicBezTo>
                      <a:pt x="46" y="5"/>
                      <a:pt x="46" y="5"/>
                      <a:pt x="46" y="5"/>
                    </a:cubicBezTo>
                    <a:lnTo>
                      <a:pt x="5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6" name="Freeform 1109"/>
              <p:cNvSpPr>
                <a:spLocks noEditPoints="1"/>
              </p:cNvSpPr>
              <p:nvPr userDrawn="1"/>
            </p:nvSpPr>
            <p:spPr bwMode="auto">
              <a:xfrm>
                <a:off x="1840" y="798"/>
                <a:ext cx="115" cy="108"/>
              </a:xfrm>
              <a:custGeom>
                <a:avLst/>
                <a:gdLst>
                  <a:gd name="T0" fmla="*/ 21 w 93"/>
                  <a:gd name="T1" fmla="*/ 87 h 87"/>
                  <a:gd name="T2" fmla="*/ 20 w 93"/>
                  <a:gd name="T3" fmla="*/ 87 h 87"/>
                  <a:gd name="T4" fmla="*/ 19 w 93"/>
                  <a:gd name="T5" fmla="*/ 86 h 87"/>
                  <a:gd name="T6" fmla="*/ 0 w 93"/>
                  <a:gd name="T7" fmla="*/ 2 h 87"/>
                  <a:gd name="T8" fmla="*/ 0 w 93"/>
                  <a:gd name="T9" fmla="*/ 1 h 87"/>
                  <a:gd name="T10" fmla="*/ 2 w 93"/>
                  <a:gd name="T11" fmla="*/ 0 h 87"/>
                  <a:gd name="T12" fmla="*/ 92 w 93"/>
                  <a:gd name="T13" fmla="*/ 31 h 87"/>
                  <a:gd name="T14" fmla="*/ 93 w 93"/>
                  <a:gd name="T15" fmla="*/ 32 h 87"/>
                  <a:gd name="T16" fmla="*/ 92 w 93"/>
                  <a:gd name="T17" fmla="*/ 33 h 87"/>
                  <a:gd name="T18" fmla="*/ 22 w 93"/>
                  <a:gd name="T19" fmla="*/ 87 h 87"/>
                  <a:gd name="T20" fmla="*/ 21 w 93"/>
                  <a:gd name="T21" fmla="*/ 87 h 87"/>
                  <a:gd name="T22" fmla="*/ 4 w 93"/>
                  <a:gd name="T23" fmla="*/ 4 h 87"/>
                  <a:gd name="T24" fmla="*/ 22 w 93"/>
                  <a:gd name="T25" fmla="*/ 83 h 87"/>
                  <a:gd name="T26" fmla="*/ 88 w 93"/>
                  <a:gd name="T27" fmla="*/ 33 h 87"/>
                  <a:gd name="T28" fmla="*/ 4 w 93"/>
                  <a:gd name="T29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7">
                    <a:moveTo>
                      <a:pt x="21" y="87"/>
                    </a:moveTo>
                    <a:cubicBezTo>
                      <a:pt x="20" y="87"/>
                      <a:pt x="20" y="87"/>
                      <a:pt x="20" y="87"/>
                    </a:cubicBezTo>
                    <a:cubicBezTo>
                      <a:pt x="20" y="87"/>
                      <a:pt x="19" y="87"/>
                      <a:pt x="19" y="8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31"/>
                      <a:pt x="93" y="31"/>
                      <a:pt x="93" y="32"/>
                    </a:cubicBezTo>
                    <a:cubicBezTo>
                      <a:pt x="93" y="32"/>
                      <a:pt x="93" y="33"/>
                      <a:pt x="92" y="33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1" y="87"/>
                    </a:lnTo>
                    <a:close/>
                    <a:moveTo>
                      <a:pt x="4" y="4"/>
                    </a:moveTo>
                    <a:cubicBezTo>
                      <a:pt x="22" y="83"/>
                      <a:pt x="22" y="83"/>
                      <a:pt x="22" y="8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7" name="Freeform 1110"/>
              <p:cNvSpPr>
                <a:spLocks noEditPoints="1"/>
              </p:cNvSpPr>
              <p:nvPr userDrawn="1"/>
            </p:nvSpPr>
            <p:spPr bwMode="auto">
              <a:xfrm>
                <a:off x="2031" y="814"/>
                <a:ext cx="116" cy="100"/>
              </a:xfrm>
              <a:custGeom>
                <a:avLst/>
                <a:gdLst>
                  <a:gd name="T0" fmla="*/ 92 w 94"/>
                  <a:gd name="T1" fmla="*/ 81 h 81"/>
                  <a:gd name="T2" fmla="*/ 92 w 94"/>
                  <a:gd name="T3" fmla="*/ 81 h 81"/>
                  <a:gd name="T4" fmla="*/ 2 w 94"/>
                  <a:gd name="T5" fmla="*/ 65 h 81"/>
                  <a:gd name="T6" fmla="*/ 1 w 94"/>
                  <a:gd name="T7" fmla="*/ 64 h 81"/>
                  <a:gd name="T8" fmla="*/ 1 w 94"/>
                  <a:gd name="T9" fmla="*/ 62 h 81"/>
                  <a:gd name="T10" fmla="*/ 29 w 94"/>
                  <a:gd name="T11" fmla="*/ 1 h 81"/>
                  <a:gd name="T12" fmla="*/ 30 w 94"/>
                  <a:gd name="T13" fmla="*/ 0 h 81"/>
                  <a:gd name="T14" fmla="*/ 31 w 94"/>
                  <a:gd name="T15" fmla="*/ 1 h 81"/>
                  <a:gd name="T16" fmla="*/ 93 w 94"/>
                  <a:gd name="T17" fmla="*/ 79 h 81"/>
                  <a:gd name="T18" fmla="*/ 93 w 94"/>
                  <a:gd name="T19" fmla="*/ 81 h 81"/>
                  <a:gd name="T20" fmla="*/ 92 w 94"/>
                  <a:gd name="T21" fmla="*/ 81 h 81"/>
                  <a:gd name="T22" fmla="*/ 5 w 94"/>
                  <a:gd name="T23" fmla="*/ 62 h 81"/>
                  <a:gd name="T24" fmla="*/ 88 w 94"/>
                  <a:gd name="T25" fmla="*/ 77 h 81"/>
                  <a:gd name="T26" fmla="*/ 31 w 94"/>
                  <a:gd name="T27" fmla="*/ 5 h 81"/>
                  <a:gd name="T28" fmla="*/ 5 w 94"/>
                  <a:gd name="T29" fmla="*/ 6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81">
                    <a:moveTo>
                      <a:pt x="92" y="81"/>
                    </a:moveTo>
                    <a:cubicBezTo>
                      <a:pt x="92" y="81"/>
                      <a:pt x="92" y="81"/>
                      <a:pt x="92" y="8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9" y="0"/>
                      <a:pt x="30" y="0"/>
                    </a:cubicBezTo>
                    <a:cubicBezTo>
                      <a:pt x="31" y="0"/>
                      <a:pt x="31" y="0"/>
                      <a:pt x="31" y="1"/>
                    </a:cubicBezTo>
                    <a:cubicBezTo>
                      <a:pt x="93" y="79"/>
                      <a:pt x="93" y="79"/>
                      <a:pt x="93" y="79"/>
                    </a:cubicBezTo>
                    <a:cubicBezTo>
                      <a:pt x="94" y="79"/>
                      <a:pt x="94" y="80"/>
                      <a:pt x="93" y="81"/>
                    </a:cubicBezTo>
                    <a:cubicBezTo>
                      <a:pt x="93" y="81"/>
                      <a:pt x="93" y="81"/>
                      <a:pt x="92" y="81"/>
                    </a:cubicBezTo>
                    <a:close/>
                    <a:moveTo>
                      <a:pt x="5" y="62"/>
                    </a:moveTo>
                    <a:cubicBezTo>
                      <a:pt x="88" y="77"/>
                      <a:pt x="88" y="77"/>
                      <a:pt x="88" y="77"/>
                    </a:cubicBezTo>
                    <a:cubicBezTo>
                      <a:pt x="31" y="5"/>
                      <a:pt x="31" y="5"/>
                      <a:pt x="31" y="5"/>
                    </a:cubicBezTo>
                    <a:lnTo>
                      <a:pt x="5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8" name="Freeform 1111"/>
              <p:cNvSpPr>
                <a:spLocks noEditPoints="1"/>
              </p:cNvSpPr>
              <p:nvPr userDrawn="1"/>
            </p:nvSpPr>
            <p:spPr bwMode="auto">
              <a:xfrm>
                <a:off x="2151" y="930"/>
                <a:ext cx="151" cy="150"/>
              </a:xfrm>
              <a:custGeom>
                <a:avLst/>
                <a:gdLst>
                  <a:gd name="T0" fmla="*/ 120 w 122"/>
                  <a:gd name="T1" fmla="*/ 121 h 121"/>
                  <a:gd name="T2" fmla="*/ 120 w 122"/>
                  <a:gd name="T3" fmla="*/ 121 h 121"/>
                  <a:gd name="T4" fmla="*/ 1 w 122"/>
                  <a:gd name="T5" fmla="*/ 119 h 121"/>
                  <a:gd name="T6" fmla="*/ 0 w 122"/>
                  <a:gd name="T7" fmla="*/ 118 h 121"/>
                  <a:gd name="T8" fmla="*/ 0 w 122"/>
                  <a:gd name="T9" fmla="*/ 116 h 121"/>
                  <a:gd name="T10" fmla="*/ 59 w 122"/>
                  <a:gd name="T11" fmla="*/ 1 h 121"/>
                  <a:gd name="T12" fmla="*/ 61 w 122"/>
                  <a:gd name="T13" fmla="*/ 0 h 121"/>
                  <a:gd name="T14" fmla="*/ 61 w 122"/>
                  <a:gd name="T15" fmla="*/ 0 h 121"/>
                  <a:gd name="T16" fmla="*/ 62 w 122"/>
                  <a:gd name="T17" fmla="*/ 1 h 121"/>
                  <a:gd name="T18" fmla="*/ 122 w 122"/>
                  <a:gd name="T19" fmla="*/ 119 h 121"/>
                  <a:gd name="T20" fmla="*/ 122 w 122"/>
                  <a:gd name="T21" fmla="*/ 120 h 121"/>
                  <a:gd name="T22" fmla="*/ 120 w 122"/>
                  <a:gd name="T23" fmla="*/ 121 h 121"/>
                  <a:gd name="T24" fmla="*/ 4 w 122"/>
                  <a:gd name="T25" fmla="*/ 115 h 121"/>
                  <a:gd name="T26" fmla="*/ 118 w 122"/>
                  <a:gd name="T27" fmla="*/ 118 h 121"/>
                  <a:gd name="T28" fmla="*/ 61 w 122"/>
                  <a:gd name="T29" fmla="*/ 6 h 121"/>
                  <a:gd name="T30" fmla="*/ 4 w 122"/>
                  <a:gd name="T31" fmla="*/ 11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21">
                    <a:moveTo>
                      <a:pt x="120" y="121"/>
                    </a:moveTo>
                    <a:cubicBezTo>
                      <a:pt x="120" y="121"/>
                      <a:pt x="120" y="121"/>
                      <a:pt x="120" y="121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1" y="119"/>
                      <a:pt x="0" y="118"/>
                      <a:pt x="0" y="118"/>
                    </a:cubicBezTo>
                    <a:cubicBezTo>
                      <a:pt x="0" y="117"/>
                      <a:pt x="0" y="117"/>
                      <a:pt x="0" y="116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1"/>
                      <a:pt x="60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1"/>
                      <a:pt x="62" y="1"/>
                    </a:cubicBezTo>
                    <a:cubicBezTo>
                      <a:pt x="122" y="119"/>
                      <a:pt x="122" y="119"/>
                      <a:pt x="122" y="119"/>
                    </a:cubicBezTo>
                    <a:cubicBezTo>
                      <a:pt x="122" y="119"/>
                      <a:pt x="122" y="120"/>
                      <a:pt x="122" y="120"/>
                    </a:cubicBezTo>
                    <a:cubicBezTo>
                      <a:pt x="122" y="121"/>
                      <a:pt x="121" y="121"/>
                      <a:pt x="120" y="121"/>
                    </a:cubicBezTo>
                    <a:close/>
                    <a:moveTo>
                      <a:pt x="4" y="115"/>
                    </a:moveTo>
                    <a:cubicBezTo>
                      <a:pt x="118" y="118"/>
                      <a:pt x="118" y="118"/>
                      <a:pt x="118" y="118"/>
                    </a:cubicBezTo>
                    <a:cubicBezTo>
                      <a:pt x="61" y="6"/>
                      <a:pt x="61" y="6"/>
                      <a:pt x="61" y="6"/>
                    </a:cubicBezTo>
                    <a:lnTo>
                      <a:pt x="4" y="1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9" name="Freeform 1112"/>
              <p:cNvSpPr>
                <a:spLocks noEditPoints="1"/>
              </p:cNvSpPr>
              <p:nvPr userDrawn="1"/>
            </p:nvSpPr>
            <p:spPr bwMode="auto">
              <a:xfrm>
                <a:off x="2298" y="1077"/>
                <a:ext cx="124" cy="100"/>
              </a:xfrm>
              <a:custGeom>
                <a:avLst/>
                <a:gdLst>
                  <a:gd name="T0" fmla="*/ 33 w 100"/>
                  <a:gd name="T1" fmla="*/ 81 h 81"/>
                  <a:gd name="T2" fmla="*/ 33 w 100"/>
                  <a:gd name="T3" fmla="*/ 81 h 81"/>
                  <a:gd name="T4" fmla="*/ 31 w 100"/>
                  <a:gd name="T5" fmla="*/ 80 h 81"/>
                  <a:gd name="T6" fmla="*/ 0 w 100"/>
                  <a:gd name="T7" fmla="*/ 2 h 81"/>
                  <a:gd name="T8" fmla="*/ 0 w 100"/>
                  <a:gd name="T9" fmla="*/ 0 h 81"/>
                  <a:gd name="T10" fmla="*/ 2 w 100"/>
                  <a:gd name="T11" fmla="*/ 0 h 81"/>
                  <a:gd name="T12" fmla="*/ 98 w 100"/>
                  <a:gd name="T13" fmla="*/ 19 h 81"/>
                  <a:gd name="T14" fmla="*/ 100 w 100"/>
                  <a:gd name="T15" fmla="*/ 20 h 81"/>
                  <a:gd name="T16" fmla="*/ 99 w 100"/>
                  <a:gd name="T17" fmla="*/ 22 h 81"/>
                  <a:gd name="T18" fmla="*/ 34 w 100"/>
                  <a:gd name="T19" fmla="*/ 81 h 81"/>
                  <a:gd name="T20" fmla="*/ 33 w 100"/>
                  <a:gd name="T21" fmla="*/ 81 h 81"/>
                  <a:gd name="T22" fmla="*/ 4 w 100"/>
                  <a:gd name="T23" fmla="*/ 4 h 81"/>
                  <a:gd name="T24" fmla="*/ 34 w 100"/>
                  <a:gd name="T25" fmla="*/ 77 h 81"/>
                  <a:gd name="T26" fmla="*/ 94 w 100"/>
                  <a:gd name="T27" fmla="*/ 22 h 81"/>
                  <a:gd name="T28" fmla="*/ 4 w 100"/>
                  <a:gd name="T29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0" h="81">
                    <a:moveTo>
                      <a:pt x="33" y="81"/>
                    </a:move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1"/>
                      <a:pt x="32" y="81"/>
                      <a:pt x="31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8" y="19"/>
                      <a:pt x="98" y="19"/>
                      <a:pt x="98" y="19"/>
                    </a:cubicBezTo>
                    <a:cubicBezTo>
                      <a:pt x="99" y="19"/>
                      <a:pt x="99" y="19"/>
                      <a:pt x="100" y="20"/>
                    </a:cubicBezTo>
                    <a:cubicBezTo>
                      <a:pt x="100" y="21"/>
                      <a:pt x="100" y="21"/>
                      <a:pt x="99" y="2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4" y="81"/>
                      <a:pt x="33" y="81"/>
                      <a:pt x="33" y="81"/>
                    </a:cubicBezTo>
                    <a:close/>
                    <a:moveTo>
                      <a:pt x="4" y="4"/>
                    </a:moveTo>
                    <a:cubicBezTo>
                      <a:pt x="34" y="77"/>
                      <a:pt x="34" y="77"/>
                      <a:pt x="34" y="77"/>
                    </a:cubicBezTo>
                    <a:cubicBezTo>
                      <a:pt x="94" y="22"/>
                      <a:pt x="94" y="22"/>
                      <a:pt x="94" y="22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0" name="Freeform 1113"/>
              <p:cNvSpPr>
                <a:spLocks noEditPoints="1"/>
              </p:cNvSpPr>
              <p:nvPr userDrawn="1"/>
            </p:nvSpPr>
            <p:spPr bwMode="auto">
              <a:xfrm>
                <a:off x="2549" y="1338"/>
                <a:ext cx="127" cy="119"/>
              </a:xfrm>
              <a:custGeom>
                <a:avLst/>
                <a:gdLst>
                  <a:gd name="T0" fmla="*/ 1 w 102"/>
                  <a:gd name="T1" fmla="*/ 96 h 96"/>
                  <a:gd name="T2" fmla="*/ 0 w 102"/>
                  <a:gd name="T3" fmla="*/ 96 h 96"/>
                  <a:gd name="T4" fmla="*/ 0 w 102"/>
                  <a:gd name="T5" fmla="*/ 94 h 96"/>
                  <a:gd name="T6" fmla="*/ 47 w 102"/>
                  <a:gd name="T7" fmla="*/ 1 h 96"/>
                  <a:gd name="T8" fmla="*/ 49 w 102"/>
                  <a:gd name="T9" fmla="*/ 0 h 96"/>
                  <a:gd name="T10" fmla="*/ 50 w 102"/>
                  <a:gd name="T11" fmla="*/ 1 h 96"/>
                  <a:gd name="T12" fmla="*/ 102 w 102"/>
                  <a:gd name="T13" fmla="*/ 77 h 96"/>
                  <a:gd name="T14" fmla="*/ 102 w 102"/>
                  <a:gd name="T15" fmla="*/ 79 h 96"/>
                  <a:gd name="T16" fmla="*/ 100 w 102"/>
                  <a:gd name="T17" fmla="*/ 80 h 96"/>
                  <a:gd name="T18" fmla="*/ 2 w 102"/>
                  <a:gd name="T19" fmla="*/ 96 h 96"/>
                  <a:gd name="T20" fmla="*/ 1 w 102"/>
                  <a:gd name="T21" fmla="*/ 96 h 96"/>
                  <a:gd name="T22" fmla="*/ 49 w 102"/>
                  <a:gd name="T23" fmla="*/ 5 h 96"/>
                  <a:gd name="T24" fmla="*/ 5 w 102"/>
                  <a:gd name="T25" fmla="*/ 92 h 96"/>
                  <a:gd name="T26" fmla="*/ 97 w 102"/>
                  <a:gd name="T27" fmla="*/ 77 h 96"/>
                  <a:gd name="T28" fmla="*/ 49 w 102"/>
                  <a:gd name="T29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96">
                    <a:moveTo>
                      <a:pt x="1" y="96"/>
                    </a:moveTo>
                    <a:cubicBezTo>
                      <a:pt x="1" y="96"/>
                      <a:pt x="0" y="96"/>
                      <a:pt x="0" y="96"/>
                    </a:cubicBezTo>
                    <a:cubicBezTo>
                      <a:pt x="0" y="95"/>
                      <a:pt x="0" y="94"/>
                      <a:pt x="0" y="94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8" y="0"/>
                      <a:pt x="49" y="0"/>
                    </a:cubicBezTo>
                    <a:cubicBezTo>
                      <a:pt x="49" y="0"/>
                      <a:pt x="50" y="1"/>
                      <a:pt x="50" y="1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2" y="77"/>
                      <a:pt x="102" y="78"/>
                      <a:pt x="102" y="79"/>
                    </a:cubicBezTo>
                    <a:cubicBezTo>
                      <a:pt x="102" y="79"/>
                      <a:pt x="101" y="79"/>
                      <a:pt x="100" y="80"/>
                    </a:cubicBezTo>
                    <a:cubicBezTo>
                      <a:pt x="2" y="96"/>
                      <a:pt x="2" y="96"/>
                      <a:pt x="2" y="96"/>
                    </a:cubicBezTo>
                    <a:lnTo>
                      <a:pt x="1" y="96"/>
                    </a:lnTo>
                    <a:close/>
                    <a:moveTo>
                      <a:pt x="49" y="5"/>
                    </a:moveTo>
                    <a:cubicBezTo>
                      <a:pt x="5" y="92"/>
                      <a:pt x="5" y="92"/>
                      <a:pt x="5" y="92"/>
                    </a:cubicBezTo>
                    <a:cubicBezTo>
                      <a:pt x="97" y="77"/>
                      <a:pt x="97" y="77"/>
                      <a:pt x="97" y="77"/>
                    </a:cubicBezTo>
                    <a:lnTo>
                      <a:pt x="4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1" name="Freeform 1114"/>
              <p:cNvSpPr>
                <a:spLocks noEditPoints="1"/>
              </p:cNvSpPr>
              <p:nvPr userDrawn="1"/>
            </p:nvSpPr>
            <p:spPr bwMode="auto">
              <a:xfrm>
                <a:off x="725" y="1230"/>
                <a:ext cx="83" cy="166"/>
              </a:xfrm>
              <a:custGeom>
                <a:avLst/>
                <a:gdLst>
                  <a:gd name="T0" fmla="*/ 35 w 67"/>
                  <a:gd name="T1" fmla="*/ 134 h 134"/>
                  <a:gd name="T2" fmla="*/ 34 w 67"/>
                  <a:gd name="T3" fmla="*/ 133 h 134"/>
                  <a:gd name="T4" fmla="*/ 7 w 67"/>
                  <a:gd name="T5" fmla="*/ 56 h 134"/>
                  <a:gd name="T6" fmla="*/ 64 w 67"/>
                  <a:gd name="T7" fmla="*/ 1 h 134"/>
                  <a:gd name="T8" fmla="*/ 66 w 67"/>
                  <a:gd name="T9" fmla="*/ 1 h 134"/>
                  <a:gd name="T10" fmla="*/ 67 w 67"/>
                  <a:gd name="T11" fmla="*/ 3 h 134"/>
                  <a:gd name="T12" fmla="*/ 37 w 67"/>
                  <a:gd name="T13" fmla="*/ 133 h 134"/>
                  <a:gd name="T14" fmla="*/ 35 w 67"/>
                  <a:gd name="T15" fmla="*/ 134 h 134"/>
                  <a:gd name="T16" fmla="*/ 62 w 67"/>
                  <a:gd name="T17" fmla="*/ 7 h 134"/>
                  <a:gd name="T18" fmla="*/ 10 w 67"/>
                  <a:gd name="T19" fmla="*/ 59 h 134"/>
                  <a:gd name="T20" fmla="*/ 35 w 67"/>
                  <a:gd name="T21" fmla="*/ 127 h 134"/>
                  <a:gd name="T22" fmla="*/ 62 w 67"/>
                  <a:gd name="T23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7" h="134">
                    <a:moveTo>
                      <a:pt x="35" y="134"/>
                    </a:moveTo>
                    <a:cubicBezTo>
                      <a:pt x="35" y="134"/>
                      <a:pt x="34" y="134"/>
                      <a:pt x="34" y="133"/>
                    </a:cubicBezTo>
                    <a:cubicBezTo>
                      <a:pt x="26" y="117"/>
                      <a:pt x="0" y="63"/>
                      <a:pt x="7" y="56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4" y="1"/>
                      <a:pt x="65" y="0"/>
                      <a:pt x="66" y="1"/>
                    </a:cubicBezTo>
                    <a:cubicBezTo>
                      <a:pt x="66" y="1"/>
                      <a:pt x="67" y="2"/>
                      <a:pt x="67" y="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7" y="133"/>
                      <a:pt x="36" y="134"/>
                      <a:pt x="35" y="134"/>
                    </a:cubicBezTo>
                    <a:close/>
                    <a:moveTo>
                      <a:pt x="62" y="7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6" y="62"/>
                      <a:pt x="20" y="96"/>
                      <a:pt x="35" y="127"/>
                    </a:cubicBezTo>
                    <a:lnTo>
                      <a:pt x="62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2" name="Freeform 1115"/>
              <p:cNvSpPr>
                <a:spLocks noEditPoints="1"/>
              </p:cNvSpPr>
              <p:nvPr userDrawn="1"/>
            </p:nvSpPr>
            <p:spPr bwMode="auto">
              <a:xfrm>
                <a:off x="766" y="1320"/>
                <a:ext cx="216" cy="78"/>
              </a:xfrm>
              <a:custGeom>
                <a:avLst/>
                <a:gdLst>
                  <a:gd name="T0" fmla="*/ 13 w 174"/>
                  <a:gd name="T1" fmla="*/ 63 h 63"/>
                  <a:gd name="T2" fmla="*/ 0 w 174"/>
                  <a:gd name="T3" fmla="*/ 61 h 63"/>
                  <a:gd name="T4" fmla="*/ 1 w 174"/>
                  <a:gd name="T5" fmla="*/ 58 h 63"/>
                  <a:gd name="T6" fmla="*/ 59 w 174"/>
                  <a:gd name="T7" fmla="*/ 1 h 63"/>
                  <a:gd name="T8" fmla="*/ 61 w 174"/>
                  <a:gd name="T9" fmla="*/ 1 h 63"/>
                  <a:gd name="T10" fmla="*/ 173 w 174"/>
                  <a:gd name="T11" fmla="*/ 47 h 63"/>
                  <a:gd name="T12" fmla="*/ 174 w 174"/>
                  <a:gd name="T13" fmla="*/ 49 h 63"/>
                  <a:gd name="T14" fmla="*/ 173 w 174"/>
                  <a:gd name="T15" fmla="*/ 50 h 63"/>
                  <a:gd name="T16" fmla="*/ 88 w 174"/>
                  <a:gd name="T17" fmla="*/ 58 h 63"/>
                  <a:gd name="T18" fmla="*/ 13 w 174"/>
                  <a:gd name="T19" fmla="*/ 63 h 63"/>
                  <a:gd name="T20" fmla="*/ 5 w 174"/>
                  <a:gd name="T21" fmla="*/ 59 h 63"/>
                  <a:gd name="T22" fmla="*/ 166 w 174"/>
                  <a:gd name="T23" fmla="*/ 48 h 63"/>
                  <a:gd name="T24" fmla="*/ 61 w 174"/>
                  <a:gd name="T25" fmla="*/ 4 h 63"/>
                  <a:gd name="T26" fmla="*/ 5 w 174"/>
                  <a:gd name="T27" fmla="*/ 5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4" h="63">
                    <a:moveTo>
                      <a:pt x="13" y="63"/>
                    </a:moveTo>
                    <a:cubicBezTo>
                      <a:pt x="1" y="63"/>
                      <a:pt x="1" y="62"/>
                      <a:pt x="0" y="61"/>
                    </a:cubicBezTo>
                    <a:cubicBezTo>
                      <a:pt x="0" y="60"/>
                      <a:pt x="0" y="59"/>
                      <a:pt x="1" y="58"/>
                    </a:cubicBezTo>
                    <a:cubicBezTo>
                      <a:pt x="12" y="50"/>
                      <a:pt x="59" y="2"/>
                      <a:pt x="59" y="1"/>
                    </a:cubicBezTo>
                    <a:cubicBezTo>
                      <a:pt x="60" y="1"/>
                      <a:pt x="61" y="0"/>
                      <a:pt x="61" y="1"/>
                    </a:cubicBezTo>
                    <a:cubicBezTo>
                      <a:pt x="173" y="47"/>
                      <a:pt x="173" y="47"/>
                      <a:pt x="173" y="47"/>
                    </a:cubicBezTo>
                    <a:cubicBezTo>
                      <a:pt x="174" y="47"/>
                      <a:pt x="174" y="48"/>
                      <a:pt x="174" y="49"/>
                    </a:cubicBezTo>
                    <a:cubicBezTo>
                      <a:pt x="174" y="50"/>
                      <a:pt x="174" y="50"/>
                      <a:pt x="173" y="50"/>
                    </a:cubicBezTo>
                    <a:cubicBezTo>
                      <a:pt x="172" y="50"/>
                      <a:pt x="130" y="55"/>
                      <a:pt x="88" y="58"/>
                    </a:cubicBezTo>
                    <a:cubicBezTo>
                      <a:pt x="46" y="62"/>
                      <a:pt x="24" y="63"/>
                      <a:pt x="13" y="63"/>
                    </a:cubicBezTo>
                    <a:close/>
                    <a:moveTo>
                      <a:pt x="5" y="59"/>
                    </a:moveTo>
                    <a:cubicBezTo>
                      <a:pt x="20" y="61"/>
                      <a:pt x="105" y="54"/>
                      <a:pt x="166" y="48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5" y="11"/>
                      <a:pt x="18" y="49"/>
                      <a:pt x="5" y="5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3" name="Freeform 1116"/>
              <p:cNvSpPr>
                <a:spLocks noEditPoints="1"/>
              </p:cNvSpPr>
              <p:nvPr userDrawn="1"/>
            </p:nvSpPr>
            <p:spPr bwMode="auto">
              <a:xfrm>
                <a:off x="1149" y="1332"/>
                <a:ext cx="111" cy="102"/>
              </a:xfrm>
              <a:custGeom>
                <a:avLst/>
                <a:gdLst>
                  <a:gd name="T0" fmla="*/ 2 w 90"/>
                  <a:gd name="T1" fmla="*/ 83 h 83"/>
                  <a:gd name="T2" fmla="*/ 1 w 90"/>
                  <a:gd name="T3" fmla="*/ 83 h 83"/>
                  <a:gd name="T4" fmla="*/ 0 w 90"/>
                  <a:gd name="T5" fmla="*/ 81 h 83"/>
                  <a:gd name="T6" fmla="*/ 22 w 90"/>
                  <a:gd name="T7" fmla="*/ 1 h 83"/>
                  <a:gd name="T8" fmla="*/ 23 w 90"/>
                  <a:gd name="T9" fmla="*/ 0 h 83"/>
                  <a:gd name="T10" fmla="*/ 25 w 90"/>
                  <a:gd name="T11" fmla="*/ 0 h 83"/>
                  <a:gd name="T12" fmla="*/ 89 w 90"/>
                  <a:gd name="T13" fmla="*/ 29 h 83"/>
                  <a:gd name="T14" fmla="*/ 90 w 90"/>
                  <a:gd name="T15" fmla="*/ 30 h 83"/>
                  <a:gd name="T16" fmla="*/ 89 w 90"/>
                  <a:gd name="T17" fmla="*/ 32 h 83"/>
                  <a:gd name="T18" fmla="*/ 3 w 90"/>
                  <a:gd name="T19" fmla="*/ 83 h 83"/>
                  <a:gd name="T20" fmla="*/ 2 w 90"/>
                  <a:gd name="T21" fmla="*/ 83 h 83"/>
                  <a:gd name="T22" fmla="*/ 25 w 90"/>
                  <a:gd name="T23" fmla="*/ 4 h 83"/>
                  <a:gd name="T24" fmla="*/ 4 w 90"/>
                  <a:gd name="T25" fmla="*/ 78 h 83"/>
                  <a:gd name="T26" fmla="*/ 85 w 90"/>
                  <a:gd name="T27" fmla="*/ 30 h 83"/>
                  <a:gd name="T28" fmla="*/ 25 w 90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83">
                    <a:moveTo>
                      <a:pt x="2" y="83"/>
                    </a:moveTo>
                    <a:cubicBezTo>
                      <a:pt x="1" y="83"/>
                      <a:pt x="1" y="83"/>
                      <a:pt x="1" y="83"/>
                    </a:cubicBezTo>
                    <a:cubicBezTo>
                      <a:pt x="0" y="83"/>
                      <a:pt x="0" y="82"/>
                      <a:pt x="0" y="8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90" y="29"/>
                      <a:pt x="90" y="29"/>
                      <a:pt x="90" y="30"/>
                    </a:cubicBezTo>
                    <a:cubicBezTo>
                      <a:pt x="90" y="31"/>
                      <a:pt x="90" y="31"/>
                      <a:pt x="89" y="32"/>
                    </a:cubicBezTo>
                    <a:cubicBezTo>
                      <a:pt x="3" y="83"/>
                      <a:pt x="3" y="83"/>
                      <a:pt x="3" y="83"/>
                    </a:cubicBezTo>
                    <a:lnTo>
                      <a:pt x="2" y="83"/>
                    </a:lnTo>
                    <a:close/>
                    <a:moveTo>
                      <a:pt x="25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85" y="30"/>
                      <a:pt x="85" y="30"/>
                      <a:pt x="85" y="30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4" name="Freeform 1117"/>
              <p:cNvSpPr>
                <a:spLocks noEditPoints="1"/>
              </p:cNvSpPr>
              <p:nvPr userDrawn="1"/>
            </p:nvSpPr>
            <p:spPr bwMode="auto">
              <a:xfrm>
                <a:off x="839" y="940"/>
                <a:ext cx="143" cy="99"/>
              </a:xfrm>
              <a:custGeom>
                <a:avLst/>
                <a:gdLst>
                  <a:gd name="T0" fmla="*/ 2 w 115"/>
                  <a:gd name="T1" fmla="*/ 80 h 80"/>
                  <a:gd name="T2" fmla="*/ 0 w 115"/>
                  <a:gd name="T3" fmla="*/ 79 h 80"/>
                  <a:gd name="T4" fmla="*/ 0 w 115"/>
                  <a:gd name="T5" fmla="*/ 77 h 80"/>
                  <a:gd name="T6" fmla="*/ 66 w 115"/>
                  <a:gd name="T7" fmla="*/ 0 h 80"/>
                  <a:gd name="T8" fmla="*/ 68 w 115"/>
                  <a:gd name="T9" fmla="*/ 0 h 80"/>
                  <a:gd name="T10" fmla="*/ 69 w 115"/>
                  <a:gd name="T11" fmla="*/ 0 h 80"/>
                  <a:gd name="T12" fmla="*/ 114 w 115"/>
                  <a:gd name="T13" fmla="*/ 43 h 80"/>
                  <a:gd name="T14" fmla="*/ 115 w 115"/>
                  <a:gd name="T15" fmla="*/ 45 h 80"/>
                  <a:gd name="T16" fmla="*/ 114 w 115"/>
                  <a:gd name="T17" fmla="*/ 46 h 80"/>
                  <a:gd name="T18" fmla="*/ 2 w 115"/>
                  <a:gd name="T19" fmla="*/ 80 h 80"/>
                  <a:gd name="T20" fmla="*/ 68 w 115"/>
                  <a:gd name="T21" fmla="*/ 4 h 80"/>
                  <a:gd name="T22" fmla="*/ 7 w 115"/>
                  <a:gd name="T23" fmla="*/ 75 h 80"/>
                  <a:gd name="T24" fmla="*/ 110 w 115"/>
                  <a:gd name="T25" fmla="*/ 44 h 80"/>
                  <a:gd name="T26" fmla="*/ 68 w 115"/>
                  <a:gd name="T27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80">
                    <a:moveTo>
                      <a:pt x="2" y="80"/>
                    </a:moveTo>
                    <a:cubicBezTo>
                      <a:pt x="1" y="80"/>
                      <a:pt x="1" y="80"/>
                      <a:pt x="0" y="79"/>
                    </a:cubicBezTo>
                    <a:cubicBezTo>
                      <a:pt x="0" y="79"/>
                      <a:pt x="0" y="78"/>
                      <a:pt x="0" y="77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0"/>
                      <a:pt x="69" y="0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5" y="44"/>
                      <a:pt x="115" y="44"/>
                      <a:pt x="115" y="45"/>
                    </a:cubicBezTo>
                    <a:cubicBezTo>
                      <a:pt x="115" y="45"/>
                      <a:pt x="114" y="46"/>
                      <a:pt x="114" y="46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68" y="4"/>
                    </a:moveTo>
                    <a:cubicBezTo>
                      <a:pt x="7" y="75"/>
                      <a:pt x="7" y="75"/>
                      <a:pt x="7" y="75"/>
                    </a:cubicBezTo>
                    <a:cubicBezTo>
                      <a:pt x="110" y="44"/>
                      <a:pt x="110" y="44"/>
                      <a:pt x="110" y="44"/>
                    </a:cubicBezTo>
                    <a:lnTo>
                      <a:pt x="6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5" name="Freeform 1118"/>
              <p:cNvSpPr>
                <a:spLocks noEditPoints="1"/>
              </p:cNvSpPr>
              <p:nvPr userDrawn="1"/>
            </p:nvSpPr>
            <p:spPr bwMode="auto">
              <a:xfrm>
                <a:off x="803" y="1036"/>
                <a:ext cx="109" cy="199"/>
              </a:xfrm>
              <a:custGeom>
                <a:avLst/>
                <a:gdLst>
                  <a:gd name="T0" fmla="*/ 2 w 88"/>
                  <a:gd name="T1" fmla="*/ 161 h 161"/>
                  <a:gd name="T2" fmla="*/ 1 w 88"/>
                  <a:gd name="T3" fmla="*/ 160 h 161"/>
                  <a:gd name="T4" fmla="*/ 0 w 88"/>
                  <a:gd name="T5" fmla="*/ 159 h 161"/>
                  <a:gd name="T6" fmla="*/ 29 w 88"/>
                  <a:gd name="T7" fmla="*/ 1 h 161"/>
                  <a:gd name="T8" fmla="*/ 30 w 88"/>
                  <a:gd name="T9" fmla="*/ 0 h 161"/>
                  <a:gd name="T10" fmla="*/ 32 w 88"/>
                  <a:gd name="T11" fmla="*/ 1 h 161"/>
                  <a:gd name="T12" fmla="*/ 88 w 88"/>
                  <a:gd name="T13" fmla="*/ 140 h 161"/>
                  <a:gd name="T14" fmla="*/ 88 w 88"/>
                  <a:gd name="T15" fmla="*/ 141 h 161"/>
                  <a:gd name="T16" fmla="*/ 87 w 88"/>
                  <a:gd name="T17" fmla="*/ 142 h 161"/>
                  <a:gd name="T18" fmla="*/ 2 w 88"/>
                  <a:gd name="T19" fmla="*/ 161 h 161"/>
                  <a:gd name="T20" fmla="*/ 31 w 88"/>
                  <a:gd name="T21" fmla="*/ 7 h 161"/>
                  <a:gd name="T22" fmla="*/ 4 w 88"/>
                  <a:gd name="T23" fmla="*/ 157 h 161"/>
                  <a:gd name="T24" fmla="*/ 84 w 88"/>
                  <a:gd name="T25" fmla="*/ 139 h 161"/>
                  <a:gd name="T26" fmla="*/ 31 w 88"/>
                  <a:gd name="T27" fmla="*/ 7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61">
                    <a:moveTo>
                      <a:pt x="2" y="161"/>
                    </a:moveTo>
                    <a:cubicBezTo>
                      <a:pt x="2" y="161"/>
                      <a:pt x="1" y="161"/>
                      <a:pt x="1" y="160"/>
                    </a:cubicBezTo>
                    <a:cubicBezTo>
                      <a:pt x="0" y="160"/>
                      <a:pt x="0" y="160"/>
                      <a:pt x="0" y="15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1"/>
                      <a:pt x="88" y="141"/>
                    </a:cubicBezTo>
                    <a:cubicBezTo>
                      <a:pt x="88" y="141"/>
                      <a:pt x="87" y="142"/>
                      <a:pt x="87" y="142"/>
                    </a:cubicBezTo>
                    <a:cubicBezTo>
                      <a:pt x="2" y="161"/>
                      <a:pt x="2" y="161"/>
                      <a:pt x="2" y="161"/>
                    </a:cubicBezTo>
                    <a:close/>
                    <a:moveTo>
                      <a:pt x="31" y="7"/>
                    </a:moveTo>
                    <a:cubicBezTo>
                      <a:pt x="4" y="157"/>
                      <a:pt x="4" y="157"/>
                      <a:pt x="4" y="157"/>
                    </a:cubicBezTo>
                    <a:cubicBezTo>
                      <a:pt x="84" y="139"/>
                      <a:pt x="84" y="139"/>
                      <a:pt x="84" y="139"/>
                    </a:cubicBez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6" name="Freeform 1119"/>
              <p:cNvSpPr>
                <a:spLocks noEditPoints="1"/>
              </p:cNvSpPr>
              <p:nvPr userDrawn="1"/>
            </p:nvSpPr>
            <p:spPr bwMode="auto">
              <a:xfrm>
                <a:off x="1256" y="1291"/>
                <a:ext cx="197" cy="143"/>
              </a:xfrm>
              <a:custGeom>
                <a:avLst/>
                <a:gdLst>
                  <a:gd name="T0" fmla="*/ 116 w 159"/>
                  <a:gd name="T1" fmla="*/ 116 h 116"/>
                  <a:gd name="T2" fmla="*/ 115 w 159"/>
                  <a:gd name="T3" fmla="*/ 116 h 116"/>
                  <a:gd name="T4" fmla="*/ 1 w 159"/>
                  <a:gd name="T5" fmla="*/ 65 h 116"/>
                  <a:gd name="T6" fmla="*/ 0 w 159"/>
                  <a:gd name="T7" fmla="*/ 63 h 116"/>
                  <a:gd name="T8" fmla="*/ 1 w 159"/>
                  <a:gd name="T9" fmla="*/ 62 h 116"/>
                  <a:gd name="T10" fmla="*/ 157 w 159"/>
                  <a:gd name="T11" fmla="*/ 1 h 116"/>
                  <a:gd name="T12" fmla="*/ 159 w 159"/>
                  <a:gd name="T13" fmla="*/ 1 h 116"/>
                  <a:gd name="T14" fmla="*/ 159 w 159"/>
                  <a:gd name="T15" fmla="*/ 3 h 116"/>
                  <a:gd name="T16" fmla="*/ 117 w 159"/>
                  <a:gd name="T17" fmla="*/ 115 h 116"/>
                  <a:gd name="T18" fmla="*/ 116 w 159"/>
                  <a:gd name="T19" fmla="*/ 116 h 116"/>
                  <a:gd name="T20" fmla="*/ 6 w 159"/>
                  <a:gd name="T21" fmla="*/ 63 h 116"/>
                  <a:gd name="T22" fmla="*/ 115 w 159"/>
                  <a:gd name="T23" fmla="*/ 112 h 116"/>
                  <a:gd name="T24" fmla="*/ 155 w 159"/>
                  <a:gd name="T25" fmla="*/ 5 h 116"/>
                  <a:gd name="T26" fmla="*/ 6 w 159"/>
                  <a:gd name="T27" fmla="*/ 63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9" h="116">
                    <a:moveTo>
                      <a:pt x="116" y="116"/>
                    </a:moveTo>
                    <a:cubicBezTo>
                      <a:pt x="115" y="116"/>
                      <a:pt x="115" y="116"/>
                      <a:pt x="115" y="116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2"/>
                      <a:pt x="0" y="62"/>
                      <a:pt x="1" y="62"/>
                    </a:cubicBezTo>
                    <a:cubicBezTo>
                      <a:pt x="157" y="1"/>
                      <a:pt x="157" y="1"/>
                      <a:pt x="157" y="1"/>
                    </a:cubicBezTo>
                    <a:cubicBezTo>
                      <a:pt x="157" y="0"/>
                      <a:pt x="158" y="1"/>
                      <a:pt x="159" y="1"/>
                    </a:cubicBezTo>
                    <a:cubicBezTo>
                      <a:pt x="159" y="1"/>
                      <a:pt x="159" y="2"/>
                      <a:pt x="159" y="3"/>
                    </a:cubicBezTo>
                    <a:cubicBezTo>
                      <a:pt x="117" y="115"/>
                      <a:pt x="117" y="115"/>
                      <a:pt x="117" y="115"/>
                    </a:cubicBezTo>
                    <a:cubicBezTo>
                      <a:pt x="117" y="116"/>
                      <a:pt x="117" y="116"/>
                      <a:pt x="116" y="116"/>
                    </a:cubicBezTo>
                    <a:close/>
                    <a:moveTo>
                      <a:pt x="6" y="63"/>
                    </a:moveTo>
                    <a:cubicBezTo>
                      <a:pt x="115" y="112"/>
                      <a:pt x="115" y="112"/>
                      <a:pt x="115" y="112"/>
                    </a:cubicBezTo>
                    <a:cubicBezTo>
                      <a:pt x="155" y="5"/>
                      <a:pt x="155" y="5"/>
                      <a:pt x="155" y="5"/>
                    </a:cubicBezTo>
                    <a:lnTo>
                      <a:pt x="6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7" name="Freeform 1120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141"/>
              </a:xfrm>
              <a:custGeom>
                <a:avLst/>
                <a:gdLst>
                  <a:gd name="T0" fmla="*/ 21 w 112"/>
                  <a:gd name="T1" fmla="*/ 114 h 114"/>
                  <a:gd name="T2" fmla="*/ 20 w 112"/>
                  <a:gd name="T3" fmla="*/ 113 h 114"/>
                  <a:gd name="T4" fmla="*/ 20 w 112"/>
                  <a:gd name="T5" fmla="*/ 112 h 114"/>
                  <a:gd name="T6" fmla="*/ 0 w 112"/>
                  <a:gd name="T7" fmla="*/ 2 h 114"/>
                  <a:gd name="T8" fmla="*/ 1 w 112"/>
                  <a:gd name="T9" fmla="*/ 0 h 114"/>
                  <a:gd name="T10" fmla="*/ 3 w 112"/>
                  <a:gd name="T11" fmla="*/ 0 h 114"/>
                  <a:gd name="T12" fmla="*/ 111 w 112"/>
                  <a:gd name="T13" fmla="*/ 76 h 114"/>
                  <a:gd name="T14" fmla="*/ 112 w 112"/>
                  <a:gd name="T15" fmla="*/ 78 h 114"/>
                  <a:gd name="T16" fmla="*/ 111 w 112"/>
                  <a:gd name="T17" fmla="*/ 79 h 114"/>
                  <a:gd name="T18" fmla="*/ 22 w 112"/>
                  <a:gd name="T19" fmla="*/ 114 h 114"/>
                  <a:gd name="T20" fmla="*/ 21 w 112"/>
                  <a:gd name="T21" fmla="*/ 114 h 114"/>
                  <a:gd name="T22" fmla="*/ 4 w 112"/>
                  <a:gd name="T23" fmla="*/ 5 h 114"/>
                  <a:gd name="T24" fmla="*/ 23 w 112"/>
                  <a:gd name="T25" fmla="*/ 110 h 114"/>
                  <a:gd name="T26" fmla="*/ 107 w 112"/>
                  <a:gd name="T27" fmla="*/ 77 h 114"/>
                  <a:gd name="T28" fmla="*/ 4 w 112"/>
                  <a:gd name="T29" fmla="*/ 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2" h="114">
                    <a:moveTo>
                      <a:pt x="21" y="114"/>
                    </a:moveTo>
                    <a:cubicBezTo>
                      <a:pt x="20" y="113"/>
                      <a:pt x="20" y="113"/>
                      <a:pt x="20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2" y="76"/>
                      <a:pt x="112" y="77"/>
                      <a:pt x="112" y="78"/>
                    </a:cubicBezTo>
                    <a:cubicBezTo>
                      <a:pt x="112" y="78"/>
                      <a:pt x="111" y="79"/>
                      <a:pt x="111" y="79"/>
                    </a:cubicBezTo>
                    <a:cubicBezTo>
                      <a:pt x="22" y="114"/>
                      <a:pt x="22" y="114"/>
                      <a:pt x="22" y="114"/>
                    </a:cubicBezTo>
                    <a:lnTo>
                      <a:pt x="21" y="114"/>
                    </a:lnTo>
                    <a:close/>
                    <a:moveTo>
                      <a:pt x="4" y="5"/>
                    </a:moveTo>
                    <a:cubicBezTo>
                      <a:pt x="23" y="110"/>
                      <a:pt x="23" y="110"/>
                      <a:pt x="23" y="110"/>
                    </a:cubicBezTo>
                    <a:cubicBezTo>
                      <a:pt x="107" y="77"/>
                      <a:pt x="107" y="77"/>
                      <a:pt x="107" y="77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8" name="Freeform 1121"/>
              <p:cNvSpPr>
                <a:spLocks noEditPoints="1"/>
              </p:cNvSpPr>
              <p:nvPr userDrawn="1"/>
            </p:nvSpPr>
            <p:spPr bwMode="auto">
              <a:xfrm>
                <a:off x="1840" y="643"/>
                <a:ext cx="104" cy="141"/>
              </a:xfrm>
              <a:custGeom>
                <a:avLst/>
                <a:gdLst>
                  <a:gd name="T0" fmla="*/ 82 w 84"/>
                  <a:gd name="T1" fmla="*/ 114 h 114"/>
                  <a:gd name="T2" fmla="*/ 81 w 84"/>
                  <a:gd name="T3" fmla="*/ 113 h 114"/>
                  <a:gd name="T4" fmla="*/ 0 w 84"/>
                  <a:gd name="T5" fmla="*/ 37 h 114"/>
                  <a:gd name="T6" fmla="*/ 0 w 84"/>
                  <a:gd name="T7" fmla="*/ 35 h 114"/>
                  <a:gd name="T8" fmla="*/ 1 w 84"/>
                  <a:gd name="T9" fmla="*/ 34 h 114"/>
                  <a:gd name="T10" fmla="*/ 62 w 84"/>
                  <a:gd name="T11" fmla="*/ 0 h 114"/>
                  <a:gd name="T12" fmla="*/ 63 w 84"/>
                  <a:gd name="T13" fmla="*/ 0 h 114"/>
                  <a:gd name="T14" fmla="*/ 64 w 84"/>
                  <a:gd name="T15" fmla="*/ 1 h 114"/>
                  <a:gd name="T16" fmla="*/ 84 w 84"/>
                  <a:gd name="T17" fmla="*/ 112 h 114"/>
                  <a:gd name="T18" fmla="*/ 83 w 84"/>
                  <a:gd name="T19" fmla="*/ 113 h 114"/>
                  <a:gd name="T20" fmla="*/ 82 w 84"/>
                  <a:gd name="T21" fmla="*/ 114 h 114"/>
                  <a:gd name="T22" fmla="*/ 4 w 84"/>
                  <a:gd name="T23" fmla="*/ 36 h 114"/>
                  <a:gd name="T24" fmla="*/ 80 w 84"/>
                  <a:gd name="T25" fmla="*/ 107 h 114"/>
                  <a:gd name="T26" fmla="*/ 61 w 84"/>
                  <a:gd name="T27" fmla="*/ 4 h 114"/>
                  <a:gd name="T28" fmla="*/ 4 w 84"/>
                  <a:gd name="T29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114">
                    <a:moveTo>
                      <a:pt x="82" y="114"/>
                    </a:moveTo>
                    <a:cubicBezTo>
                      <a:pt x="82" y="114"/>
                      <a:pt x="81" y="113"/>
                      <a:pt x="81" y="113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84" y="112"/>
                      <a:pt x="84" y="112"/>
                      <a:pt x="84" y="112"/>
                    </a:cubicBezTo>
                    <a:cubicBezTo>
                      <a:pt x="84" y="112"/>
                      <a:pt x="84" y="113"/>
                      <a:pt x="83" y="113"/>
                    </a:cubicBezTo>
                    <a:lnTo>
                      <a:pt x="82" y="114"/>
                    </a:lnTo>
                    <a:close/>
                    <a:moveTo>
                      <a:pt x="4" y="36"/>
                    </a:moveTo>
                    <a:cubicBezTo>
                      <a:pt x="80" y="107"/>
                      <a:pt x="80" y="107"/>
                      <a:pt x="80" y="107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9" name="Freeform 1122"/>
              <p:cNvSpPr>
                <a:spLocks noEditPoints="1"/>
              </p:cNvSpPr>
              <p:nvPr userDrawn="1"/>
            </p:nvSpPr>
            <p:spPr bwMode="auto">
              <a:xfrm>
                <a:off x="2037" y="677"/>
                <a:ext cx="110" cy="64"/>
              </a:xfrm>
              <a:custGeom>
                <a:avLst/>
                <a:gdLst>
                  <a:gd name="T0" fmla="*/ 12 w 89"/>
                  <a:gd name="T1" fmla="*/ 52 h 52"/>
                  <a:gd name="T2" fmla="*/ 11 w 89"/>
                  <a:gd name="T3" fmla="*/ 51 h 52"/>
                  <a:gd name="T4" fmla="*/ 0 w 89"/>
                  <a:gd name="T5" fmla="*/ 2 h 52"/>
                  <a:gd name="T6" fmla="*/ 0 w 89"/>
                  <a:gd name="T7" fmla="*/ 0 h 52"/>
                  <a:gd name="T8" fmla="*/ 2 w 89"/>
                  <a:gd name="T9" fmla="*/ 0 h 52"/>
                  <a:gd name="T10" fmla="*/ 88 w 89"/>
                  <a:gd name="T11" fmla="*/ 38 h 52"/>
                  <a:gd name="T12" fmla="*/ 89 w 89"/>
                  <a:gd name="T13" fmla="*/ 40 h 52"/>
                  <a:gd name="T14" fmla="*/ 87 w 89"/>
                  <a:gd name="T15" fmla="*/ 41 h 52"/>
                  <a:gd name="T16" fmla="*/ 13 w 89"/>
                  <a:gd name="T17" fmla="*/ 52 h 52"/>
                  <a:gd name="T18" fmla="*/ 12 w 89"/>
                  <a:gd name="T19" fmla="*/ 52 h 52"/>
                  <a:gd name="T20" fmla="*/ 4 w 89"/>
                  <a:gd name="T21" fmla="*/ 4 h 52"/>
                  <a:gd name="T22" fmla="*/ 14 w 89"/>
                  <a:gd name="T23" fmla="*/ 48 h 52"/>
                  <a:gd name="T24" fmla="*/ 81 w 89"/>
                  <a:gd name="T25" fmla="*/ 39 h 52"/>
                  <a:gd name="T26" fmla="*/ 4 w 89"/>
                  <a:gd name="T27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52">
                    <a:moveTo>
                      <a:pt x="12" y="52"/>
                    </a:moveTo>
                    <a:cubicBezTo>
                      <a:pt x="12" y="52"/>
                      <a:pt x="11" y="52"/>
                      <a:pt x="11" y="5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38"/>
                      <a:pt x="88" y="38"/>
                      <a:pt x="88" y="38"/>
                    </a:cubicBezTo>
                    <a:cubicBezTo>
                      <a:pt x="88" y="39"/>
                      <a:pt x="89" y="39"/>
                      <a:pt x="89" y="40"/>
                    </a:cubicBezTo>
                    <a:cubicBezTo>
                      <a:pt x="88" y="41"/>
                      <a:pt x="88" y="41"/>
                      <a:pt x="87" y="41"/>
                    </a:cubicBezTo>
                    <a:cubicBezTo>
                      <a:pt x="13" y="52"/>
                      <a:pt x="13" y="52"/>
                      <a:pt x="13" y="52"/>
                    </a:cubicBezTo>
                    <a:lnTo>
                      <a:pt x="12" y="52"/>
                    </a:lnTo>
                    <a:close/>
                    <a:moveTo>
                      <a:pt x="4" y="4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81" y="39"/>
                      <a:pt x="81" y="39"/>
                      <a:pt x="81" y="3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0" name="Freeform 1123"/>
              <p:cNvSpPr>
                <a:spLocks noEditPoints="1"/>
              </p:cNvSpPr>
              <p:nvPr userDrawn="1"/>
            </p:nvSpPr>
            <p:spPr bwMode="auto">
              <a:xfrm>
                <a:off x="2234" y="803"/>
                <a:ext cx="87" cy="87"/>
              </a:xfrm>
              <a:custGeom>
                <a:avLst/>
                <a:gdLst>
                  <a:gd name="T0" fmla="*/ 2 w 70"/>
                  <a:gd name="T1" fmla="*/ 70 h 70"/>
                  <a:gd name="T2" fmla="*/ 1 w 70"/>
                  <a:gd name="T3" fmla="*/ 69 h 70"/>
                  <a:gd name="T4" fmla="*/ 0 w 70"/>
                  <a:gd name="T5" fmla="*/ 68 h 70"/>
                  <a:gd name="T6" fmla="*/ 9 w 70"/>
                  <a:gd name="T7" fmla="*/ 2 h 70"/>
                  <a:gd name="T8" fmla="*/ 10 w 70"/>
                  <a:gd name="T9" fmla="*/ 0 h 70"/>
                  <a:gd name="T10" fmla="*/ 12 w 70"/>
                  <a:gd name="T11" fmla="*/ 0 h 70"/>
                  <a:gd name="T12" fmla="*/ 69 w 70"/>
                  <a:gd name="T13" fmla="*/ 30 h 70"/>
                  <a:gd name="T14" fmla="*/ 70 w 70"/>
                  <a:gd name="T15" fmla="*/ 32 h 70"/>
                  <a:gd name="T16" fmla="*/ 69 w 70"/>
                  <a:gd name="T17" fmla="*/ 33 h 70"/>
                  <a:gd name="T18" fmla="*/ 2 w 70"/>
                  <a:gd name="T19" fmla="*/ 69 h 70"/>
                  <a:gd name="T20" fmla="*/ 2 w 70"/>
                  <a:gd name="T21" fmla="*/ 70 h 70"/>
                  <a:gd name="T22" fmla="*/ 12 w 70"/>
                  <a:gd name="T23" fmla="*/ 5 h 70"/>
                  <a:gd name="T24" fmla="*/ 4 w 70"/>
                  <a:gd name="T25" fmla="*/ 65 h 70"/>
                  <a:gd name="T26" fmla="*/ 64 w 70"/>
                  <a:gd name="T27" fmla="*/ 32 h 70"/>
                  <a:gd name="T28" fmla="*/ 12 w 70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0">
                    <a:moveTo>
                      <a:pt x="2" y="70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9"/>
                      <a:pt x="0" y="68"/>
                      <a:pt x="0" y="68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1"/>
                      <a:pt x="10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9" y="31"/>
                      <a:pt x="70" y="31"/>
                      <a:pt x="70" y="32"/>
                    </a:cubicBezTo>
                    <a:cubicBezTo>
                      <a:pt x="70" y="32"/>
                      <a:pt x="69" y="33"/>
                      <a:pt x="69" y="33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2" y="70"/>
                    </a:lnTo>
                    <a:close/>
                    <a:moveTo>
                      <a:pt x="12" y="5"/>
                    </a:moveTo>
                    <a:cubicBezTo>
                      <a:pt x="4" y="65"/>
                      <a:pt x="4" y="65"/>
                      <a:pt x="4" y="65"/>
                    </a:cubicBezTo>
                    <a:cubicBezTo>
                      <a:pt x="64" y="32"/>
                      <a:pt x="64" y="32"/>
                      <a:pt x="64" y="32"/>
                    </a:cubicBez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1" name="Freeform 1124"/>
              <p:cNvSpPr>
                <a:spLocks noEditPoints="1"/>
              </p:cNvSpPr>
              <p:nvPr userDrawn="1"/>
            </p:nvSpPr>
            <p:spPr bwMode="auto">
              <a:xfrm>
                <a:off x="1749" y="734"/>
                <a:ext cx="195" cy="69"/>
              </a:xfrm>
              <a:custGeom>
                <a:avLst/>
                <a:gdLst>
                  <a:gd name="T0" fmla="*/ 76 w 158"/>
                  <a:gd name="T1" fmla="*/ 56 h 56"/>
                  <a:gd name="T2" fmla="*/ 75 w 158"/>
                  <a:gd name="T3" fmla="*/ 55 h 56"/>
                  <a:gd name="T4" fmla="*/ 1 w 158"/>
                  <a:gd name="T5" fmla="*/ 3 h 56"/>
                  <a:gd name="T6" fmla="*/ 0 w 158"/>
                  <a:gd name="T7" fmla="*/ 1 h 56"/>
                  <a:gd name="T8" fmla="*/ 2 w 158"/>
                  <a:gd name="T9" fmla="*/ 0 h 56"/>
                  <a:gd name="T10" fmla="*/ 157 w 158"/>
                  <a:gd name="T11" fmla="*/ 37 h 56"/>
                  <a:gd name="T12" fmla="*/ 158 w 158"/>
                  <a:gd name="T13" fmla="*/ 39 h 56"/>
                  <a:gd name="T14" fmla="*/ 157 w 158"/>
                  <a:gd name="T15" fmla="*/ 41 h 56"/>
                  <a:gd name="T16" fmla="*/ 76 w 158"/>
                  <a:gd name="T17" fmla="*/ 56 h 56"/>
                  <a:gd name="T18" fmla="*/ 10 w 158"/>
                  <a:gd name="T19" fmla="*/ 5 h 56"/>
                  <a:gd name="T20" fmla="*/ 76 w 158"/>
                  <a:gd name="T21" fmla="*/ 52 h 56"/>
                  <a:gd name="T22" fmla="*/ 148 w 158"/>
                  <a:gd name="T23" fmla="*/ 39 h 56"/>
                  <a:gd name="T24" fmla="*/ 10 w 158"/>
                  <a:gd name="T25" fmla="*/ 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56">
                    <a:moveTo>
                      <a:pt x="76" y="56"/>
                    </a:moveTo>
                    <a:cubicBezTo>
                      <a:pt x="75" y="55"/>
                      <a:pt x="75" y="55"/>
                      <a:pt x="75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7" y="38"/>
                      <a:pt x="158" y="38"/>
                      <a:pt x="158" y="39"/>
                    </a:cubicBezTo>
                    <a:cubicBezTo>
                      <a:pt x="158" y="40"/>
                      <a:pt x="157" y="40"/>
                      <a:pt x="157" y="41"/>
                    </a:cubicBezTo>
                    <a:cubicBezTo>
                      <a:pt x="76" y="56"/>
                      <a:pt x="76" y="56"/>
                      <a:pt x="76" y="56"/>
                    </a:cubicBezTo>
                    <a:close/>
                    <a:moveTo>
                      <a:pt x="10" y="5"/>
                    </a:moveTo>
                    <a:cubicBezTo>
                      <a:pt x="76" y="52"/>
                      <a:pt x="76" y="52"/>
                      <a:pt x="76" y="52"/>
                    </a:cubicBezTo>
                    <a:cubicBezTo>
                      <a:pt x="148" y="39"/>
                      <a:pt x="148" y="39"/>
                      <a:pt x="148" y="39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2" name="Freeform 1125"/>
              <p:cNvSpPr>
                <a:spLocks noEditPoints="1"/>
              </p:cNvSpPr>
              <p:nvPr userDrawn="1"/>
            </p:nvSpPr>
            <p:spPr bwMode="auto">
              <a:xfrm>
                <a:off x="1671" y="798"/>
                <a:ext cx="173" cy="149"/>
              </a:xfrm>
              <a:custGeom>
                <a:avLst/>
                <a:gdLst>
                  <a:gd name="T0" fmla="*/ 31 w 140"/>
                  <a:gd name="T1" fmla="*/ 120 h 120"/>
                  <a:gd name="T2" fmla="*/ 30 w 140"/>
                  <a:gd name="T3" fmla="*/ 120 h 120"/>
                  <a:gd name="T4" fmla="*/ 29 w 140"/>
                  <a:gd name="T5" fmla="*/ 119 h 120"/>
                  <a:gd name="T6" fmla="*/ 0 w 140"/>
                  <a:gd name="T7" fmla="*/ 30 h 120"/>
                  <a:gd name="T8" fmla="*/ 0 w 140"/>
                  <a:gd name="T9" fmla="*/ 28 h 120"/>
                  <a:gd name="T10" fmla="*/ 1 w 140"/>
                  <a:gd name="T11" fmla="*/ 28 h 120"/>
                  <a:gd name="T12" fmla="*/ 138 w 140"/>
                  <a:gd name="T13" fmla="*/ 0 h 120"/>
                  <a:gd name="T14" fmla="*/ 140 w 140"/>
                  <a:gd name="T15" fmla="*/ 1 h 120"/>
                  <a:gd name="T16" fmla="*/ 140 w 140"/>
                  <a:gd name="T17" fmla="*/ 3 h 120"/>
                  <a:gd name="T18" fmla="*/ 32 w 140"/>
                  <a:gd name="T19" fmla="*/ 120 h 120"/>
                  <a:gd name="T20" fmla="*/ 31 w 140"/>
                  <a:gd name="T21" fmla="*/ 120 h 120"/>
                  <a:gd name="T22" fmla="*/ 4 w 140"/>
                  <a:gd name="T23" fmla="*/ 31 h 120"/>
                  <a:gd name="T24" fmla="*/ 31 w 140"/>
                  <a:gd name="T25" fmla="*/ 115 h 120"/>
                  <a:gd name="T26" fmla="*/ 134 w 140"/>
                  <a:gd name="T27" fmla="*/ 5 h 120"/>
                  <a:gd name="T28" fmla="*/ 4 w 140"/>
                  <a:gd name="T29" fmla="*/ 31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20">
                    <a:moveTo>
                      <a:pt x="31" y="120"/>
                    </a:moveTo>
                    <a:cubicBezTo>
                      <a:pt x="30" y="120"/>
                      <a:pt x="30" y="120"/>
                      <a:pt x="30" y="120"/>
                    </a:cubicBezTo>
                    <a:cubicBezTo>
                      <a:pt x="30" y="120"/>
                      <a:pt x="29" y="120"/>
                      <a:pt x="29" y="119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29"/>
                      <a:pt x="0" y="29"/>
                      <a:pt x="0" y="28"/>
                    </a:cubicBezTo>
                    <a:cubicBezTo>
                      <a:pt x="0" y="28"/>
                      <a:pt x="1" y="28"/>
                      <a:pt x="1" y="2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9" y="0"/>
                      <a:pt x="140" y="0"/>
                      <a:pt x="140" y="1"/>
                    </a:cubicBezTo>
                    <a:cubicBezTo>
                      <a:pt x="140" y="2"/>
                      <a:pt x="140" y="3"/>
                      <a:pt x="140" y="3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32" y="120"/>
                      <a:pt x="31" y="120"/>
                      <a:pt x="31" y="120"/>
                    </a:cubicBezTo>
                    <a:close/>
                    <a:moveTo>
                      <a:pt x="4" y="31"/>
                    </a:moveTo>
                    <a:cubicBezTo>
                      <a:pt x="31" y="115"/>
                      <a:pt x="31" y="115"/>
                      <a:pt x="31" y="115"/>
                    </a:cubicBezTo>
                    <a:cubicBezTo>
                      <a:pt x="134" y="5"/>
                      <a:pt x="134" y="5"/>
                      <a:pt x="134" y="5"/>
                    </a:cubicBez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3" name="Freeform 1126"/>
              <p:cNvSpPr>
                <a:spLocks noEditPoints="1"/>
              </p:cNvSpPr>
              <p:nvPr userDrawn="1"/>
            </p:nvSpPr>
            <p:spPr bwMode="auto">
              <a:xfrm>
                <a:off x="2051" y="724"/>
                <a:ext cx="96" cy="94"/>
              </a:xfrm>
              <a:custGeom>
                <a:avLst/>
                <a:gdLst>
                  <a:gd name="T0" fmla="*/ 14 w 78"/>
                  <a:gd name="T1" fmla="*/ 76 h 76"/>
                  <a:gd name="T2" fmla="*/ 14 w 78"/>
                  <a:gd name="T3" fmla="*/ 76 h 76"/>
                  <a:gd name="T4" fmla="*/ 13 w 78"/>
                  <a:gd name="T5" fmla="*/ 75 h 76"/>
                  <a:gd name="T6" fmla="*/ 0 w 78"/>
                  <a:gd name="T7" fmla="*/ 13 h 76"/>
                  <a:gd name="T8" fmla="*/ 0 w 78"/>
                  <a:gd name="T9" fmla="*/ 11 h 76"/>
                  <a:gd name="T10" fmla="*/ 1 w 78"/>
                  <a:gd name="T11" fmla="*/ 11 h 76"/>
                  <a:gd name="T12" fmla="*/ 76 w 78"/>
                  <a:gd name="T13" fmla="*/ 0 h 76"/>
                  <a:gd name="T14" fmla="*/ 77 w 78"/>
                  <a:gd name="T15" fmla="*/ 1 h 76"/>
                  <a:gd name="T16" fmla="*/ 77 w 78"/>
                  <a:gd name="T17" fmla="*/ 3 h 76"/>
                  <a:gd name="T18" fmla="*/ 15 w 78"/>
                  <a:gd name="T19" fmla="*/ 76 h 76"/>
                  <a:gd name="T20" fmla="*/ 14 w 78"/>
                  <a:gd name="T21" fmla="*/ 76 h 76"/>
                  <a:gd name="T22" fmla="*/ 3 w 78"/>
                  <a:gd name="T23" fmla="*/ 14 h 76"/>
                  <a:gd name="T24" fmla="*/ 15 w 78"/>
                  <a:gd name="T25" fmla="*/ 71 h 76"/>
                  <a:gd name="T26" fmla="*/ 72 w 78"/>
                  <a:gd name="T27" fmla="*/ 4 h 76"/>
                  <a:gd name="T28" fmla="*/ 3 w 78"/>
                  <a:gd name="T29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6">
                    <a:moveTo>
                      <a:pt x="14" y="76"/>
                    </a:moveTo>
                    <a:cubicBezTo>
                      <a:pt x="14" y="76"/>
                      <a:pt x="14" y="76"/>
                      <a:pt x="14" y="76"/>
                    </a:cubicBezTo>
                    <a:cubicBezTo>
                      <a:pt x="13" y="76"/>
                      <a:pt x="13" y="76"/>
                      <a:pt x="13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1"/>
                      <a:pt x="1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5" y="76"/>
                      <a:pt x="15" y="76"/>
                      <a:pt x="14" y="76"/>
                    </a:cubicBezTo>
                    <a:close/>
                    <a:moveTo>
                      <a:pt x="3" y="14"/>
                    </a:moveTo>
                    <a:cubicBezTo>
                      <a:pt x="15" y="71"/>
                      <a:pt x="15" y="71"/>
                      <a:pt x="15" y="71"/>
                    </a:cubicBezTo>
                    <a:cubicBezTo>
                      <a:pt x="72" y="4"/>
                      <a:pt x="72" y="4"/>
                      <a:pt x="72" y="4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4" name="Freeform 1127"/>
              <p:cNvSpPr>
                <a:spLocks noEditPoints="1"/>
              </p:cNvSpPr>
              <p:nvPr userDrawn="1"/>
            </p:nvSpPr>
            <p:spPr bwMode="auto">
              <a:xfrm>
                <a:off x="2615" y="1038"/>
                <a:ext cx="150" cy="43"/>
              </a:xfrm>
              <a:custGeom>
                <a:avLst/>
                <a:gdLst>
                  <a:gd name="T0" fmla="*/ 73 w 121"/>
                  <a:gd name="T1" fmla="*/ 35 h 35"/>
                  <a:gd name="T2" fmla="*/ 73 w 121"/>
                  <a:gd name="T3" fmla="*/ 34 h 35"/>
                  <a:gd name="T4" fmla="*/ 1 w 121"/>
                  <a:gd name="T5" fmla="*/ 12 h 35"/>
                  <a:gd name="T6" fmla="*/ 0 w 121"/>
                  <a:gd name="T7" fmla="*/ 10 h 35"/>
                  <a:gd name="T8" fmla="*/ 2 w 121"/>
                  <a:gd name="T9" fmla="*/ 9 h 35"/>
                  <a:gd name="T10" fmla="*/ 119 w 121"/>
                  <a:gd name="T11" fmla="*/ 0 h 35"/>
                  <a:gd name="T12" fmla="*/ 120 w 121"/>
                  <a:gd name="T13" fmla="*/ 1 h 35"/>
                  <a:gd name="T14" fmla="*/ 120 w 121"/>
                  <a:gd name="T15" fmla="*/ 3 h 35"/>
                  <a:gd name="T16" fmla="*/ 74 w 121"/>
                  <a:gd name="T17" fmla="*/ 34 h 35"/>
                  <a:gd name="T18" fmla="*/ 73 w 121"/>
                  <a:gd name="T19" fmla="*/ 35 h 35"/>
                  <a:gd name="T20" fmla="*/ 11 w 121"/>
                  <a:gd name="T21" fmla="*/ 11 h 35"/>
                  <a:gd name="T22" fmla="*/ 73 w 121"/>
                  <a:gd name="T23" fmla="*/ 31 h 35"/>
                  <a:gd name="T24" fmla="*/ 113 w 121"/>
                  <a:gd name="T25" fmla="*/ 4 h 35"/>
                  <a:gd name="T26" fmla="*/ 11 w 121"/>
                  <a:gd name="T2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35">
                    <a:moveTo>
                      <a:pt x="73" y="35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1"/>
                      <a:pt x="0" y="10"/>
                    </a:cubicBezTo>
                    <a:cubicBezTo>
                      <a:pt x="0" y="9"/>
                      <a:pt x="1" y="9"/>
                      <a:pt x="2" y="9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0" y="1"/>
                      <a:pt x="120" y="1"/>
                    </a:cubicBezTo>
                    <a:cubicBezTo>
                      <a:pt x="121" y="2"/>
                      <a:pt x="120" y="3"/>
                      <a:pt x="120" y="3"/>
                    </a:cubicBezTo>
                    <a:cubicBezTo>
                      <a:pt x="74" y="34"/>
                      <a:pt x="74" y="34"/>
                      <a:pt x="74" y="34"/>
                    </a:cubicBezTo>
                    <a:lnTo>
                      <a:pt x="73" y="35"/>
                    </a:lnTo>
                    <a:close/>
                    <a:moveTo>
                      <a:pt x="11" y="11"/>
                    </a:moveTo>
                    <a:cubicBezTo>
                      <a:pt x="73" y="31"/>
                      <a:pt x="73" y="31"/>
                      <a:pt x="73" y="31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5" name="Freeform 1128"/>
              <p:cNvSpPr>
                <a:spLocks noEditPoints="1"/>
              </p:cNvSpPr>
              <p:nvPr userDrawn="1"/>
            </p:nvSpPr>
            <p:spPr bwMode="auto">
              <a:xfrm>
                <a:off x="2704" y="1077"/>
                <a:ext cx="112" cy="78"/>
              </a:xfrm>
              <a:custGeom>
                <a:avLst/>
                <a:gdLst>
                  <a:gd name="T0" fmla="*/ 18 w 90"/>
                  <a:gd name="T1" fmla="*/ 63 h 63"/>
                  <a:gd name="T2" fmla="*/ 17 w 90"/>
                  <a:gd name="T3" fmla="*/ 63 h 63"/>
                  <a:gd name="T4" fmla="*/ 16 w 90"/>
                  <a:gd name="T5" fmla="*/ 62 h 63"/>
                  <a:gd name="T6" fmla="*/ 0 w 90"/>
                  <a:gd name="T7" fmla="*/ 2 h 63"/>
                  <a:gd name="T8" fmla="*/ 0 w 90"/>
                  <a:gd name="T9" fmla="*/ 1 h 63"/>
                  <a:gd name="T10" fmla="*/ 2 w 90"/>
                  <a:gd name="T11" fmla="*/ 0 h 63"/>
                  <a:gd name="T12" fmla="*/ 88 w 90"/>
                  <a:gd name="T13" fmla="*/ 23 h 63"/>
                  <a:gd name="T14" fmla="*/ 90 w 90"/>
                  <a:gd name="T15" fmla="*/ 24 h 63"/>
                  <a:gd name="T16" fmla="*/ 89 w 90"/>
                  <a:gd name="T17" fmla="*/ 26 h 63"/>
                  <a:gd name="T18" fmla="*/ 19 w 90"/>
                  <a:gd name="T19" fmla="*/ 63 h 63"/>
                  <a:gd name="T20" fmla="*/ 18 w 90"/>
                  <a:gd name="T21" fmla="*/ 63 h 63"/>
                  <a:gd name="T22" fmla="*/ 4 w 90"/>
                  <a:gd name="T23" fmla="*/ 4 h 63"/>
                  <a:gd name="T24" fmla="*/ 19 w 90"/>
                  <a:gd name="T25" fmla="*/ 59 h 63"/>
                  <a:gd name="T26" fmla="*/ 83 w 90"/>
                  <a:gd name="T27" fmla="*/ 25 h 63"/>
                  <a:gd name="T28" fmla="*/ 4 w 90"/>
                  <a:gd name="T29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3">
                    <a:moveTo>
                      <a:pt x="18" y="63"/>
                    </a:moveTo>
                    <a:cubicBezTo>
                      <a:pt x="17" y="63"/>
                      <a:pt x="17" y="63"/>
                      <a:pt x="17" y="63"/>
                    </a:cubicBezTo>
                    <a:cubicBezTo>
                      <a:pt x="17" y="63"/>
                      <a:pt x="16" y="63"/>
                      <a:pt x="16" y="6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90" y="24"/>
                      <a:pt x="90" y="24"/>
                    </a:cubicBezTo>
                    <a:cubicBezTo>
                      <a:pt x="90" y="25"/>
                      <a:pt x="89" y="26"/>
                      <a:pt x="89" y="26"/>
                    </a:cubicBezTo>
                    <a:cubicBezTo>
                      <a:pt x="19" y="63"/>
                      <a:pt x="19" y="63"/>
                      <a:pt x="19" y="63"/>
                    </a:cubicBezTo>
                    <a:lnTo>
                      <a:pt x="18" y="63"/>
                    </a:lnTo>
                    <a:close/>
                    <a:moveTo>
                      <a:pt x="4" y="4"/>
                    </a:moveTo>
                    <a:cubicBezTo>
                      <a:pt x="19" y="59"/>
                      <a:pt x="19" y="59"/>
                      <a:pt x="19" y="59"/>
                    </a:cubicBezTo>
                    <a:cubicBezTo>
                      <a:pt x="83" y="25"/>
                      <a:pt x="83" y="25"/>
                      <a:pt x="83" y="25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6" name="Freeform 1129"/>
              <p:cNvSpPr>
                <a:spLocks noEditPoints="1"/>
              </p:cNvSpPr>
              <p:nvPr userDrawn="1"/>
            </p:nvSpPr>
            <p:spPr bwMode="auto">
              <a:xfrm>
                <a:off x="2520" y="1032"/>
                <a:ext cx="99" cy="93"/>
              </a:xfrm>
              <a:custGeom>
                <a:avLst/>
                <a:gdLst>
                  <a:gd name="T0" fmla="*/ 40 w 80"/>
                  <a:gd name="T1" fmla="*/ 75 h 75"/>
                  <a:gd name="T2" fmla="*/ 40 w 80"/>
                  <a:gd name="T3" fmla="*/ 75 h 75"/>
                  <a:gd name="T4" fmla="*/ 39 w 80"/>
                  <a:gd name="T5" fmla="*/ 74 h 75"/>
                  <a:gd name="T6" fmla="*/ 0 w 80"/>
                  <a:gd name="T7" fmla="*/ 2 h 75"/>
                  <a:gd name="T8" fmla="*/ 1 w 80"/>
                  <a:gd name="T9" fmla="*/ 1 h 75"/>
                  <a:gd name="T10" fmla="*/ 2 w 80"/>
                  <a:gd name="T11" fmla="*/ 0 h 75"/>
                  <a:gd name="T12" fmla="*/ 79 w 80"/>
                  <a:gd name="T13" fmla="*/ 14 h 75"/>
                  <a:gd name="T14" fmla="*/ 80 w 80"/>
                  <a:gd name="T15" fmla="*/ 15 h 75"/>
                  <a:gd name="T16" fmla="*/ 80 w 80"/>
                  <a:gd name="T17" fmla="*/ 16 h 75"/>
                  <a:gd name="T18" fmla="*/ 42 w 80"/>
                  <a:gd name="T19" fmla="*/ 75 h 75"/>
                  <a:gd name="T20" fmla="*/ 40 w 80"/>
                  <a:gd name="T21" fmla="*/ 75 h 75"/>
                  <a:gd name="T22" fmla="*/ 5 w 80"/>
                  <a:gd name="T23" fmla="*/ 4 h 75"/>
                  <a:gd name="T24" fmla="*/ 40 w 80"/>
                  <a:gd name="T25" fmla="*/ 70 h 75"/>
                  <a:gd name="T26" fmla="*/ 76 w 80"/>
                  <a:gd name="T27" fmla="*/ 17 h 75"/>
                  <a:gd name="T28" fmla="*/ 5 w 80"/>
                  <a:gd name="T29" fmla="*/ 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75">
                    <a:moveTo>
                      <a:pt x="40" y="75"/>
                    </a:moveTo>
                    <a:cubicBezTo>
                      <a:pt x="40" y="75"/>
                      <a:pt x="40" y="75"/>
                      <a:pt x="40" y="75"/>
                    </a:cubicBezTo>
                    <a:cubicBezTo>
                      <a:pt x="40" y="75"/>
                      <a:pt x="39" y="75"/>
                      <a:pt x="39" y="7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80" y="14"/>
                      <a:pt x="80" y="14"/>
                      <a:pt x="80" y="15"/>
                    </a:cubicBezTo>
                    <a:cubicBezTo>
                      <a:pt x="80" y="15"/>
                      <a:pt x="80" y="16"/>
                      <a:pt x="80" y="16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0" y="75"/>
                    </a:cubicBezTo>
                    <a:close/>
                    <a:moveTo>
                      <a:pt x="5" y="4"/>
                    </a:moveTo>
                    <a:cubicBezTo>
                      <a:pt x="40" y="70"/>
                      <a:pt x="40" y="70"/>
                      <a:pt x="40" y="70"/>
                    </a:cubicBezTo>
                    <a:cubicBezTo>
                      <a:pt x="76" y="17"/>
                      <a:pt x="76" y="17"/>
                      <a:pt x="76" y="17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7" name="Freeform 1130"/>
              <p:cNvSpPr>
                <a:spLocks noEditPoints="1"/>
              </p:cNvSpPr>
              <p:nvPr userDrawn="1"/>
            </p:nvSpPr>
            <p:spPr bwMode="auto">
              <a:xfrm>
                <a:off x="2608" y="1077"/>
                <a:ext cx="121" cy="118"/>
              </a:xfrm>
              <a:custGeom>
                <a:avLst/>
                <a:gdLst>
                  <a:gd name="T0" fmla="*/ 2 w 98"/>
                  <a:gd name="T1" fmla="*/ 96 h 96"/>
                  <a:gd name="T2" fmla="*/ 0 w 98"/>
                  <a:gd name="T3" fmla="*/ 95 h 96"/>
                  <a:gd name="T4" fmla="*/ 1 w 98"/>
                  <a:gd name="T5" fmla="*/ 93 h 96"/>
                  <a:gd name="T6" fmla="*/ 78 w 98"/>
                  <a:gd name="T7" fmla="*/ 1 h 96"/>
                  <a:gd name="T8" fmla="*/ 80 w 98"/>
                  <a:gd name="T9" fmla="*/ 0 h 96"/>
                  <a:gd name="T10" fmla="*/ 81 w 98"/>
                  <a:gd name="T11" fmla="*/ 1 h 96"/>
                  <a:gd name="T12" fmla="*/ 98 w 98"/>
                  <a:gd name="T13" fmla="*/ 61 h 96"/>
                  <a:gd name="T14" fmla="*/ 96 w 98"/>
                  <a:gd name="T15" fmla="*/ 63 h 96"/>
                  <a:gd name="T16" fmla="*/ 2 w 98"/>
                  <a:gd name="T17" fmla="*/ 96 h 96"/>
                  <a:gd name="T18" fmla="*/ 79 w 98"/>
                  <a:gd name="T19" fmla="*/ 5 h 96"/>
                  <a:gd name="T20" fmla="*/ 7 w 98"/>
                  <a:gd name="T21" fmla="*/ 91 h 96"/>
                  <a:gd name="T22" fmla="*/ 94 w 98"/>
                  <a:gd name="T23" fmla="*/ 61 h 96"/>
                  <a:gd name="T24" fmla="*/ 79 w 98"/>
                  <a:gd name="T25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96">
                    <a:moveTo>
                      <a:pt x="2" y="96"/>
                    </a:moveTo>
                    <a:cubicBezTo>
                      <a:pt x="1" y="96"/>
                      <a:pt x="1" y="96"/>
                      <a:pt x="0" y="95"/>
                    </a:cubicBezTo>
                    <a:cubicBezTo>
                      <a:pt x="0" y="94"/>
                      <a:pt x="0" y="94"/>
                      <a:pt x="1" y="93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8" y="0"/>
                      <a:pt x="79" y="0"/>
                      <a:pt x="80" y="0"/>
                    </a:cubicBezTo>
                    <a:cubicBezTo>
                      <a:pt x="80" y="0"/>
                      <a:pt x="81" y="1"/>
                      <a:pt x="81" y="1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2"/>
                      <a:pt x="97" y="63"/>
                      <a:pt x="96" y="63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79" y="5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94" y="61"/>
                      <a:pt x="94" y="61"/>
                      <a:pt x="94" y="61"/>
                    </a:cubicBez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8" name="Freeform 1131"/>
              <p:cNvSpPr>
                <a:spLocks noEditPoints="1"/>
              </p:cNvSpPr>
              <p:nvPr userDrawn="1"/>
            </p:nvSpPr>
            <p:spPr bwMode="auto">
              <a:xfrm>
                <a:off x="2803" y="1105"/>
                <a:ext cx="113" cy="144"/>
              </a:xfrm>
              <a:custGeom>
                <a:avLst/>
                <a:gdLst>
                  <a:gd name="T0" fmla="*/ 2 w 91"/>
                  <a:gd name="T1" fmla="*/ 116 h 116"/>
                  <a:gd name="T2" fmla="*/ 1 w 91"/>
                  <a:gd name="T3" fmla="*/ 115 h 116"/>
                  <a:gd name="T4" fmla="*/ 0 w 91"/>
                  <a:gd name="T5" fmla="*/ 114 h 116"/>
                  <a:gd name="T6" fmla="*/ 6 w 91"/>
                  <a:gd name="T7" fmla="*/ 1 h 116"/>
                  <a:gd name="T8" fmla="*/ 7 w 91"/>
                  <a:gd name="T9" fmla="*/ 0 h 116"/>
                  <a:gd name="T10" fmla="*/ 9 w 91"/>
                  <a:gd name="T11" fmla="*/ 0 h 116"/>
                  <a:gd name="T12" fmla="*/ 90 w 91"/>
                  <a:gd name="T13" fmla="*/ 51 h 116"/>
                  <a:gd name="T14" fmla="*/ 91 w 91"/>
                  <a:gd name="T15" fmla="*/ 53 h 116"/>
                  <a:gd name="T16" fmla="*/ 90 w 91"/>
                  <a:gd name="T17" fmla="*/ 54 h 116"/>
                  <a:gd name="T18" fmla="*/ 3 w 91"/>
                  <a:gd name="T19" fmla="*/ 115 h 116"/>
                  <a:gd name="T20" fmla="*/ 2 w 91"/>
                  <a:gd name="T21" fmla="*/ 116 h 116"/>
                  <a:gd name="T22" fmla="*/ 10 w 91"/>
                  <a:gd name="T23" fmla="*/ 4 h 116"/>
                  <a:gd name="T24" fmla="*/ 4 w 91"/>
                  <a:gd name="T25" fmla="*/ 111 h 116"/>
                  <a:gd name="T26" fmla="*/ 86 w 91"/>
                  <a:gd name="T27" fmla="*/ 53 h 116"/>
                  <a:gd name="T28" fmla="*/ 10 w 91"/>
                  <a:gd name="T29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116">
                    <a:moveTo>
                      <a:pt x="2" y="116"/>
                    </a:moveTo>
                    <a:cubicBezTo>
                      <a:pt x="1" y="115"/>
                      <a:pt x="1" y="115"/>
                      <a:pt x="1" y="115"/>
                    </a:cubicBezTo>
                    <a:cubicBezTo>
                      <a:pt x="0" y="115"/>
                      <a:pt x="0" y="114"/>
                      <a:pt x="0" y="114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1" y="52"/>
                      <a:pt x="91" y="53"/>
                    </a:cubicBezTo>
                    <a:cubicBezTo>
                      <a:pt x="91" y="53"/>
                      <a:pt x="90" y="54"/>
                      <a:pt x="90" y="54"/>
                    </a:cubicBezTo>
                    <a:cubicBezTo>
                      <a:pt x="3" y="115"/>
                      <a:pt x="3" y="115"/>
                      <a:pt x="3" y="115"/>
                    </a:cubicBezTo>
                    <a:lnTo>
                      <a:pt x="2" y="116"/>
                    </a:lnTo>
                    <a:close/>
                    <a:moveTo>
                      <a:pt x="10" y="4"/>
                    </a:moveTo>
                    <a:cubicBezTo>
                      <a:pt x="4" y="111"/>
                      <a:pt x="4" y="111"/>
                      <a:pt x="4" y="111"/>
                    </a:cubicBezTo>
                    <a:cubicBezTo>
                      <a:pt x="86" y="53"/>
                      <a:pt x="86" y="53"/>
                      <a:pt x="86" y="5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9" name="Freeform 1132"/>
              <p:cNvSpPr>
                <a:spLocks noEditPoints="1"/>
              </p:cNvSpPr>
              <p:nvPr userDrawn="1"/>
            </p:nvSpPr>
            <p:spPr bwMode="auto">
              <a:xfrm>
                <a:off x="1100" y="865"/>
                <a:ext cx="175" cy="43"/>
              </a:xfrm>
              <a:custGeom>
                <a:avLst/>
                <a:gdLst>
                  <a:gd name="T0" fmla="*/ 2 w 141"/>
                  <a:gd name="T1" fmla="*/ 35 h 35"/>
                  <a:gd name="T2" fmla="*/ 0 w 141"/>
                  <a:gd name="T3" fmla="*/ 34 h 35"/>
                  <a:gd name="T4" fmla="*/ 1 w 141"/>
                  <a:gd name="T5" fmla="*/ 32 h 35"/>
                  <a:gd name="T6" fmla="*/ 54 w 141"/>
                  <a:gd name="T7" fmla="*/ 1 h 35"/>
                  <a:gd name="T8" fmla="*/ 56 w 141"/>
                  <a:gd name="T9" fmla="*/ 1 h 35"/>
                  <a:gd name="T10" fmla="*/ 139 w 141"/>
                  <a:gd name="T11" fmla="*/ 26 h 35"/>
                  <a:gd name="T12" fmla="*/ 141 w 141"/>
                  <a:gd name="T13" fmla="*/ 28 h 35"/>
                  <a:gd name="T14" fmla="*/ 139 w 141"/>
                  <a:gd name="T15" fmla="*/ 29 h 35"/>
                  <a:gd name="T16" fmla="*/ 2 w 141"/>
                  <a:gd name="T17" fmla="*/ 35 h 35"/>
                  <a:gd name="T18" fmla="*/ 55 w 141"/>
                  <a:gd name="T19" fmla="*/ 4 h 35"/>
                  <a:gd name="T20" fmla="*/ 9 w 141"/>
                  <a:gd name="T21" fmla="*/ 32 h 35"/>
                  <a:gd name="T22" fmla="*/ 129 w 141"/>
                  <a:gd name="T23" fmla="*/ 26 h 35"/>
                  <a:gd name="T24" fmla="*/ 55 w 141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" h="35">
                    <a:moveTo>
                      <a:pt x="2" y="35"/>
                    </a:moveTo>
                    <a:cubicBezTo>
                      <a:pt x="1" y="35"/>
                      <a:pt x="0" y="35"/>
                      <a:pt x="0" y="34"/>
                    </a:cubicBezTo>
                    <a:cubicBezTo>
                      <a:pt x="0" y="33"/>
                      <a:pt x="0" y="33"/>
                      <a:pt x="1" y="32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5" y="0"/>
                      <a:pt x="56" y="1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40" y="26"/>
                      <a:pt x="141" y="27"/>
                      <a:pt x="141" y="28"/>
                    </a:cubicBezTo>
                    <a:cubicBezTo>
                      <a:pt x="140" y="29"/>
                      <a:pt x="140" y="29"/>
                      <a:pt x="139" y="29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55" y="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29" y="26"/>
                      <a:pt x="129" y="26"/>
                      <a:pt x="129" y="26"/>
                    </a:cubicBezTo>
                    <a:lnTo>
                      <a:pt x="5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0" name="Freeform 1133"/>
              <p:cNvSpPr>
                <a:spLocks noEditPoints="1"/>
              </p:cNvSpPr>
              <p:nvPr userDrawn="1"/>
            </p:nvSpPr>
            <p:spPr bwMode="auto">
              <a:xfrm>
                <a:off x="2780" y="911"/>
                <a:ext cx="79" cy="106"/>
              </a:xfrm>
              <a:custGeom>
                <a:avLst/>
                <a:gdLst>
                  <a:gd name="T0" fmla="*/ 1 w 64"/>
                  <a:gd name="T1" fmla="*/ 86 h 86"/>
                  <a:gd name="T2" fmla="*/ 0 w 64"/>
                  <a:gd name="T3" fmla="*/ 85 h 86"/>
                  <a:gd name="T4" fmla="*/ 0 w 64"/>
                  <a:gd name="T5" fmla="*/ 83 h 86"/>
                  <a:gd name="T6" fmla="*/ 41 w 64"/>
                  <a:gd name="T7" fmla="*/ 1 h 86"/>
                  <a:gd name="T8" fmla="*/ 42 w 64"/>
                  <a:gd name="T9" fmla="*/ 0 h 86"/>
                  <a:gd name="T10" fmla="*/ 44 w 64"/>
                  <a:gd name="T11" fmla="*/ 1 h 86"/>
                  <a:gd name="T12" fmla="*/ 64 w 64"/>
                  <a:gd name="T13" fmla="*/ 54 h 86"/>
                  <a:gd name="T14" fmla="*/ 63 w 64"/>
                  <a:gd name="T15" fmla="*/ 56 h 86"/>
                  <a:gd name="T16" fmla="*/ 2 w 64"/>
                  <a:gd name="T17" fmla="*/ 86 h 86"/>
                  <a:gd name="T18" fmla="*/ 1 w 64"/>
                  <a:gd name="T19" fmla="*/ 86 h 86"/>
                  <a:gd name="T20" fmla="*/ 42 w 64"/>
                  <a:gd name="T21" fmla="*/ 6 h 86"/>
                  <a:gd name="T22" fmla="*/ 5 w 64"/>
                  <a:gd name="T23" fmla="*/ 80 h 86"/>
                  <a:gd name="T24" fmla="*/ 60 w 64"/>
                  <a:gd name="T25" fmla="*/ 54 h 86"/>
                  <a:gd name="T26" fmla="*/ 42 w 64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6">
                    <a:moveTo>
                      <a:pt x="1" y="86"/>
                    </a:moveTo>
                    <a:cubicBezTo>
                      <a:pt x="1" y="86"/>
                      <a:pt x="1" y="86"/>
                      <a:pt x="0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5"/>
                      <a:pt x="64" y="56"/>
                      <a:pt x="63" y="56"/>
                    </a:cubicBezTo>
                    <a:cubicBezTo>
                      <a:pt x="2" y="86"/>
                      <a:pt x="2" y="86"/>
                      <a:pt x="2" y="86"/>
                    </a:cubicBezTo>
                    <a:lnTo>
                      <a:pt x="1" y="86"/>
                    </a:lnTo>
                    <a:close/>
                    <a:moveTo>
                      <a:pt x="42" y="6"/>
                    </a:moveTo>
                    <a:cubicBezTo>
                      <a:pt x="5" y="80"/>
                      <a:pt x="5" y="80"/>
                      <a:pt x="5" y="80"/>
                    </a:cubicBezTo>
                    <a:cubicBezTo>
                      <a:pt x="60" y="54"/>
                      <a:pt x="60" y="54"/>
                      <a:pt x="60" y="54"/>
                    </a:cubicBezTo>
                    <a:lnTo>
                      <a:pt x="4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1" name="Freeform 1134"/>
              <p:cNvSpPr>
                <a:spLocks noEditPoints="1"/>
              </p:cNvSpPr>
              <p:nvPr userDrawn="1"/>
            </p:nvSpPr>
            <p:spPr bwMode="auto">
              <a:xfrm>
                <a:off x="1509" y="1211"/>
                <a:ext cx="116" cy="85"/>
              </a:xfrm>
              <a:custGeom>
                <a:avLst/>
                <a:gdLst>
                  <a:gd name="T0" fmla="*/ 1 w 94"/>
                  <a:gd name="T1" fmla="*/ 68 h 68"/>
                  <a:gd name="T2" fmla="*/ 0 w 94"/>
                  <a:gd name="T3" fmla="*/ 67 h 68"/>
                  <a:gd name="T4" fmla="*/ 0 w 94"/>
                  <a:gd name="T5" fmla="*/ 66 h 68"/>
                  <a:gd name="T6" fmla="*/ 29 w 94"/>
                  <a:gd name="T7" fmla="*/ 1 h 68"/>
                  <a:gd name="T8" fmla="*/ 30 w 94"/>
                  <a:gd name="T9" fmla="*/ 0 h 68"/>
                  <a:gd name="T10" fmla="*/ 31 w 94"/>
                  <a:gd name="T11" fmla="*/ 0 h 68"/>
                  <a:gd name="T12" fmla="*/ 93 w 94"/>
                  <a:gd name="T13" fmla="*/ 32 h 68"/>
                  <a:gd name="T14" fmla="*/ 93 w 94"/>
                  <a:gd name="T15" fmla="*/ 33 h 68"/>
                  <a:gd name="T16" fmla="*/ 92 w 94"/>
                  <a:gd name="T17" fmla="*/ 35 h 68"/>
                  <a:gd name="T18" fmla="*/ 2 w 94"/>
                  <a:gd name="T19" fmla="*/ 68 h 68"/>
                  <a:gd name="T20" fmla="*/ 1 w 94"/>
                  <a:gd name="T21" fmla="*/ 68 h 68"/>
                  <a:gd name="T22" fmla="*/ 31 w 94"/>
                  <a:gd name="T23" fmla="*/ 4 h 68"/>
                  <a:gd name="T24" fmla="*/ 5 w 94"/>
                  <a:gd name="T25" fmla="*/ 63 h 68"/>
                  <a:gd name="T26" fmla="*/ 88 w 94"/>
                  <a:gd name="T27" fmla="*/ 33 h 68"/>
                  <a:gd name="T28" fmla="*/ 31 w 94"/>
                  <a:gd name="T29" fmla="*/ 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68">
                    <a:moveTo>
                      <a:pt x="1" y="68"/>
                    </a:moveTo>
                    <a:cubicBezTo>
                      <a:pt x="1" y="68"/>
                      <a:pt x="1" y="68"/>
                      <a:pt x="0" y="67"/>
                    </a:cubicBezTo>
                    <a:cubicBezTo>
                      <a:pt x="0" y="67"/>
                      <a:pt x="0" y="66"/>
                      <a:pt x="0" y="6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29" y="0"/>
                      <a:pt x="30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93" y="32"/>
                      <a:pt x="93" y="32"/>
                      <a:pt x="93" y="32"/>
                    </a:cubicBezTo>
                    <a:cubicBezTo>
                      <a:pt x="93" y="32"/>
                      <a:pt x="94" y="32"/>
                      <a:pt x="93" y="33"/>
                    </a:cubicBezTo>
                    <a:cubicBezTo>
                      <a:pt x="93" y="34"/>
                      <a:pt x="93" y="34"/>
                      <a:pt x="92" y="35"/>
                    </a:cubicBezTo>
                    <a:cubicBezTo>
                      <a:pt x="2" y="68"/>
                      <a:pt x="2" y="68"/>
                      <a:pt x="2" y="68"/>
                    </a:cubicBezTo>
                    <a:lnTo>
                      <a:pt x="1" y="68"/>
                    </a:lnTo>
                    <a:close/>
                    <a:moveTo>
                      <a:pt x="31" y="4"/>
                    </a:moveTo>
                    <a:cubicBezTo>
                      <a:pt x="5" y="63"/>
                      <a:pt x="5" y="63"/>
                      <a:pt x="5" y="6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2" name="Freeform 1135"/>
              <p:cNvSpPr>
                <a:spLocks noEditPoints="1"/>
              </p:cNvSpPr>
              <p:nvPr userDrawn="1"/>
            </p:nvSpPr>
            <p:spPr bwMode="auto">
              <a:xfrm>
                <a:off x="1509" y="1250"/>
                <a:ext cx="122" cy="46"/>
              </a:xfrm>
              <a:custGeom>
                <a:avLst/>
                <a:gdLst>
                  <a:gd name="T0" fmla="*/ 1 w 99"/>
                  <a:gd name="T1" fmla="*/ 37 h 37"/>
                  <a:gd name="T2" fmla="*/ 0 w 99"/>
                  <a:gd name="T3" fmla="*/ 36 h 37"/>
                  <a:gd name="T4" fmla="*/ 1 w 99"/>
                  <a:gd name="T5" fmla="*/ 34 h 37"/>
                  <a:gd name="T6" fmla="*/ 91 w 99"/>
                  <a:gd name="T7" fmla="*/ 0 h 37"/>
                  <a:gd name="T8" fmla="*/ 93 w 99"/>
                  <a:gd name="T9" fmla="*/ 1 h 37"/>
                  <a:gd name="T10" fmla="*/ 93 w 99"/>
                  <a:gd name="T11" fmla="*/ 2 h 37"/>
                  <a:gd name="T12" fmla="*/ 99 w 99"/>
                  <a:gd name="T13" fmla="*/ 30 h 37"/>
                  <a:gd name="T14" fmla="*/ 99 w 99"/>
                  <a:gd name="T15" fmla="*/ 31 h 37"/>
                  <a:gd name="T16" fmla="*/ 98 w 99"/>
                  <a:gd name="T17" fmla="*/ 32 h 37"/>
                  <a:gd name="T18" fmla="*/ 2 w 99"/>
                  <a:gd name="T19" fmla="*/ 37 h 37"/>
                  <a:gd name="T20" fmla="*/ 1 w 99"/>
                  <a:gd name="T21" fmla="*/ 37 h 37"/>
                  <a:gd name="T22" fmla="*/ 91 w 99"/>
                  <a:gd name="T23" fmla="*/ 4 h 37"/>
                  <a:gd name="T24" fmla="*/ 13 w 99"/>
                  <a:gd name="T25" fmla="*/ 33 h 37"/>
                  <a:gd name="T26" fmla="*/ 96 w 99"/>
                  <a:gd name="T27" fmla="*/ 28 h 37"/>
                  <a:gd name="T28" fmla="*/ 91 w 99"/>
                  <a:gd name="T29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" h="37">
                    <a:moveTo>
                      <a:pt x="1" y="37"/>
                    </a:moveTo>
                    <a:cubicBezTo>
                      <a:pt x="1" y="37"/>
                      <a:pt x="0" y="36"/>
                      <a:pt x="0" y="36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1"/>
                      <a:pt x="93" y="2"/>
                    </a:cubicBezTo>
                    <a:cubicBezTo>
                      <a:pt x="99" y="30"/>
                      <a:pt x="99" y="30"/>
                      <a:pt x="99" y="30"/>
                    </a:cubicBezTo>
                    <a:cubicBezTo>
                      <a:pt x="99" y="30"/>
                      <a:pt x="99" y="31"/>
                      <a:pt x="99" y="31"/>
                    </a:cubicBezTo>
                    <a:cubicBezTo>
                      <a:pt x="99" y="31"/>
                      <a:pt x="98" y="32"/>
                      <a:pt x="98" y="32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91" y="4"/>
                    </a:moveTo>
                    <a:cubicBezTo>
                      <a:pt x="13" y="33"/>
                      <a:pt x="13" y="33"/>
                      <a:pt x="13" y="33"/>
                    </a:cubicBezTo>
                    <a:cubicBezTo>
                      <a:pt x="96" y="28"/>
                      <a:pt x="96" y="28"/>
                      <a:pt x="96" y="28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3" name="Freeform 1136"/>
              <p:cNvSpPr>
                <a:spLocks noEditPoints="1"/>
              </p:cNvSpPr>
              <p:nvPr userDrawn="1"/>
            </p:nvSpPr>
            <p:spPr bwMode="auto">
              <a:xfrm>
                <a:off x="2224" y="885"/>
                <a:ext cx="105" cy="50"/>
              </a:xfrm>
              <a:custGeom>
                <a:avLst/>
                <a:gdLst>
                  <a:gd name="T0" fmla="*/ 2 w 85"/>
                  <a:gd name="T1" fmla="*/ 41 h 41"/>
                  <a:gd name="T2" fmla="*/ 1 w 85"/>
                  <a:gd name="T3" fmla="*/ 40 h 41"/>
                  <a:gd name="T4" fmla="*/ 0 w 85"/>
                  <a:gd name="T5" fmla="*/ 39 h 41"/>
                  <a:gd name="T6" fmla="*/ 8 w 85"/>
                  <a:gd name="T7" fmla="*/ 2 h 41"/>
                  <a:gd name="T8" fmla="*/ 9 w 85"/>
                  <a:gd name="T9" fmla="*/ 0 h 41"/>
                  <a:gd name="T10" fmla="*/ 10 w 85"/>
                  <a:gd name="T11" fmla="*/ 0 h 41"/>
                  <a:gd name="T12" fmla="*/ 83 w 85"/>
                  <a:gd name="T13" fmla="*/ 25 h 41"/>
                  <a:gd name="T14" fmla="*/ 85 w 85"/>
                  <a:gd name="T15" fmla="*/ 27 h 41"/>
                  <a:gd name="T16" fmla="*/ 83 w 85"/>
                  <a:gd name="T17" fmla="*/ 28 h 41"/>
                  <a:gd name="T18" fmla="*/ 2 w 85"/>
                  <a:gd name="T19" fmla="*/ 41 h 41"/>
                  <a:gd name="T20" fmla="*/ 11 w 85"/>
                  <a:gd name="T21" fmla="*/ 4 h 41"/>
                  <a:gd name="T22" fmla="*/ 4 w 85"/>
                  <a:gd name="T23" fmla="*/ 37 h 41"/>
                  <a:gd name="T24" fmla="*/ 76 w 85"/>
                  <a:gd name="T25" fmla="*/ 26 h 41"/>
                  <a:gd name="T26" fmla="*/ 11 w 85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41">
                    <a:moveTo>
                      <a:pt x="2" y="41"/>
                    </a:move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ubicBezTo>
                      <a:pt x="83" y="25"/>
                      <a:pt x="83" y="25"/>
                      <a:pt x="83" y="25"/>
                    </a:cubicBezTo>
                    <a:cubicBezTo>
                      <a:pt x="84" y="25"/>
                      <a:pt x="85" y="26"/>
                      <a:pt x="85" y="27"/>
                    </a:cubicBezTo>
                    <a:cubicBezTo>
                      <a:pt x="85" y="28"/>
                      <a:pt x="84" y="28"/>
                      <a:pt x="83" y="28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11" y="4"/>
                    </a:moveTo>
                    <a:cubicBezTo>
                      <a:pt x="4" y="37"/>
                      <a:pt x="4" y="37"/>
                      <a:pt x="4" y="37"/>
                    </a:cubicBezTo>
                    <a:cubicBezTo>
                      <a:pt x="76" y="26"/>
                      <a:pt x="76" y="26"/>
                      <a:pt x="76" y="26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4" name="Freeform 1137"/>
              <p:cNvSpPr>
                <a:spLocks noEditPoints="1"/>
              </p:cNvSpPr>
              <p:nvPr userDrawn="1"/>
            </p:nvSpPr>
            <p:spPr bwMode="auto">
              <a:xfrm>
                <a:off x="1313" y="1042"/>
                <a:ext cx="151" cy="69"/>
              </a:xfrm>
              <a:custGeom>
                <a:avLst/>
                <a:gdLst>
                  <a:gd name="T0" fmla="*/ 23 w 122"/>
                  <a:gd name="T1" fmla="*/ 56 h 56"/>
                  <a:gd name="T2" fmla="*/ 21 w 122"/>
                  <a:gd name="T3" fmla="*/ 55 h 56"/>
                  <a:gd name="T4" fmla="*/ 0 w 122"/>
                  <a:gd name="T5" fmla="*/ 18 h 56"/>
                  <a:gd name="T6" fmla="*/ 0 w 122"/>
                  <a:gd name="T7" fmla="*/ 16 h 56"/>
                  <a:gd name="T8" fmla="*/ 1 w 122"/>
                  <a:gd name="T9" fmla="*/ 15 h 56"/>
                  <a:gd name="T10" fmla="*/ 120 w 122"/>
                  <a:gd name="T11" fmla="*/ 0 h 56"/>
                  <a:gd name="T12" fmla="*/ 122 w 122"/>
                  <a:gd name="T13" fmla="*/ 1 h 56"/>
                  <a:gd name="T14" fmla="*/ 121 w 122"/>
                  <a:gd name="T15" fmla="*/ 3 h 56"/>
                  <a:gd name="T16" fmla="*/ 23 w 122"/>
                  <a:gd name="T17" fmla="*/ 56 h 56"/>
                  <a:gd name="T18" fmla="*/ 4 w 122"/>
                  <a:gd name="T19" fmla="*/ 18 h 56"/>
                  <a:gd name="T20" fmla="*/ 23 w 122"/>
                  <a:gd name="T21" fmla="*/ 52 h 56"/>
                  <a:gd name="T22" fmla="*/ 112 w 122"/>
                  <a:gd name="T23" fmla="*/ 4 h 56"/>
                  <a:gd name="T24" fmla="*/ 4 w 122"/>
                  <a:gd name="T25" fmla="*/ 1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56">
                    <a:moveTo>
                      <a:pt x="23" y="56"/>
                    </a:moveTo>
                    <a:cubicBezTo>
                      <a:pt x="22" y="56"/>
                      <a:pt x="22" y="56"/>
                      <a:pt x="21" y="5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0" y="16"/>
                      <a:pt x="1" y="15"/>
                      <a:pt x="1" y="15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2" y="1"/>
                    </a:cubicBezTo>
                    <a:cubicBezTo>
                      <a:pt x="122" y="2"/>
                      <a:pt x="122" y="2"/>
                      <a:pt x="121" y="3"/>
                    </a:cubicBezTo>
                    <a:cubicBezTo>
                      <a:pt x="23" y="56"/>
                      <a:pt x="23" y="56"/>
                      <a:pt x="23" y="56"/>
                    </a:cubicBezTo>
                    <a:close/>
                    <a:moveTo>
                      <a:pt x="4" y="18"/>
                    </a:moveTo>
                    <a:cubicBezTo>
                      <a:pt x="23" y="52"/>
                      <a:pt x="23" y="52"/>
                      <a:pt x="23" y="52"/>
                    </a:cubicBezTo>
                    <a:cubicBezTo>
                      <a:pt x="112" y="4"/>
                      <a:pt x="112" y="4"/>
                      <a:pt x="112" y="4"/>
                    </a:cubicBezTo>
                    <a:lnTo>
                      <a:pt x="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5" name="Freeform 1138"/>
              <p:cNvSpPr>
                <a:spLocks noEditPoints="1"/>
              </p:cNvSpPr>
              <p:nvPr userDrawn="1"/>
            </p:nvSpPr>
            <p:spPr bwMode="auto">
              <a:xfrm>
                <a:off x="1473" y="1127"/>
                <a:ext cx="182" cy="88"/>
              </a:xfrm>
              <a:custGeom>
                <a:avLst/>
                <a:gdLst>
                  <a:gd name="T0" fmla="*/ 59 w 147"/>
                  <a:gd name="T1" fmla="*/ 71 h 71"/>
                  <a:gd name="T2" fmla="*/ 59 w 147"/>
                  <a:gd name="T3" fmla="*/ 71 h 71"/>
                  <a:gd name="T4" fmla="*/ 1 w 147"/>
                  <a:gd name="T5" fmla="*/ 39 h 71"/>
                  <a:gd name="T6" fmla="*/ 0 w 147"/>
                  <a:gd name="T7" fmla="*/ 37 h 71"/>
                  <a:gd name="T8" fmla="*/ 2 w 147"/>
                  <a:gd name="T9" fmla="*/ 36 h 71"/>
                  <a:gd name="T10" fmla="*/ 144 w 147"/>
                  <a:gd name="T11" fmla="*/ 0 h 71"/>
                  <a:gd name="T12" fmla="*/ 146 w 147"/>
                  <a:gd name="T13" fmla="*/ 1 h 71"/>
                  <a:gd name="T14" fmla="*/ 146 w 147"/>
                  <a:gd name="T15" fmla="*/ 3 h 71"/>
                  <a:gd name="T16" fmla="*/ 60 w 147"/>
                  <a:gd name="T17" fmla="*/ 71 h 71"/>
                  <a:gd name="T18" fmla="*/ 59 w 147"/>
                  <a:gd name="T19" fmla="*/ 71 h 71"/>
                  <a:gd name="T20" fmla="*/ 7 w 147"/>
                  <a:gd name="T21" fmla="*/ 38 h 71"/>
                  <a:gd name="T22" fmla="*/ 59 w 147"/>
                  <a:gd name="T23" fmla="*/ 68 h 71"/>
                  <a:gd name="T24" fmla="*/ 137 w 147"/>
                  <a:gd name="T25" fmla="*/ 6 h 71"/>
                  <a:gd name="T26" fmla="*/ 7 w 147"/>
                  <a:gd name="T27" fmla="*/ 3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71">
                    <a:moveTo>
                      <a:pt x="59" y="71"/>
                    </a:moveTo>
                    <a:cubicBezTo>
                      <a:pt x="59" y="71"/>
                      <a:pt x="59" y="71"/>
                      <a:pt x="59" y="71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1" y="39"/>
                      <a:pt x="0" y="38"/>
                      <a:pt x="0" y="37"/>
                    </a:cubicBezTo>
                    <a:cubicBezTo>
                      <a:pt x="1" y="37"/>
                      <a:pt x="1" y="36"/>
                      <a:pt x="2" y="36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45" y="0"/>
                      <a:pt x="146" y="1"/>
                      <a:pt x="146" y="1"/>
                    </a:cubicBezTo>
                    <a:cubicBezTo>
                      <a:pt x="147" y="2"/>
                      <a:pt x="146" y="3"/>
                      <a:pt x="146" y="3"/>
                    </a:cubicBezTo>
                    <a:cubicBezTo>
                      <a:pt x="60" y="71"/>
                      <a:pt x="60" y="71"/>
                      <a:pt x="60" y="71"/>
                    </a:cubicBezTo>
                    <a:cubicBezTo>
                      <a:pt x="60" y="71"/>
                      <a:pt x="60" y="71"/>
                      <a:pt x="59" y="71"/>
                    </a:cubicBezTo>
                    <a:close/>
                    <a:moveTo>
                      <a:pt x="7" y="38"/>
                    </a:moveTo>
                    <a:cubicBezTo>
                      <a:pt x="59" y="68"/>
                      <a:pt x="59" y="68"/>
                      <a:pt x="59" y="68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7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6" name="Freeform 1139"/>
              <p:cNvSpPr>
                <a:spLocks noEditPoints="1"/>
              </p:cNvSpPr>
              <p:nvPr userDrawn="1"/>
            </p:nvSpPr>
            <p:spPr bwMode="auto">
              <a:xfrm>
                <a:off x="2463" y="1245"/>
                <a:ext cx="150" cy="137"/>
              </a:xfrm>
              <a:custGeom>
                <a:avLst/>
                <a:gdLst>
                  <a:gd name="T0" fmla="*/ 1 w 121"/>
                  <a:gd name="T1" fmla="*/ 111 h 111"/>
                  <a:gd name="T2" fmla="*/ 0 w 121"/>
                  <a:gd name="T3" fmla="*/ 111 h 111"/>
                  <a:gd name="T4" fmla="*/ 0 w 121"/>
                  <a:gd name="T5" fmla="*/ 109 h 111"/>
                  <a:gd name="T6" fmla="*/ 44 w 121"/>
                  <a:gd name="T7" fmla="*/ 1 h 111"/>
                  <a:gd name="T8" fmla="*/ 45 w 121"/>
                  <a:gd name="T9" fmla="*/ 0 h 111"/>
                  <a:gd name="T10" fmla="*/ 47 w 121"/>
                  <a:gd name="T11" fmla="*/ 1 h 111"/>
                  <a:gd name="T12" fmla="*/ 120 w 121"/>
                  <a:gd name="T13" fmla="*/ 76 h 111"/>
                  <a:gd name="T14" fmla="*/ 120 w 121"/>
                  <a:gd name="T15" fmla="*/ 78 h 111"/>
                  <a:gd name="T16" fmla="*/ 119 w 121"/>
                  <a:gd name="T17" fmla="*/ 79 h 111"/>
                  <a:gd name="T18" fmla="*/ 2 w 121"/>
                  <a:gd name="T19" fmla="*/ 111 h 111"/>
                  <a:gd name="T20" fmla="*/ 1 w 121"/>
                  <a:gd name="T21" fmla="*/ 111 h 111"/>
                  <a:gd name="T22" fmla="*/ 46 w 121"/>
                  <a:gd name="T23" fmla="*/ 5 h 111"/>
                  <a:gd name="T24" fmla="*/ 4 w 121"/>
                  <a:gd name="T25" fmla="*/ 107 h 111"/>
                  <a:gd name="T26" fmla="*/ 116 w 121"/>
                  <a:gd name="T27" fmla="*/ 76 h 111"/>
                  <a:gd name="T28" fmla="*/ 46 w 121"/>
                  <a:gd name="T29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1" h="111">
                    <a:moveTo>
                      <a:pt x="1" y="111"/>
                    </a:moveTo>
                    <a:cubicBezTo>
                      <a:pt x="1" y="111"/>
                      <a:pt x="0" y="111"/>
                      <a:pt x="0" y="111"/>
                    </a:cubicBezTo>
                    <a:cubicBezTo>
                      <a:pt x="0" y="110"/>
                      <a:pt x="0" y="110"/>
                      <a:pt x="0" y="109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5" y="0"/>
                      <a:pt x="45" y="0"/>
                    </a:cubicBezTo>
                    <a:cubicBezTo>
                      <a:pt x="46" y="0"/>
                      <a:pt x="46" y="0"/>
                      <a:pt x="47" y="1"/>
                    </a:cubicBezTo>
                    <a:cubicBezTo>
                      <a:pt x="120" y="76"/>
                      <a:pt x="120" y="76"/>
                      <a:pt x="120" y="76"/>
                    </a:cubicBezTo>
                    <a:cubicBezTo>
                      <a:pt x="120" y="76"/>
                      <a:pt x="121" y="77"/>
                      <a:pt x="120" y="78"/>
                    </a:cubicBezTo>
                    <a:cubicBezTo>
                      <a:pt x="120" y="78"/>
                      <a:pt x="120" y="79"/>
                      <a:pt x="119" y="79"/>
                    </a:cubicBezTo>
                    <a:cubicBezTo>
                      <a:pt x="2" y="111"/>
                      <a:pt x="2" y="111"/>
                      <a:pt x="2" y="111"/>
                    </a:cubicBezTo>
                    <a:lnTo>
                      <a:pt x="1" y="111"/>
                    </a:lnTo>
                    <a:close/>
                    <a:moveTo>
                      <a:pt x="46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116" y="76"/>
                      <a:pt x="116" y="76"/>
                      <a:pt x="116" y="76"/>
                    </a:cubicBezTo>
                    <a:lnTo>
                      <a:pt x="4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7" name="Freeform 1140"/>
              <p:cNvSpPr>
                <a:spLocks noEditPoints="1"/>
              </p:cNvSpPr>
              <p:nvPr userDrawn="1"/>
            </p:nvSpPr>
            <p:spPr bwMode="auto">
              <a:xfrm>
                <a:off x="2688" y="1151"/>
                <a:ext cx="120" cy="138"/>
              </a:xfrm>
              <a:custGeom>
                <a:avLst/>
                <a:gdLst>
                  <a:gd name="T0" fmla="*/ 2 w 97"/>
                  <a:gd name="T1" fmla="*/ 112 h 112"/>
                  <a:gd name="T2" fmla="*/ 1 w 97"/>
                  <a:gd name="T3" fmla="*/ 111 h 112"/>
                  <a:gd name="T4" fmla="*/ 0 w 97"/>
                  <a:gd name="T5" fmla="*/ 110 h 112"/>
                  <a:gd name="T6" fmla="*/ 29 w 97"/>
                  <a:gd name="T7" fmla="*/ 1 h 112"/>
                  <a:gd name="T8" fmla="*/ 31 w 97"/>
                  <a:gd name="T9" fmla="*/ 0 h 112"/>
                  <a:gd name="T10" fmla="*/ 32 w 97"/>
                  <a:gd name="T11" fmla="*/ 1 h 112"/>
                  <a:gd name="T12" fmla="*/ 96 w 97"/>
                  <a:gd name="T13" fmla="*/ 76 h 112"/>
                  <a:gd name="T14" fmla="*/ 96 w 97"/>
                  <a:gd name="T15" fmla="*/ 77 h 112"/>
                  <a:gd name="T16" fmla="*/ 95 w 97"/>
                  <a:gd name="T17" fmla="*/ 78 h 112"/>
                  <a:gd name="T18" fmla="*/ 2 w 97"/>
                  <a:gd name="T19" fmla="*/ 112 h 112"/>
                  <a:gd name="T20" fmla="*/ 32 w 97"/>
                  <a:gd name="T21" fmla="*/ 5 h 112"/>
                  <a:gd name="T22" fmla="*/ 4 w 97"/>
                  <a:gd name="T23" fmla="*/ 107 h 112"/>
                  <a:gd name="T24" fmla="*/ 92 w 97"/>
                  <a:gd name="T25" fmla="*/ 76 h 112"/>
                  <a:gd name="T26" fmla="*/ 32 w 97"/>
                  <a:gd name="T27" fmla="*/ 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112">
                    <a:moveTo>
                      <a:pt x="2" y="112"/>
                    </a:moveTo>
                    <a:cubicBezTo>
                      <a:pt x="1" y="112"/>
                      <a:pt x="1" y="111"/>
                      <a:pt x="1" y="111"/>
                    </a:cubicBezTo>
                    <a:cubicBezTo>
                      <a:pt x="0" y="111"/>
                      <a:pt x="0" y="110"/>
                      <a:pt x="0" y="11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1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7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2"/>
                      <a:pt x="2" y="112"/>
                      <a:pt x="2" y="112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8" name="Freeform 1141"/>
              <p:cNvSpPr>
                <a:spLocks noEditPoints="1"/>
              </p:cNvSpPr>
              <p:nvPr userDrawn="1"/>
            </p:nvSpPr>
            <p:spPr bwMode="auto">
              <a:xfrm>
                <a:off x="623" y="450"/>
                <a:ext cx="118" cy="138"/>
              </a:xfrm>
              <a:custGeom>
                <a:avLst/>
                <a:gdLst>
                  <a:gd name="T0" fmla="*/ 2 w 96"/>
                  <a:gd name="T1" fmla="*/ 111 h 111"/>
                  <a:gd name="T2" fmla="*/ 0 w 96"/>
                  <a:gd name="T3" fmla="*/ 111 h 111"/>
                  <a:gd name="T4" fmla="*/ 0 w 96"/>
                  <a:gd name="T5" fmla="*/ 109 h 111"/>
                  <a:gd name="T6" fmla="*/ 29 w 96"/>
                  <a:gd name="T7" fmla="*/ 1 h 111"/>
                  <a:gd name="T8" fmla="*/ 30 w 96"/>
                  <a:gd name="T9" fmla="*/ 0 h 111"/>
                  <a:gd name="T10" fmla="*/ 32 w 96"/>
                  <a:gd name="T11" fmla="*/ 0 h 111"/>
                  <a:gd name="T12" fmla="*/ 96 w 96"/>
                  <a:gd name="T13" fmla="*/ 76 h 111"/>
                  <a:gd name="T14" fmla="*/ 96 w 96"/>
                  <a:gd name="T15" fmla="*/ 77 h 111"/>
                  <a:gd name="T16" fmla="*/ 95 w 96"/>
                  <a:gd name="T17" fmla="*/ 78 h 111"/>
                  <a:gd name="T18" fmla="*/ 2 w 96"/>
                  <a:gd name="T19" fmla="*/ 111 h 111"/>
                  <a:gd name="T20" fmla="*/ 32 w 96"/>
                  <a:gd name="T21" fmla="*/ 5 h 111"/>
                  <a:gd name="T22" fmla="*/ 4 w 96"/>
                  <a:gd name="T23" fmla="*/ 107 h 111"/>
                  <a:gd name="T24" fmla="*/ 92 w 96"/>
                  <a:gd name="T25" fmla="*/ 76 h 111"/>
                  <a:gd name="T26" fmla="*/ 32 w 96"/>
                  <a:gd name="T27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111">
                    <a:moveTo>
                      <a:pt x="2" y="111"/>
                    </a:moveTo>
                    <a:cubicBezTo>
                      <a:pt x="1" y="111"/>
                      <a:pt x="1" y="111"/>
                      <a:pt x="0" y="111"/>
                    </a:cubicBezTo>
                    <a:cubicBezTo>
                      <a:pt x="0" y="111"/>
                      <a:pt x="0" y="110"/>
                      <a:pt x="0" y="10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6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1"/>
                      <a:pt x="2" y="111"/>
                      <a:pt x="2" y="111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9" name="Freeform 1142"/>
              <p:cNvSpPr>
                <a:spLocks noEditPoints="1"/>
              </p:cNvSpPr>
              <p:nvPr userDrawn="1"/>
            </p:nvSpPr>
            <p:spPr bwMode="auto">
              <a:xfrm>
                <a:off x="2608" y="1284"/>
                <a:ext cx="84" cy="153"/>
              </a:xfrm>
              <a:custGeom>
                <a:avLst/>
                <a:gdLst>
                  <a:gd name="T0" fmla="*/ 53 w 68"/>
                  <a:gd name="T1" fmla="*/ 123 h 123"/>
                  <a:gd name="T2" fmla="*/ 52 w 68"/>
                  <a:gd name="T3" fmla="*/ 122 h 123"/>
                  <a:gd name="T4" fmla="*/ 0 w 68"/>
                  <a:gd name="T5" fmla="*/ 46 h 123"/>
                  <a:gd name="T6" fmla="*/ 0 w 68"/>
                  <a:gd name="T7" fmla="*/ 45 h 123"/>
                  <a:gd name="T8" fmla="*/ 1 w 68"/>
                  <a:gd name="T9" fmla="*/ 44 h 123"/>
                  <a:gd name="T10" fmla="*/ 66 w 68"/>
                  <a:gd name="T11" fmla="*/ 1 h 123"/>
                  <a:gd name="T12" fmla="*/ 68 w 68"/>
                  <a:gd name="T13" fmla="*/ 1 h 123"/>
                  <a:gd name="T14" fmla="*/ 68 w 68"/>
                  <a:gd name="T15" fmla="*/ 2 h 123"/>
                  <a:gd name="T16" fmla="*/ 55 w 68"/>
                  <a:gd name="T17" fmla="*/ 121 h 123"/>
                  <a:gd name="T18" fmla="*/ 54 w 68"/>
                  <a:gd name="T19" fmla="*/ 123 h 123"/>
                  <a:gd name="T20" fmla="*/ 53 w 68"/>
                  <a:gd name="T21" fmla="*/ 123 h 123"/>
                  <a:gd name="T22" fmla="*/ 4 w 68"/>
                  <a:gd name="T23" fmla="*/ 46 h 123"/>
                  <a:gd name="T24" fmla="*/ 52 w 68"/>
                  <a:gd name="T25" fmla="*/ 116 h 123"/>
                  <a:gd name="T26" fmla="*/ 65 w 68"/>
                  <a:gd name="T27" fmla="*/ 5 h 123"/>
                  <a:gd name="T28" fmla="*/ 4 w 68"/>
                  <a:gd name="T29" fmla="*/ 46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23">
                    <a:moveTo>
                      <a:pt x="53" y="123"/>
                    </a:moveTo>
                    <a:cubicBezTo>
                      <a:pt x="53" y="123"/>
                      <a:pt x="52" y="122"/>
                      <a:pt x="52" y="12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5"/>
                      <a:pt x="0" y="45"/>
                    </a:cubicBezTo>
                    <a:cubicBezTo>
                      <a:pt x="0" y="44"/>
                      <a:pt x="1" y="44"/>
                      <a:pt x="1" y="4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8" y="1"/>
                    </a:cubicBezTo>
                    <a:cubicBezTo>
                      <a:pt x="68" y="1"/>
                      <a:pt x="68" y="2"/>
                      <a:pt x="68" y="2"/>
                    </a:cubicBezTo>
                    <a:cubicBezTo>
                      <a:pt x="55" y="121"/>
                      <a:pt x="55" y="121"/>
                      <a:pt x="55" y="121"/>
                    </a:cubicBezTo>
                    <a:cubicBezTo>
                      <a:pt x="55" y="122"/>
                      <a:pt x="54" y="122"/>
                      <a:pt x="54" y="123"/>
                    </a:cubicBezTo>
                    <a:lnTo>
                      <a:pt x="53" y="123"/>
                    </a:lnTo>
                    <a:close/>
                    <a:moveTo>
                      <a:pt x="4" y="46"/>
                    </a:moveTo>
                    <a:cubicBezTo>
                      <a:pt x="52" y="116"/>
                      <a:pt x="52" y="116"/>
                      <a:pt x="52" y="116"/>
                    </a:cubicBezTo>
                    <a:cubicBezTo>
                      <a:pt x="65" y="5"/>
                      <a:pt x="65" y="5"/>
                      <a:pt x="65" y="5"/>
                    </a:cubicBez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0" name="Freeform 1143"/>
              <p:cNvSpPr>
                <a:spLocks noEditPoints="1"/>
              </p:cNvSpPr>
              <p:nvPr userDrawn="1"/>
            </p:nvSpPr>
            <p:spPr bwMode="auto">
              <a:xfrm>
                <a:off x="2509" y="381"/>
                <a:ext cx="139" cy="111"/>
              </a:xfrm>
              <a:custGeom>
                <a:avLst/>
                <a:gdLst>
                  <a:gd name="T0" fmla="*/ 91 w 113"/>
                  <a:gd name="T1" fmla="*/ 90 h 90"/>
                  <a:gd name="T2" fmla="*/ 90 w 113"/>
                  <a:gd name="T3" fmla="*/ 89 h 90"/>
                  <a:gd name="T4" fmla="*/ 1 w 113"/>
                  <a:gd name="T5" fmla="*/ 30 h 90"/>
                  <a:gd name="T6" fmla="*/ 0 w 113"/>
                  <a:gd name="T7" fmla="*/ 29 h 90"/>
                  <a:gd name="T8" fmla="*/ 2 w 113"/>
                  <a:gd name="T9" fmla="*/ 27 h 90"/>
                  <a:gd name="T10" fmla="*/ 110 w 113"/>
                  <a:gd name="T11" fmla="*/ 0 h 90"/>
                  <a:gd name="T12" fmla="*/ 112 w 113"/>
                  <a:gd name="T13" fmla="*/ 0 h 90"/>
                  <a:gd name="T14" fmla="*/ 112 w 113"/>
                  <a:gd name="T15" fmla="*/ 2 h 90"/>
                  <a:gd name="T16" fmla="*/ 93 w 113"/>
                  <a:gd name="T17" fmla="*/ 88 h 90"/>
                  <a:gd name="T18" fmla="*/ 92 w 113"/>
                  <a:gd name="T19" fmla="*/ 90 h 90"/>
                  <a:gd name="T20" fmla="*/ 91 w 113"/>
                  <a:gd name="T21" fmla="*/ 90 h 90"/>
                  <a:gd name="T22" fmla="*/ 6 w 113"/>
                  <a:gd name="T23" fmla="*/ 30 h 90"/>
                  <a:gd name="T24" fmla="*/ 90 w 113"/>
                  <a:gd name="T25" fmla="*/ 85 h 90"/>
                  <a:gd name="T26" fmla="*/ 109 w 113"/>
                  <a:gd name="T27" fmla="*/ 4 h 90"/>
                  <a:gd name="T28" fmla="*/ 6 w 113"/>
                  <a:gd name="T29" fmla="*/ 3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3" h="90">
                    <a:moveTo>
                      <a:pt x="91" y="90"/>
                    </a:moveTo>
                    <a:cubicBezTo>
                      <a:pt x="90" y="89"/>
                      <a:pt x="90" y="89"/>
                      <a:pt x="90" y="8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8"/>
                      <a:pt x="1" y="27"/>
                      <a:pt x="2" y="27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11" y="0"/>
                      <a:pt x="112" y="0"/>
                      <a:pt x="112" y="0"/>
                    </a:cubicBezTo>
                    <a:cubicBezTo>
                      <a:pt x="112" y="1"/>
                      <a:pt x="113" y="1"/>
                      <a:pt x="112" y="2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3" y="89"/>
                      <a:pt x="92" y="89"/>
                      <a:pt x="92" y="90"/>
                    </a:cubicBezTo>
                    <a:lnTo>
                      <a:pt x="91" y="90"/>
                    </a:lnTo>
                    <a:close/>
                    <a:moveTo>
                      <a:pt x="6" y="30"/>
                    </a:moveTo>
                    <a:cubicBezTo>
                      <a:pt x="90" y="85"/>
                      <a:pt x="90" y="85"/>
                      <a:pt x="90" y="85"/>
                    </a:cubicBezTo>
                    <a:cubicBezTo>
                      <a:pt x="109" y="4"/>
                      <a:pt x="109" y="4"/>
                      <a:pt x="109" y="4"/>
                    </a:cubicBezTo>
                    <a:lnTo>
                      <a:pt x="6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1" name="Freeform 1144"/>
              <p:cNvSpPr>
                <a:spLocks noEditPoints="1"/>
              </p:cNvSpPr>
              <p:nvPr userDrawn="1"/>
            </p:nvSpPr>
            <p:spPr bwMode="auto">
              <a:xfrm>
                <a:off x="2647" y="455"/>
                <a:ext cx="161" cy="124"/>
              </a:xfrm>
              <a:custGeom>
                <a:avLst/>
                <a:gdLst>
                  <a:gd name="T0" fmla="*/ 2 w 130"/>
                  <a:gd name="T1" fmla="*/ 100 h 100"/>
                  <a:gd name="T2" fmla="*/ 1 w 130"/>
                  <a:gd name="T3" fmla="*/ 99 h 100"/>
                  <a:gd name="T4" fmla="*/ 1 w 130"/>
                  <a:gd name="T5" fmla="*/ 98 h 100"/>
                  <a:gd name="T6" fmla="*/ 79 w 130"/>
                  <a:gd name="T7" fmla="*/ 1 h 100"/>
                  <a:gd name="T8" fmla="*/ 81 w 130"/>
                  <a:gd name="T9" fmla="*/ 0 h 100"/>
                  <a:gd name="T10" fmla="*/ 82 w 130"/>
                  <a:gd name="T11" fmla="*/ 1 h 100"/>
                  <a:gd name="T12" fmla="*/ 129 w 130"/>
                  <a:gd name="T13" fmla="*/ 81 h 100"/>
                  <a:gd name="T14" fmla="*/ 129 w 130"/>
                  <a:gd name="T15" fmla="*/ 82 h 100"/>
                  <a:gd name="T16" fmla="*/ 128 w 130"/>
                  <a:gd name="T17" fmla="*/ 83 h 100"/>
                  <a:gd name="T18" fmla="*/ 2 w 130"/>
                  <a:gd name="T19" fmla="*/ 100 h 100"/>
                  <a:gd name="T20" fmla="*/ 80 w 130"/>
                  <a:gd name="T21" fmla="*/ 5 h 100"/>
                  <a:gd name="T22" fmla="*/ 6 w 130"/>
                  <a:gd name="T23" fmla="*/ 96 h 100"/>
                  <a:gd name="T24" fmla="*/ 125 w 130"/>
                  <a:gd name="T25" fmla="*/ 80 h 100"/>
                  <a:gd name="T26" fmla="*/ 80 w 130"/>
                  <a:gd name="T27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0" h="100">
                    <a:moveTo>
                      <a:pt x="2" y="100"/>
                    </a:moveTo>
                    <a:cubicBezTo>
                      <a:pt x="2" y="100"/>
                      <a:pt x="1" y="100"/>
                      <a:pt x="1" y="99"/>
                    </a:cubicBezTo>
                    <a:cubicBezTo>
                      <a:pt x="0" y="99"/>
                      <a:pt x="1" y="98"/>
                      <a:pt x="1" y="98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0" y="0"/>
                      <a:pt x="80" y="0"/>
                      <a:pt x="81" y="0"/>
                    </a:cubicBezTo>
                    <a:cubicBezTo>
                      <a:pt x="81" y="0"/>
                      <a:pt x="82" y="0"/>
                      <a:pt x="82" y="1"/>
                    </a:cubicBezTo>
                    <a:cubicBezTo>
                      <a:pt x="129" y="81"/>
                      <a:pt x="129" y="81"/>
                      <a:pt x="129" y="81"/>
                    </a:cubicBezTo>
                    <a:cubicBezTo>
                      <a:pt x="130" y="81"/>
                      <a:pt x="130" y="82"/>
                      <a:pt x="129" y="82"/>
                    </a:cubicBezTo>
                    <a:cubicBezTo>
                      <a:pt x="129" y="83"/>
                      <a:pt x="129" y="83"/>
                      <a:pt x="128" y="83"/>
                    </a:cubicBezTo>
                    <a:cubicBezTo>
                      <a:pt x="2" y="100"/>
                      <a:pt x="2" y="100"/>
                      <a:pt x="2" y="100"/>
                    </a:cubicBezTo>
                    <a:close/>
                    <a:moveTo>
                      <a:pt x="80" y="5"/>
                    </a:moveTo>
                    <a:cubicBezTo>
                      <a:pt x="6" y="96"/>
                      <a:pt x="6" y="96"/>
                      <a:pt x="6" y="96"/>
                    </a:cubicBezTo>
                    <a:cubicBezTo>
                      <a:pt x="125" y="80"/>
                      <a:pt x="125" y="80"/>
                      <a:pt x="125" y="80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2" name="Freeform 1145"/>
              <p:cNvSpPr>
                <a:spLocks noEditPoints="1"/>
              </p:cNvSpPr>
              <p:nvPr userDrawn="1"/>
            </p:nvSpPr>
            <p:spPr bwMode="auto">
              <a:xfrm>
                <a:off x="1449" y="443"/>
                <a:ext cx="176" cy="69"/>
              </a:xfrm>
              <a:custGeom>
                <a:avLst/>
                <a:gdLst>
                  <a:gd name="T0" fmla="*/ 1 w 142"/>
                  <a:gd name="T1" fmla="*/ 56 h 56"/>
                  <a:gd name="T2" fmla="*/ 0 w 142"/>
                  <a:gd name="T3" fmla="*/ 55 h 56"/>
                  <a:gd name="T4" fmla="*/ 1 w 142"/>
                  <a:gd name="T5" fmla="*/ 53 h 56"/>
                  <a:gd name="T6" fmla="*/ 96 w 142"/>
                  <a:gd name="T7" fmla="*/ 0 h 56"/>
                  <a:gd name="T8" fmla="*/ 98 w 142"/>
                  <a:gd name="T9" fmla="*/ 1 h 56"/>
                  <a:gd name="T10" fmla="*/ 141 w 142"/>
                  <a:gd name="T11" fmla="*/ 46 h 56"/>
                  <a:gd name="T12" fmla="*/ 141 w 142"/>
                  <a:gd name="T13" fmla="*/ 48 h 56"/>
                  <a:gd name="T14" fmla="*/ 140 w 142"/>
                  <a:gd name="T15" fmla="*/ 49 h 56"/>
                  <a:gd name="T16" fmla="*/ 2 w 142"/>
                  <a:gd name="T17" fmla="*/ 56 h 56"/>
                  <a:gd name="T18" fmla="*/ 1 w 142"/>
                  <a:gd name="T19" fmla="*/ 56 h 56"/>
                  <a:gd name="T20" fmla="*/ 96 w 142"/>
                  <a:gd name="T21" fmla="*/ 4 h 56"/>
                  <a:gd name="T22" fmla="*/ 9 w 142"/>
                  <a:gd name="T23" fmla="*/ 52 h 56"/>
                  <a:gd name="T24" fmla="*/ 136 w 142"/>
                  <a:gd name="T25" fmla="*/ 46 h 56"/>
                  <a:gd name="T26" fmla="*/ 96 w 142"/>
                  <a:gd name="T27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56">
                    <a:moveTo>
                      <a:pt x="1" y="56"/>
                    </a:moveTo>
                    <a:cubicBezTo>
                      <a:pt x="1" y="56"/>
                      <a:pt x="0" y="55"/>
                      <a:pt x="0" y="55"/>
                    </a:cubicBezTo>
                    <a:cubicBezTo>
                      <a:pt x="0" y="54"/>
                      <a:pt x="0" y="53"/>
                      <a:pt x="1" y="53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7" y="0"/>
                      <a:pt x="98" y="1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1" y="46"/>
                      <a:pt x="142" y="47"/>
                      <a:pt x="141" y="48"/>
                    </a:cubicBezTo>
                    <a:cubicBezTo>
                      <a:pt x="141" y="48"/>
                      <a:pt x="141" y="49"/>
                      <a:pt x="140" y="49"/>
                    </a:cubicBezTo>
                    <a:cubicBezTo>
                      <a:pt x="2" y="56"/>
                      <a:pt x="2" y="56"/>
                      <a:pt x="2" y="56"/>
                    </a:cubicBezTo>
                    <a:lnTo>
                      <a:pt x="1" y="56"/>
                    </a:lnTo>
                    <a:close/>
                    <a:moveTo>
                      <a:pt x="96" y="4"/>
                    </a:moveTo>
                    <a:cubicBezTo>
                      <a:pt x="9" y="52"/>
                      <a:pt x="9" y="52"/>
                      <a:pt x="9" y="52"/>
                    </a:cubicBezTo>
                    <a:cubicBezTo>
                      <a:pt x="136" y="46"/>
                      <a:pt x="136" y="46"/>
                      <a:pt x="136" y="46"/>
                    </a:cubicBezTo>
                    <a:lnTo>
                      <a:pt x="9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3" name="Freeform 1146"/>
              <p:cNvSpPr>
                <a:spLocks noEditPoints="1"/>
              </p:cNvSpPr>
              <p:nvPr userDrawn="1"/>
            </p:nvSpPr>
            <p:spPr bwMode="auto">
              <a:xfrm>
                <a:off x="1399" y="508"/>
                <a:ext cx="113" cy="142"/>
              </a:xfrm>
              <a:custGeom>
                <a:avLst/>
                <a:gdLst>
                  <a:gd name="T0" fmla="*/ 90 w 92"/>
                  <a:gd name="T1" fmla="*/ 114 h 114"/>
                  <a:gd name="T2" fmla="*/ 90 w 92"/>
                  <a:gd name="T3" fmla="*/ 114 h 114"/>
                  <a:gd name="T4" fmla="*/ 1 w 92"/>
                  <a:gd name="T5" fmla="*/ 108 h 114"/>
                  <a:gd name="T6" fmla="*/ 0 w 92"/>
                  <a:gd name="T7" fmla="*/ 107 h 114"/>
                  <a:gd name="T8" fmla="*/ 0 w 92"/>
                  <a:gd name="T9" fmla="*/ 105 h 114"/>
                  <a:gd name="T10" fmla="*/ 41 w 92"/>
                  <a:gd name="T11" fmla="*/ 1 h 114"/>
                  <a:gd name="T12" fmla="*/ 42 w 92"/>
                  <a:gd name="T13" fmla="*/ 0 h 114"/>
                  <a:gd name="T14" fmla="*/ 44 w 92"/>
                  <a:gd name="T15" fmla="*/ 1 h 114"/>
                  <a:gd name="T16" fmla="*/ 92 w 92"/>
                  <a:gd name="T17" fmla="*/ 111 h 114"/>
                  <a:gd name="T18" fmla="*/ 92 w 92"/>
                  <a:gd name="T19" fmla="*/ 113 h 114"/>
                  <a:gd name="T20" fmla="*/ 90 w 92"/>
                  <a:gd name="T21" fmla="*/ 114 h 114"/>
                  <a:gd name="T22" fmla="*/ 4 w 92"/>
                  <a:gd name="T23" fmla="*/ 104 h 114"/>
                  <a:gd name="T24" fmla="*/ 88 w 92"/>
                  <a:gd name="T25" fmla="*/ 110 h 114"/>
                  <a:gd name="T26" fmla="*/ 43 w 92"/>
                  <a:gd name="T27" fmla="*/ 6 h 114"/>
                  <a:gd name="T28" fmla="*/ 4 w 92"/>
                  <a:gd name="T29" fmla="*/ 10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2" h="114">
                    <a:moveTo>
                      <a:pt x="90" y="114"/>
                    </a:moveTo>
                    <a:cubicBezTo>
                      <a:pt x="90" y="114"/>
                      <a:pt x="90" y="114"/>
                      <a:pt x="90" y="114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1" y="108"/>
                      <a:pt x="0" y="107"/>
                      <a:pt x="0" y="107"/>
                    </a:cubicBezTo>
                    <a:cubicBezTo>
                      <a:pt x="0" y="106"/>
                      <a:pt x="0" y="106"/>
                      <a:pt x="0" y="105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92" y="111"/>
                      <a:pt x="92" y="111"/>
                      <a:pt x="92" y="111"/>
                    </a:cubicBezTo>
                    <a:cubicBezTo>
                      <a:pt x="92" y="112"/>
                      <a:pt x="92" y="112"/>
                      <a:pt x="92" y="113"/>
                    </a:cubicBezTo>
                    <a:cubicBezTo>
                      <a:pt x="92" y="113"/>
                      <a:pt x="91" y="114"/>
                      <a:pt x="90" y="114"/>
                    </a:cubicBezTo>
                    <a:close/>
                    <a:moveTo>
                      <a:pt x="4" y="104"/>
                    </a:moveTo>
                    <a:cubicBezTo>
                      <a:pt x="88" y="110"/>
                      <a:pt x="88" y="110"/>
                      <a:pt x="88" y="110"/>
                    </a:cubicBezTo>
                    <a:cubicBezTo>
                      <a:pt x="43" y="6"/>
                      <a:pt x="43" y="6"/>
                      <a:pt x="43" y="6"/>
                    </a:cubicBezTo>
                    <a:lnTo>
                      <a:pt x="4" y="1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4" name="Freeform 1147"/>
              <p:cNvSpPr>
                <a:spLocks noEditPoints="1"/>
              </p:cNvSpPr>
              <p:nvPr userDrawn="1"/>
            </p:nvSpPr>
            <p:spPr bwMode="auto">
              <a:xfrm>
                <a:off x="3017" y="1135"/>
                <a:ext cx="98" cy="76"/>
              </a:xfrm>
              <a:custGeom>
                <a:avLst/>
                <a:gdLst>
                  <a:gd name="T0" fmla="*/ 2 w 79"/>
                  <a:gd name="T1" fmla="*/ 62 h 62"/>
                  <a:gd name="T2" fmla="*/ 1 w 79"/>
                  <a:gd name="T3" fmla="*/ 61 h 62"/>
                  <a:gd name="T4" fmla="*/ 0 w 79"/>
                  <a:gd name="T5" fmla="*/ 60 h 62"/>
                  <a:gd name="T6" fmla="*/ 22 w 79"/>
                  <a:gd name="T7" fmla="*/ 1 h 62"/>
                  <a:gd name="T8" fmla="*/ 24 w 79"/>
                  <a:gd name="T9" fmla="*/ 0 h 62"/>
                  <a:gd name="T10" fmla="*/ 25 w 79"/>
                  <a:gd name="T11" fmla="*/ 0 h 62"/>
                  <a:gd name="T12" fmla="*/ 79 w 79"/>
                  <a:gd name="T13" fmla="*/ 54 h 62"/>
                  <a:gd name="T14" fmla="*/ 79 w 79"/>
                  <a:gd name="T15" fmla="*/ 55 h 62"/>
                  <a:gd name="T16" fmla="*/ 78 w 79"/>
                  <a:gd name="T17" fmla="*/ 56 h 62"/>
                  <a:gd name="T18" fmla="*/ 2 w 79"/>
                  <a:gd name="T19" fmla="*/ 62 h 62"/>
                  <a:gd name="T20" fmla="*/ 25 w 79"/>
                  <a:gd name="T21" fmla="*/ 4 h 62"/>
                  <a:gd name="T22" fmla="*/ 5 w 79"/>
                  <a:gd name="T23" fmla="*/ 58 h 62"/>
                  <a:gd name="T24" fmla="*/ 74 w 79"/>
                  <a:gd name="T25" fmla="*/ 53 h 62"/>
                  <a:gd name="T26" fmla="*/ 25 w 79"/>
                  <a:gd name="T27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62">
                    <a:moveTo>
                      <a:pt x="2" y="62"/>
                    </a:moveTo>
                    <a:cubicBezTo>
                      <a:pt x="2" y="62"/>
                      <a:pt x="1" y="62"/>
                      <a:pt x="1" y="61"/>
                    </a:cubicBezTo>
                    <a:cubicBezTo>
                      <a:pt x="0" y="61"/>
                      <a:pt x="0" y="60"/>
                      <a:pt x="0" y="60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0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5"/>
                      <a:pt x="79" y="55"/>
                    </a:cubicBezTo>
                    <a:cubicBezTo>
                      <a:pt x="79" y="56"/>
                      <a:pt x="78" y="56"/>
                      <a:pt x="78" y="56"/>
                    </a:cubicBezTo>
                    <a:cubicBezTo>
                      <a:pt x="2" y="62"/>
                      <a:pt x="2" y="62"/>
                      <a:pt x="2" y="62"/>
                    </a:cubicBezTo>
                    <a:close/>
                    <a:moveTo>
                      <a:pt x="25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74" y="53"/>
                      <a:pt x="74" y="53"/>
                      <a:pt x="74" y="53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5" name="Freeform 1148"/>
              <p:cNvSpPr>
                <a:spLocks noEditPoints="1"/>
              </p:cNvSpPr>
              <p:nvPr userDrawn="1"/>
            </p:nvSpPr>
            <p:spPr bwMode="auto">
              <a:xfrm>
                <a:off x="2648" y="575"/>
                <a:ext cx="138" cy="166"/>
              </a:xfrm>
              <a:custGeom>
                <a:avLst/>
                <a:gdLst>
                  <a:gd name="T0" fmla="*/ 8 w 111"/>
                  <a:gd name="T1" fmla="*/ 134 h 134"/>
                  <a:gd name="T2" fmla="*/ 8 w 111"/>
                  <a:gd name="T3" fmla="*/ 133 h 134"/>
                  <a:gd name="T4" fmla="*/ 7 w 111"/>
                  <a:gd name="T5" fmla="*/ 132 h 134"/>
                  <a:gd name="T6" fmla="*/ 0 w 111"/>
                  <a:gd name="T7" fmla="*/ 2 h 134"/>
                  <a:gd name="T8" fmla="*/ 0 w 111"/>
                  <a:gd name="T9" fmla="*/ 0 h 134"/>
                  <a:gd name="T10" fmla="*/ 2 w 111"/>
                  <a:gd name="T11" fmla="*/ 0 h 134"/>
                  <a:gd name="T12" fmla="*/ 110 w 111"/>
                  <a:gd name="T13" fmla="*/ 64 h 134"/>
                  <a:gd name="T14" fmla="*/ 111 w 111"/>
                  <a:gd name="T15" fmla="*/ 65 h 134"/>
                  <a:gd name="T16" fmla="*/ 110 w 111"/>
                  <a:gd name="T17" fmla="*/ 67 h 134"/>
                  <a:gd name="T18" fmla="*/ 9 w 111"/>
                  <a:gd name="T19" fmla="*/ 133 h 134"/>
                  <a:gd name="T20" fmla="*/ 8 w 111"/>
                  <a:gd name="T21" fmla="*/ 134 h 134"/>
                  <a:gd name="T22" fmla="*/ 3 w 111"/>
                  <a:gd name="T23" fmla="*/ 5 h 134"/>
                  <a:gd name="T24" fmla="*/ 10 w 111"/>
                  <a:gd name="T25" fmla="*/ 129 h 134"/>
                  <a:gd name="T26" fmla="*/ 106 w 111"/>
                  <a:gd name="T27" fmla="*/ 65 h 134"/>
                  <a:gd name="T28" fmla="*/ 3 w 111"/>
                  <a:gd name="T29" fmla="*/ 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134">
                    <a:moveTo>
                      <a:pt x="8" y="134"/>
                    </a:moveTo>
                    <a:cubicBezTo>
                      <a:pt x="8" y="133"/>
                      <a:pt x="8" y="133"/>
                      <a:pt x="8" y="133"/>
                    </a:cubicBezTo>
                    <a:cubicBezTo>
                      <a:pt x="7" y="133"/>
                      <a:pt x="7" y="133"/>
                      <a:pt x="7" y="13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1" y="64"/>
                      <a:pt x="111" y="65"/>
                      <a:pt x="111" y="65"/>
                    </a:cubicBezTo>
                    <a:cubicBezTo>
                      <a:pt x="111" y="66"/>
                      <a:pt x="111" y="66"/>
                      <a:pt x="110" y="67"/>
                    </a:cubicBezTo>
                    <a:cubicBezTo>
                      <a:pt x="9" y="133"/>
                      <a:pt x="9" y="133"/>
                      <a:pt x="9" y="133"/>
                    </a:cubicBezTo>
                    <a:lnTo>
                      <a:pt x="8" y="134"/>
                    </a:lnTo>
                    <a:close/>
                    <a:moveTo>
                      <a:pt x="3" y="5"/>
                    </a:moveTo>
                    <a:cubicBezTo>
                      <a:pt x="10" y="129"/>
                      <a:pt x="10" y="129"/>
                      <a:pt x="10" y="129"/>
                    </a:cubicBezTo>
                    <a:cubicBezTo>
                      <a:pt x="106" y="65"/>
                      <a:pt x="106" y="65"/>
                      <a:pt x="106" y="65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6" name="Freeform 1149"/>
              <p:cNvSpPr>
                <a:spLocks noEditPoints="1"/>
              </p:cNvSpPr>
              <p:nvPr userDrawn="1"/>
            </p:nvSpPr>
            <p:spPr bwMode="auto">
              <a:xfrm>
                <a:off x="2325" y="461"/>
                <a:ext cx="142" cy="122"/>
              </a:xfrm>
              <a:custGeom>
                <a:avLst/>
                <a:gdLst>
                  <a:gd name="T0" fmla="*/ 18 w 114"/>
                  <a:gd name="T1" fmla="*/ 98 h 98"/>
                  <a:gd name="T2" fmla="*/ 17 w 114"/>
                  <a:gd name="T3" fmla="*/ 98 h 98"/>
                  <a:gd name="T4" fmla="*/ 16 w 114"/>
                  <a:gd name="T5" fmla="*/ 96 h 98"/>
                  <a:gd name="T6" fmla="*/ 0 w 114"/>
                  <a:gd name="T7" fmla="*/ 2 h 98"/>
                  <a:gd name="T8" fmla="*/ 1 w 114"/>
                  <a:gd name="T9" fmla="*/ 0 h 98"/>
                  <a:gd name="T10" fmla="*/ 3 w 114"/>
                  <a:gd name="T11" fmla="*/ 0 h 98"/>
                  <a:gd name="T12" fmla="*/ 113 w 114"/>
                  <a:gd name="T13" fmla="*/ 61 h 98"/>
                  <a:gd name="T14" fmla="*/ 114 w 114"/>
                  <a:gd name="T15" fmla="*/ 63 h 98"/>
                  <a:gd name="T16" fmla="*/ 113 w 114"/>
                  <a:gd name="T17" fmla="*/ 64 h 98"/>
                  <a:gd name="T18" fmla="*/ 18 w 114"/>
                  <a:gd name="T19" fmla="*/ 98 h 98"/>
                  <a:gd name="T20" fmla="*/ 4 w 114"/>
                  <a:gd name="T21" fmla="*/ 5 h 98"/>
                  <a:gd name="T22" fmla="*/ 19 w 114"/>
                  <a:gd name="T23" fmla="*/ 94 h 98"/>
                  <a:gd name="T24" fmla="*/ 108 w 114"/>
                  <a:gd name="T25" fmla="*/ 62 h 98"/>
                  <a:gd name="T26" fmla="*/ 4 w 114"/>
                  <a:gd name="T27" fmla="*/ 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4" h="98">
                    <a:moveTo>
                      <a:pt x="18" y="98"/>
                    </a:moveTo>
                    <a:cubicBezTo>
                      <a:pt x="17" y="98"/>
                      <a:pt x="17" y="98"/>
                      <a:pt x="17" y="98"/>
                    </a:cubicBezTo>
                    <a:cubicBezTo>
                      <a:pt x="17" y="97"/>
                      <a:pt x="16" y="97"/>
                      <a:pt x="16" y="9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4" y="61"/>
                      <a:pt x="114" y="62"/>
                      <a:pt x="114" y="63"/>
                    </a:cubicBezTo>
                    <a:cubicBezTo>
                      <a:pt x="114" y="63"/>
                      <a:pt x="114" y="64"/>
                      <a:pt x="113" y="64"/>
                    </a:cubicBezTo>
                    <a:cubicBezTo>
                      <a:pt x="18" y="98"/>
                      <a:pt x="18" y="98"/>
                      <a:pt x="18" y="98"/>
                    </a:cubicBezTo>
                    <a:close/>
                    <a:moveTo>
                      <a:pt x="4" y="5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108" y="62"/>
                      <a:pt x="108" y="62"/>
                      <a:pt x="108" y="62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7" name="Freeform 1150"/>
              <p:cNvSpPr>
                <a:spLocks noEditPoints="1"/>
              </p:cNvSpPr>
              <p:nvPr userDrawn="1"/>
            </p:nvSpPr>
            <p:spPr bwMode="auto">
              <a:xfrm>
                <a:off x="2476" y="684"/>
                <a:ext cx="185" cy="89"/>
              </a:xfrm>
              <a:custGeom>
                <a:avLst/>
                <a:gdLst>
                  <a:gd name="T0" fmla="*/ 60 w 149"/>
                  <a:gd name="T1" fmla="*/ 72 h 72"/>
                  <a:gd name="T2" fmla="*/ 59 w 149"/>
                  <a:gd name="T3" fmla="*/ 71 h 72"/>
                  <a:gd name="T4" fmla="*/ 1 w 149"/>
                  <a:gd name="T5" fmla="*/ 3 h 72"/>
                  <a:gd name="T6" fmla="*/ 1 w 149"/>
                  <a:gd name="T7" fmla="*/ 1 h 72"/>
                  <a:gd name="T8" fmla="*/ 3 w 149"/>
                  <a:gd name="T9" fmla="*/ 0 h 72"/>
                  <a:gd name="T10" fmla="*/ 148 w 149"/>
                  <a:gd name="T11" fmla="*/ 42 h 72"/>
                  <a:gd name="T12" fmla="*/ 149 w 149"/>
                  <a:gd name="T13" fmla="*/ 44 h 72"/>
                  <a:gd name="T14" fmla="*/ 148 w 149"/>
                  <a:gd name="T15" fmla="*/ 46 h 72"/>
                  <a:gd name="T16" fmla="*/ 61 w 149"/>
                  <a:gd name="T17" fmla="*/ 72 h 72"/>
                  <a:gd name="T18" fmla="*/ 60 w 149"/>
                  <a:gd name="T19" fmla="*/ 72 h 72"/>
                  <a:gd name="T20" fmla="*/ 7 w 149"/>
                  <a:gd name="T21" fmla="*/ 5 h 72"/>
                  <a:gd name="T22" fmla="*/ 61 w 149"/>
                  <a:gd name="T23" fmla="*/ 68 h 72"/>
                  <a:gd name="T24" fmla="*/ 142 w 149"/>
                  <a:gd name="T25" fmla="*/ 44 h 72"/>
                  <a:gd name="T26" fmla="*/ 7 w 149"/>
                  <a:gd name="T27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72">
                    <a:moveTo>
                      <a:pt x="60" y="72"/>
                    </a:moveTo>
                    <a:cubicBezTo>
                      <a:pt x="60" y="72"/>
                      <a:pt x="60" y="72"/>
                      <a:pt x="59" y="7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48" y="42"/>
                      <a:pt x="148" y="42"/>
                      <a:pt x="148" y="42"/>
                    </a:cubicBezTo>
                    <a:cubicBezTo>
                      <a:pt x="149" y="43"/>
                      <a:pt x="149" y="43"/>
                      <a:pt x="149" y="44"/>
                    </a:cubicBezTo>
                    <a:cubicBezTo>
                      <a:pt x="149" y="45"/>
                      <a:pt x="149" y="45"/>
                      <a:pt x="148" y="46"/>
                    </a:cubicBezTo>
                    <a:cubicBezTo>
                      <a:pt x="61" y="72"/>
                      <a:pt x="61" y="72"/>
                      <a:pt x="61" y="72"/>
                    </a:cubicBezTo>
                    <a:lnTo>
                      <a:pt x="60" y="72"/>
                    </a:lnTo>
                    <a:close/>
                    <a:moveTo>
                      <a:pt x="7" y="5"/>
                    </a:moveTo>
                    <a:cubicBezTo>
                      <a:pt x="61" y="68"/>
                      <a:pt x="61" y="68"/>
                      <a:pt x="61" y="68"/>
                    </a:cubicBezTo>
                    <a:cubicBezTo>
                      <a:pt x="142" y="44"/>
                      <a:pt x="142" y="44"/>
                      <a:pt x="142" y="4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8" name="Freeform 1151"/>
              <p:cNvSpPr>
                <a:spLocks noEditPoints="1"/>
              </p:cNvSpPr>
              <p:nvPr userDrawn="1"/>
            </p:nvSpPr>
            <p:spPr bwMode="auto">
              <a:xfrm>
                <a:off x="1509" y="567"/>
                <a:ext cx="158" cy="83"/>
              </a:xfrm>
              <a:custGeom>
                <a:avLst/>
                <a:gdLst>
                  <a:gd name="T0" fmla="*/ 1 w 128"/>
                  <a:gd name="T1" fmla="*/ 67 h 67"/>
                  <a:gd name="T2" fmla="*/ 0 w 128"/>
                  <a:gd name="T3" fmla="*/ 66 h 67"/>
                  <a:gd name="T4" fmla="*/ 0 w 128"/>
                  <a:gd name="T5" fmla="*/ 64 h 67"/>
                  <a:gd name="T6" fmla="*/ 66 w 128"/>
                  <a:gd name="T7" fmla="*/ 1 h 67"/>
                  <a:gd name="T8" fmla="*/ 67 w 128"/>
                  <a:gd name="T9" fmla="*/ 0 h 67"/>
                  <a:gd name="T10" fmla="*/ 127 w 128"/>
                  <a:gd name="T11" fmla="*/ 24 h 67"/>
                  <a:gd name="T12" fmla="*/ 128 w 128"/>
                  <a:gd name="T13" fmla="*/ 25 h 67"/>
                  <a:gd name="T14" fmla="*/ 127 w 128"/>
                  <a:gd name="T15" fmla="*/ 27 h 67"/>
                  <a:gd name="T16" fmla="*/ 2 w 128"/>
                  <a:gd name="T17" fmla="*/ 67 h 67"/>
                  <a:gd name="T18" fmla="*/ 1 w 128"/>
                  <a:gd name="T19" fmla="*/ 67 h 67"/>
                  <a:gd name="T20" fmla="*/ 67 w 128"/>
                  <a:gd name="T21" fmla="*/ 4 h 67"/>
                  <a:gd name="T22" fmla="*/ 8 w 128"/>
                  <a:gd name="T23" fmla="*/ 61 h 67"/>
                  <a:gd name="T24" fmla="*/ 121 w 128"/>
                  <a:gd name="T25" fmla="*/ 25 h 67"/>
                  <a:gd name="T26" fmla="*/ 67 w 128"/>
                  <a:gd name="T27" fmla="*/ 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7">
                    <a:moveTo>
                      <a:pt x="1" y="67"/>
                    </a:moveTo>
                    <a:cubicBezTo>
                      <a:pt x="1" y="67"/>
                      <a:pt x="0" y="66"/>
                      <a:pt x="0" y="66"/>
                    </a:cubicBezTo>
                    <a:cubicBezTo>
                      <a:pt x="0" y="65"/>
                      <a:pt x="0" y="64"/>
                      <a:pt x="0" y="6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7" y="0"/>
                    </a:cubicBezTo>
                    <a:cubicBezTo>
                      <a:pt x="127" y="24"/>
                      <a:pt x="127" y="24"/>
                      <a:pt x="127" y="24"/>
                    </a:cubicBezTo>
                    <a:cubicBezTo>
                      <a:pt x="127" y="24"/>
                      <a:pt x="128" y="25"/>
                      <a:pt x="128" y="25"/>
                    </a:cubicBezTo>
                    <a:cubicBezTo>
                      <a:pt x="128" y="26"/>
                      <a:pt x="127" y="27"/>
                      <a:pt x="127" y="27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67" y="4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121" y="25"/>
                      <a:pt x="121" y="25"/>
                      <a:pt x="121" y="25"/>
                    </a:cubicBezTo>
                    <a:lnTo>
                      <a:pt x="6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9" name="Freeform 1152"/>
              <p:cNvSpPr>
                <a:spLocks noEditPoints="1"/>
              </p:cNvSpPr>
              <p:nvPr userDrawn="1"/>
            </p:nvSpPr>
            <p:spPr bwMode="auto">
              <a:xfrm>
                <a:off x="2549" y="768"/>
                <a:ext cx="99" cy="76"/>
              </a:xfrm>
              <a:custGeom>
                <a:avLst/>
                <a:gdLst>
                  <a:gd name="T0" fmla="*/ 78 w 80"/>
                  <a:gd name="T1" fmla="*/ 61 h 61"/>
                  <a:gd name="T2" fmla="*/ 77 w 80"/>
                  <a:gd name="T3" fmla="*/ 61 h 61"/>
                  <a:gd name="T4" fmla="*/ 1 w 80"/>
                  <a:gd name="T5" fmla="*/ 48 h 61"/>
                  <a:gd name="T6" fmla="*/ 0 w 80"/>
                  <a:gd name="T7" fmla="*/ 46 h 61"/>
                  <a:gd name="T8" fmla="*/ 0 w 80"/>
                  <a:gd name="T9" fmla="*/ 2 h 61"/>
                  <a:gd name="T10" fmla="*/ 1 w 80"/>
                  <a:gd name="T11" fmla="*/ 1 h 61"/>
                  <a:gd name="T12" fmla="*/ 3 w 80"/>
                  <a:gd name="T13" fmla="*/ 1 h 61"/>
                  <a:gd name="T14" fmla="*/ 79 w 80"/>
                  <a:gd name="T15" fmla="*/ 58 h 61"/>
                  <a:gd name="T16" fmla="*/ 79 w 80"/>
                  <a:gd name="T17" fmla="*/ 60 h 61"/>
                  <a:gd name="T18" fmla="*/ 78 w 80"/>
                  <a:gd name="T19" fmla="*/ 61 h 61"/>
                  <a:gd name="T20" fmla="*/ 3 w 80"/>
                  <a:gd name="T21" fmla="*/ 45 h 61"/>
                  <a:gd name="T22" fmla="*/ 71 w 80"/>
                  <a:gd name="T23" fmla="*/ 57 h 61"/>
                  <a:gd name="T24" fmla="*/ 3 w 80"/>
                  <a:gd name="T25" fmla="*/ 6 h 61"/>
                  <a:gd name="T26" fmla="*/ 3 w 80"/>
                  <a:gd name="T27" fmla="*/ 4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1">
                    <a:moveTo>
                      <a:pt x="78" y="61"/>
                    </a:moveTo>
                    <a:cubicBezTo>
                      <a:pt x="77" y="61"/>
                      <a:pt x="77" y="61"/>
                      <a:pt x="77" y="61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79" y="59"/>
                      <a:pt x="80" y="60"/>
                      <a:pt x="79" y="60"/>
                    </a:cubicBezTo>
                    <a:cubicBezTo>
                      <a:pt x="79" y="61"/>
                      <a:pt x="78" y="61"/>
                      <a:pt x="78" y="61"/>
                    </a:cubicBezTo>
                    <a:close/>
                    <a:moveTo>
                      <a:pt x="3" y="45"/>
                    </a:moveTo>
                    <a:cubicBezTo>
                      <a:pt x="71" y="57"/>
                      <a:pt x="71" y="57"/>
                      <a:pt x="71" y="57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3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0" name="Freeform 1153"/>
              <p:cNvSpPr>
                <a:spLocks noEditPoints="1"/>
              </p:cNvSpPr>
              <p:nvPr userDrawn="1"/>
            </p:nvSpPr>
            <p:spPr bwMode="auto">
              <a:xfrm>
                <a:off x="2052" y="461"/>
                <a:ext cx="103" cy="70"/>
              </a:xfrm>
              <a:custGeom>
                <a:avLst/>
                <a:gdLst>
                  <a:gd name="T0" fmla="*/ 60 w 83"/>
                  <a:gd name="T1" fmla="*/ 56 h 56"/>
                  <a:gd name="T2" fmla="*/ 59 w 83"/>
                  <a:gd name="T3" fmla="*/ 55 h 56"/>
                  <a:gd name="T4" fmla="*/ 1 w 83"/>
                  <a:gd name="T5" fmla="*/ 3 h 56"/>
                  <a:gd name="T6" fmla="*/ 0 w 83"/>
                  <a:gd name="T7" fmla="*/ 1 h 56"/>
                  <a:gd name="T8" fmla="*/ 2 w 83"/>
                  <a:gd name="T9" fmla="*/ 0 h 56"/>
                  <a:gd name="T10" fmla="*/ 82 w 83"/>
                  <a:gd name="T11" fmla="*/ 2 h 56"/>
                  <a:gd name="T12" fmla="*/ 83 w 83"/>
                  <a:gd name="T13" fmla="*/ 3 h 56"/>
                  <a:gd name="T14" fmla="*/ 83 w 83"/>
                  <a:gd name="T15" fmla="*/ 5 h 56"/>
                  <a:gd name="T16" fmla="*/ 62 w 83"/>
                  <a:gd name="T17" fmla="*/ 55 h 56"/>
                  <a:gd name="T18" fmla="*/ 61 w 83"/>
                  <a:gd name="T19" fmla="*/ 56 h 56"/>
                  <a:gd name="T20" fmla="*/ 60 w 83"/>
                  <a:gd name="T21" fmla="*/ 56 h 56"/>
                  <a:gd name="T22" fmla="*/ 7 w 83"/>
                  <a:gd name="T23" fmla="*/ 4 h 56"/>
                  <a:gd name="T24" fmla="*/ 60 w 83"/>
                  <a:gd name="T25" fmla="*/ 51 h 56"/>
                  <a:gd name="T26" fmla="*/ 79 w 83"/>
                  <a:gd name="T27" fmla="*/ 6 h 56"/>
                  <a:gd name="T28" fmla="*/ 7 w 83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56">
                    <a:moveTo>
                      <a:pt x="60" y="56"/>
                    </a:moveTo>
                    <a:cubicBezTo>
                      <a:pt x="60" y="56"/>
                      <a:pt x="60" y="56"/>
                      <a:pt x="59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2" y="2"/>
                      <a:pt x="82" y="2"/>
                      <a:pt x="82" y="2"/>
                    </a:cubicBezTo>
                    <a:cubicBezTo>
                      <a:pt x="82" y="2"/>
                      <a:pt x="83" y="3"/>
                      <a:pt x="83" y="3"/>
                    </a:cubicBezTo>
                    <a:cubicBezTo>
                      <a:pt x="83" y="4"/>
                      <a:pt x="83" y="4"/>
                      <a:pt x="83" y="5"/>
                    </a:cubicBezTo>
                    <a:cubicBezTo>
                      <a:pt x="62" y="55"/>
                      <a:pt x="62" y="55"/>
                      <a:pt x="62" y="55"/>
                    </a:cubicBezTo>
                    <a:cubicBezTo>
                      <a:pt x="62" y="55"/>
                      <a:pt x="61" y="56"/>
                      <a:pt x="61" y="56"/>
                    </a:cubicBezTo>
                    <a:lnTo>
                      <a:pt x="60" y="56"/>
                    </a:lnTo>
                    <a:close/>
                    <a:moveTo>
                      <a:pt x="7" y="4"/>
                    </a:moveTo>
                    <a:cubicBezTo>
                      <a:pt x="60" y="51"/>
                      <a:pt x="60" y="51"/>
                      <a:pt x="60" y="51"/>
                    </a:cubicBezTo>
                    <a:cubicBezTo>
                      <a:pt x="79" y="6"/>
                      <a:pt x="79" y="6"/>
                      <a:pt x="79" y="6"/>
                    </a:cubicBez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1" name="Oval 1154"/>
              <p:cNvSpPr>
                <a:spLocks noChangeArrowheads="1"/>
              </p:cNvSpPr>
              <p:nvPr userDrawn="1"/>
            </p:nvSpPr>
            <p:spPr bwMode="auto">
              <a:xfrm>
                <a:off x="2733" y="1228"/>
                <a:ext cx="18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2" name="Oval 1155"/>
              <p:cNvSpPr>
                <a:spLocks noChangeArrowheads="1"/>
              </p:cNvSpPr>
              <p:nvPr userDrawn="1"/>
            </p:nvSpPr>
            <p:spPr bwMode="auto">
              <a:xfrm>
                <a:off x="2385" y="1172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3" name="Oval 1156"/>
              <p:cNvSpPr>
                <a:spLocks noChangeArrowheads="1"/>
              </p:cNvSpPr>
              <p:nvPr userDrawn="1"/>
            </p:nvSpPr>
            <p:spPr bwMode="auto">
              <a:xfrm>
                <a:off x="2515" y="5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4" name="Oval 1157"/>
              <p:cNvSpPr>
                <a:spLocks noChangeArrowheads="1"/>
              </p:cNvSpPr>
              <p:nvPr userDrawn="1"/>
            </p:nvSpPr>
            <p:spPr bwMode="auto">
              <a:xfrm>
                <a:off x="2270" y="1294"/>
                <a:ext cx="17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5" name="Oval 1158"/>
              <p:cNvSpPr>
                <a:spLocks noChangeArrowheads="1"/>
              </p:cNvSpPr>
              <p:nvPr userDrawn="1"/>
            </p:nvSpPr>
            <p:spPr bwMode="auto">
              <a:xfrm>
                <a:off x="2790" y="1105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6" name="Oval 1159"/>
              <p:cNvSpPr>
                <a:spLocks noChangeArrowheads="1"/>
              </p:cNvSpPr>
              <p:nvPr userDrawn="1"/>
            </p:nvSpPr>
            <p:spPr bwMode="auto">
              <a:xfrm>
                <a:off x="3247" y="761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7" name="Oval 1160"/>
              <p:cNvSpPr>
                <a:spLocks noChangeArrowheads="1"/>
              </p:cNvSpPr>
              <p:nvPr userDrawn="1"/>
            </p:nvSpPr>
            <p:spPr bwMode="auto">
              <a:xfrm>
                <a:off x="3193" y="642"/>
                <a:ext cx="19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8" name="Oval 1161"/>
              <p:cNvSpPr>
                <a:spLocks noChangeArrowheads="1"/>
              </p:cNvSpPr>
              <p:nvPr userDrawn="1"/>
            </p:nvSpPr>
            <p:spPr bwMode="auto">
              <a:xfrm>
                <a:off x="2632" y="980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9" name="Oval 1162"/>
              <p:cNvSpPr>
                <a:spLocks noChangeArrowheads="1"/>
              </p:cNvSpPr>
              <p:nvPr userDrawn="1"/>
            </p:nvSpPr>
            <p:spPr bwMode="auto">
              <a:xfrm>
                <a:off x="2771" y="31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0" name="Oval 1163"/>
              <p:cNvSpPr>
                <a:spLocks noChangeArrowheads="1"/>
              </p:cNvSpPr>
              <p:nvPr userDrawn="1"/>
            </p:nvSpPr>
            <p:spPr bwMode="auto">
              <a:xfrm>
                <a:off x="2453" y="1114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1" name="Oval 1164"/>
              <p:cNvSpPr>
                <a:spLocks noChangeArrowheads="1"/>
              </p:cNvSpPr>
              <p:nvPr userDrawn="1"/>
            </p:nvSpPr>
            <p:spPr bwMode="auto">
              <a:xfrm>
                <a:off x="2590" y="1041"/>
                <a:ext cx="16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2" name="Oval 1165"/>
              <p:cNvSpPr>
                <a:spLocks noChangeArrowheads="1"/>
              </p:cNvSpPr>
              <p:nvPr userDrawn="1"/>
            </p:nvSpPr>
            <p:spPr bwMode="auto">
              <a:xfrm>
                <a:off x="3298" y="751"/>
                <a:ext cx="15" cy="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3" name="Oval 1166"/>
              <p:cNvSpPr>
                <a:spLocks noChangeArrowheads="1"/>
              </p:cNvSpPr>
              <p:nvPr userDrawn="1"/>
            </p:nvSpPr>
            <p:spPr bwMode="auto">
              <a:xfrm>
                <a:off x="3355" y="861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4" name="Oval 1167"/>
              <p:cNvSpPr>
                <a:spLocks noChangeArrowheads="1"/>
              </p:cNvSpPr>
              <p:nvPr userDrawn="1"/>
            </p:nvSpPr>
            <p:spPr bwMode="auto">
              <a:xfrm>
                <a:off x="2384" y="678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5" name="Oval 1168"/>
              <p:cNvSpPr>
                <a:spLocks noChangeArrowheads="1"/>
              </p:cNvSpPr>
              <p:nvPr userDrawn="1"/>
            </p:nvSpPr>
            <p:spPr bwMode="auto">
              <a:xfrm>
                <a:off x="3475" y="1026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6" name="Oval 1169"/>
              <p:cNvSpPr>
                <a:spLocks noChangeArrowheads="1"/>
              </p:cNvSpPr>
              <p:nvPr userDrawn="1"/>
            </p:nvSpPr>
            <p:spPr bwMode="auto">
              <a:xfrm>
                <a:off x="3012" y="74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7" name="Oval 1170"/>
              <p:cNvSpPr>
                <a:spLocks noChangeArrowheads="1"/>
              </p:cNvSpPr>
              <p:nvPr userDrawn="1"/>
            </p:nvSpPr>
            <p:spPr bwMode="auto">
              <a:xfrm>
                <a:off x="3382" y="62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Oval 1171"/>
              <p:cNvSpPr>
                <a:spLocks noChangeArrowheads="1"/>
              </p:cNvSpPr>
              <p:nvPr userDrawn="1"/>
            </p:nvSpPr>
            <p:spPr bwMode="auto">
              <a:xfrm>
                <a:off x="3369" y="1007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Oval 1172"/>
              <p:cNvSpPr>
                <a:spLocks noChangeArrowheads="1"/>
              </p:cNvSpPr>
              <p:nvPr userDrawn="1"/>
            </p:nvSpPr>
            <p:spPr bwMode="auto">
              <a:xfrm>
                <a:off x="3021" y="650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Oval 1173"/>
              <p:cNvSpPr>
                <a:spLocks noChangeArrowheads="1"/>
              </p:cNvSpPr>
              <p:nvPr userDrawn="1"/>
            </p:nvSpPr>
            <p:spPr bwMode="auto">
              <a:xfrm>
                <a:off x="2905" y="1226"/>
                <a:ext cx="7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Oval 1174"/>
              <p:cNvSpPr>
                <a:spLocks noChangeArrowheads="1"/>
              </p:cNvSpPr>
              <p:nvPr userDrawn="1"/>
            </p:nvSpPr>
            <p:spPr bwMode="auto">
              <a:xfrm>
                <a:off x="2689" y="640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Oval 1175"/>
              <p:cNvSpPr>
                <a:spLocks noChangeArrowheads="1"/>
              </p:cNvSpPr>
              <p:nvPr userDrawn="1"/>
            </p:nvSpPr>
            <p:spPr bwMode="auto">
              <a:xfrm>
                <a:off x="2756" y="1011"/>
                <a:ext cx="8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Oval 1176"/>
              <p:cNvSpPr>
                <a:spLocks noChangeArrowheads="1"/>
              </p:cNvSpPr>
              <p:nvPr userDrawn="1"/>
            </p:nvSpPr>
            <p:spPr bwMode="auto">
              <a:xfrm>
                <a:off x="2893" y="1169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Oval 1177"/>
              <p:cNvSpPr>
                <a:spLocks noChangeArrowheads="1"/>
              </p:cNvSpPr>
              <p:nvPr userDrawn="1"/>
            </p:nvSpPr>
            <p:spPr bwMode="auto">
              <a:xfrm>
                <a:off x="3229" y="732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Oval 1178"/>
              <p:cNvSpPr>
                <a:spLocks noChangeArrowheads="1"/>
              </p:cNvSpPr>
              <p:nvPr userDrawn="1"/>
            </p:nvSpPr>
            <p:spPr bwMode="auto">
              <a:xfrm>
                <a:off x="2803" y="1058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Oval 1179"/>
              <p:cNvSpPr>
                <a:spLocks noChangeArrowheads="1"/>
              </p:cNvSpPr>
              <p:nvPr userDrawn="1"/>
            </p:nvSpPr>
            <p:spPr bwMode="auto">
              <a:xfrm>
                <a:off x="2746" y="1332"/>
                <a:ext cx="19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1180"/>
              <p:cNvSpPr>
                <a:spLocks noChangeArrowheads="1"/>
              </p:cNvSpPr>
              <p:nvPr userDrawn="1"/>
            </p:nvSpPr>
            <p:spPr bwMode="auto">
              <a:xfrm>
                <a:off x="2707" y="1109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Oval 1181"/>
              <p:cNvSpPr>
                <a:spLocks noChangeArrowheads="1"/>
              </p:cNvSpPr>
              <p:nvPr userDrawn="1"/>
            </p:nvSpPr>
            <p:spPr bwMode="auto">
              <a:xfrm>
                <a:off x="2619" y="1065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Oval 1182"/>
              <p:cNvSpPr>
                <a:spLocks noChangeArrowheads="1"/>
              </p:cNvSpPr>
              <p:nvPr userDrawn="1"/>
            </p:nvSpPr>
            <p:spPr bwMode="auto">
              <a:xfrm>
                <a:off x="3066" y="654"/>
                <a:ext cx="14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Oval 1183"/>
              <p:cNvSpPr>
                <a:spLocks noChangeArrowheads="1"/>
              </p:cNvSpPr>
              <p:nvPr userDrawn="1"/>
            </p:nvSpPr>
            <p:spPr bwMode="auto">
              <a:xfrm>
                <a:off x="2832" y="1116"/>
                <a:ext cx="10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Oval 1184"/>
              <p:cNvSpPr>
                <a:spLocks noChangeArrowheads="1"/>
              </p:cNvSpPr>
              <p:nvPr userDrawn="1"/>
            </p:nvSpPr>
            <p:spPr bwMode="auto">
              <a:xfrm>
                <a:off x="2324" y="-207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Oval 1185"/>
              <p:cNvSpPr>
                <a:spLocks noChangeArrowheads="1"/>
              </p:cNvSpPr>
              <p:nvPr userDrawn="1"/>
            </p:nvSpPr>
            <p:spPr bwMode="auto">
              <a:xfrm>
                <a:off x="2552" y="-110"/>
                <a:ext cx="6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1186"/>
              <p:cNvSpPr>
                <a:spLocks noChangeArrowheads="1"/>
              </p:cNvSpPr>
              <p:nvPr userDrawn="1"/>
            </p:nvSpPr>
            <p:spPr bwMode="auto">
              <a:xfrm>
                <a:off x="2764" y="1377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Oval 1187"/>
              <p:cNvSpPr>
                <a:spLocks noChangeArrowheads="1"/>
              </p:cNvSpPr>
              <p:nvPr userDrawn="1"/>
            </p:nvSpPr>
            <p:spPr bwMode="auto">
              <a:xfrm>
                <a:off x="2787" y="1189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Oval 1188"/>
              <p:cNvSpPr>
                <a:spLocks noChangeArrowheads="1"/>
              </p:cNvSpPr>
              <p:nvPr userDrawn="1"/>
            </p:nvSpPr>
            <p:spPr bwMode="auto">
              <a:xfrm>
                <a:off x="2959" y="1060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Oval 1189"/>
              <p:cNvSpPr>
                <a:spLocks noChangeArrowheads="1"/>
              </p:cNvSpPr>
              <p:nvPr userDrawn="1"/>
            </p:nvSpPr>
            <p:spPr bwMode="auto">
              <a:xfrm>
                <a:off x="2900" y="1018"/>
                <a:ext cx="13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Oval 1190"/>
              <p:cNvSpPr>
                <a:spLocks noChangeArrowheads="1"/>
              </p:cNvSpPr>
              <p:nvPr userDrawn="1"/>
            </p:nvSpPr>
            <p:spPr bwMode="auto">
              <a:xfrm>
                <a:off x="2824" y="1320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Oval 1191"/>
              <p:cNvSpPr>
                <a:spLocks noChangeArrowheads="1"/>
              </p:cNvSpPr>
              <p:nvPr userDrawn="1"/>
            </p:nvSpPr>
            <p:spPr bwMode="auto">
              <a:xfrm>
                <a:off x="3030" y="559"/>
                <a:ext cx="11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1192"/>
              <p:cNvSpPr>
                <a:spLocks noChangeArrowheads="1"/>
              </p:cNvSpPr>
              <p:nvPr userDrawn="1"/>
            </p:nvSpPr>
            <p:spPr bwMode="auto">
              <a:xfrm>
                <a:off x="2762" y="1268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1193"/>
              <p:cNvSpPr>
                <a:spLocks noChangeArrowheads="1"/>
              </p:cNvSpPr>
              <p:nvPr userDrawn="1"/>
            </p:nvSpPr>
            <p:spPr bwMode="auto">
              <a:xfrm>
                <a:off x="2858" y="1364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Oval 1194"/>
              <p:cNvSpPr>
                <a:spLocks noChangeArrowheads="1"/>
              </p:cNvSpPr>
              <p:nvPr userDrawn="1"/>
            </p:nvSpPr>
            <p:spPr bwMode="auto">
              <a:xfrm>
                <a:off x="2830" y="1171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Oval 1195"/>
              <p:cNvSpPr>
                <a:spLocks noChangeArrowheads="1"/>
              </p:cNvSpPr>
              <p:nvPr userDrawn="1"/>
            </p:nvSpPr>
            <p:spPr bwMode="auto">
              <a:xfrm>
                <a:off x="3051" y="1058"/>
                <a:ext cx="15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Oval 1196"/>
              <p:cNvSpPr>
                <a:spLocks noChangeArrowheads="1"/>
              </p:cNvSpPr>
              <p:nvPr userDrawn="1"/>
            </p:nvSpPr>
            <p:spPr bwMode="auto">
              <a:xfrm>
                <a:off x="3020" y="984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Oval 1197"/>
              <p:cNvSpPr>
                <a:spLocks noChangeArrowheads="1"/>
              </p:cNvSpPr>
              <p:nvPr userDrawn="1"/>
            </p:nvSpPr>
            <p:spPr bwMode="auto">
              <a:xfrm>
                <a:off x="3182" y="90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Oval 1198"/>
              <p:cNvSpPr>
                <a:spLocks noChangeArrowheads="1"/>
              </p:cNvSpPr>
              <p:nvPr userDrawn="1"/>
            </p:nvSpPr>
            <p:spPr bwMode="auto">
              <a:xfrm>
                <a:off x="3063" y="101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Oval 1199"/>
              <p:cNvSpPr>
                <a:spLocks noChangeArrowheads="1"/>
              </p:cNvSpPr>
              <p:nvPr userDrawn="1"/>
            </p:nvSpPr>
            <p:spPr bwMode="auto">
              <a:xfrm>
                <a:off x="2931" y="986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Oval 1200"/>
              <p:cNvSpPr>
                <a:spLocks noChangeArrowheads="1"/>
              </p:cNvSpPr>
              <p:nvPr userDrawn="1"/>
            </p:nvSpPr>
            <p:spPr bwMode="auto">
              <a:xfrm>
                <a:off x="3083" y="110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Oval 1201"/>
              <p:cNvSpPr>
                <a:spLocks noChangeArrowheads="1"/>
              </p:cNvSpPr>
              <p:nvPr userDrawn="1"/>
            </p:nvSpPr>
            <p:spPr bwMode="auto">
              <a:xfrm>
                <a:off x="2535" y="109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Oval 1202"/>
              <p:cNvSpPr>
                <a:spLocks noChangeArrowheads="1"/>
              </p:cNvSpPr>
              <p:nvPr userDrawn="1"/>
            </p:nvSpPr>
            <p:spPr bwMode="auto">
              <a:xfrm>
                <a:off x="3053" y="896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Oval 1203"/>
              <p:cNvSpPr>
                <a:spLocks noChangeArrowheads="1"/>
              </p:cNvSpPr>
              <p:nvPr userDrawn="1"/>
            </p:nvSpPr>
            <p:spPr bwMode="auto">
              <a:xfrm>
                <a:off x="3173" y="749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Oval 1204"/>
              <p:cNvSpPr>
                <a:spLocks noChangeArrowheads="1"/>
              </p:cNvSpPr>
              <p:nvPr userDrawn="1"/>
            </p:nvSpPr>
            <p:spPr bwMode="auto">
              <a:xfrm>
                <a:off x="3214" y="881"/>
                <a:ext cx="6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Oval 1205"/>
              <p:cNvSpPr>
                <a:spLocks noChangeArrowheads="1"/>
              </p:cNvSpPr>
              <p:nvPr userDrawn="1"/>
            </p:nvSpPr>
            <p:spPr bwMode="auto">
              <a:xfrm>
                <a:off x="3101" y="1020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1206"/>
              <p:cNvSpPr>
                <a:spLocks noChangeArrowheads="1"/>
              </p:cNvSpPr>
              <p:nvPr userDrawn="1"/>
            </p:nvSpPr>
            <p:spPr bwMode="auto">
              <a:xfrm>
                <a:off x="2844" y="731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1207"/>
              <p:cNvSpPr>
                <a:spLocks noChangeArrowheads="1"/>
              </p:cNvSpPr>
              <p:nvPr userDrawn="1"/>
            </p:nvSpPr>
            <p:spPr bwMode="auto">
              <a:xfrm>
                <a:off x="2642" y="989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Oval 1208"/>
              <p:cNvSpPr>
                <a:spLocks noChangeArrowheads="1"/>
              </p:cNvSpPr>
              <p:nvPr userDrawn="1"/>
            </p:nvSpPr>
            <p:spPr bwMode="auto">
              <a:xfrm>
                <a:off x="1128" y="89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Oval 1209"/>
              <p:cNvSpPr>
                <a:spLocks noChangeArrowheads="1"/>
              </p:cNvSpPr>
              <p:nvPr userDrawn="1"/>
            </p:nvSpPr>
            <p:spPr bwMode="auto">
              <a:xfrm>
                <a:off x="2781" y="895"/>
                <a:ext cx="11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15" name="Oval 1211"/>
            <p:cNvSpPr>
              <a:spLocks noChangeArrowheads="1"/>
            </p:cNvSpPr>
            <p:nvPr userDrawn="1"/>
          </p:nvSpPr>
          <p:spPr bwMode="auto">
            <a:xfrm>
              <a:off x="4498976" y="1079500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Oval 1212"/>
            <p:cNvSpPr>
              <a:spLocks noChangeArrowheads="1"/>
            </p:cNvSpPr>
            <p:nvPr userDrawn="1"/>
          </p:nvSpPr>
          <p:spPr bwMode="auto">
            <a:xfrm>
              <a:off x="4249738" y="143033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Oval 1213"/>
            <p:cNvSpPr>
              <a:spLocks noChangeArrowheads="1"/>
            </p:cNvSpPr>
            <p:nvPr userDrawn="1"/>
          </p:nvSpPr>
          <p:spPr bwMode="auto">
            <a:xfrm>
              <a:off x="723901" y="1860550"/>
              <a:ext cx="9525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Oval 1214"/>
            <p:cNvSpPr>
              <a:spLocks noChangeArrowheads="1"/>
            </p:cNvSpPr>
            <p:nvPr userDrawn="1"/>
          </p:nvSpPr>
          <p:spPr bwMode="auto">
            <a:xfrm>
              <a:off x="4418013" y="155257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1215"/>
            <p:cNvSpPr>
              <a:spLocks/>
            </p:cNvSpPr>
            <p:nvPr userDrawn="1"/>
          </p:nvSpPr>
          <p:spPr bwMode="auto">
            <a:xfrm>
              <a:off x="4951413" y="1203325"/>
              <a:ext cx="11113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1216"/>
            <p:cNvSpPr>
              <a:spLocks/>
            </p:cNvSpPr>
            <p:nvPr userDrawn="1"/>
          </p:nvSpPr>
          <p:spPr bwMode="auto">
            <a:xfrm>
              <a:off x="5203826" y="1120775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7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8" y="10"/>
                    <a:pt x="5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1217"/>
            <p:cNvSpPr>
              <a:spLocks/>
            </p:cNvSpPr>
            <p:nvPr userDrawn="1"/>
          </p:nvSpPr>
          <p:spPr bwMode="auto">
            <a:xfrm>
              <a:off x="4989513" y="1274762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1218"/>
            <p:cNvSpPr>
              <a:spLocks/>
            </p:cNvSpPr>
            <p:nvPr userDrawn="1"/>
          </p:nvSpPr>
          <p:spPr bwMode="auto">
            <a:xfrm>
              <a:off x="5340351" y="1274762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1219"/>
            <p:cNvSpPr>
              <a:spLocks/>
            </p:cNvSpPr>
            <p:nvPr userDrawn="1"/>
          </p:nvSpPr>
          <p:spPr bwMode="auto">
            <a:xfrm>
              <a:off x="3711576" y="1806575"/>
              <a:ext cx="20638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4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1220"/>
            <p:cNvSpPr>
              <a:spLocks/>
            </p:cNvSpPr>
            <p:nvPr userDrawn="1"/>
          </p:nvSpPr>
          <p:spPr bwMode="auto">
            <a:xfrm>
              <a:off x="5154613" y="1285875"/>
              <a:ext cx="23813" cy="23813"/>
            </a:xfrm>
            <a:custGeom>
              <a:avLst/>
              <a:gdLst>
                <a:gd name="T0" fmla="*/ 11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1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1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1221"/>
            <p:cNvSpPr>
              <a:spLocks/>
            </p:cNvSpPr>
            <p:nvPr userDrawn="1"/>
          </p:nvSpPr>
          <p:spPr bwMode="auto">
            <a:xfrm>
              <a:off x="4159251" y="1247775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7 h 11"/>
                <a:gd name="T4" fmla="*/ 4 w 11"/>
                <a:gd name="T5" fmla="*/ 1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1" y="9"/>
                    <a:pt x="1" y="7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1" y="7"/>
                    <a:pt x="9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1222"/>
            <p:cNvSpPr>
              <a:spLocks/>
            </p:cNvSpPr>
            <p:nvPr userDrawn="1"/>
          </p:nvSpPr>
          <p:spPr bwMode="auto">
            <a:xfrm>
              <a:off x="4157663" y="1533525"/>
              <a:ext cx="25400" cy="28575"/>
            </a:xfrm>
            <a:custGeom>
              <a:avLst/>
              <a:gdLst>
                <a:gd name="T0" fmla="*/ 8 w 13"/>
                <a:gd name="T1" fmla="*/ 13 h 14"/>
                <a:gd name="T2" fmla="*/ 0 w 13"/>
                <a:gd name="T3" fmla="*/ 8 h 14"/>
                <a:gd name="T4" fmla="*/ 5 w 13"/>
                <a:gd name="T5" fmla="*/ 1 h 14"/>
                <a:gd name="T6" fmla="*/ 12 w 13"/>
                <a:gd name="T7" fmla="*/ 5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0" y="8"/>
                  </a:cubicBezTo>
                  <a:cubicBezTo>
                    <a:pt x="0" y="5"/>
                    <a:pt x="1" y="2"/>
                    <a:pt x="5" y="1"/>
                  </a:cubicBezTo>
                  <a:cubicBezTo>
                    <a:pt x="8" y="0"/>
                    <a:pt x="11" y="2"/>
                    <a:pt x="12" y="5"/>
                  </a:cubicBezTo>
                  <a:cubicBezTo>
                    <a:pt x="13" y="8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1223"/>
            <p:cNvSpPr>
              <a:spLocks/>
            </p:cNvSpPr>
            <p:nvPr userDrawn="1"/>
          </p:nvSpPr>
          <p:spPr bwMode="auto">
            <a:xfrm>
              <a:off x="4516438" y="1430337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6 h 11"/>
                <a:gd name="T4" fmla="*/ 4 w 11"/>
                <a:gd name="T5" fmla="*/ 0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2" y="9"/>
                    <a:pt x="1" y="6"/>
                  </a:cubicBezTo>
                  <a:cubicBezTo>
                    <a:pt x="0" y="4"/>
                    <a:pt x="2" y="1"/>
                    <a:pt x="4" y="0"/>
                  </a:cubicBezTo>
                  <a:cubicBezTo>
                    <a:pt x="7" y="0"/>
                    <a:pt x="10" y="1"/>
                    <a:pt x="10" y="4"/>
                  </a:cubicBezTo>
                  <a:cubicBezTo>
                    <a:pt x="11" y="6"/>
                    <a:pt x="10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1224"/>
            <p:cNvSpPr>
              <a:spLocks/>
            </p:cNvSpPr>
            <p:nvPr userDrawn="1"/>
          </p:nvSpPr>
          <p:spPr bwMode="auto">
            <a:xfrm>
              <a:off x="4083051" y="1281112"/>
              <a:ext cx="20638" cy="23813"/>
            </a:xfrm>
            <a:custGeom>
              <a:avLst/>
              <a:gdLst>
                <a:gd name="T0" fmla="*/ 7 w 11"/>
                <a:gd name="T1" fmla="*/ 11 h 12"/>
                <a:gd name="T2" fmla="*/ 0 w 11"/>
                <a:gd name="T3" fmla="*/ 7 h 12"/>
                <a:gd name="T4" fmla="*/ 4 w 11"/>
                <a:gd name="T5" fmla="*/ 1 h 12"/>
                <a:gd name="T6" fmla="*/ 10 w 11"/>
                <a:gd name="T7" fmla="*/ 5 h 12"/>
                <a:gd name="T8" fmla="*/ 7 w 1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7" y="11"/>
                  </a:moveTo>
                  <a:cubicBezTo>
                    <a:pt x="4" y="12"/>
                    <a:pt x="1" y="10"/>
                    <a:pt x="0" y="7"/>
                  </a:cubicBezTo>
                  <a:cubicBezTo>
                    <a:pt x="0" y="5"/>
                    <a:pt x="1" y="2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1" y="7"/>
                    <a:pt x="9" y="10"/>
                    <a:pt x="7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1225"/>
            <p:cNvSpPr>
              <a:spLocks/>
            </p:cNvSpPr>
            <p:nvPr userDrawn="1"/>
          </p:nvSpPr>
          <p:spPr bwMode="auto">
            <a:xfrm>
              <a:off x="4225926" y="1293812"/>
              <a:ext cx="17463" cy="15875"/>
            </a:xfrm>
            <a:custGeom>
              <a:avLst/>
              <a:gdLst>
                <a:gd name="T0" fmla="*/ 8 w 9"/>
                <a:gd name="T1" fmla="*/ 6 h 8"/>
                <a:gd name="T2" fmla="*/ 3 w 9"/>
                <a:gd name="T3" fmla="*/ 7 h 8"/>
                <a:gd name="T4" fmla="*/ 1 w 9"/>
                <a:gd name="T5" fmla="*/ 2 h 8"/>
                <a:gd name="T6" fmla="*/ 6 w 9"/>
                <a:gd name="T7" fmla="*/ 1 h 8"/>
                <a:gd name="T8" fmla="*/ 8 w 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8" y="6"/>
                  </a:moveTo>
                  <a:cubicBezTo>
                    <a:pt x="6" y="7"/>
                    <a:pt x="4" y="8"/>
                    <a:pt x="3" y="7"/>
                  </a:cubicBezTo>
                  <a:cubicBezTo>
                    <a:pt x="1" y="6"/>
                    <a:pt x="0" y="3"/>
                    <a:pt x="1" y="2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1226"/>
            <p:cNvSpPr>
              <a:spLocks/>
            </p:cNvSpPr>
            <p:nvPr userDrawn="1"/>
          </p:nvSpPr>
          <p:spPr bwMode="auto">
            <a:xfrm>
              <a:off x="3929063" y="1979612"/>
              <a:ext cx="15875" cy="15875"/>
            </a:xfrm>
            <a:custGeom>
              <a:avLst/>
              <a:gdLst>
                <a:gd name="T0" fmla="*/ 7 w 8"/>
                <a:gd name="T1" fmla="*/ 6 h 8"/>
                <a:gd name="T2" fmla="*/ 2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8"/>
                    <a:pt x="4" y="8"/>
                    <a:pt x="2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8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1227"/>
            <p:cNvSpPr>
              <a:spLocks/>
            </p:cNvSpPr>
            <p:nvPr userDrawn="1"/>
          </p:nvSpPr>
          <p:spPr bwMode="auto">
            <a:xfrm>
              <a:off x="3735388" y="1143000"/>
              <a:ext cx="11113" cy="11113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5 h 6"/>
                <a:gd name="T4" fmla="*/ 1 w 6"/>
                <a:gd name="T5" fmla="*/ 2 h 6"/>
                <a:gd name="T6" fmla="*/ 5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1228"/>
            <p:cNvSpPr>
              <a:spLocks/>
            </p:cNvSpPr>
            <p:nvPr userDrawn="1"/>
          </p:nvSpPr>
          <p:spPr bwMode="auto">
            <a:xfrm>
              <a:off x="3776663" y="820737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6" y="8"/>
                    <a:pt x="4" y="9"/>
                    <a:pt x="3" y="8"/>
                  </a:cubicBezTo>
                  <a:cubicBezTo>
                    <a:pt x="1" y="6"/>
                    <a:pt x="0" y="4"/>
                    <a:pt x="1" y="3"/>
                  </a:cubicBezTo>
                  <a:cubicBezTo>
                    <a:pt x="3" y="1"/>
                    <a:pt x="5" y="0"/>
                    <a:pt x="6" y="1"/>
                  </a:cubicBezTo>
                  <a:cubicBezTo>
                    <a:pt x="8" y="3"/>
                    <a:pt x="9" y="5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1229"/>
            <p:cNvSpPr>
              <a:spLocks/>
            </p:cNvSpPr>
            <p:nvPr userDrawn="1"/>
          </p:nvSpPr>
          <p:spPr bwMode="auto">
            <a:xfrm>
              <a:off x="811213" y="615950"/>
              <a:ext cx="9525" cy="12700"/>
            </a:xfrm>
            <a:custGeom>
              <a:avLst/>
              <a:gdLst>
                <a:gd name="T0" fmla="*/ 5 w 5"/>
                <a:gd name="T1" fmla="*/ 3 h 6"/>
                <a:gd name="T2" fmla="*/ 2 w 5"/>
                <a:gd name="T3" fmla="*/ 6 h 6"/>
                <a:gd name="T4" fmla="*/ 0 w 5"/>
                <a:gd name="T5" fmla="*/ 3 h 6"/>
                <a:gd name="T6" fmla="*/ 3 w 5"/>
                <a:gd name="T7" fmla="*/ 0 h 6"/>
                <a:gd name="T8" fmla="*/ 5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Oval 1230"/>
            <p:cNvSpPr>
              <a:spLocks noChangeArrowheads="1"/>
            </p:cNvSpPr>
            <p:nvPr userDrawn="1"/>
          </p:nvSpPr>
          <p:spPr bwMode="auto">
            <a:xfrm>
              <a:off x="4054476" y="512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1231"/>
            <p:cNvSpPr>
              <a:spLocks/>
            </p:cNvSpPr>
            <p:nvPr userDrawn="1"/>
          </p:nvSpPr>
          <p:spPr bwMode="auto">
            <a:xfrm>
              <a:off x="4305301" y="2241550"/>
              <a:ext cx="30163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1232"/>
            <p:cNvSpPr>
              <a:spLocks/>
            </p:cNvSpPr>
            <p:nvPr userDrawn="1"/>
          </p:nvSpPr>
          <p:spPr bwMode="auto">
            <a:xfrm>
              <a:off x="4275138" y="20097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7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1233"/>
            <p:cNvSpPr>
              <a:spLocks/>
            </p:cNvSpPr>
            <p:nvPr userDrawn="1"/>
          </p:nvSpPr>
          <p:spPr bwMode="auto">
            <a:xfrm>
              <a:off x="4243388" y="1916112"/>
              <a:ext cx="31750" cy="30163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1234"/>
            <p:cNvSpPr>
              <a:spLocks/>
            </p:cNvSpPr>
            <p:nvPr userDrawn="1"/>
          </p:nvSpPr>
          <p:spPr bwMode="auto">
            <a:xfrm>
              <a:off x="4786313" y="2036762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1235"/>
            <p:cNvSpPr>
              <a:spLocks/>
            </p:cNvSpPr>
            <p:nvPr userDrawn="1"/>
          </p:nvSpPr>
          <p:spPr bwMode="auto">
            <a:xfrm>
              <a:off x="4506913" y="2170113"/>
              <a:ext cx="11113" cy="12700"/>
            </a:xfrm>
            <a:custGeom>
              <a:avLst/>
              <a:gdLst>
                <a:gd name="T0" fmla="*/ 4 w 6"/>
                <a:gd name="T1" fmla="*/ 5 h 6"/>
                <a:gd name="T2" fmla="*/ 0 w 6"/>
                <a:gd name="T3" fmla="*/ 3 h 6"/>
                <a:gd name="T4" fmla="*/ 2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2" y="6"/>
                    <a:pt x="1" y="5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0"/>
                    <a:pt x="6" y="2"/>
                  </a:cubicBezTo>
                  <a:cubicBezTo>
                    <a:pt x="6" y="4"/>
                    <a:pt x="5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1236"/>
            <p:cNvSpPr>
              <a:spLocks/>
            </p:cNvSpPr>
            <p:nvPr userDrawn="1"/>
          </p:nvSpPr>
          <p:spPr bwMode="auto">
            <a:xfrm>
              <a:off x="4125913" y="1852612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0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Oval 1237"/>
            <p:cNvSpPr>
              <a:spLocks noChangeArrowheads="1"/>
            </p:cNvSpPr>
            <p:nvPr userDrawn="1"/>
          </p:nvSpPr>
          <p:spPr bwMode="auto">
            <a:xfrm>
              <a:off x="4451351" y="1498600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Oval 1238"/>
            <p:cNvSpPr>
              <a:spLocks noChangeArrowheads="1"/>
            </p:cNvSpPr>
            <p:nvPr userDrawn="1"/>
          </p:nvSpPr>
          <p:spPr bwMode="auto">
            <a:xfrm>
              <a:off x="4986338" y="1133475"/>
              <a:ext cx="17463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1239"/>
            <p:cNvSpPr>
              <a:spLocks/>
            </p:cNvSpPr>
            <p:nvPr userDrawn="1"/>
          </p:nvSpPr>
          <p:spPr bwMode="auto">
            <a:xfrm>
              <a:off x="3995738" y="1885950"/>
              <a:ext cx="25400" cy="26988"/>
            </a:xfrm>
            <a:custGeom>
              <a:avLst/>
              <a:gdLst>
                <a:gd name="T0" fmla="*/ 8 w 13"/>
                <a:gd name="T1" fmla="*/ 13 h 14"/>
                <a:gd name="T2" fmla="*/ 1 w 13"/>
                <a:gd name="T3" fmla="*/ 9 h 14"/>
                <a:gd name="T4" fmla="*/ 5 w 13"/>
                <a:gd name="T5" fmla="*/ 1 h 14"/>
                <a:gd name="T6" fmla="*/ 13 w 13"/>
                <a:gd name="T7" fmla="*/ 6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1" y="9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3" y="9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1240"/>
            <p:cNvSpPr>
              <a:spLocks/>
            </p:cNvSpPr>
            <p:nvPr userDrawn="1"/>
          </p:nvSpPr>
          <p:spPr bwMode="auto">
            <a:xfrm>
              <a:off x="3878263" y="687387"/>
              <a:ext cx="33338" cy="31750"/>
            </a:xfrm>
            <a:custGeom>
              <a:avLst/>
              <a:gdLst>
                <a:gd name="T0" fmla="*/ 15 w 17"/>
                <a:gd name="T1" fmla="*/ 11 h 16"/>
                <a:gd name="T2" fmla="*/ 5 w 17"/>
                <a:gd name="T3" fmla="*/ 14 h 16"/>
                <a:gd name="T4" fmla="*/ 2 w 17"/>
                <a:gd name="T5" fmla="*/ 5 h 16"/>
                <a:gd name="T6" fmla="*/ 12 w 17"/>
                <a:gd name="T7" fmla="*/ 1 h 16"/>
                <a:gd name="T8" fmla="*/ 15 w 17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1"/>
                  </a:moveTo>
                  <a:cubicBezTo>
                    <a:pt x="13" y="15"/>
                    <a:pt x="9" y="16"/>
                    <a:pt x="5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4" y="1"/>
                    <a:pt x="8" y="0"/>
                    <a:pt x="12" y="1"/>
                  </a:cubicBezTo>
                  <a:cubicBezTo>
                    <a:pt x="15" y="3"/>
                    <a:pt x="17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1241"/>
            <p:cNvSpPr>
              <a:spLocks/>
            </p:cNvSpPr>
            <p:nvPr userDrawn="1"/>
          </p:nvSpPr>
          <p:spPr bwMode="auto">
            <a:xfrm>
              <a:off x="1065213" y="1384300"/>
              <a:ext cx="31750" cy="31750"/>
            </a:xfrm>
            <a:custGeom>
              <a:avLst/>
              <a:gdLst>
                <a:gd name="T0" fmla="*/ 14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1 w 16"/>
                <a:gd name="T7" fmla="*/ 2 h 16"/>
                <a:gd name="T8" fmla="*/ 14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3" y="1"/>
                    <a:pt x="8" y="0"/>
                    <a:pt x="11" y="2"/>
                  </a:cubicBezTo>
                  <a:cubicBezTo>
                    <a:pt x="15" y="3"/>
                    <a:pt x="16" y="8"/>
                    <a:pt x="14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Freeform 1242"/>
            <p:cNvSpPr>
              <a:spLocks/>
            </p:cNvSpPr>
            <p:nvPr userDrawn="1"/>
          </p:nvSpPr>
          <p:spPr bwMode="auto">
            <a:xfrm>
              <a:off x="3910013" y="577850"/>
              <a:ext cx="28575" cy="28575"/>
            </a:xfrm>
            <a:custGeom>
              <a:avLst/>
              <a:gdLst>
                <a:gd name="T0" fmla="*/ 13 w 15"/>
                <a:gd name="T1" fmla="*/ 11 h 15"/>
                <a:gd name="T2" fmla="*/ 5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2" y="14"/>
                    <a:pt x="8" y="15"/>
                    <a:pt x="5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2"/>
                    <a:pt x="7" y="0"/>
                    <a:pt x="10" y="2"/>
                  </a:cubicBezTo>
                  <a:cubicBezTo>
                    <a:pt x="14" y="4"/>
                    <a:pt x="15" y="8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1243"/>
            <p:cNvSpPr>
              <a:spLocks/>
            </p:cNvSpPr>
            <p:nvPr userDrawn="1"/>
          </p:nvSpPr>
          <p:spPr bwMode="auto">
            <a:xfrm>
              <a:off x="2970213" y="284162"/>
              <a:ext cx="28575" cy="26988"/>
            </a:xfrm>
            <a:custGeom>
              <a:avLst/>
              <a:gdLst>
                <a:gd name="T0" fmla="*/ 13 w 14"/>
                <a:gd name="T1" fmla="*/ 10 h 14"/>
                <a:gd name="T2" fmla="*/ 4 w 14"/>
                <a:gd name="T3" fmla="*/ 12 h 14"/>
                <a:gd name="T4" fmla="*/ 1 w 14"/>
                <a:gd name="T5" fmla="*/ 4 h 14"/>
                <a:gd name="T6" fmla="*/ 10 w 14"/>
                <a:gd name="T7" fmla="*/ 1 h 14"/>
                <a:gd name="T8" fmla="*/ 13 w 14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10"/>
                  </a:moveTo>
                  <a:cubicBezTo>
                    <a:pt x="11" y="13"/>
                    <a:pt x="7" y="14"/>
                    <a:pt x="4" y="12"/>
                  </a:cubicBezTo>
                  <a:cubicBezTo>
                    <a:pt x="1" y="11"/>
                    <a:pt x="0" y="7"/>
                    <a:pt x="1" y="4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1244"/>
            <p:cNvSpPr>
              <a:spLocks/>
            </p:cNvSpPr>
            <p:nvPr userDrawn="1"/>
          </p:nvSpPr>
          <p:spPr bwMode="auto">
            <a:xfrm>
              <a:off x="3763963" y="903287"/>
              <a:ext cx="33338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2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1245"/>
            <p:cNvSpPr>
              <a:spLocks/>
            </p:cNvSpPr>
            <p:nvPr userDrawn="1"/>
          </p:nvSpPr>
          <p:spPr bwMode="auto">
            <a:xfrm>
              <a:off x="3833813" y="-222250"/>
              <a:ext cx="30163" cy="33338"/>
            </a:xfrm>
            <a:custGeom>
              <a:avLst/>
              <a:gdLst>
                <a:gd name="T0" fmla="*/ 14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1 w 16"/>
                <a:gd name="T7" fmla="*/ 2 h 17"/>
                <a:gd name="T8" fmla="*/ 14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4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3" y="2"/>
                    <a:pt x="8" y="0"/>
                    <a:pt x="11" y="2"/>
                  </a:cubicBezTo>
                  <a:cubicBezTo>
                    <a:pt x="15" y="4"/>
                    <a:pt x="16" y="8"/>
                    <a:pt x="1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1246"/>
            <p:cNvSpPr>
              <a:spLocks/>
            </p:cNvSpPr>
            <p:nvPr userDrawn="1"/>
          </p:nvSpPr>
          <p:spPr bwMode="auto">
            <a:xfrm>
              <a:off x="3724276" y="711200"/>
              <a:ext cx="31750" cy="33338"/>
            </a:xfrm>
            <a:custGeom>
              <a:avLst/>
              <a:gdLst>
                <a:gd name="T0" fmla="*/ 15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2 w 16"/>
                <a:gd name="T7" fmla="*/ 2 h 17"/>
                <a:gd name="T8" fmla="*/ 15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5" y="12"/>
                  </a:moveTo>
                  <a:cubicBezTo>
                    <a:pt x="13" y="15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1247"/>
            <p:cNvSpPr>
              <a:spLocks/>
            </p:cNvSpPr>
            <p:nvPr userDrawn="1"/>
          </p:nvSpPr>
          <p:spPr bwMode="auto">
            <a:xfrm>
              <a:off x="3567113" y="784225"/>
              <a:ext cx="34925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5"/>
                    <a:pt x="9" y="17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1248"/>
            <p:cNvSpPr>
              <a:spLocks/>
            </p:cNvSpPr>
            <p:nvPr userDrawn="1"/>
          </p:nvSpPr>
          <p:spPr bwMode="auto">
            <a:xfrm>
              <a:off x="3019426" y="598487"/>
              <a:ext cx="31750" cy="31750"/>
            </a:xfrm>
            <a:custGeom>
              <a:avLst/>
              <a:gdLst>
                <a:gd name="T0" fmla="*/ 15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2 w 16"/>
                <a:gd name="T7" fmla="*/ 2 h 16"/>
                <a:gd name="T8" fmla="*/ 15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5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3"/>
                    <a:pt x="16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1249"/>
            <p:cNvSpPr>
              <a:spLocks/>
            </p:cNvSpPr>
            <p:nvPr userDrawn="1"/>
          </p:nvSpPr>
          <p:spPr bwMode="auto">
            <a:xfrm>
              <a:off x="3186113" y="596900"/>
              <a:ext cx="33338" cy="31750"/>
            </a:xfrm>
            <a:custGeom>
              <a:avLst/>
              <a:gdLst>
                <a:gd name="T0" fmla="*/ 15 w 17"/>
                <a:gd name="T1" fmla="*/ 12 h 16"/>
                <a:gd name="T2" fmla="*/ 5 w 17"/>
                <a:gd name="T3" fmla="*/ 15 h 16"/>
                <a:gd name="T4" fmla="*/ 2 w 17"/>
                <a:gd name="T5" fmla="*/ 5 h 16"/>
                <a:gd name="T6" fmla="*/ 12 w 17"/>
                <a:gd name="T7" fmla="*/ 2 h 16"/>
                <a:gd name="T8" fmla="*/ 15 w 17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2"/>
                  </a:moveTo>
                  <a:cubicBezTo>
                    <a:pt x="13" y="15"/>
                    <a:pt x="9" y="16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6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1250"/>
            <p:cNvSpPr>
              <a:spLocks/>
            </p:cNvSpPr>
            <p:nvPr userDrawn="1"/>
          </p:nvSpPr>
          <p:spPr bwMode="auto">
            <a:xfrm>
              <a:off x="3860801" y="636587"/>
              <a:ext cx="28575" cy="26988"/>
            </a:xfrm>
            <a:custGeom>
              <a:avLst/>
              <a:gdLst>
                <a:gd name="T0" fmla="*/ 13 w 15"/>
                <a:gd name="T1" fmla="*/ 10 h 14"/>
                <a:gd name="T2" fmla="*/ 5 w 15"/>
                <a:gd name="T3" fmla="*/ 12 h 14"/>
                <a:gd name="T4" fmla="*/ 2 w 15"/>
                <a:gd name="T5" fmla="*/ 4 h 14"/>
                <a:gd name="T6" fmla="*/ 10 w 15"/>
                <a:gd name="T7" fmla="*/ 2 h 14"/>
                <a:gd name="T8" fmla="*/ 13 w 15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13" y="10"/>
                  </a:moveTo>
                  <a:cubicBezTo>
                    <a:pt x="11" y="13"/>
                    <a:pt x="8" y="14"/>
                    <a:pt x="5" y="12"/>
                  </a:cubicBezTo>
                  <a:cubicBezTo>
                    <a:pt x="2" y="11"/>
                    <a:pt x="0" y="7"/>
                    <a:pt x="2" y="4"/>
                  </a:cubicBezTo>
                  <a:cubicBezTo>
                    <a:pt x="4" y="1"/>
                    <a:pt x="7" y="0"/>
                    <a:pt x="10" y="2"/>
                  </a:cubicBezTo>
                  <a:cubicBezTo>
                    <a:pt x="13" y="3"/>
                    <a:pt x="15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1251"/>
            <p:cNvSpPr>
              <a:spLocks/>
            </p:cNvSpPr>
            <p:nvPr userDrawn="1"/>
          </p:nvSpPr>
          <p:spPr bwMode="auto">
            <a:xfrm>
              <a:off x="3730626" y="1058862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7" y="8"/>
                    <a:pt x="5" y="9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1252"/>
            <p:cNvSpPr>
              <a:spLocks/>
            </p:cNvSpPr>
            <p:nvPr userDrawn="1"/>
          </p:nvSpPr>
          <p:spPr bwMode="auto">
            <a:xfrm>
              <a:off x="4043363" y="592137"/>
              <a:ext cx="11113" cy="12700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6 h 6"/>
                <a:gd name="T4" fmla="*/ 1 w 6"/>
                <a:gd name="T5" fmla="*/ 2 h 6"/>
                <a:gd name="T6" fmla="*/ 4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1253"/>
            <p:cNvSpPr>
              <a:spLocks/>
            </p:cNvSpPr>
            <p:nvPr userDrawn="1"/>
          </p:nvSpPr>
          <p:spPr bwMode="auto">
            <a:xfrm>
              <a:off x="4305301" y="561975"/>
              <a:ext cx="20638" cy="23813"/>
            </a:xfrm>
            <a:custGeom>
              <a:avLst/>
              <a:gdLst>
                <a:gd name="T0" fmla="*/ 10 w 11"/>
                <a:gd name="T1" fmla="*/ 8 h 12"/>
                <a:gd name="T2" fmla="*/ 4 w 11"/>
                <a:gd name="T3" fmla="*/ 10 h 12"/>
                <a:gd name="T4" fmla="*/ 2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1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1254"/>
            <p:cNvSpPr>
              <a:spLocks/>
            </p:cNvSpPr>
            <p:nvPr userDrawn="1"/>
          </p:nvSpPr>
          <p:spPr bwMode="auto">
            <a:xfrm>
              <a:off x="4079876" y="663575"/>
              <a:ext cx="22225" cy="23813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1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5" y="12"/>
                    <a:pt x="3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1255"/>
            <p:cNvSpPr>
              <a:spLocks/>
            </p:cNvSpPr>
            <p:nvPr userDrawn="1"/>
          </p:nvSpPr>
          <p:spPr bwMode="auto">
            <a:xfrm>
              <a:off x="3835401" y="555625"/>
              <a:ext cx="26988" cy="30163"/>
            </a:xfrm>
            <a:custGeom>
              <a:avLst/>
              <a:gdLst>
                <a:gd name="T0" fmla="*/ 13 w 14"/>
                <a:gd name="T1" fmla="*/ 10 h 15"/>
                <a:gd name="T2" fmla="*/ 4 w 14"/>
                <a:gd name="T3" fmla="*/ 13 h 15"/>
                <a:gd name="T4" fmla="*/ 1 w 14"/>
                <a:gd name="T5" fmla="*/ 4 h 15"/>
                <a:gd name="T6" fmla="*/ 10 w 14"/>
                <a:gd name="T7" fmla="*/ 2 h 15"/>
                <a:gd name="T8" fmla="*/ 13 w 14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3" y="10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1"/>
                    <a:pt x="0" y="8"/>
                    <a:pt x="1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1256"/>
            <p:cNvSpPr>
              <a:spLocks/>
            </p:cNvSpPr>
            <p:nvPr userDrawn="1"/>
          </p:nvSpPr>
          <p:spPr bwMode="auto">
            <a:xfrm>
              <a:off x="3930651" y="663575"/>
              <a:ext cx="15875" cy="15875"/>
            </a:xfrm>
            <a:custGeom>
              <a:avLst/>
              <a:gdLst>
                <a:gd name="T0" fmla="*/ 7 w 8"/>
                <a:gd name="T1" fmla="*/ 5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0 h 8"/>
                <a:gd name="T8" fmla="*/ 7 w 8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5"/>
                  </a:moveTo>
                  <a:cubicBezTo>
                    <a:pt x="7" y="7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1"/>
                    <a:pt x="8" y="4"/>
                    <a:pt x="7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1257"/>
            <p:cNvSpPr>
              <a:spLocks/>
            </p:cNvSpPr>
            <p:nvPr userDrawn="1"/>
          </p:nvSpPr>
          <p:spPr bwMode="auto">
            <a:xfrm>
              <a:off x="2655888" y="49212"/>
              <a:ext cx="15875" cy="15875"/>
            </a:xfrm>
            <a:custGeom>
              <a:avLst/>
              <a:gdLst>
                <a:gd name="T0" fmla="*/ 8 w 8"/>
                <a:gd name="T1" fmla="*/ 6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8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7" y="8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8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1258"/>
            <p:cNvSpPr>
              <a:spLocks/>
            </p:cNvSpPr>
            <p:nvPr userDrawn="1"/>
          </p:nvSpPr>
          <p:spPr bwMode="auto">
            <a:xfrm>
              <a:off x="3962401" y="8366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1259"/>
            <p:cNvSpPr>
              <a:spLocks/>
            </p:cNvSpPr>
            <p:nvPr userDrawn="1"/>
          </p:nvSpPr>
          <p:spPr bwMode="auto">
            <a:xfrm>
              <a:off x="2746376" y="4302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2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6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" name="Freeform 1260"/>
            <p:cNvSpPr>
              <a:spLocks/>
            </p:cNvSpPr>
            <p:nvPr userDrawn="1"/>
          </p:nvSpPr>
          <p:spPr bwMode="auto">
            <a:xfrm>
              <a:off x="4016376" y="-55563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" name="Freeform 1261"/>
            <p:cNvSpPr>
              <a:spLocks/>
            </p:cNvSpPr>
            <p:nvPr userDrawn="1"/>
          </p:nvSpPr>
          <p:spPr bwMode="auto">
            <a:xfrm>
              <a:off x="3830638" y="86042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4 w 11"/>
                <a:gd name="T3" fmla="*/ 10 h 11"/>
                <a:gd name="T4" fmla="*/ 2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" name="Freeform 1262"/>
            <p:cNvSpPr>
              <a:spLocks/>
            </p:cNvSpPr>
            <p:nvPr userDrawn="1"/>
          </p:nvSpPr>
          <p:spPr bwMode="auto">
            <a:xfrm>
              <a:off x="3870326" y="928687"/>
              <a:ext cx="15875" cy="17463"/>
            </a:xfrm>
            <a:custGeom>
              <a:avLst/>
              <a:gdLst>
                <a:gd name="T0" fmla="*/ 7 w 8"/>
                <a:gd name="T1" fmla="*/ 6 h 9"/>
                <a:gd name="T2" fmla="*/ 2 w 8"/>
                <a:gd name="T3" fmla="*/ 8 h 9"/>
                <a:gd name="T4" fmla="*/ 0 w 8"/>
                <a:gd name="T5" fmla="*/ 3 h 9"/>
                <a:gd name="T6" fmla="*/ 5 w 8"/>
                <a:gd name="T7" fmla="*/ 1 h 9"/>
                <a:gd name="T8" fmla="*/ 7 w 8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6"/>
                  </a:moveTo>
                  <a:cubicBezTo>
                    <a:pt x="6" y="8"/>
                    <a:pt x="4" y="9"/>
                    <a:pt x="2" y="8"/>
                  </a:cubicBezTo>
                  <a:cubicBezTo>
                    <a:pt x="0" y="7"/>
                    <a:pt x="0" y="5"/>
                    <a:pt x="0" y="3"/>
                  </a:cubicBezTo>
                  <a:cubicBezTo>
                    <a:pt x="1" y="1"/>
                    <a:pt x="4" y="0"/>
                    <a:pt x="5" y="1"/>
                  </a:cubicBezTo>
                  <a:cubicBezTo>
                    <a:pt x="7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" name="Freeform 1263"/>
            <p:cNvSpPr>
              <a:spLocks/>
            </p:cNvSpPr>
            <p:nvPr userDrawn="1"/>
          </p:nvSpPr>
          <p:spPr bwMode="auto">
            <a:xfrm>
              <a:off x="4186238" y="108267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5" y="0"/>
                    <a:pt x="8" y="1"/>
                  </a:cubicBezTo>
                  <a:cubicBezTo>
                    <a:pt x="10" y="3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" name="Freeform 1264"/>
            <p:cNvSpPr>
              <a:spLocks/>
            </p:cNvSpPr>
            <p:nvPr userDrawn="1"/>
          </p:nvSpPr>
          <p:spPr bwMode="auto">
            <a:xfrm>
              <a:off x="3844926" y="496887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3 w 12"/>
                <a:gd name="T3" fmla="*/ 10 h 11"/>
                <a:gd name="T4" fmla="*/ 1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" name="Freeform 1265"/>
            <p:cNvSpPr>
              <a:spLocks/>
            </p:cNvSpPr>
            <p:nvPr userDrawn="1"/>
          </p:nvSpPr>
          <p:spPr bwMode="auto">
            <a:xfrm>
              <a:off x="3765551" y="1001712"/>
              <a:ext cx="30163" cy="30163"/>
            </a:xfrm>
            <a:custGeom>
              <a:avLst/>
              <a:gdLst>
                <a:gd name="T0" fmla="*/ 13 w 15"/>
                <a:gd name="T1" fmla="*/ 11 h 15"/>
                <a:gd name="T2" fmla="*/ 4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4"/>
                    <a:pt x="15" y="7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" name="Freeform 1266"/>
            <p:cNvSpPr>
              <a:spLocks/>
            </p:cNvSpPr>
            <p:nvPr userDrawn="1"/>
          </p:nvSpPr>
          <p:spPr bwMode="auto">
            <a:xfrm>
              <a:off x="3803651" y="685800"/>
              <a:ext cx="25400" cy="26988"/>
            </a:xfrm>
            <a:custGeom>
              <a:avLst/>
              <a:gdLst>
                <a:gd name="T0" fmla="*/ 5 w 13"/>
                <a:gd name="T1" fmla="*/ 13 h 14"/>
                <a:gd name="T2" fmla="*/ 1 w 13"/>
                <a:gd name="T3" fmla="*/ 5 h 14"/>
                <a:gd name="T4" fmla="*/ 8 w 13"/>
                <a:gd name="T5" fmla="*/ 1 h 14"/>
                <a:gd name="T6" fmla="*/ 13 w 13"/>
                <a:gd name="T7" fmla="*/ 8 h 14"/>
                <a:gd name="T8" fmla="*/ 5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5" y="13"/>
                  </a:moveTo>
                  <a:cubicBezTo>
                    <a:pt x="2" y="12"/>
                    <a:pt x="0" y="9"/>
                    <a:pt x="1" y="5"/>
                  </a:cubicBez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3" y="8"/>
                  </a:cubicBezTo>
                  <a:cubicBezTo>
                    <a:pt x="12" y="12"/>
                    <a:pt x="8" y="14"/>
                    <a:pt x="5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" name="Freeform 1267"/>
            <p:cNvSpPr>
              <a:spLocks/>
            </p:cNvSpPr>
            <p:nvPr userDrawn="1"/>
          </p:nvSpPr>
          <p:spPr bwMode="auto">
            <a:xfrm>
              <a:off x="4699001" y="942975"/>
              <a:ext cx="14288" cy="11113"/>
            </a:xfrm>
            <a:custGeom>
              <a:avLst/>
              <a:gdLst>
                <a:gd name="T0" fmla="*/ 4 w 7"/>
                <a:gd name="T1" fmla="*/ 5 h 6"/>
                <a:gd name="T2" fmla="*/ 1 w 7"/>
                <a:gd name="T3" fmla="*/ 3 h 6"/>
                <a:gd name="T4" fmla="*/ 3 w 7"/>
                <a:gd name="T5" fmla="*/ 0 h 6"/>
                <a:gd name="T6" fmla="*/ 6 w 7"/>
                <a:gd name="T7" fmla="*/ 2 h 6"/>
                <a:gd name="T8" fmla="*/ 4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" name="Oval 1268"/>
            <p:cNvSpPr>
              <a:spLocks noChangeArrowheads="1"/>
            </p:cNvSpPr>
            <p:nvPr userDrawn="1"/>
          </p:nvSpPr>
          <p:spPr bwMode="auto">
            <a:xfrm>
              <a:off x="2598738" y="1663700"/>
              <a:ext cx="28575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" name="Oval 1269"/>
            <p:cNvSpPr>
              <a:spLocks noChangeArrowheads="1"/>
            </p:cNvSpPr>
            <p:nvPr userDrawn="1"/>
          </p:nvSpPr>
          <p:spPr bwMode="auto">
            <a:xfrm>
              <a:off x="865188" y="1581150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" name="Oval 1270"/>
            <p:cNvSpPr>
              <a:spLocks noChangeArrowheads="1"/>
            </p:cNvSpPr>
            <p:nvPr userDrawn="1"/>
          </p:nvSpPr>
          <p:spPr bwMode="auto">
            <a:xfrm>
              <a:off x="2679701" y="16478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" name="Oval 1271"/>
            <p:cNvSpPr>
              <a:spLocks noChangeArrowheads="1"/>
            </p:cNvSpPr>
            <p:nvPr userDrawn="1"/>
          </p:nvSpPr>
          <p:spPr bwMode="auto">
            <a:xfrm>
              <a:off x="2298701" y="1360487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" name="Oval 1272"/>
            <p:cNvSpPr>
              <a:spLocks noChangeArrowheads="1"/>
            </p:cNvSpPr>
            <p:nvPr userDrawn="1"/>
          </p:nvSpPr>
          <p:spPr bwMode="auto">
            <a:xfrm>
              <a:off x="2239963" y="1487487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" name="Oval 1273"/>
            <p:cNvSpPr>
              <a:spLocks noChangeArrowheads="1"/>
            </p:cNvSpPr>
            <p:nvPr userDrawn="1"/>
          </p:nvSpPr>
          <p:spPr bwMode="auto">
            <a:xfrm>
              <a:off x="2570163" y="1619250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" name="Oval 1274"/>
            <p:cNvSpPr>
              <a:spLocks noChangeArrowheads="1"/>
            </p:cNvSpPr>
            <p:nvPr userDrawn="1"/>
          </p:nvSpPr>
          <p:spPr bwMode="auto">
            <a:xfrm>
              <a:off x="2309813" y="1495425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" name="Oval 1275"/>
            <p:cNvSpPr>
              <a:spLocks noChangeArrowheads="1"/>
            </p:cNvSpPr>
            <p:nvPr userDrawn="1"/>
          </p:nvSpPr>
          <p:spPr bwMode="auto">
            <a:xfrm>
              <a:off x="2481263" y="1644650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" name="Freeform 1276"/>
            <p:cNvSpPr>
              <a:spLocks/>
            </p:cNvSpPr>
            <p:nvPr userDrawn="1"/>
          </p:nvSpPr>
          <p:spPr bwMode="auto">
            <a:xfrm>
              <a:off x="2395538" y="1660525"/>
              <a:ext cx="11113" cy="11113"/>
            </a:xfrm>
            <a:custGeom>
              <a:avLst/>
              <a:gdLst>
                <a:gd name="T0" fmla="*/ 5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5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" name="Freeform 1277"/>
            <p:cNvSpPr>
              <a:spLocks/>
            </p:cNvSpPr>
            <p:nvPr userDrawn="1"/>
          </p:nvSpPr>
          <p:spPr bwMode="auto">
            <a:xfrm>
              <a:off x="2646363" y="1577975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" name="Freeform 1278"/>
            <p:cNvSpPr>
              <a:spLocks/>
            </p:cNvSpPr>
            <p:nvPr userDrawn="1"/>
          </p:nvSpPr>
          <p:spPr bwMode="auto">
            <a:xfrm>
              <a:off x="2432051" y="1730375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10" y="10"/>
                    <a:pt x="7" y="11"/>
                    <a:pt x="4" y="10"/>
                  </a:cubicBezTo>
                  <a:cubicBezTo>
                    <a:pt x="2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" name="Freeform 1279"/>
            <p:cNvSpPr>
              <a:spLocks/>
            </p:cNvSpPr>
            <p:nvPr userDrawn="1"/>
          </p:nvSpPr>
          <p:spPr bwMode="auto">
            <a:xfrm>
              <a:off x="2784476" y="1730375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" name="Freeform 1280"/>
            <p:cNvSpPr>
              <a:spLocks/>
            </p:cNvSpPr>
            <p:nvPr userDrawn="1"/>
          </p:nvSpPr>
          <p:spPr bwMode="auto">
            <a:xfrm>
              <a:off x="2598738" y="1743075"/>
              <a:ext cx="23813" cy="22225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5" name="Oval 1281"/>
            <p:cNvSpPr>
              <a:spLocks noChangeArrowheads="1"/>
            </p:cNvSpPr>
            <p:nvPr userDrawn="1"/>
          </p:nvSpPr>
          <p:spPr bwMode="auto">
            <a:xfrm>
              <a:off x="2428876" y="1589087"/>
              <a:ext cx="19050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6" name="Freeform 1282"/>
            <p:cNvSpPr>
              <a:spLocks/>
            </p:cNvSpPr>
            <p:nvPr userDrawn="1"/>
          </p:nvSpPr>
          <p:spPr bwMode="auto">
            <a:xfrm>
              <a:off x="2143126" y="1398587"/>
              <a:ext cx="12700" cy="11113"/>
            </a:xfrm>
            <a:custGeom>
              <a:avLst/>
              <a:gdLst>
                <a:gd name="T0" fmla="*/ 4 w 6"/>
                <a:gd name="T1" fmla="*/ 5 h 6"/>
                <a:gd name="T2" fmla="*/ 1 w 6"/>
                <a:gd name="T3" fmla="*/ 3 h 6"/>
                <a:gd name="T4" fmla="*/ 3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6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7" name="Freeform 1283"/>
            <p:cNvSpPr>
              <a:spLocks/>
            </p:cNvSpPr>
            <p:nvPr userDrawn="1"/>
          </p:nvSpPr>
          <p:spPr bwMode="auto">
            <a:xfrm>
              <a:off x="3479801" y="773112"/>
              <a:ext cx="12700" cy="14288"/>
            </a:xfrm>
            <a:custGeom>
              <a:avLst/>
              <a:gdLst>
                <a:gd name="T0" fmla="*/ 4 w 7"/>
                <a:gd name="T1" fmla="*/ 6 h 7"/>
                <a:gd name="T2" fmla="*/ 1 w 7"/>
                <a:gd name="T3" fmla="*/ 4 h 7"/>
                <a:gd name="T4" fmla="*/ 3 w 7"/>
                <a:gd name="T5" fmla="*/ 1 h 7"/>
                <a:gd name="T6" fmla="*/ 6 w 7"/>
                <a:gd name="T7" fmla="*/ 3 h 7"/>
                <a:gd name="T8" fmla="*/ 4 w 7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3" y="7"/>
                    <a:pt x="1" y="6"/>
                    <a:pt x="1" y="4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7" y="4"/>
                    <a:pt x="6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8" name="Oval 1284"/>
            <p:cNvSpPr>
              <a:spLocks noChangeArrowheads="1"/>
            </p:cNvSpPr>
            <p:nvPr userDrawn="1"/>
          </p:nvSpPr>
          <p:spPr bwMode="auto">
            <a:xfrm>
              <a:off x="3098801" y="465137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9" name="Oval 1285"/>
            <p:cNvSpPr>
              <a:spLocks noChangeArrowheads="1"/>
            </p:cNvSpPr>
            <p:nvPr userDrawn="1"/>
          </p:nvSpPr>
          <p:spPr bwMode="auto">
            <a:xfrm>
              <a:off x="3178176" y="450850"/>
              <a:ext cx="26988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0" name="Oval 1286"/>
            <p:cNvSpPr>
              <a:spLocks noChangeArrowheads="1"/>
            </p:cNvSpPr>
            <p:nvPr userDrawn="1"/>
          </p:nvSpPr>
          <p:spPr bwMode="auto">
            <a:xfrm>
              <a:off x="2738438" y="288925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1" name="Oval 1287"/>
            <p:cNvSpPr>
              <a:spLocks noChangeArrowheads="1"/>
            </p:cNvSpPr>
            <p:nvPr userDrawn="1"/>
          </p:nvSpPr>
          <p:spPr bwMode="auto">
            <a:xfrm>
              <a:off x="3068638" y="422275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2" name="Oval 1288"/>
            <p:cNvSpPr>
              <a:spLocks noChangeArrowheads="1"/>
            </p:cNvSpPr>
            <p:nvPr userDrawn="1"/>
          </p:nvSpPr>
          <p:spPr bwMode="auto">
            <a:xfrm>
              <a:off x="2809876" y="298450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3" name="Oval 1289"/>
            <p:cNvSpPr>
              <a:spLocks noChangeArrowheads="1"/>
            </p:cNvSpPr>
            <p:nvPr userDrawn="1"/>
          </p:nvSpPr>
          <p:spPr bwMode="auto">
            <a:xfrm>
              <a:off x="2982913" y="4476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4" name="Freeform 1290"/>
            <p:cNvSpPr>
              <a:spLocks/>
            </p:cNvSpPr>
            <p:nvPr userDrawn="1"/>
          </p:nvSpPr>
          <p:spPr bwMode="auto">
            <a:xfrm>
              <a:off x="2894013" y="461962"/>
              <a:ext cx="14288" cy="12700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5" name="Freeform 1291"/>
            <p:cNvSpPr>
              <a:spLocks/>
            </p:cNvSpPr>
            <p:nvPr userDrawn="1"/>
          </p:nvSpPr>
          <p:spPr bwMode="auto">
            <a:xfrm>
              <a:off x="3148013" y="379412"/>
              <a:ext cx="20638" cy="22225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0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6" name="Freeform 1292"/>
            <p:cNvSpPr>
              <a:spLocks/>
            </p:cNvSpPr>
            <p:nvPr userDrawn="1"/>
          </p:nvSpPr>
          <p:spPr bwMode="auto">
            <a:xfrm>
              <a:off x="2933701" y="531812"/>
              <a:ext cx="23813" cy="23813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7" name="Freeform 1293"/>
            <p:cNvSpPr>
              <a:spLocks/>
            </p:cNvSpPr>
            <p:nvPr userDrawn="1"/>
          </p:nvSpPr>
          <p:spPr bwMode="auto">
            <a:xfrm>
              <a:off x="3284538" y="533400"/>
              <a:ext cx="12700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8" name="Freeform 1294"/>
            <p:cNvSpPr>
              <a:spLocks/>
            </p:cNvSpPr>
            <p:nvPr userDrawn="1"/>
          </p:nvSpPr>
          <p:spPr bwMode="auto">
            <a:xfrm>
              <a:off x="3100388" y="546100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9" name="Oval 1295"/>
            <p:cNvSpPr>
              <a:spLocks noChangeArrowheads="1"/>
            </p:cNvSpPr>
            <p:nvPr userDrawn="1"/>
          </p:nvSpPr>
          <p:spPr bwMode="auto">
            <a:xfrm>
              <a:off x="2928938" y="39052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0" name="Freeform 1296"/>
            <p:cNvSpPr>
              <a:spLocks/>
            </p:cNvSpPr>
            <p:nvPr userDrawn="1"/>
          </p:nvSpPr>
          <p:spPr bwMode="auto">
            <a:xfrm>
              <a:off x="2644776" y="200025"/>
              <a:ext cx="11113" cy="11113"/>
            </a:xfrm>
            <a:custGeom>
              <a:avLst/>
              <a:gdLst>
                <a:gd name="T0" fmla="*/ 4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6 w 6"/>
                <a:gd name="T7" fmla="*/ 3 h 6"/>
                <a:gd name="T8" fmla="*/ 4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2" y="6"/>
                    <a:pt x="1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6" y="3"/>
                  </a:cubicBezTo>
                  <a:cubicBezTo>
                    <a:pt x="6" y="4"/>
                    <a:pt x="5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1" name="Freeform 1297"/>
            <p:cNvSpPr>
              <a:spLocks/>
            </p:cNvSpPr>
            <p:nvPr userDrawn="1"/>
          </p:nvSpPr>
          <p:spPr bwMode="auto">
            <a:xfrm>
              <a:off x="1192213" y="842962"/>
              <a:ext cx="31750" cy="33338"/>
            </a:xfrm>
            <a:custGeom>
              <a:avLst/>
              <a:gdLst>
                <a:gd name="T0" fmla="*/ 2 w 16"/>
                <a:gd name="T1" fmla="*/ 4 h 17"/>
                <a:gd name="T2" fmla="*/ 13 w 16"/>
                <a:gd name="T3" fmla="*/ 3 h 17"/>
                <a:gd name="T4" fmla="*/ 14 w 16"/>
                <a:gd name="T5" fmla="*/ 13 h 17"/>
                <a:gd name="T6" fmla="*/ 3 w 16"/>
                <a:gd name="T7" fmla="*/ 14 h 17"/>
                <a:gd name="T8" fmla="*/ 2 w 16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2" y="4"/>
                  </a:moveTo>
                  <a:cubicBezTo>
                    <a:pt x="5" y="1"/>
                    <a:pt x="9" y="0"/>
                    <a:pt x="13" y="3"/>
                  </a:cubicBezTo>
                  <a:cubicBezTo>
                    <a:pt x="16" y="6"/>
                    <a:pt x="16" y="10"/>
                    <a:pt x="14" y="13"/>
                  </a:cubicBezTo>
                  <a:cubicBezTo>
                    <a:pt x="11" y="16"/>
                    <a:pt x="6" y="17"/>
                    <a:pt x="3" y="14"/>
                  </a:cubicBezTo>
                  <a:cubicBezTo>
                    <a:pt x="0" y="12"/>
                    <a:pt x="0" y="7"/>
                    <a:pt x="2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2" name="Freeform 1298"/>
            <p:cNvSpPr>
              <a:spLocks/>
            </p:cNvSpPr>
            <p:nvPr userDrawn="1"/>
          </p:nvSpPr>
          <p:spPr bwMode="auto">
            <a:xfrm>
              <a:off x="1123951" y="809625"/>
              <a:ext cx="25400" cy="26988"/>
            </a:xfrm>
            <a:custGeom>
              <a:avLst/>
              <a:gdLst>
                <a:gd name="T0" fmla="*/ 2 w 13"/>
                <a:gd name="T1" fmla="*/ 3 h 14"/>
                <a:gd name="T2" fmla="*/ 10 w 13"/>
                <a:gd name="T3" fmla="*/ 2 h 14"/>
                <a:gd name="T4" fmla="*/ 11 w 13"/>
                <a:gd name="T5" fmla="*/ 11 h 14"/>
                <a:gd name="T6" fmla="*/ 3 w 13"/>
                <a:gd name="T7" fmla="*/ 12 h 14"/>
                <a:gd name="T8" fmla="*/ 2 w 13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2" y="3"/>
                  </a:moveTo>
                  <a:cubicBezTo>
                    <a:pt x="4" y="0"/>
                    <a:pt x="8" y="0"/>
                    <a:pt x="10" y="2"/>
                  </a:cubicBezTo>
                  <a:cubicBezTo>
                    <a:pt x="13" y="4"/>
                    <a:pt x="13" y="8"/>
                    <a:pt x="11" y="11"/>
                  </a:cubicBezTo>
                  <a:cubicBezTo>
                    <a:pt x="9" y="14"/>
                    <a:pt x="5" y="14"/>
                    <a:pt x="3" y="12"/>
                  </a:cubicBezTo>
                  <a:cubicBezTo>
                    <a:pt x="0" y="10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3" name="Freeform 1299"/>
            <p:cNvSpPr>
              <a:spLocks/>
            </p:cNvSpPr>
            <p:nvPr userDrawn="1"/>
          </p:nvSpPr>
          <p:spPr bwMode="auto">
            <a:xfrm>
              <a:off x="1365251" y="1227137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6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2"/>
                    <a:pt x="8" y="5"/>
                    <a:pt x="7" y="6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4" name="Freeform 1300"/>
            <p:cNvSpPr>
              <a:spLocks/>
            </p:cNvSpPr>
            <p:nvPr userDrawn="1"/>
          </p:nvSpPr>
          <p:spPr bwMode="auto">
            <a:xfrm>
              <a:off x="1192213" y="909637"/>
              <a:ext cx="22225" cy="20638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1 h 11"/>
                <a:gd name="T4" fmla="*/ 9 w 11"/>
                <a:gd name="T5" fmla="*/ 8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1"/>
                  </a:cubicBezTo>
                  <a:cubicBezTo>
                    <a:pt x="11" y="3"/>
                    <a:pt x="11" y="6"/>
                    <a:pt x="9" y="8"/>
                  </a:cubicBezTo>
                  <a:cubicBezTo>
                    <a:pt x="8" y="10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5" name="Freeform 1301"/>
            <p:cNvSpPr>
              <a:spLocks/>
            </p:cNvSpPr>
            <p:nvPr userDrawn="1"/>
          </p:nvSpPr>
          <p:spPr bwMode="auto">
            <a:xfrm>
              <a:off x="1311276" y="1162050"/>
              <a:ext cx="26988" cy="28575"/>
            </a:xfrm>
            <a:custGeom>
              <a:avLst/>
              <a:gdLst>
                <a:gd name="T0" fmla="*/ 2 w 14"/>
                <a:gd name="T1" fmla="*/ 3 h 14"/>
                <a:gd name="T2" fmla="*/ 11 w 14"/>
                <a:gd name="T3" fmla="*/ 2 h 14"/>
                <a:gd name="T4" fmla="*/ 12 w 14"/>
                <a:gd name="T5" fmla="*/ 11 h 14"/>
                <a:gd name="T6" fmla="*/ 3 w 14"/>
                <a:gd name="T7" fmla="*/ 12 h 14"/>
                <a:gd name="T8" fmla="*/ 2 w 14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2" y="3"/>
                  </a:moveTo>
                  <a:cubicBezTo>
                    <a:pt x="5" y="0"/>
                    <a:pt x="8" y="0"/>
                    <a:pt x="11" y="2"/>
                  </a:cubicBezTo>
                  <a:cubicBezTo>
                    <a:pt x="14" y="4"/>
                    <a:pt x="14" y="8"/>
                    <a:pt x="12" y="11"/>
                  </a:cubicBezTo>
                  <a:cubicBezTo>
                    <a:pt x="10" y="13"/>
                    <a:pt x="6" y="14"/>
                    <a:pt x="3" y="12"/>
                  </a:cubicBezTo>
                  <a:cubicBezTo>
                    <a:pt x="1" y="9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6" name="Freeform 1302"/>
            <p:cNvSpPr>
              <a:spLocks/>
            </p:cNvSpPr>
            <p:nvPr userDrawn="1"/>
          </p:nvSpPr>
          <p:spPr bwMode="auto">
            <a:xfrm>
              <a:off x="1279526" y="950912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7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1" y="6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7" name="Freeform 1303"/>
            <p:cNvSpPr>
              <a:spLocks/>
            </p:cNvSpPr>
            <p:nvPr userDrawn="1"/>
          </p:nvSpPr>
          <p:spPr bwMode="auto">
            <a:xfrm>
              <a:off x="1357313" y="996950"/>
              <a:ext cx="14288" cy="12700"/>
            </a:xfrm>
            <a:custGeom>
              <a:avLst/>
              <a:gdLst>
                <a:gd name="T0" fmla="*/ 2 w 7"/>
                <a:gd name="T1" fmla="*/ 1 h 6"/>
                <a:gd name="T2" fmla="*/ 6 w 7"/>
                <a:gd name="T3" fmla="*/ 2 h 6"/>
                <a:gd name="T4" fmla="*/ 5 w 7"/>
                <a:gd name="T5" fmla="*/ 6 h 6"/>
                <a:gd name="T6" fmla="*/ 1 w 7"/>
                <a:gd name="T7" fmla="*/ 4 h 6"/>
                <a:gd name="T8" fmla="*/ 2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1"/>
                  </a:moveTo>
                  <a:cubicBezTo>
                    <a:pt x="4" y="0"/>
                    <a:pt x="5" y="1"/>
                    <a:pt x="6" y="2"/>
                  </a:cubicBezTo>
                  <a:cubicBezTo>
                    <a:pt x="7" y="3"/>
                    <a:pt x="6" y="5"/>
                    <a:pt x="5" y="6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8" name="Freeform 1304"/>
            <p:cNvSpPr>
              <a:spLocks/>
            </p:cNvSpPr>
            <p:nvPr userDrawn="1"/>
          </p:nvSpPr>
          <p:spPr bwMode="auto">
            <a:xfrm>
              <a:off x="1106488" y="889000"/>
              <a:ext cx="20638" cy="22225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7 w 11"/>
                <a:gd name="T5" fmla="*/ 10 h 11"/>
                <a:gd name="T6" fmla="*/ 1 w 11"/>
                <a:gd name="T7" fmla="*/ 7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8"/>
                    <a:pt x="7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9" name="Freeform 1305"/>
            <p:cNvSpPr>
              <a:spLocks/>
            </p:cNvSpPr>
            <p:nvPr userDrawn="1"/>
          </p:nvSpPr>
          <p:spPr bwMode="auto">
            <a:xfrm>
              <a:off x="1366838" y="908050"/>
              <a:ext cx="22225" cy="20638"/>
            </a:xfrm>
            <a:custGeom>
              <a:avLst/>
              <a:gdLst>
                <a:gd name="T0" fmla="*/ 4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7 h 11"/>
                <a:gd name="T8" fmla="*/ 4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4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" name="Freeform 1306"/>
            <p:cNvSpPr>
              <a:spLocks/>
            </p:cNvSpPr>
            <p:nvPr userDrawn="1"/>
          </p:nvSpPr>
          <p:spPr bwMode="auto">
            <a:xfrm>
              <a:off x="1101726" y="693737"/>
              <a:ext cx="14288" cy="12700"/>
            </a:xfrm>
            <a:custGeom>
              <a:avLst/>
              <a:gdLst>
                <a:gd name="T0" fmla="*/ 3 w 7"/>
                <a:gd name="T1" fmla="*/ 1 h 7"/>
                <a:gd name="T2" fmla="*/ 6 w 7"/>
                <a:gd name="T3" fmla="*/ 2 h 7"/>
                <a:gd name="T4" fmla="*/ 5 w 7"/>
                <a:gd name="T5" fmla="*/ 6 h 7"/>
                <a:gd name="T6" fmla="*/ 1 w 7"/>
                <a:gd name="T7" fmla="*/ 5 h 7"/>
                <a:gd name="T8" fmla="*/ 3 w 7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1"/>
                  </a:move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6"/>
                    <a:pt x="5" y="6"/>
                  </a:cubicBezTo>
                  <a:cubicBezTo>
                    <a:pt x="3" y="7"/>
                    <a:pt x="2" y="6"/>
                    <a:pt x="1" y="5"/>
                  </a:cubicBezTo>
                  <a:cubicBezTo>
                    <a:pt x="0" y="3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" name="Freeform 1307"/>
            <p:cNvSpPr>
              <a:spLocks/>
            </p:cNvSpPr>
            <p:nvPr userDrawn="1"/>
          </p:nvSpPr>
          <p:spPr bwMode="auto">
            <a:xfrm>
              <a:off x="1247776" y="792162"/>
              <a:ext cx="22225" cy="20638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8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8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2" name="Freeform 1308"/>
            <p:cNvSpPr>
              <a:spLocks/>
            </p:cNvSpPr>
            <p:nvPr userDrawn="1"/>
          </p:nvSpPr>
          <p:spPr bwMode="auto">
            <a:xfrm>
              <a:off x="1281113" y="1020762"/>
              <a:ext cx="22225" cy="22225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2 h 11"/>
                <a:gd name="T4" fmla="*/ 9 w 11"/>
                <a:gd name="T5" fmla="*/ 9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2"/>
                  </a:cubicBezTo>
                  <a:cubicBezTo>
                    <a:pt x="11" y="3"/>
                    <a:pt x="11" y="7"/>
                    <a:pt x="9" y="9"/>
                  </a:cubicBezTo>
                  <a:cubicBezTo>
                    <a:pt x="8" y="11"/>
                    <a:pt x="4" y="11"/>
                    <a:pt x="2" y="9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3" name="Freeform 1309"/>
            <p:cNvSpPr>
              <a:spLocks/>
            </p:cNvSpPr>
            <p:nvPr userDrawn="1"/>
          </p:nvSpPr>
          <p:spPr bwMode="auto">
            <a:xfrm>
              <a:off x="1385888" y="1358900"/>
              <a:ext cx="11113" cy="12700"/>
            </a:xfrm>
            <a:custGeom>
              <a:avLst/>
              <a:gdLst>
                <a:gd name="T0" fmla="*/ 4 w 6"/>
                <a:gd name="T1" fmla="*/ 1 h 6"/>
                <a:gd name="T2" fmla="*/ 5 w 6"/>
                <a:gd name="T3" fmla="*/ 4 h 6"/>
                <a:gd name="T4" fmla="*/ 2 w 6"/>
                <a:gd name="T5" fmla="*/ 6 h 6"/>
                <a:gd name="T6" fmla="*/ 0 w 6"/>
                <a:gd name="T7" fmla="*/ 2 h 6"/>
                <a:gd name="T8" fmla="*/ 4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4" name="Freeform 1310"/>
            <p:cNvSpPr>
              <a:spLocks/>
            </p:cNvSpPr>
            <p:nvPr userDrawn="1"/>
          </p:nvSpPr>
          <p:spPr bwMode="auto">
            <a:xfrm>
              <a:off x="4297363" y="1490662"/>
              <a:ext cx="15875" cy="15875"/>
            </a:xfrm>
            <a:custGeom>
              <a:avLst/>
              <a:gdLst>
                <a:gd name="T0" fmla="*/ 5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5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5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8" y="5"/>
                    <a:pt x="7" y="7"/>
                    <a:pt x="5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5" name="Oval 1311"/>
            <p:cNvSpPr>
              <a:spLocks noChangeArrowheads="1"/>
            </p:cNvSpPr>
            <p:nvPr userDrawn="1"/>
          </p:nvSpPr>
          <p:spPr bwMode="auto">
            <a:xfrm>
              <a:off x="1552576" y="1984375"/>
              <a:ext cx="26988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6" name="Oval 1312"/>
            <p:cNvSpPr>
              <a:spLocks noChangeArrowheads="1"/>
            </p:cNvSpPr>
            <p:nvPr userDrawn="1"/>
          </p:nvSpPr>
          <p:spPr bwMode="auto">
            <a:xfrm>
              <a:off x="1643063" y="178752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7" name="Oval 1313"/>
            <p:cNvSpPr>
              <a:spLocks noChangeArrowheads="1"/>
            </p:cNvSpPr>
            <p:nvPr userDrawn="1"/>
          </p:nvSpPr>
          <p:spPr bwMode="auto">
            <a:xfrm>
              <a:off x="1390651" y="1589087"/>
              <a:ext cx="30163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8" name="Oval 1314"/>
            <p:cNvSpPr>
              <a:spLocks noChangeArrowheads="1"/>
            </p:cNvSpPr>
            <p:nvPr userDrawn="1"/>
          </p:nvSpPr>
          <p:spPr bwMode="auto">
            <a:xfrm>
              <a:off x="1254126" y="1760537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9" name="Oval 1315"/>
            <p:cNvSpPr>
              <a:spLocks noChangeArrowheads="1"/>
            </p:cNvSpPr>
            <p:nvPr userDrawn="1"/>
          </p:nvSpPr>
          <p:spPr bwMode="auto">
            <a:xfrm>
              <a:off x="1870076" y="1500187"/>
              <a:ext cx="14288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0" name="Oval 1316"/>
            <p:cNvSpPr>
              <a:spLocks noChangeArrowheads="1"/>
            </p:cNvSpPr>
            <p:nvPr userDrawn="1"/>
          </p:nvSpPr>
          <p:spPr bwMode="auto">
            <a:xfrm>
              <a:off x="1825626" y="1979612"/>
              <a:ext cx="9525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1" name="Oval 1317"/>
            <p:cNvSpPr>
              <a:spLocks noChangeArrowheads="1"/>
            </p:cNvSpPr>
            <p:nvPr userDrawn="1"/>
          </p:nvSpPr>
          <p:spPr bwMode="auto">
            <a:xfrm>
              <a:off x="1027113" y="2252663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2" name="Oval 1318"/>
            <p:cNvSpPr>
              <a:spLocks noChangeArrowheads="1"/>
            </p:cNvSpPr>
            <p:nvPr userDrawn="1"/>
          </p:nvSpPr>
          <p:spPr bwMode="auto">
            <a:xfrm>
              <a:off x="1593851" y="1670050"/>
              <a:ext cx="11113" cy="111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3" name="Oval 1319"/>
            <p:cNvSpPr>
              <a:spLocks noChangeArrowheads="1"/>
            </p:cNvSpPr>
            <p:nvPr userDrawn="1"/>
          </p:nvSpPr>
          <p:spPr bwMode="auto">
            <a:xfrm>
              <a:off x="1808163" y="1889125"/>
              <a:ext cx="17463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4" name="Oval 1320"/>
            <p:cNvSpPr>
              <a:spLocks noChangeArrowheads="1"/>
            </p:cNvSpPr>
            <p:nvPr userDrawn="1"/>
          </p:nvSpPr>
          <p:spPr bwMode="auto">
            <a:xfrm>
              <a:off x="1662113" y="1712912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5" name="Oval 1321"/>
            <p:cNvSpPr>
              <a:spLocks noChangeArrowheads="1"/>
            </p:cNvSpPr>
            <p:nvPr userDrawn="1"/>
          </p:nvSpPr>
          <p:spPr bwMode="auto">
            <a:xfrm>
              <a:off x="1571626" y="2149475"/>
              <a:ext cx="30163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6" name="Oval 1322"/>
            <p:cNvSpPr>
              <a:spLocks noChangeArrowheads="1"/>
            </p:cNvSpPr>
            <p:nvPr userDrawn="1"/>
          </p:nvSpPr>
          <p:spPr bwMode="auto">
            <a:xfrm>
              <a:off x="1509713" y="179387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7" name="Oval 1323"/>
            <p:cNvSpPr>
              <a:spLocks noChangeArrowheads="1"/>
            </p:cNvSpPr>
            <p:nvPr userDrawn="1"/>
          </p:nvSpPr>
          <p:spPr bwMode="auto">
            <a:xfrm>
              <a:off x="1370013" y="1724025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8" name="Oval 1324"/>
            <p:cNvSpPr>
              <a:spLocks noChangeArrowheads="1"/>
            </p:cNvSpPr>
            <p:nvPr userDrawn="1"/>
          </p:nvSpPr>
          <p:spPr bwMode="auto">
            <a:xfrm>
              <a:off x="1709738" y="18065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9" name="Oval 1325"/>
            <p:cNvSpPr>
              <a:spLocks noChangeArrowheads="1"/>
            </p:cNvSpPr>
            <p:nvPr userDrawn="1"/>
          </p:nvSpPr>
          <p:spPr bwMode="auto">
            <a:xfrm>
              <a:off x="1598613" y="2219325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0" name="Oval 1326"/>
            <p:cNvSpPr>
              <a:spLocks noChangeArrowheads="1"/>
            </p:cNvSpPr>
            <p:nvPr userDrawn="1"/>
          </p:nvSpPr>
          <p:spPr bwMode="auto">
            <a:xfrm>
              <a:off x="1636713" y="1920875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1" name="Oval 1327"/>
            <p:cNvSpPr>
              <a:spLocks noChangeArrowheads="1"/>
            </p:cNvSpPr>
            <p:nvPr userDrawn="1"/>
          </p:nvSpPr>
          <p:spPr bwMode="auto">
            <a:xfrm>
              <a:off x="1909763" y="1716087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2" name="Oval 1328"/>
            <p:cNvSpPr>
              <a:spLocks noChangeArrowheads="1"/>
            </p:cNvSpPr>
            <p:nvPr userDrawn="1"/>
          </p:nvSpPr>
          <p:spPr bwMode="auto">
            <a:xfrm>
              <a:off x="1689101" y="1655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3" name="Oval 1329"/>
            <p:cNvSpPr>
              <a:spLocks noChangeArrowheads="1"/>
            </p:cNvSpPr>
            <p:nvPr userDrawn="1"/>
          </p:nvSpPr>
          <p:spPr bwMode="auto">
            <a:xfrm>
              <a:off x="1695451" y="2132012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4" name="Oval 1330"/>
            <p:cNvSpPr>
              <a:spLocks noChangeArrowheads="1"/>
            </p:cNvSpPr>
            <p:nvPr userDrawn="1"/>
          </p:nvSpPr>
          <p:spPr bwMode="auto">
            <a:xfrm>
              <a:off x="1597026" y="204628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5" name="Oval 1331"/>
            <p:cNvSpPr>
              <a:spLocks noChangeArrowheads="1"/>
            </p:cNvSpPr>
            <p:nvPr userDrawn="1"/>
          </p:nvSpPr>
          <p:spPr bwMode="auto">
            <a:xfrm>
              <a:off x="1751013" y="2198688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6" name="Oval 1332"/>
            <p:cNvSpPr>
              <a:spLocks noChangeArrowheads="1"/>
            </p:cNvSpPr>
            <p:nvPr userDrawn="1"/>
          </p:nvSpPr>
          <p:spPr bwMode="auto">
            <a:xfrm>
              <a:off x="1704976" y="1892300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7" name="Oval 1333"/>
            <p:cNvSpPr>
              <a:spLocks noChangeArrowheads="1"/>
            </p:cNvSpPr>
            <p:nvPr userDrawn="1"/>
          </p:nvSpPr>
          <p:spPr bwMode="auto">
            <a:xfrm>
              <a:off x="1865313" y="1600200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8" name="Oval 1334"/>
            <p:cNvSpPr>
              <a:spLocks noChangeArrowheads="1"/>
            </p:cNvSpPr>
            <p:nvPr userDrawn="1"/>
          </p:nvSpPr>
          <p:spPr bwMode="auto">
            <a:xfrm>
              <a:off x="1408113" y="1604962"/>
              <a:ext cx="11113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9" name="Oval 1335"/>
            <p:cNvSpPr>
              <a:spLocks noChangeArrowheads="1"/>
            </p:cNvSpPr>
            <p:nvPr userDrawn="1"/>
          </p:nvSpPr>
          <p:spPr bwMode="auto">
            <a:xfrm>
              <a:off x="1666876" y="1473200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0" name="Oval 1336"/>
            <p:cNvSpPr>
              <a:spLocks noChangeArrowheads="1"/>
            </p:cNvSpPr>
            <p:nvPr userDrawn="1"/>
          </p:nvSpPr>
          <p:spPr bwMode="auto">
            <a:xfrm>
              <a:off x="1630363" y="158591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1" name="Freeform 1337"/>
            <p:cNvSpPr>
              <a:spLocks/>
            </p:cNvSpPr>
            <p:nvPr userDrawn="1"/>
          </p:nvSpPr>
          <p:spPr bwMode="auto">
            <a:xfrm>
              <a:off x="1509713" y="1484312"/>
              <a:ext cx="26988" cy="28575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9 h 14"/>
                <a:gd name="T4" fmla="*/ 5 w 14"/>
                <a:gd name="T5" fmla="*/ 1 h 14"/>
                <a:gd name="T6" fmla="*/ 13 w 14"/>
                <a:gd name="T7" fmla="*/ 6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2" name="Freeform 1338"/>
            <p:cNvSpPr>
              <a:spLocks/>
            </p:cNvSpPr>
            <p:nvPr userDrawn="1"/>
          </p:nvSpPr>
          <p:spPr bwMode="auto">
            <a:xfrm>
              <a:off x="1730376" y="1463675"/>
              <a:ext cx="20638" cy="20638"/>
            </a:xfrm>
            <a:custGeom>
              <a:avLst/>
              <a:gdLst>
                <a:gd name="T0" fmla="*/ 6 w 10"/>
                <a:gd name="T1" fmla="*/ 10 h 11"/>
                <a:gd name="T2" fmla="*/ 0 w 10"/>
                <a:gd name="T3" fmla="*/ 7 h 11"/>
                <a:gd name="T4" fmla="*/ 4 w 10"/>
                <a:gd name="T5" fmla="*/ 1 h 11"/>
                <a:gd name="T6" fmla="*/ 10 w 10"/>
                <a:gd name="T7" fmla="*/ 4 h 11"/>
                <a:gd name="T8" fmla="*/ 6 w 10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6" y="10"/>
                  </a:moveTo>
                  <a:cubicBezTo>
                    <a:pt x="4" y="11"/>
                    <a:pt x="1" y="9"/>
                    <a:pt x="0" y="7"/>
                  </a:cubicBezTo>
                  <a:cubicBezTo>
                    <a:pt x="0" y="4"/>
                    <a:pt x="1" y="1"/>
                    <a:pt x="4" y="1"/>
                  </a:cubicBezTo>
                  <a:cubicBezTo>
                    <a:pt x="6" y="0"/>
                    <a:pt x="9" y="1"/>
                    <a:pt x="10" y="4"/>
                  </a:cubicBezTo>
                  <a:cubicBezTo>
                    <a:pt x="10" y="7"/>
                    <a:pt x="9" y="9"/>
                    <a:pt x="6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3" name="Freeform 1339"/>
            <p:cNvSpPr>
              <a:spLocks/>
            </p:cNvSpPr>
            <p:nvPr userDrawn="1"/>
          </p:nvSpPr>
          <p:spPr bwMode="auto">
            <a:xfrm>
              <a:off x="1462088" y="21621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9 h 16"/>
                <a:gd name="T4" fmla="*/ 7 w 16"/>
                <a:gd name="T5" fmla="*/ 0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4" y="2"/>
                    <a:pt x="15" y="6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4" name="Freeform 1340"/>
            <p:cNvSpPr>
              <a:spLocks/>
            </p:cNvSpPr>
            <p:nvPr userDrawn="1"/>
          </p:nvSpPr>
          <p:spPr bwMode="auto">
            <a:xfrm>
              <a:off x="1487488" y="2043112"/>
              <a:ext cx="31750" cy="31750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5" name="Freeform 1341"/>
            <p:cNvSpPr>
              <a:spLocks/>
            </p:cNvSpPr>
            <p:nvPr userDrawn="1"/>
          </p:nvSpPr>
          <p:spPr bwMode="auto">
            <a:xfrm>
              <a:off x="1457326" y="1951037"/>
              <a:ext cx="31750" cy="31750"/>
            </a:xfrm>
            <a:custGeom>
              <a:avLst/>
              <a:gdLst>
                <a:gd name="T0" fmla="*/ 9 w 16"/>
                <a:gd name="T1" fmla="*/ 15 h 16"/>
                <a:gd name="T2" fmla="*/ 1 w 16"/>
                <a:gd name="T3" fmla="*/ 9 h 16"/>
                <a:gd name="T4" fmla="*/ 6 w 16"/>
                <a:gd name="T5" fmla="*/ 1 h 16"/>
                <a:gd name="T6" fmla="*/ 15 w 16"/>
                <a:gd name="T7" fmla="*/ 6 h 16"/>
                <a:gd name="T8" fmla="*/ 9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9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9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6" name="Freeform 1342"/>
            <p:cNvSpPr>
              <a:spLocks/>
            </p:cNvSpPr>
            <p:nvPr userDrawn="1"/>
          </p:nvSpPr>
          <p:spPr bwMode="auto">
            <a:xfrm>
              <a:off x="1685926" y="2259013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7" name="Freeform 1343"/>
            <p:cNvSpPr>
              <a:spLocks/>
            </p:cNvSpPr>
            <p:nvPr userDrawn="1"/>
          </p:nvSpPr>
          <p:spPr bwMode="auto">
            <a:xfrm>
              <a:off x="1338263" y="1885950"/>
              <a:ext cx="28575" cy="26988"/>
            </a:xfrm>
            <a:custGeom>
              <a:avLst/>
              <a:gdLst>
                <a:gd name="T0" fmla="*/ 9 w 15"/>
                <a:gd name="T1" fmla="*/ 13 h 14"/>
                <a:gd name="T2" fmla="*/ 1 w 15"/>
                <a:gd name="T3" fmla="*/ 8 h 14"/>
                <a:gd name="T4" fmla="*/ 6 w 15"/>
                <a:gd name="T5" fmla="*/ 1 h 14"/>
                <a:gd name="T6" fmla="*/ 14 w 15"/>
                <a:gd name="T7" fmla="*/ 5 h 14"/>
                <a:gd name="T8" fmla="*/ 9 w 15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9" y="13"/>
                  </a:moveTo>
                  <a:cubicBezTo>
                    <a:pt x="6" y="14"/>
                    <a:pt x="2" y="12"/>
                    <a:pt x="1" y="8"/>
                  </a:cubicBez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4" y="5"/>
                  </a:cubicBezTo>
                  <a:cubicBezTo>
                    <a:pt x="15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8" name="Freeform 1344"/>
            <p:cNvSpPr>
              <a:spLocks/>
            </p:cNvSpPr>
            <p:nvPr userDrawn="1"/>
          </p:nvSpPr>
          <p:spPr bwMode="auto">
            <a:xfrm>
              <a:off x="949326" y="2149475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1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1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9" name="Oval 1345"/>
            <p:cNvSpPr>
              <a:spLocks noChangeArrowheads="1"/>
            </p:cNvSpPr>
            <p:nvPr userDrawn="1"/>
          </p:nvSpPr>
          <p:spPr bwMode="auto">
            <a:xfrm>
              <a:off x="1663701" y="15335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0" name="Freeform 1346"/>
            <p:cNvSpPr>
              <a:spLocks/>
            </p:cNvSpPr>
            <p:nvPr userDrawn="1"/>
          </p:nvSpPr>
          <p:spPr bwMode="auto">
            <a:xfrm>
              <a:off x="1579563" y="1249362"/>
              <a:ext cx="15875" cy="15875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4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8" y="5"/>
                    <a:pt x="6" y="7"/>
                    <a:pt x="4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1" name="Freeform 1347"/>
            <p:cNvSpPr>
              <a:spLocks/>
            </p:cNvSpPr>
            <p:nvPr userDrawn="1"/>
          </p:nvSpPr>
          <p:spPr bwMode="auto">
            <a:xfrm>
              <a:off x="2257426" y="836612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4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4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2" name="Freeform 1348"/>
            <p:cNvSpPr>
              <a:spLocks/>
            </p:cNvSpPr>
            <p:nvPr userDrawn="1"/>
          </p:nvSpPr>
          <p:spPr bwMode="auto">
            <a:xfrm>
              <a:off x="2146301" y="860425"/>
              <a:ext cx="26988" cy="26988"/>
            </a:xfrm>
            <a:custGeom>
              <a:avLst/>
              <a:gdLst>
                <a:gd name="T0" fmla="*/ 11 w 14"/>
                <a:gd name="T1" fmla="*/ 11 h 14"/>
                <a:gd name="T2" fmla="*/ 3 w 14"/>
                <a:gd name="T3" fmla="*/ 12 h 14"/>
                <a:gd name="T4" fmla="*/ 2 w 14"/>
                <a:gd name="T5" fmla="*/ 3 h 14"/>
                <a:gd name="T6" fmla="*/ 11 w 14"/>
                <a:gd name="T7" fmla="*/ 3 h 14"/>
                <a:gd name="T8" fmla="*/ 11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1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13" y="5"/>
                    <a:pt x="14" y="9"/>
                    <a:pt x="11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3" name="Freeform 1349"/>
            <p:cNvSpPr>
              <a:spLocks/>
            </p:cNvSpPr>
            <p:nvPr userDrawn="1"/>
          </p:nvSpPr>
          <p:spPr bwMode="auto">
            <a:xfrm>
              <a:off x="2206626" y="1066800"/>
              <a:ext cx="26988" cy="26988"/>
            </a:xfrm>
            <a:custGeom>
              <a:avLst/>
              <a:gdLst>
                <a:gd name="T0" fmla="*/ 12 w 14"/>
                <a:gd name="T1" fmla="*/ 11 h 14"/>
                <a:gd name="T2" fmla="*/ 3 w 14"/>
                <a:gd name="T3" fmla="*/ 12 h 14"/>
                <a:gd name="T4" fmla="*/ 2 w 14"/>
                <a:gd name="T5" fmla="*/ 2 h 14"/>
                <a:gd name="T6" fmla="*/ 11 w 14"/>
                <a:gd name="T7" fmla="*/ 2 h 14"/>
                <a:gd name="T8" fmla="*/ 12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2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4" y="9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4" name="Freeform 1350"/>
            <p:cNvSpPr>
              <a:spLocks/>
            </p:cNvSpPr>
            <p:nvPr userDrawn="1"/>
          </p:nvSpPr>
          <p:spPr bwMode="auto">
            <a:xfrm>
              <a:off x="2149476" y="920750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3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3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5" name="Freeform 1351"/>
            <p:cNvSpPr>
              <a:spLocks/>
            </p:cNvSpPr>
            <p:nvPr userDrawn="1"/>
          </p:nvSpPr>
          <p:spPr bwMode="auto">
            <a:xfrm>
              <a:off x="2266951" y="855662"/>
              <a:ext cx="14288" cy="12700"/>
            </a:xfrm>
            <a:custGeom>
              <a:avLst/>
              <a:gdLst>
                <a:gd name="T0" fmla="*/ 6 w 7"/>
                <a:gd name="T1" fmla="*/ 5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1 h 6"/>
                <a:gd name="T8" fmla="*/ 6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5"/>
                  </a:moveTo>
                  <a:cubicBezTo>
                    <a:pt x="4" y="6"/>
                    <a:pt x="3" y="6"/>
                    <a:pt x="2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7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6" name="Freeform 1352"/>
            <p:cNvSpPr>
              <a:spLocks/>
            </p:cNvSpPr>
            <p:nvPr userDrawn="1"/>
          </p:nvSpPr>
          <p:spPr bwMode="auto">
            <a:xfrm>
              <a:off x="1843088" y="360362"/>
              <a:ext cx="11113" cy="12700"/>
            </a:xfrm>
            <a:custGeom>
              <a:avLst/>
              <a:gdLst>
                <a:gd name="T0" fmla="*/ 5 w 6"/>
                <a:gd name="T1" fmla="*/ 5 h 6"/>
                <a:gd name="T2" fmla="*/ 1 w 6"/>
                <a:gd name="T3" fmla="*/ 5 h 6"/>
                <a:gd name="T4" fmla="*/ 1 w 6"/>
                <a:gd name="T5" fmla="*/ 1 h 6"/>
                <a:gd name="T6" fmla="*/ 5 w 6"/>
                <a:gd name="T7" fmla="*/ 1 h 6"/>
                <a:gd name="T8" fmla="*/ 5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7" name="Freeform 1353"/>
            <p:cNvSpPr>
              <a:spLocks/>
            </p:cNvSpPr>
            <p:nvPr userDrawn="1"/>
          </p:nvSpPr>
          <p:spPr bwMode="auto">
            <a:xfrm>
              <a:off x="2184401" y="785812"/>
              <a:ext cx="28575" cy="26988"/>
            </a:xfrm>
            <a:custGeom>
              <a:avLst/>
              <a:gdLst>
                <a:gd name="T0" fmla="*/ 4 w 14"/>
                <a:gd name="T1" fmla="*/ 13 h 14"/>
                <a:gd name="T2" fmla="*/ 2 w 14"/>
                <a:gd name="T3" fmla="*/ 4 h 14"/>
                <a:gd name="T4" fmla="*/ 10 w 14"/>
                <a:gd name="T5" fmla="*/ 2 h 14"/>
                <a:gd name="T6" fmla="*/ 13 w 14"/>
                <a:gd name="T7" fmla="*/ 10 h 14"/>
                <a:gd name="T8" fmla="*/ 4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4" y="13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ubicBezTo>
                    <a:pt x="11" y="13"/>
                    <a:pt x="7" y="14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8" name="Freeform 1354"/>
            <p:cNvSpPr>
              <a:spLocks/>
            </p:cNvSpPr>
            <p:nvPr userDrawn="1"/>
          </p:nvSpPr>
          <p:spPr bwMode="auto">
            <a:xfrm>
              <a:off x="1919288" y="1306512"/>
              <a:ext cx="31750" cy="31750"/>
            </a:xfrm>
            <a:custGeom>
              <a:avLst/>
              <a:gdLst>
                <a:gd name="T0" fmla="*/ 4 w 16"/>
                <a:gd name="T1" fmla="*/ 15 h 16"/>
                <a:gd name="T2" fmla="*/ 2 w 16"/>
                <a:gd name="T3" fmla="*/ 5 h 16"/>
                <a:gd name="T4" fmla="*/ 12 w 16"/>
                <a:gd name="T5" fmla="*/ 2 h 16"/>
                <a:gd name="T6" fmla="*/ 14 w 16"/>
                <a:gd name="T7" fmla="*/ 12 h 16"/>
                <a:gd name="T8" fmla="*/ 4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4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4" y="12"/>
                  </a:cubicBezTo>
                  <a:cubicBezTo>
                    <a:pt x="12" y="15"/>
                    <a:pt x="8" y="16"/>
                    <a:pt x="4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9" name="Freeform 1355"/>
            <p:cNvSpPr>
              <a:spLocks/>
            </p:cNvSpPr>
            <p:nvPr userDrawn="1"/>
          </p:nvSpPr>
          <p:spPr bwMode="auto">
            <a:xfrm>
              <a:off x="2017713" y="1236662"/>
              <a:ext cx="33338" cy="31750"/>
            </a:xfrm>
            <a:custGeom>
              <a:avLst/>
              <a:gdLst>
                <a:gd name="T0" fmla="*/ 5 w 17"/>
                <a:gd name="T1" fmla="*/ 14 h 16"/>
                <a:gd name="T2" fmla="*/ 2 w 17"/>
                <a:gd name="T3" fmla="*/ 4 h 16"/>
                <a:gd name="T4" fmla="*/ 12 w 17"/>
                <a:gd name="T5" fmla="*/ 2 h 16"/>
                <a:gd name="T6" fmla="*/ 15 w 17"/>
                <a:gd name="T7" fmla="*/ 12 h 16"/>
                <a:gd name="T8" fmla="*/ 5 w 1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6"/>
                    <a:pt x="5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0" name="Freeform 1356"/>
            <p:cNvSpPr>
              <a:spLocks/>
            </p:cNvSpPr>
            <p:nvPr userDrawn="1"/>
          </p:nvSpPr>
          <p:spPr bwMode="auto">
            <a:xfrm>
              <a:off x="2058988" y="1147762"/>
              <a:ext cx="33338" cy="33338"/>
            </a:xfrm>
            <a:custGeom>
              <a:avLst/>
              <a:gdLst>
                <a:gd name="T0" fmla="*/ 5 w 17"/>
                <a:gd name="T1" fmla="*/ 15 h 17"/>
                <a:gd name="T2" fmla="*/ 2 w 17"/>
                <a:gd name="T3" fmla="*/ 5 h 17"/>
                <a:gd name="T4" fmla="*/ 12 w 17"/>
                <a:gd name="T5" fmla="*/ 2 h 17"/>
                <a:gd name="T6" fmla="*/ 15 w 17"/>
                <a:gd name="T7" fmla="*/ 12 h 17"/>
                <a:gd name="T8" fmla="*/ 5 w 17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7"/>
                    <a:pt x="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1" name="Freeform 1357"/>
            <p:cNvSpPr>
              <a:spLocks/>
            </p:cNvSpPr>
            <p:nvPr userDrawn="1"/>
          </p:nvSpPr>
          <p:spPr bwMode="auto">
            <a:xfrm>
              <a:off x="2017713" y="1019175"/>
              <a:ext cx="30163" cy="26988"/>
            </a:xfrm>
            <a:custGeom>
              <a:avLst/>
              <a:gdLst>
                <a:gd name="T0" fmla="*/ 4 w 15"/>
                <a:gd name="T1" fmla="*/ 12 h 14"/>
                <a:gd name="T2" fmla="*/ 2 w 15"/>
                <a:gd name="T3" fmla="*/ 4 h 14"/>
                <a:gd name="T4" fmla="*/ 11 w 15"/>
                <a:gd name="T5" fmla="*/ 1 h 14"/>
                <a:gd name="T6" fmla="*/ 13 w 15"/>
                <a:gd name="T7" fmla="*/ 10 h 14"/>
                <a:gd name="T8" fmla="*/ 4 w 15"/>
                <a:gd name="T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4" y="12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4" y="1"/>
                    <a:pt x="8" y="0"/>
                    <a:pt x="11" y="1"/>
                  </a:cubicBezTo>
                  <a:cubicBezTo>
                    <a:pt x="14" y="3"/>
                    <a:pt x="15" y="7"/>
                    <a:pt x="13" y="10"/>
                  </a:cubicBezTo>
                  <a:cubicBezTo>
                    <a:pt x="11" y="13"/>
                    <a:pt x="7" y="14"/>
                    <a:pt x="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2" name="Freeform 1358"/>
            <p:cNvSpPr>
              <a:spLocks/>
            </p:cNvSpPr>
            <p:nvPr userDrawn="1"/>
          </p:nvSpPr>
          <p:spPr bwMode="auto">
            <a:xfrm>
              <a:off x="2392363" y="868362"/>
              <a:ext cx="19050" cy="15875"/>
            </a:xfrm>
            <a:custGeom>
              <a:avLst/>
              <a:gdLst>
                <a:gd name="T0" fmla="*/ 3 w 9"/>
                <a:gd name="T1" fmla="*/ 7 h 8"/>
                <a:gd name="T2" fmla="*/ 1 w 9"/>
                <a:gd name="T3" fmla="*/ 2 h 8"/>
                <a:gd name="T4" fmla="*/ 6 w 9"/>
                <a:gd name="T5" fmla="*/ 1 h 8"/>
                <a:gd name="T6" fmla="*/ 8 w 9"/>
                <a:gd name="T7" fmla="*/ 6 h 8"/>
                <a:gd name="T8" fmla="*/ 3 w 9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3" y="7"/>
                  </a:move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ubicBezTo>
                    <a:pt x="7" y="8"/>
                    <a:pt x="5" y="8"/>
                    <a:pt x="3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3" name="Freeform 1359"/>
            <p:cNvSpPr>
              <a:spLocks/>
            </p:cNvSpPr>
            <p:nvPr userDrawn="1"/>
          </p:nvSpPr>
          <p:spPr bwMode="auto">
            <a:xfrm>
              <a:off x="2330451" y="-149225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4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4" name="Freeform 1360"/>
            <p:cNvSpPr>
              <a:spLocks/>
            </p:cNvSpPr>
            <p:nvPr userDrawn="1"/>
          </p:nvSpPr>
          <p:spPr bwMode="auto">
            <a:xfrm>
              <a:off x="4114801" y="566737"/>
              <a:ext cx="11113" cy="12700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5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5" name="Freeform 1361"/>
            <p:cNvSpPr>
              <a:spLocks/>
            </p:cNvSpPr>
            <p:nvPr userDrawn="1"/>
          </p:nvSpPr>
          <p:spPr bwMode="auto">
            <a:xfrm>
              <a:off x="4116388" y="1346200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6" name="Freeform 1362"/>
            <p:cNvSpPr>
              <a:spLocks/>
            </p:cNvSpPr>
            <p:nvPr userDrawn="1"/>
          </p:nvSpPr>
          <p:spPr bwMode="auto">
            <a:xfrm>
              <a:off x="3748088" y="2036762"/>
              <a:ext cx="28575" cy="28575"/>
            </a:xfrm>
            <a:custGeom>
              <a:avLst/>
              <a:gdLst>
                <a:gd name="T0" fmla="*/ 6 w 14"/>
                <a:gd name="T1" fmla="*/ 14 h 14"/>
                <a:gd name="T2" fmla="*/ 1 w 14"/>
                <a:gd name="T3" fmla="*/ 6 h 14"/>
                <a:gd name="T4" fmla="*/ 9 w 14"/>
                <a:gd name="T5" fmla="*/ 1 h 14"/>
                <a:gd name="T6" fmla="*/ 13 w 14"/>
                <a:gd name="T7" fmla="*/ 9 h 14"/>
                <a:gd name="T8" fmla="*/ 6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6" y="14"/>
                  </a:moveTo>
                  <a:cubicBezTo>
                    <a:pt x="2" y="13"/>
                    <a:pt x="0" y="9"/>
                    <a:pt x="1" y="6"/>
                  </a:cubicBezTo>
                  <a:cubicBezTo>
                    <a:pt x="2" y="2"/>
                    <a:pt x="5" y="0"/>
                    <a:pt x="9" y="1"/>
                  </a:cubicBezTo>
                  <a:cubicBezTo>
                    <a:pt x="12" y="2"/>
                    <a:pt x="14" y="5"/>
                    <a:pt x="13" y="9"/>
                  </a:cubicBezTo>
                  <a:cubicBezTo>
                    <a:pt x="13" y="12"/>
                    <a:pt x="9" y="14"/>
                    <a:pt x="6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367" name="Freeform 5"/>
          <p:cNvSpPr>
            <a:spLocks noEditPoints="1"/>
          </p:cNvSpPr>
          <p:nvPr userDrawn="1"/>
        </p:nvSpPr>
        <p:spPr bwMode="auto">
          <a:xfrm>
            <a:off x="-283719" y="1741504"/>
            <a:ext cx="22342151" cy="3465669"/>
          </a:xfrm>
          <a:custGeom>
            <a:avLst/>
            <a:gdLst>
              <a:gd name="T0" fmla="*/ 4054 w 4349"/>
              <a:gd name="T1" fmla="*/ 671 h 672"/>
              <a:gd name="T2" fmla="*/ 4054 w 4349"/>
              <a:gd name="T3" fmla="*/ 458 h 672"/>
              <a:gd name="T4" fmla="*/ 3721 w 4349"/>
              <a:gd name="T5" fmla="*/ 654 h 672"/>
              <a:gd name="T6" fmla="*/ 2886 w 4349"/>
              <a:gd name="T7" fmla="*/ 573 h 672"/>
              <a:gd name="T8" fmla="*/ 2903 w 4349"/>
              <a:gd name="T9" fmla="*/ 624 h 672"/>
              <a:gd name="T10" fmla="*/ 3374 w 4349"/>
              <a:gd name="T11" fmla="*/ 431 h 672"/>
              <a:gd name="T12" fmla="*/ 359 w 4349"/>
              <a:gd name="T13" fmla="*/ 461 h 672"/>
              <a:gd name="T14" fmla="*/ 2380 w 4349"/>
              <a:gd name="T15" fmla="*/ 423 h 672"/>
              <a:gd name="T16" fmla="*/ 231 w 4349"/>
              <a:gd name="T17" fmla="*/ 561 h 672"/>
              <a:gd name="T18" fmla="*/ 346 w 4349"/>
              <a:gd name="T19" fmla="*/ 390 h 672"/>
              <a:gd name="T20" fmla="*/ 528 w 4349"/>
              <a:gd name="T21" fmla="*/ 613 h 672"/>
              <a:gd name="T22" fmla="*/ 685 w 4349"/>
              <a:gd name="T23" fmla="*/ 445 h 672"/>
              <a:gd name="T24" fmla="*/ 734 w 4349"/>
              <a:gd name="T25" fmla="*/ 617 h 672"/>
              <a:gd name="T26" fmla="*/ 808 w 4349"/>
              <a:gd name="T27" fmla="*/ 629 h 672"/>
              <a:gd name="T28" fmla="*/ 833 w 4349"/>
              <a:gd name="T29" fmla="*/ 415 h 672"/>
              <a:gd name="T30" fmla="*/ 894 w 4349"/>
              <a:gd name="T31" fmla="*/ 257 h 672"/>
              <a:gd name="T32" fmla="*/ 841 w 4349"/>
              <a:gd name="T33" fmla="*/ 600 h 672"/>
              <a:gd name="T34" fmla="*/ 1121 w 4349"/>
              <a:gd name="T35" fmla="*/ 442 h 672"/>
              <a:gd name="T36" fmla="*/ 1157 w 4349"/>
              <a:gd name="T37" fmla="*/ 568 h 672"/>
              <a:gd name="T38" fmla="*/ 1339 w 4349"/>
              <a:gd name="T39" fmla="*/ 442 h 672"/>
              <a:gd name="T40" fmla="*/ 1524 w 4349"/>
              <a:gd name="T41" fmla="*/ 630 h 672"/>
              <a:gd name="T42" fmla="*/ 1706 w 4349"/>
              <a:gd name="T43" fmla="*/ 499 h 672"/>
              <a:gd name="T44" fmla="*/ 1909 w 4349"/>
              <a:gd name="T45" fmla="*/ 591 h 672"/>
              <a:gd name="T46" fmla="*/ 2072 w 4349"/>
              <a:gd name="T47" fmla="*/ 454 h 672"/>
              <a:gd name="T48" fmla="*/ 2316 w 4349"/>
              <a:gd name="T49" fmla="*/ 401 h 672"/>
              <a:gd name="T50" fmla="*/ 2488 w 4349"/>
              <a:gd name="T51" fmla="*/ 493 h 672"/>
              <a:gd name="T52" fmla="*/ 2494 w 4349"/>
              <a:gd name="T53" fmla="*/ 415 h 672"/>
              <a:gd name="T54" fmla="*/ 2620 w 4349"/>
              <a:gd name="T55" fmla="*/ 564 h 672"/>
              <a:gd name="T56" fmla="*/ 2901 w 4349"/>
              <a:gd name="T57" fmla="*/ 539 h 672"/>
              <a:gd name="T58" fmla="*/ 2960 w 4349"/>
              <a:gd name="T59" fmla="*/ 440 h 672"/>
              <a:gd name="T60" fmla="*/ 3098 w 4349"/>
              <a:gd name="T61" fmla="*/ 561 h 672"/>
              <a:gd name="T62" fmla="*/ 3227 w 4349"/>
              <a:gd name="T63" fmla="*/ 431 h 672"/>
              <a:gd name="T64" fmla="*/ 3037 w 4349"/>
              <a:gd name="T65" fmla="*/ 407 h 672"/>
              <a:gd name="T66" fmla="*/ 3311 w 4349"/>
              <a:gd name="T67" fmla="*/ 513 h 672"/>
              <a:gd name="T68" fmla="*/ 3687 w 4349"/>
              <a:gd name="T69" fmla="*/ 671 h 672"/>
              <a:gd name="T70" fmla="*/ 3577 w 4349"/>
              <a:gd name="T71" fmla="*/ 28 h 672"/>
              <a:gd name="T72" fmla="*/ 3717 w 4349"/>
              <a:gd name="T73" fmla="*/ 368 h 672"/>
              <a:gd name="T74" fmla="*/ 3830 w 4349"/>
              <a:gd name="T75" fmla="*/ 298 h 672"/>
              <a:gd name="T76" fmla="*/ 4105 w 4349"/>
              <a:gd name="T77" fmla="*/ 491 h 672"/>
              <a:gd name="T78" fmla="*/ 527 w 4349"/>
              <a:gd name="T79" fmla="*/ 454 h 672"/>
              <a:gd name="T80" fmla="*/ 700 w 4349"/>
              <a:gd name="T81" fmla="*/ 672 h 672"/>
              <a:gd name="T82" fmla="*/ 1347 w 4349"/>
              <a:gd name="T83" fmla="*/ 408 h 672"/>
              <a:gd name="T84" fmla="*/ 3859 w 4349"/>
              <a:gd name="T85" fmla="*/ 648 h 672"/>
              <a:gd name="T86" fmla="*/ 1594 w 4349"/>
              <a:gd name="T87" fmla="*/ 412 h 672"/>
              <a:gd name="T88" fmla="*/ 2033 w 4349"/>
              <a:gd name="T89" fmla="*/ 433 h 672"/>
              <a:gd name="T90" fmla="*/ 2724 w 4349"/>
              <a:gd name="T91" fmla="*/ 345 h 672"/>
              <a:gd name="T92" fmla="*/ 3392 w 4349"/>
              <a:gd name="T93" fmla="*/ 331 h 672"/>
              <a:gd name="T94" fmla="*/ 2269 w 4349"/>
              <a:gd name="T95" fmla="*/ 345 h 672"/>
              <a:gd name="T96" fmla="*/ 2322 w 4349"/>
              <a:gd name="T97" fmla="*/ 376 h 672"/>
              <a:gd name="T98" fmla="*/ 4000 w 4349"/>
              <a:gd name="T99" fmla="*/ 574 h 672"/>
              <a:gd name="T100" fmla="*/ 4079 w 4349"/>
              <a:gd name="T101" fmla="*/ 665 h 672"/>
              <a:gd name="T102" fmla="*/ 3686 w 4349"/>
              <a:gd name="T103" fmla="*/ 665 h 672"/>
              <a:gd name="T104" fmla="*/ 3718 w 4349"/>
              <a:gd name="T105" fmla="*/ 488 h 672"/>
              <a:gd name="T106" fmla="*/ 3862 w 4349"/>
              <a:gd name="T107" fmla="*/ 439 h 672"/>
              <a:gd name="T108" fmla="*/ 3545 w 4349"/>
              <a:gd name="T109" fmla="*/ 100 h 672"/>
              <a:gd name="T110" fmla="*/ 3394 w 4349"/>
              <a:gd name="T111" fmla="*/ 418 h 672"/>
              <a:gd name="T112" fmla="*/ 3573 w 4349"/>
              <a:gd name="T113" fmla="*/ 506 h 672"/>
              <a:gd name="T114" fmla="*/ 3612 w 4349"/>
              <a:gd name="T115" fmla="*/ 596 h 672"/>
              <a:gd name="T116" fmla="*/ 3087 w 4349"/>
              <a:gd name="T117" fmla="*/ 378 h 672"/>
              <a:gd name="T118" fmla="*/ 2902 w 4349"/>
              <a:gd name="T119" fmla="*/ 459 h 672"/>
              <a:gd name="T120" fmla="*/ 2436 w 4349"/>
              <a:gd name="T121" fmla="*/ 578 h 672"/>
              <a:gd name="T122" fmla="*/ 2539 w 4349"/>
              <a:gd name="T123" fmla="*/ 575 h 672"/>
              <a:gd name="T124" fmla="*/ 990 w 4349"/>
              <a:gd name="T125" fmla="*/ 603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349" h="672">
                <a:moveTo>
                  <a:pt x="4144" y="559"/>
                </a:moveTo>
                <a:cubicBezTo>
                  <a:pt x="4157" y="559"/>
                  <a:pt x="4157" y="559"/>
                  <a:pt x="4157" y="559"/>
                </a:cubicBezTo>
                <a:cubicBezTo>
                  <a:pt x="4157" y="561"/>
                  <a:pt x="4157" y="561"/>
                  <a:pt x="4157" y="561"/>
                </a:cubicBezTo>
                <a:cubicBezTo>
                  <a:pt x="4144" y="561"/>
                  <a:pt x="4144" y="561"/>
                  <a:pt x="4144" y="561"/>
                </a:cubicBezTo>
                <a:lnTo>
                  <a:pt x="4144" y="559"/>
                </a:lnTo>
                <a:close/>
                <a:moveTo>
                  <a:pt x="4144" y="565"/>
                </a:moveTo>
                <a:cubicBezTo>
                  <a:pt x="4157" y="565"/>
                  <a:pt x="4157" y="565"/>
                  <a:pt x="4157" y="565"/>
                </a:cubicBezTo>
                <a:cubicBezTo>
                  <a:pt x="4157" y="563"/>
                  <a:pt x="4157" y="563"/>
                  <a:pt x="4157" y="563"/>
                </a:cubicBezTo>
                <a:cubicBezTo>
                  <a:pt x="4144" y="563"/>
                  <a:pt x="4144" y="563"/>
                  <a:pt x="4144" y="563"/>
                </a:cubicBezTo>
                <a:lnTo>
                  <a:pt x="4144" y="565"/>
                </a:lnTo>
                <a:close/>
                <a:moveTo>
                  <a:pt x="4144" y="570"/>
                </a:moveTo>
                <a:cubicBezTo>
                  <a:pt x="4157" y="570"/>
                  <a:pt x="4157" y="570"/>
                  <a:pt x="4157" y="570"/>
                </a:cubicBezTo>
                <a:cubicBezTo>
                  <a:pt x="4157" y="568"/>
                  <a:pt x="4157" y="568"/>
                  <a:pt x="4157" y="568"/>
                </a:cubicBezTo>
                <a:cubicBezTo>
                  <a:pt x="4144" y="568"/>
                  <a:pt x="4144" y="568"/>
                  <a:pt x="4144" y="568"/>
                </a:cubicBezTo>
                <a:lnTo>
                  <a:pt x="4144" y="570"/>
                </a:lnTo>
                <a:close/>
                <a:moveTo>
                  <a:pt x="4144" y="575"/>
                </a:moveTo>
                <a:cubicBezTo>
                  <a:pt x="4157" y="575"/>
                  <a:pt x="4157" y="575"/>
                  <a:pt x="4157" y="575"/>
                </a:cubicBezTo>
                <a:cubicBezTo>
                  <a:pt x="4157" y="573"/>
                  <a:pt x="4157" y="573"/>
                  <a:pt x="4157" y="573"/>
                </a:cubicBezTo>
                <a:cubicBezTo>
                  <a:pt x="4144" y="573"/>
                  <a:pt x="4144" y="573"/>
                  <a:pt x="4144" y="573"/>
                </a:cubicBezTo>
                <a:lnTo>
                  <a:pt x="4144" y="575"/>
                </a:lnTo>
                <a:close/>
                <a:moveTo>
                  <a:pt x="4144" y="579"/>
                </a:moveTo>
                <a:cubicBezTo>
                  <a:pt x="4157" y="579"/>
                  <a:pt x="4157" y="579"/>
                  <a:pt x="4157" y="579"/>
                </a:cubicBezTo>
                <a:cubicBezTo>
                  <a:pt x="4157" y="577"/>
                  <a:pt x="4157" y="577"/>
                  <a:pt x="4157" y="577"/>
                </a:cubicBezTo>
                <a:cubicBezTo>
                  <a:pt x="4144" y="577"/>
                  <a:pt x="4144" y="577"/>
                  <a:pt x="4144" y="577"/>
                </a:cubicBezTo>
                <a:lnTo>
                  <a:pt x="4144" y="579"/>
                </a:lnTo>
                <a:close/>
                <a:moveTo>
                  <a:pt x="4144" y="584"/>
                </a:moveTo>
                <a:cubicBezTo>
                  <a:pt x="4157" y="584"/>
                  <a:pt x="4157" y="584"/>
                  <a:pt x="4157" y="584"/>
                </a:cubicBezTo>
                <a:cubicBezTo>
                  <a:pt x="4157" y="582"/>
                  <a:pt x="4157" y="582"/>
                  <a:pt x="4157" y="582"/>
                </a:cubicBezTo>
                <a:cubicBezTo>
                  <a:pt x="4144" y="582"/>
                  <a:pt x="4144" y="582"/>
                  <a:pt x="4144" y="582"/>
                </a:cubicBezTo>
                <a:lnTo>
                  <a:pt x="4144" y="584"/>
                </a:lnTo>
                <a:close/>
                <a:moveTo>
                  <a:pt x="4144" y="589"/>
                </a:moveTo>
                <a:cubicBezTo>
                  <a:pt x="4157" y="589"/>
                  <a:pt x="4157" y="589"/>
                  <a:pt x="4157" y="589"/>
                </a:cubicBezTo>
                <a:cubicBezTo>
                  <a:pt x="4157" y="586"/>
                  <a:pt x="4157" y="586"/>
                  <a:pt x="4157" y="586"/>
                </a:cubicBezTo>
                <a:cubicBezTo>
                  <a:pt x="4144" y="586"/>
                  <a:pt x="4144" y="586"/>
                  <a:pt x="4144" y="586"/>
                </a:cubicBezTo>
                <a:lnTo>
                  <a:pt x="4144" y="589"/>
                </a:lnTo>
                <a:close/>
                <a:moveTo>
                  <a:pt x="4144" y="593"/>
                </a:moveTo>
                <a:cubicBezTo>
                  <a:pt x="4157" y="593"/>
                  <a:pt x="4157" y="593"/>
                  <a:pt x="4157" y="593"/>
                </a:cubicBezTo>
                <a:cubicBezTo>
                  <a:pt x="4157" y="591"/>
                  <a:pt x="4157" y="591"/>
                  <a:pt x="4157" y="591"/>
                </a:cubicBezTo>
                <a:cubicBezTo>
                  <a:pt x="4144" y="591"/>
                  <a:pt x="4144" y="591"/>
                  <a:pt x="4144" y="591"/>
                </a:cubicBezTo>
                <a:lnTo>
                  <a:pt x="4144" y="593"/>
                </a:lnTo>
                <a:close/>
                <a:moveTo>
                  <a:pt x="4144" y="598"/>
                </a:moveTo>
                <a:cubicBezTo>
                  <a:pt x="4157" y="598"/>
                  <a:pt x="4157" y="598"/>
                  <a:pt x="4157" y="598"/>
                </a:cubicBezTo>
                <a:cubicBezTo>
                  <a:pt x="4157" y="596"/>
                  <a:pt x="4157" y="596"/>
                  <a:pt x="4157" y="596"/>
                </a:cubicBezTo>
                <a:cubicBezTo>
                  <a:pt x="4144" y="596"/>
                  <a:pt x="4144" y="596"/>
                  <a:pt x="4144" y="596"/>
                </a:cubicBezTo>
                <a:lnTo>
                  <a:pt x="4144" y="598"/>
                </a:lnTo>
                <a:close/>
                <a:moveTo>
                  <a:pt x="4144" y="603"/>
                </a:moveTo>
                <a:cubicBezTo>
                  <a:pt x="4157" y="603"/>
                  <a:pt x="4157" y="603"/>
                  <a:pt x="4157" y="603"/>
                </a:cubicBezTo>
                <a:cubicBezTo>
                  <a:pt x="4157" y="600"/>
                  <a:pt x="4157" y="600"/>
                  <a:pt x="4157" y="600"/>
                </a:cubicBezTo>
                <a:cubicBezTo>
                  <a:pt x="4144" y="600"/>
                  <a:pt x="4144" y="600"/>
                  <a:pt x="4144" y="600"/>
                </a:cubicBezTo>
                <a:lnTo>
                  <a:pt x="4144" y="603"/>
                </a:lnTo>
                <a:close/>
                <a:moveTo>
                  <a:pt x="4144" y="608"/>
                </a:moveTo>
                <a:cubicBezTo>
                  <a:pt x="4157" y="608"/>
                  <a:pt x="4157" y="608"/>
                  <a:pt x="4157" y="608"/>
                </a:cubicBezTo>
                <a:cubicBezTo>
                  <a:pt x="4157" y="606"/>
                  <a:pt x="4157" y="606"/>
                  <a:pt x="4157" y="606"/>
                </a:cubicBezTo>
                <a:cubicBezTo>
                  <a:pt x="4144" y="606"/>
                  <a:pt x="4144" y="606"/>
                  <a:pt x="4144" y="606"/>
                </a:cubicBezTo>
                <a:lnTo>
                  <a:pt x="4144" y="608"/>
                </a:lnTo>
                <a:close/>
                <a:moveTo>
                  <a:pt x="4144" y="613"/>
                </a:moveTo>
                <a:cubicBezTo>
                  <a:pt x="4157" y="613"/>
                  <a:pt x="4157" y="613"/>
                  <a:pt x="4157" y="613"/>
                </a:cubicBezTo>
                <a:cubicBezTo>
                  <a:pt x="4157" y="610"/>
                  <a:pt x="4157" y="610"/>
                  <a:pt x="4157" y="610"/>
                </a:cubicBezTo>
                <a:cubicBezTo>
                  <a:pt x="4144" y="610"/>
                  <a:pt x="4144" y="610"/>
                  <a:pt x="4144" y="610"/>
                </a:cubicBezTo>
                <a:lnTo>
                  <a:pt x="4144" y="613"/>
                </a:lnTo>
                <a:close/>
                <a:moveTo>
                  <a:pt x="4144" y="617"/>
                </a:moveTo>
                <a:cubicBezTo>
                  <a:pt x="4157" y="617"/>
                  <a:pt x="4157" y="617"/>
                  <a:pt x="4157" y="617"/>
                </a:cubicBezTo>
                <a:cubicBezTo>
                  <a:pt x="4157" y="615"/>
                  <a:pt x="4157" y="615"/>
                  <a:pt x="4157" y="615"/>
                </a:cubicBezTo>
                <a:cubicBezTo>
                  <a:pt x="4144" y="615"/>
                  <a:pt x="4144" y="615"/>
                  <a:pt x="4144" y="615"/>
                </a:cubicBezTo>
                <a:lnTo>
                  <a:pt x="4144" y="617"/>
                </a:lnTo>
                <a:close/>
                <a:moveTo>
                  <a:pt x="4144" y="622"/>
                </a:moveTo>
                <a:cubicBezTo>
                  <a:pt x="4157" y="622"/>
                  <a:pt x="4157" y="622"/>
                  <a:pt x="4157" y="622"/>
                </a:cubicBezTo>
                <a:cubicBezTo>
                  <a:pt x="4157" y="620"/>
                  <a:pt x="4157" y="620"/>
                  <a:pt x="4157" y="620"/>
                </a:cubicBezTo>
                <a:cubicBezTo>
                  <a:pt x="4144" y="620"/>
                  <a:pt x="4144" y="620"/>
                  <a:pt x="4144" y="620"/>
                </a:cubicBezTo>
                <a:lnTo>
                  <a:pt x="4144" y="622"/>
                </a:lnTo>
                <a:close/>
                <a:moveTo>
                  <a:pt x="4144" y="627"/>
                </a:moveTo>
                <a:cubicBezTo>
                  <a:pt x="4157" y="627"/>
                  <a:pt x="4157" y="627"/>
                  <a:pt x="4157" y="627"/>
                </a:cubicBezTo>
                <a:cubicBezTo>
                  <a:pt x="4157" y="624"/>
                  <a:pt x="4157" y="624"/>
                  <a:pt x="4157" y="624"/>
                </a:cubicBezTo>
                <a:cubicBezTo>
                  <a:pt x="4144" y="624"/>
                  <a:pt x="4144" y="624"/>
                  <a:pt x="4144" y="624"/>
                </a:cubicBezTo>
                <a:lnTo>
                  <a:pt x="4144" y="627"/>
                </a:lnTo>
                <a:close/>
                <a:moveTo>
                  <a:pt x="4144" y="631"/>
                </a:moveTo>
                <a:cubicBezTo>
                  <a:pt x="4157" y="631"/>
                  <a:pt x="4157" y="631"/>
                  <a:pt x="4157" y="631"/>
                </a:cubicBezTo>
                <a:cubicBezTo>
                  <a:pt x="4157" y="629"/>
                  <a:pt x="4157" y="629"/>
                  <a:pt x="4157" y="629"/>
                </a:cubicBezTo>
                <a:cubicBezTo>
                  <a:pt x="4144" y="629"/>
                  <a:pt x="4144" y="629"/>
                  <a:pt x="4144" y="629"/>
                </a:cubicBezTo>
                <a:lnTo>
                  <a:pt x="4144" y="631"/>
                </a:lnTo>
                <a:close/>
                <a:moveTo>
                  <a:pt x="4144" y="636"/>
                </a:moveTo>
                <a:cubicBezTo>
                  <a:pt x="4157" y="636"/>
                  <a:pt x="4157" y="636"/>
                  <a:pt x="4157" y="636"/>
                </a:cubicBezTo>
                <a:cubicBezTo>
                  <a:pt x="4157" y="634"/>
                  <a:pt x="4157" y="634"/>
                  <a:pt x="4157" y="634"/>
                </a:cubicBezTo>
                <a:cubicBezTo>
                  <a:pt x="4144" y="634"/>
                  <a:pt x="4144" y="634"/>
                  <a:pt x="4144" y="634"/>
                </a:cubicBezTo>
                <a:lnTo>
                  <a:pt x="4144" y="636"/>
                </a:lnTo>
                <a:close/>
                <a:moveTo>
                  <a:pt x="4144" y="640"/>
                </a:moveTo>
                <a:cubicBezTo>
                  <a:pt x="4157" y="640"/>
                  <a:pt x="4157" y="640"/>
                  <a:pt x="4157" y="640"/>
                </a:cubicBezTo>
                <a:cubicBezTo>
                  <a:pt x="4157" y="638"/>
                  <a:pt x="4157" y="638"/>
                  <a:pt x="4157" y="638"/>
                </a:cubicBezTo>
                <a:cubicBezTo>
                  <a:pt x="4144" y="638"/>
                  <a:pt x="4144" y="638"/>
                  <a:pt x="4144" y="638"/>
                </a:cubicBezTo>
                <a:lnTo>
                  <a:pt x="4144" y="640"/>
                </a:lnTo>
                <a:close/>
                <a:moveTo>
                  <a:pt x="4144" y="645"/>
                </a:moveTo>
                <a:cubicBezTo>
                  <a:pt x="4157" y="645"/>
                  <a:pt x="4157" y="645"/>
                  <a:pt x="4157" y="645"/>
                </a:cubicBezTo>
                <a:cubicBezTo>
                  <a:pt x="4157" y="643"/>
                  <a:pt x="4157" y="643"/>
                  <a:pt x="4157" y="643"/>
                </a:cubicBezTo>
                <a:cubicBezTo>
                  <a:pt x="4144" y="643"/>
                  <a:pt x="4144" y="643"/>
                  <a:pt x="4144" y="643"/>
                </a:cubicBezTo>
                <a:lnTo>
                  <a:pt x="4144" y="645"/>
                </a:lnTo>
                <a:close/>
                <a:moveTo>
                  <a:pt x="4144" y="650"/>
                </a:moveTo>
                <a:cubicBezTo>
                  <a:pt x="4157" y="650"/>
                  <a:pt x="4157" y="650"/>
                  <a:pt x="4157" y="650"/>
                </a:cubicBezTo>
                <a:cubicBezTo>
                  <a:pt x="4157" y="648"/>
                  <a:pt x="4157" y="648"/>
                  <a:pt x="4157" y="648"/>
                </a:cubicBezTo>
                <a:cubicBezTo>
                  <a:pt x="4144" y="648"/>
                  <a:pt x="4144" y="648"/>
                  <a:pt x="4144" y="648"/>
                </a:cubicBezTo>
                <a:lnTo>
                  <a:pt x="4144" y="650"/>
                </a:lnTo>
                <a:close/>
                <a:moveTo>
                  <a:pt x="4022" y="671"/>
                </a:moveTo>
                <a:cubicBezTo>
                  <a:pt x="4024" y="671"/>
                  <a:pt x="4024" y="671"/>
                  <a:pt x="4024" y="671"/>
                </a:cubicBezTo>
                <a:cubicBezTo>
                  <a:pt x="4024" y="666"/>
                  <a:pt x="4024" y="666"/>
                  <a:pt x="4024" y="666"/>
                </a:cubicBezTo>
                <a:cubicBezTo>
                  <a:pt x="4022" y="666"/>
                  <a:pt x="4022" y="666"/>
                  <a:pt x="4022" y="666"/>
                </a:cubicBezTo>
                <a:lnTo>
                  <a:pt x="4022" y="671"/>
                </a:lnTo>
                <a:close/>
                <a:moveTo>
                  <a:pt x="4028" y="671"/>
                </a:moveTo>
                <a:cubicBezTo>
                  <a:pt x="4031" y="671"/>
                  <a:pt x="4031" y="671"/>
                  <a:pt x="4031" y="671"/>
                </a:cubicBezTo>
                <a:cubicBezTo>
                  <a:pt x="4031" y="666"/>
                  <a:pt x="4031" y="666"/>
                  <a:pt x="4031" y="666"/>
                </a:cubicBezTo>
                <a:cubicBezTo>
                  <a:pt x="4028" y="666"/>
                  <a:pt x="4028" y="666"/>
                  <a:pt x="4028" y="666"/>
                </a:cubicBezTo>
                <a:lnTo>
                  <a:pt x="4028" y="671"/>
                </a:lnTo>
                <a:close/>
                <a:moveTo>
                  <a:pt x="4035" y="671"/>
                </a:moveTo>
                <a:cubicBezTo>
                  <a:pt x="4037" y="671"/>
                  <a:pt x="4037" y="671"/>
                  <a:pt x="4037" y="671"/>
                </a:cubicBezTo>
                <a:cubicBezTo>
                  <a:pt x="4037" y="666"/>
                  <a:pt x="4037" y="666"/>
                  <a:pt x="4037" y="666"/>
                </a:cubicBezTo>
                <a:cubicBezTo>
                  <a:pt x="4035" y="666"/>
                  <a:pt x="4035" y="666"/>
                  <a:pt x="4035" y="666"/>
                </a:cubicBezTo>
                <a:lnTo>
                  <a:pt x="4035" y="671"/>
                </a:lnTo>
                <a:close/>
                <a:moveTo>
                  <a:pt x="4041" y="671"/>
                </a:moveTo>
                <a:cubicBezTo>
                  <a:pt x="4043" y="671"/>
                  <a:pt x="4043" y="671"/>
                  <a:pt x="4043" y="671"/>
                </a:cubicBezTo>
                <a:cubicBezTo>
                  <a:pt x="4043" y="666"/>
                  <a:pt x="4043" y="666"/>
                  <a:pt x="4043" y="666"/>
                </a:cubicBezTo>
                <a:cubicBezTo>
                  <a:pt x="4041" y="666"/>
                  <a:pt x="4041" y="666"/>
                  <a:pt x="4041" y="666"/>
                </a:cubicBezTo>
                <a:lnTo>
                  <a:pt x="4041" y="671"/>
                </a:lnTo>
                <a:close/>
                <a:moveTo>
                  <a:pt x="4047" y="671"/>
                </a:moveTo>
                <a:cubicBezTo>
                  <a:pt x="4050" y="671"/>
                  <a:pt x="4050" y="671"/>
                  <a:pt x="4050" y="671"/>
                </a:cubicBezTo>
                <a:cubicBezTo>
                  <a:pt x="4050" y="666"/>
                  <a:pt x="4050" y="666"/>
                  <a:pt x="4050" y="666"/>
                </a:cubicBezTo>
                <a:cubicBezTo>
                  <a:pt x="4047" y="666"/>
                  <a:pt x="4047" y="666"/>
                  <a:pt x="4047" y="666"/>
                </a:cubicBezTo>
                <a:lnTo>
                  <a:pt x="4047" y="671"/>
                </a:lnTo>
                <a:close/>
                <a:moveTo>
                  <a:pt x="4054" y="671"/>
                </a:moveTo>
                <a:cubicBezTo>
                  <a:pt x="4056" y="671"/>
                  <a:pt x="4056" y="671"/>
                  <a:pt x="4056" y="671"/>
                </a:cubicBezTo>
                <a:cubicBezTo>
                  <a:pt x="4056" y="666"/>
                  <a:pt x="4056" y="666"/>
                  <a:pt x="4056" y="666"/>
                </a:cubicBezTo>
                <a:cubicBezTo>
                  <a:pt x="4054" y="666"/>
                  <a:pt x="4054" y="666"/>
                  <a:pt x="4054" y="666"/>
                </a:cubicBezTo>
                <a:lnTo>
                  <a:pt x="4054" y="671"/>
                </a:lnTo>
                <a:close/>
                <a:moveTo>
                  <a:pt x="4060" y="671"/>
                </a:moveTo>
                <a:cubicBezTo>
                  <a:pt x="4062" y="671"/>
                  <a:pt x="4062" y="671"/>
                  <a:pt x="4062" y="671"/>
                </a:cubicBezTo>
                <a:cubicBezTo>
                  <a:pt x="4062" y="666"/>
                  <a:pt x="4062" y="666"/>
                  <a:pt x="4062" y="666"/>
                </a:cubicBezTo>
                <a:cubicBezTo>
                  <a:pt x="4060" y="666"/>
                  <a:pt x="4060" y="666"/>
                  <a:pt x="4060" y="666"/>
                </a:cubicBezTo>
                <a:lnTo>
                  <a:pt x="4060" y="671"/>
                </a:lnTo>
                <a:close/>
                <a:moveTo>
                  <a:pt x="4066" y="671"/>
                </a:moveTo>
                <a:cubicBezTo>
                  <a:pt x="4069" y="671"/>
                  <a:pt x="4069" y="671"/>
                  <a:pt x="4069" y="671"/>
                </a:cubicBezTo>
                <a:cubicBezTo>
                  <a:pt x="4069" y="666"/>
                  <a:pt x="4069" y="666"/>
                  <a:pt x="4069" y="666"/>
                </a:cubicBezTo>
                <a:cubicBezTo>
                  <a:pt x="4066" y="666"/>
                  <a:pt x="4066" y="666"/>
                  <a:pt x="4066" y="666"/>
                </a:cubicBezTo>
                <a:lnTo>
                  <a:pt x="4066" y="671"/>
                </a:lnTo>
                <a:close/>
                <a:moveTo>
                  <a:pt x="3967" y="671"/>
                </a:moveTo>
                <a:cubicBezTo>
                  <a:pt x="3969" y="671"/>
                  <a:pt x="3969" y="671"/>
                  <a:pt x="3969" y="671"/>
                </a:cubicBezTo>
                <a:cubicBezTo>
                  <a:pt x="3969" y="666"/>
                  <a:pt x="3969" y="666"/>
                  <a:pt x="3969" y="666"/>
                </a:cubicBezTo>
                <a:cubicBezTo>
                  <a:pt x="3967" y="666"/>
                  <a:pt x="3967" y="666"/>
                  <a:pt x="3967" y="666"/>
                </a:cubicBezTo>
                <a:lnTo>
                  <a:pt x="3967" y="671"/>
                </a:lnTo>
                <a:close/>
                <a:moveTo>
                  <a:pt x="3973" y="671"/>
                </a:moveTo>
                <a:cubicBezTo>
                  <a:pt x="3975" y="671"/>
                  <a:pt x="3975" y="671"/>
                  <a:pt x="3975" y="671"/>
                </a:cubicBezTo>
                <a:cubicBezTo>
                  <a:pt x="3975" y="666"/>
                  <a:pt x="3975" y="666"/>
                  <a:pt x="3975" y="666"/>
                </a:cubicBezTo>
                <a:cubicBezTo>
                  <a:pt x="3973" y="666"/>
                  <a:pt x="3973" y="666"/>
                  <a:pt x="3973" y="666"/>
                </a:cubicBezTo>
                <a:lnTo>
                  <a:pt x="3973" y="671"/>
                </a:lnTo>
                <a:close/>
                <a:moveTo>
                  <a:pt x="3979" y="671"/>
                </a:moveTo>
                <a:cubicBezTo>
                  <a:pt x="3981" y="671"/>
                  <a:pt x="3981" y="671"/>
                  <a:pt x="3981" y="671"/>
                </a:cubicBezTo>
                <a:cubicBezTo>
                  <a:pt x="3981" y="666"/>
                  <a:pt x="3981" y="666"/>
                  <a:pt x="3981" y="666"/>
                </a:cubicBezTo>
                <a:cubicBezTo>
                  <a:pt x="3979" y="666"/>
                  <a:pt x="3979" y="666"/>
                  <a:pt x="3979" y="666"/>
                </a:cubicBezTo>
                <a:lnTo>
                  <a:pt x="3979" y="671"/>
                </a:lnTo>
                <a:close/>
                <a:moveTo>
                  <a:pt x="3986" y="671"/>
                </a:moveTo>
                <a:cubicBezTo>
                  <a:pt x="3988" y="671"/>
                  <a:pt x="3988" y="671"/>
                  <a:pt x="3988" y="671"/>
                </a:cubicBezTo>
                <a:cubicBezTo>
                  <a:pt x="3988" y="666"/>
                  <a:pt x="3988" y="666"/>
                  <a:pt x="3988" y="666"/>
                </a:cubicBezTo>
                <a:cubicBezTo>
                  <a:pt x="3986" y="666"/>
                  <a:pt x="3986" y="666"/>
                  <a:pt x="3986" y="666"/>
                </a:cubicBezTo>
                <a:lnTo>
                  <a:pt x="3986" y="671"/>
                </a:lnTo>
                <a:close/>
                <a:moveTo>
                  <a:pt x="3992" y="671"/>
                </a:moveTo>
                <a:cubicBezTo>
                  <a:pt x="3994" y="671"/>
                  <a:pt x="3994" y="671"/>
                  <a:pt x="3994" y="671"/>
                </a:cubicBezTo>
                <a:cubicBezTo>
                  <a:pt x="3994" y="666"/>
                  <a:pt x="3994" y="666"/>
                  <a:pt x="3994" y="666"/>
                </a:cubicBezTo>
                <a:cubicBezTo>
                  <a:pt x="3992" y="666"/>
                  <a:pt x="3992" y="666"/>
                  <a:pt x="3992" y="666"/>
                </a:cubicBezTo>
                <a:lnTo>
                  <a:pt x="3992" y="671"/>
                </a:lnTo>
                <a:close/>
                <a:moveTo>
                  <a:pt x="3998" y="671"/>
                </a:moveTo>
                <a:cubicBezTo>
                  <a:pt x="4000" y="671"/>
                  <a:pt x="4000" y="671"/>
                  <a:pt x="4000" y="671"/>
                </a:cubicBezTo>
                <a:cubicBezTo>
                  <a:pt x="4000" y="666"/>
                  <a:pt x="4000" y="666"/>
                  <a:pt x="4000" y="666"/>
                </a:cubicBezTo>
                <a:cubicBezTo>
                  <a:pt x="3998" y="666"/>
                  <a:pt x="3998" y="666"/>
                  <a:pt x="3998" y="666"/>
                </a:cubicBezTo>
                <a:lnTo>
                  <a:pt x="3998" y="671"/>
                </a:lnTo>
                <a:close/>
                <a:moveTo>
                  <a:pt x="4005" y="671"/>
                </a:moveTo>
                <a:cubicBezTo>
                  <a:pt x="4007" y="671"/>
                  <a:pt x="4007" y="671"/>
                  <a:pt x="4007" y="671"/>
                </a:cubicBezTo>
                <a:cubicBezTo>
                  <a:pt x="4007" y="666"/>
                  <a:pt x="4007" y="666"/>
                  <a:pt x="4007" y="666"/>
                </a:cubicBezTo>
                <a:cubicBezTo>
                  <a:pt x="4005" y="666"/>
                  <a:pt x="4005" y="666"/>
                  <a:pt x="4005" y="666"/>
                </a:cubicBezTo>
                <a:lnTo>
                  <a:pt x="4005" y="671"/>
                </a:lnTo>
                <a:close/>
                <a:moveTo>
                  <a:pt x="4011" y="671"/>
                </a:moveTo>
                <a:cubicBezTo>
                  <a:pt x="4013" y="671"/>
                  <a:pt x="4013" y="671"/>
                  <a:pt x="4013" y="671"/>
                </a:cubicBezTo>
                <a:cubicBezTo>
                  <a:pt x="4013" y="666"/>
                  <a:pt x="4013" y="666"/>
                  <a:pt x="4013" y="666"/>
                </a:cubicBezTo>
                <a:cubicBezTo>
                  <a:pt x="4011" y="666"/>
                  <a:pt x="4011" y="666"/>
                  <a:pt x="4011" y="666"/>
                </a:cubicBezTo>
                <a:lnTo>
                  <a:pt x="4011" y="671"/>
                </a:lnTo>
                <a:close/>
                <a:moveTo>
                  <a:pt x="4029" y="491"/>
                </a:moveTo>
                <a:cubicBezTo>
                  <a:pt x="4036" y="491"/>
                  <a:pt x="4036" y="491"/>
                  <a:pt x="4036" y="491"/>
                </a:cubicBezTo>
                <a:cubicBezTo>
                  <a:pt x="4036" y="489"/>
                  <a:pt x="4036" y="489"/>
                  <a:pt x="4036" y="489"/>
                </a:cubicBezTo>
                <a:cubicBezTo>
                  <a:pt x="4029" y="489"/>
                  <a:pt x="4029" y="489"/>
                  <a:pt x="4029" y="489"/>
                </a:cubicBezTo>
                <a:lnTo>
                  <a:pt x="4029" y="491"/>
                </a:lnTo>
                <a:close/>
                <a:moveTo>
                  <a:pt x="4029" y="496"/>
                </a:moveTo>
                <a:cubicBezTo>
                  <a:pt x="4036" y="496"/>
                  <a:pt x="4036" y="496"/>
                  <a:pt x="4036" y="496"/>
                </a:cubicBezTo>
                <a:cubicBezTo>
                  <a:pt x="4036" y="493"/>
                  <a:pt x="4036" y="493"/>
                  <a:pt x="4036" y="493"/>
                </a:cubicBezTo>
                <a:cubicBezTo>
                  <a:pt x="4029" y="493"/>
                  <a:pt x="4029" y="493"/>
                  <a:pt x="4029" y="493"/>
                </a:cubicBezTo>
                <a:lnTo>
                  <a:pt x="4029" y="496"/>
                </a:lnTo>
                <a:close/>
                <a:moveTo>
                  <a:pt x="4029" y="500"/>
                </a:moveTo>
                <a:cubicBezTo>
                  <a:pt x="4036" y="500"/>
                  <a:pt x="4036" y="500"/>
                  <a:pt x="4036" y="500"/>
                </a:cubicBezTo>
                <a:cubicBezTo>
                  <a:pt x="4036" y="498"/>
                  <a:pt x="4036" y="498"/>
                  <a:pt x="4036" y="498"/>
                </a:cubicBezTo>
                <a:cubicBezTo>
                  <a:pt x="4029" y="498"/>
                  <a:pt x="4029" y="498"/>
                  <a:pt x="4029" y="498"/>
                </a:cubicBezTo>
                <a:lnTo>
                  <a:pt x="4029" y="500"/>
                </a:lnTo>
                <a:close/>
                <a:moveTo>
                  <a:pt x="4029" y="505"/>
                </a:moveTo>
                <a:cubicBezTo>
                  <a:pt x="4036" y="505"/>
                  <a:pt x="4036" y="505"/>
                  <a:pt x="4036" y="505"/>
                </a:cubicBezTo>
                <a:cubicBezTo>
                  <a:pt x="4036" y="503"/>
                  <a:pt x="4036" y="503"/>
                  <a:pt x="4036" y="503"/>
                </a:cubicBezTo>
                <a:cubicBezTo>
                  <a:pt x="4029" y="503"/>
                  <a:pt x="4029" y="503"/>
                  <a:pt x="4029" y="503"/>
                </a:cubicBezTo>
                <a:lnTo>
                  <a:pt x="4029" y="505"/>
                </a:lnTo>
                <a:close/>
                <a:moveTo>
                  <a:pt x="4029" y="509"/>
                </a:moveTo>
                <a:cubicBezTo>
                  <a:pt x="4036" y="509"/>
                  <a:pt x="4036" y="509"/>
                  <a:pt x="4036" y="509"/>
                </a:cubicBezTo>
                <a:cubicBezTo>
                  <a:pt x="4036" y="507"/>
                  <a:pt x="4036" y="507"/>
                  <a:pt x="4036" y="507"/>
                </a:cubicBezTo>
                <a:cubicBezTo>
                  <a:pt x="4029" y="507"/>
                  <a:pt x="4029" y="507"/>
                  <a:pt x="4029" y="507"/>
                </a:cubicBezTo>
                <a:lnTo>
                  <a:pt x="4029" y="509"/>
                </a:lnTo>
                <a:close/>
                <a:moveTo>
                  <a:pt x="4029" y="514"/>
                </a:moveTo>
                <a:cubicBezTo>
                  <a:pt x="4036" y="514"/>
                  <a:pt x="4036" y="514"/>
                  <a:pt x="4036" y="514"/>
                </a:cubicBezTo>
                <a:cubicBezTo>
                  <a:pt x="4036" y="512"/>
                  <a:pt x="4036" y="512"/>
                  <a:pt x="4036" y="512"/>
                </a:cubicBezTo>
                <a:cubicBezTo>
                  <a:pt x="4029" y="512"/>
                  <a:pt x="4029" y="512"/>
                  <a:pt x="4029" y="512"/>
                </a:cubicBezTo>
                <a:lnTo>
                  <a:pt x="4029" y="514"/>
                </a:lnTo>
                <a:close/>
                <a:moveTo>
                  <a:pt x="4029" y="519"/>
                </a:moveTo>
                <a:cubicBezTo>
                  <a:pt x="4036" y="519"/>
                  <a:pt x="4036" y="519"/>
                  <a:pt x="4036" y="519"/>
                </a:cubicBezTo>
                <a:cubicBezTo>
                  <a:pt x="4036" y="517"/>
                  <a:pt x="4036" y="517"/>
                  <a:pt x="4036" y="517"/>
                </a:cubicBezTo>
                <a:cubicBezTo>
                  <a:pt x="4029" y="517"/>
                  <a:pt x="4029" y="517"/>
                  <a:pt x="4029" y="517"/>
                </a:cubicBezTo>
                <a:lnTo>
                  <a:pt x="4029" y="519"/>
                </a:lnTo>
                <a:close/>
                <a:moveTo>
                  <a:pt x="4029" y="523"/>
                </a:moveTo>
                <a:cubicBezTo>
                  <a:pt x="4036" y="523"/>
                  <a:pt x="4036" y="523"/>
                  <a:pt x="4036" y="523"/>
                </a:cubicBezTo>
                <a:cubicBezTo>
                  <a:pt x="4036" y="521"/>
                  <a:pt x="4036" y="521"/>
                  <a:pt x="4036" y="521"/>
                </a:cubicBezTo>
                <a:cubicBezTo>
                  <a:pt x="4029" y="521"/>
                  <a:pt x="4029" y="521"/>
                  <a:pt x="4029" y="521"/>
                </a:cubicBezTo>
                <a:lnTo>
                  <a:pt x="4029" y="523"/>
                </a:lnTo>
                <a:close/>
                <a:moveTo>
                  <a:pt x="4029" y="528"/>
                </a:moveTo>
                <a:cubicBezTo>
                  <a:pt x="4036" y="528"/>
                  <a:pt x="4036" y="528"/>
                  <a:pt x="4036" y="528"/>
                </a:cubicBezTo>
                <a:cubicBezTo>
                  <a:pt x="4036" y="526"/>
                  <a:pt x="4036" y="526"/>
                  <a:pt x="4036" y="526"/>
                </a:cubicBezTo>
                <a:cubicBezTo>
                  <a:pt x="4029" y="526"/>
                  <a:pt x="4029" y="526"/>
                  <a:pt x="4029" y="526"/>
                </a:cubicBezTo>
                <a:lnTo>
                  <a:pt x="4029" y="528"/>
                </a:lnTo>
                <a:close/>
                <a:moveTo>
                  <a:pt x="4029" y="533"/>
                </a:moveTo>
                <a:cubicBezTo>
                  <a:pt x="4036" y="533"/>
                  <a:pt x="4036" y="533"/>
                  <a:pt x="4036" y="533"/>
                </a:cubicBezTo>
                <a:cubicBezTo>
                  <a:pt x="4036" y="531"/>
                  <a:pt x="4036" y="531"/>
                  <a:pt x="4036" y="531"/>
                </a:cubicBezTo>
                <a:cubicBezTo>
                  <a:pt x="4029" y="531"/>
                  <a:pt x="4029" y="531"/>
                  <a:pt x="4029" y="531"/>
                </a:cubicBezTo>
                <a:lnTo>
                  <a:pt x="4029" y="533"/>
                </a:lnTo>
                <a:close/>
                <a:moveTo>
                  <a:pt x="4029" y="476"/>
                </a:moveTo>
                <a:cubicBezTo>
                  <a:pt x="4036" y="476"/>
                  <a:pt x="4036" y="476"/>
                  <a:pt x="4036" y="476"/>
                </a:cubicBezTo>
                <a:cubicBezTo>
                  <a:pt x="4036" y="474"/>
                  <a:pt x="4036" y="474"/>
                  <a:pt x="4036" y="474"/>
                </a:cubicBezTo>
                <a:cubicBezTo>
                  <a:pt x="4029" y="474"/>
                  <a:pt x="4029" y="474"/>
                  <a:pt x="4029" y="474"/>
                </a:cubicBezTo>
                <a:lnTo>
                  <a:pt x="4029" y="476"/>
                </a:lnTo>
                <a:close/>
                <a:moveTo>
                  <a:pt x="4029" y="481"/>
                </a:moveTo>
                <a:cubicBezTo>
                  <a:pt x="4036" y="481"/>
                  <a:pt x="4036" y="481"/>
                  <a:pt x="4036" y="481"/>
                </a:cubicBezTo>
                <a:cubicBezTo>
                  <a:pt x="4036" y="479"/>
                  <a:pt x="4036" y="479"/>
                  <a:pt x="4036" y="479"/>
                </a:cubicBezTo>
                <a:cubicBezTo>
                  <a:pt x="4029" y="479"/>
                  <a:pt x="4029" y="479"/>
                  <a:pt x="4029" y="479"/>
                </a:cubicBezTo>
                <a:lnTo>
                  <a:pt x="4029" y="481"/>
                </a:lnTo>
                <a:close/>
                <a:moveTo>
                  <a:pt x="4029" y="486"/>
                </a:moveTo>
                <a:cubicBezTo>
                  <a:pt x="4036" y="486"/>
                  <a:pt x="4036" y="486"/>
                  <a:pt x="4036" y="486"/>
                </a:cubicBezTo>
                <a:cubicBezTo>
                  <a:pt x="4036" y="483"/>
                  <a:pt x="4036" y="483"/>
                  <a:pt x="4036" y="483"/>
                </a:cubicBezTo>
                <a:cubicBezTo>
                  <a:pt x="4029" y="483"/>
                  <a:pt x="4029" y="483"/>
                  <a:pt x="4029" y="483"/>
                </a:cubicBezTo>
                <a:lnTo>
                  <a:pt x="4029" y="486"/>
                </a:lnTo>
                <a:close/>
                <a:moveTo>
                  <a:pt x="4054" y="449"/>
                </a:moveTo>
                <a:cubicBezTo>
                  <a:pt x="4061" y="449"/>
                  <a:pt x="4061" y="449"/>
                  <a:pt x="4061" y="449"/>
                </a:cubicBezTo>
                <a:cubicBezTo>
                  <a:pt x="4061" y="447"/>
                  <a:pt x="4061" y="447"/>
                  <a:pt x="4061" y="447"/>
                </a:cubicBezTo>
                <a:cubicBezTo>
                  <a:pt x="4054" y="447"/>
                  <a:pt x="4054" y="447"/>
                  <a:pt x="4054" y="447"/>
                </a:cubicBezTo>
                <a:lnTo>
                  <a:pt x="4054" y="449"/>
                </a:lnTo>
                <a:close/>
                <a:moveTo>
                  <a:pt x="4054" y="454"/>
                </a:moveTo>
                <a:cubicBezTo>
                  <a:pt x="4061" y="454"/>
                  <a:pt x="4061" y="454"/>
                  <a:pt x="4061" y="454"/>
                </a:cubicBezTo>
                <a:cubicBezTo>
                  <a:pt x="4061" y="452"/>
                  <a:pt x="4061" y="452"/>
                  <a:pt x="4061" y="452"/>
                </a:cubicBezTo>
                <a:cubicBezTo>
                  <a:pt x="4054" y="452"/>
                  <a:pt x="4054" y="452"/>
                  <a:pt x="4054" y="452"/>
                </a:cubicBezTo>
                <a:lnTo>
                  <a:pt x="4054" y="454"/>
                </a:lnTo>
                <a:close/>
                <a:moveTo>
                  <a:pt x="4054" y="458"/>
                </a:moveTo>
                <a:cubicBezTo>
                  <a:pt x="4061" y="458"/>
                  <a:pt x="4061" y="458"/>
                  <a:pt x="4061" y="458"/>
                </a:cubicBezTo>
                <a:cubicBezTo>
                  <a:pt x="4061" y="456"/>
                  <a:pt x="4061" y="456"/>
                  <a:pt x="4061" y="456"/>
                </a:cubicBezTo>
                <a:cubicBezTo>
                  <a:pt x="4054" y="456"/>
                  <a:pt x="4054" y="456"/>
                  <a:pt x="4054" y="456"/>
                </a:cubicBezTo>
                <a:lnTo>
                  <a:pt x="4054" y="458"/>
                </a:lnTo>
                <a:close/>
                <a:moveTo>
                  <a:pt x="4054" y="463"/>
                </a:moveTo>
                <a:cubicBezTo>
                  <a:pt x="4061" y="463"/>
                  <a:pt x="4061" y="463"/>
                  <a:pt x="4061" y="463"/>
                </a:cubicBezTo>
                <a:cubicBezTo>
                  <a:pt x="4061" y="461"/>
                  <a:pt x="4061" y="461"/>
                  <a:pt x="4061" y="461"/>
                </a:cubicBezTo>
                <a:cubicBezTo>
                  <a:pt x="4054" y="461"/>
                  <a:pt x="4054" y="461"/>
                  <a:pt x="4054" y="461"/>
                </a:cubicBezTo>
                <a:lnTo>
                  <a:pt x="4054" y="463"/>
                </a:lnTo>
                <a:close/>
                <a:moveTo>
                  <a:pt x="4054" y="468"/>
                </a:moveTo>
                <a:cubicBezTo>
                  <a:pt x="4061" y="468"/>
                  <a:pt x="4061" y="468"/>
                  <a:pt x="4061" y="468"/>
                </a:cubicBezTo>
                <a:cubicBezTo>
                  <a:pt x="4061" y="465"/>
                  <a:pt x="4061" y="465"/>
                  <a:pt x="4061" y="465"/>
                </a:cubicBezTo>
                <a:cubicBezTo>
                  <a:pt x="4054" y="465"/>
                  <a:pt x="4054" y="465"/>
                  <a:pt x="4054" y="465"/>
                </a:cubicBezTo>
                <a:lnTo>
                  <a:pt x="4054" y="468"/>
                </a:lnTo>
                <a:close/>
                <a:moveTo>
                  <a:pt x="4054" y="472"/>
                </a:moveTo>
                <a:cubicBezTo>
                  <a:pt x="4061" y="472"/>
                  <a:pt x="4061" y="472"/>
                  <a:pt x="4061" y="472"/>
                </a:cubicBezTo>
                <a:cubicBezTo>
                  <a:pt x="4061" y="470"/>
                  <a:pt x="4061" y="470"/>
                  <a:pt x="4061" y="470"/>
                </a:cubicBezTo>
                <a:cubicBezTo>
                  <a:pt x="4054" y="470"/>
                  <a:pt x="4054" y="470"/>
                  <a:pt x="4054" y="470"/>
                </a:cubicBezTo>
                <a:lnTo>
                  <a:pt x="4054" y="472"/>
                </a:lnTo>
                <a:close/>
                <a:moveTo>
                  <a:pt x="4054" y="477"/>
                </a:moveTo>
                <a:cubicBezTo>
                  <a:pt x="4061" y="477"/>
                  <a:pt x="4061" y="477"/>
                  <a:pt x="4061" y="477"/>
                </a:cubicBezTo>
                <a:cubicBezTo>
                  <a:pt x="4061" y="475"/>
                  <a:pt x="4061" y="475"/>
                  <a:pt x="4061" y="475"/>
                </a:cubicBezTo>
                <a:cubicBezTo>
                  <a:pt x="4054" y="475"/>
                  <a:pt x="4054" y="475"/>
                  <a:pt x="4054" y="475"/>
                </a:cubicBezTo>
                <a:lnTo>
                  <a:pt x="4054" y="477"/>
                </a:lnTo>
                <a:close/>
                <a:moveTo>
                  <a:pt x="4054" y="482"/>
                </a:moveTo>
                <a:cubicBezTo>
                  <a:pt x="4061" y="482"/>
                  <a:pt x="4061" y="482"/>
                  <a:pt x="4061" y="482"/>
                </a:cubicBezTo>
                <a:cubicBezTo>
                  <a:pt x="4061" y="479"/>
                  <a:pt x="4061" y="479"/>
                  <a:pt x="4061" y="479"/>
                </a:cubicBezTo>
                <a:cubicBezTo>
                  <a:pt x="4054" y="479"/>
                  <a:pt x="4054" y="479"/>
                  <a:pt x="4054" y="479"/>
                </a:cubicBezTo>
                <a:lnTo>
                  <a:pt x="4054" y="482"/>
                </a:lnTo>
                <a:close/>
                <a:moveTo>
                  <a:pt x="4054" y="486"/>
                </a:moveTo>
                <a:cubicBezTo>
                  <a:pt x="4061" y="486"/>
                  <a:pt x="4061" y="486"/>
                  <a:pt x="4061" y="486"/>
                </a:cubicBezTo>
                <a:cubicBezTo>
                  <a:pt x="4061" y="484"/>
                  <a:pt x="4061" y="484"/>
                  <a:pt x="4061" y="484"/>
                </a:cubicBezTo>
                <a:cubicBezTo>
                  <a:pt x="4054" y="484"/>
                  <a:pt x="4054" y="484"/>
                  <a:pt x="4054" y="484"/>
                </a:cubicBezTo>
                <a:lnTo>
                  <a:pt x="4054" y="486"/>
                </a:lnTo>
                <a:close/>
                <a:moveTo>
                  <a:pt x="4054" y="491"/>
                </a:moveTo>
                <a:cubicBezTo>
                  <a:pt x="4061" y="491"/>
                  <a:pt x="4061" y="491"/>
                  <a:pt x="4061" y="491"/>
                </a:cubicBezTo>
                <a:cubicBezTo>
                  <a:pt x="4061" y="489"/>
                  <a:pt x="4061" y="489"/>
                  <a:pt x="4061" y="489"/>
                </a:cubicBezTo>
                <a:cubicBezTo>
                  <a:pt x="4054" y="489"/>
                  <a:pt x="4054" y="489"/>
                  <a:pt x="4054" y="489"/>
                </a:cubicBezTo>
                <a:lnTo>
                  <a:pt x="4054" y="491"/>
                </a:lnTo>
                <a:close/>
                <a:moveTo>
                  <a:pt x="4054" y="434"/>
                </a:moveTo>
                <a:cubicBezTo>
                  <a:pt x="4061" y="434"/>
                  <a:pt x="4061" y="434"/>
                  <a:pt x="4061" y="434"/>
                </a:cubicBezTo>
                <a:cubicBezTo>
                  <a:pt x="4061" y="432"/>
                  <a:pt x="4061" y="432"/>
                  <a:pt x="4061" y="432"/>
                </a:cubicBezTo>
                <a:cubicBezTo>
                  <a:pt x="4054" y="432"/>
                  <a:pt x="4054" y="432"/>
                  <a:pt x="4054" y="432"/>
                </a:cubicBezTo>
                <a:lnTo>
                  <a:pt x="4054" y="434"/>
                </a:lnTo>
                <a:close/>
                <a:moveTo>
                  <a:pt x="4054" y="439"/>
                </a:moveTo>
                <a:cubicBezTo>
                  <a:pt x="4061" y="439"/>
                  <a:pt x="4061" y="439"/>
                  <a:pt x="4061" y="439"/>
                </a:cubicBezTo>
                <a:cubicBezTo>
                  <a:pt x="4061" y="437"/>
                  <a:pt x="4061" y="437"/>
                  <a:pt x="4061" y="437"/>
                </a:cubicBezTo>
                <a:cubicBezTo>
                  <a:pt x="4054" y="437"/>
                  <a:pt x="4054" y="437"/>
                  <a:pt x="4054" y="437"/>
                </a:cubicBezTo>
                <a:lnTo>
                  <a:pt x="4054" y="439"/>
                </a:lnTo>
                <a:close/>
                <a:moveTo>
                  <a:pt x="4054" y="444"/>
                </a:moveTo>
                <a:cubicBezTo>
                  <a:pt x="4061" y="444"/>
                  <a:pt x="4061" y="444"/>
                  <a:pt x="4061" y="444"/>
                </a:cubicBezTo>
                <a:cubicBezTo>
                  <a:pt x="4061" y="442"/>
                  <a:pt x="4061" y="442"/>
                  <a:pt x="4061" y="442"/>
                </a:cubicBezTo>
                <a:cubicBezTo>
                  <a:pt x="4054" y="442"/>
                  <a:pt x="4054" y="442"/>
                  <a:pt x="4054" y="442"/>
                </a:cubicBezTo>
                <a:lnTo>
                  <a:pt x="4054" y="444"/>
                </a:lnTo>
                <a:close/>
                <a:moveTo>
                  <a:pt x="3862" y="671"/>
                </a:moveTo>
                <a:cubicBezTo>
                  <a:pt x="3864" y="671"/>
                  <a:pt x="3864" y="671"/>
                  <a:pt x="3864" y="671"/>
                </a:cubicBezTo>
                <a:cubicBezTo>
                  <a:pt x="3864" y="666"/>
                  <a:pt x="3864" y="666"/>
                  <a:pt x="3864" y="666"/>
                </a:cubicBezTo>
                <a:cubicBezTo>
                  <a:pt x="3862" y="666"/>
                  <a:pt x="3862" y="666"/>
                  <a:pt x="3862" y="666"/>
                </a:cubicBezTo>
                <a:lnTo>
                  <a:pt x="3862" y="671"/>
                </a:lnTo>
                <a:close/>
                <a:moveTo>
                  <a:pt x="3868" y="671"/>
                </a:moveTo>
                <a:cubicBezTo>
                  <a:pt x="3870" y="671"/>
                  <a:pt x="3870" y="671"/>
                  <a:pt x="3870" y="671"/>
                </a:cubicBezTo>
                <a:cubicBezTo>
                  <a:pt x="3870" y="666"/>
                  <a:pt x="3870" y="666"/>
                  <a:pt x="3870" y="666"/>
                </a:cubicBezTo>
                <a:cubicBezTo>
                  <a:pt x="3868" y="666"/>
                  <a:pt x="3868" y="666"/>
                  <a:pt x="3868" y="666"/>
                </a:cubicBezTo>
                <a:lnTo>
                  <a:pt x="3868" y="671"/>
                </a:lnTo>
                <a:close/>
                <a:moveTo>
                  <a:pt x="3875" y="671"/>
                </a:moveTo>
                <a:cubicBezTo>
                  <a:pt x="3877" y="671"/>
                  <a:pt x="3877" y="671"/>
                  <a:pt x="3877" y="671"/>
                </a:cubicBezTo>
                <a:cubicBezTo>
                  <a:pt x="3877" y="666"/>
                  <a:pt x="3877" y="666"/>
                  <a:pt x="3877" y="666"/>
                </a:cubicBezTo>
                <a:cubicBezTo>
                  <a:pt x="3875" y="666"/>
                  <a:pt x="3875" y="666"/>
                  <a:pt x="3875" y="666"/>
                </a:cubicBezTo>
                <a:lnTo>
                  <a:pt x="3875" y="671"/>
                </a:lnTo>
                <a:close/>
                <a:moveTo>
                  <a:pt x="3881" y="671"/>
                </a:moveTo>
                <a:cubicBezTo>
                  <a:pt x="3883" y="671"/>
                  <a:pt x="3883" y="671"/>
                  <a:pt x="3883" y="671"/>
                </a:cubicBezTo>
                <a:cubicBezTo>
                  <a:pt x="3883" y="666"/>
                  <a:pt x="3883" y="666"/>
                  <a:pt x="3883" y="666"/>
                </a:cubicBezTo>
                <a:cubicBezTo>
                  <a:pt x="3881" y="666"/>
                  <a:pt x="3881" y="666"/>
                  <a:pt x="3881" y="666"/>
                </a:cubicBezTo>
                <a:lnTo>
                  <a:pt x="3881" y="671"/>
                </a:lnTo>
                <a:close/>
                <a:moveTo>
                  <a:pt x="3887" y="671"/>
                </a:moveTo>
                <a:cubicBezTo>
                  <a:pt x="3889" y="671"/>
                  <a:pt x="3889" y="671"/>
                  <a:pt x="3889" y="671"/>
                </a:cubicBezTo>
                <a:cubicBezTo>
                  <a:pt x="3889" y="666"/>
                  <a:pt x="3889" y="666"/>
                  <a:pt x="3889" y="666"/>
                </a:cubicBezTo>
                <a:cubicBezTo>
                  <a:pt x="3887" y="666"/>
                  <a:pt x="3887" y="666"/>
                  <a:pt x="3887" y="666"/>
                </a:cubicBezTo>
                <a:lnTo>
                  <a:pt x="3887" y="671"/>
                </a:lnTo>
                <a:close/>
                <a:moveTo>
                  <a:pt x="3894" y="671"/>
                </a:moveTo>
                <a:cubicBezTo>
                  <a:pt x="3896" y="671"/>
                  <a:pt x="3896" y="671"/>
                  <a:pt x="3896" y="671"/>
                </a:cubicBezTo>
                <a:cubicBezTo>
                  <a:pt x="3896" y="666"/>
                  <a:pt x="3896" y="666"/>
                  <a:pt x="3896" y="666"/>
                </a:cubicBezTo>
                <a:cubicBezTo>
                  <a:pt x="3894" y="666"/>
                  <a:pt x="3894" y="666"/>
                  <a:pt x="3894" y="666"/>
                </a:cubicBezTo>
                <a:lnTo>
                  <a:pt x="3894" y="671"/>
                </a:lnTo>
                <a:close/>
                <a:moveTo>
                  <a:pt x="3900" y="671"/>
                </a:moveTo>
                <a:cubicBezTo>
                  <a:pt x="3902" y="671"/>
                  <a:pt x="3902" y="671"/>
                  <a:pt x="3902" y="671"/>
                </a:cubicBezTo>
                <a:cubicBezTo>
                  <a:pt x="3902" y="666"/>
                  <a:pt x="3902" y="666"/>
                  <a:pt x="3902" y="666"/>
                </a:cubicBezTo>
                <a:cubicBezTo>
                  <a:pt x="3900" y="666"/>
                  <a:pt x="3900" y="666"/>
                  <a:pt x="3900" y="666"/>
                </a:cubicBezTo>
                <a:lnTo>
                  <a:pt x="3900" y="671"/>
                </a:lnTo>
                <a:close/>
                <a:moveTo>
                  <a:pt x="3906" y="671"/>
                </a:moveTo>
                <a:cubicBezTo>
                  <a:pt x="3908" y="671"/>
                  <a:pt x="3908" y="671"/>
                  <a:pt x="3908" y="671"/>
                </a:cubicBezTo>
                <a:cubicBezTo>
                  <a:pt x="3908" y="666"/>
                  <a:pt x="3908" y="666"/>
                  <a:pt x="3908" y="666"/>
                </a:cubicBezTo>
                <a:cubicBezTo>
                  <a:pt x="3906" y="666"/>
                  <a:pt x="3906" y="666"/>
                  <a:pt x="3906" y="666"/>
                </a:cubicBezTo>
                <a:lnTo>
                  <a:pt x="3906" y="671"/>
                </a:lnTo>
                <a:close/>
                <a:moveTo>
                  <a:pt x="3677" y="654"/>
                </a:moveTo>
                <a:cubicBezTo>
                  <a:pt x="3679" y="654"/>
                  <a:pt x="3679" y="654"/>
                  <a:pt x="3679" y="654"/>
                </a:cubicBezTo>
                <a:cubicBezTo>
                  <a:pt x="3679" y="643"/>
                  <a:pt x="3679" y="643"/>
                  <a:pt x="3679" y="643"/>
                </a:cubicBezTo>
                <a:cubicBezTo>
                  <a:pt x="3677" y="643"/>
                  <a:pt x="3677" y="643"/>
                  <a:pt x="3677" y="643"/>
                </a:cubicBezTo>
                <a:lnTo>
                  <a:pt x="3677" y="654"/>
                </a:lnTo>
                <a:close/>
                <a:moveTo>
                  <a:pt x="3683" y="654"/>
                </a:moveTo>
                <a:cubicBezTo>
                  <a:pt x="3685" y="654"/>
                  <a:pt x="3685" y="654"/>
                  <a:pt x="3685" y="654"/>
                </a:cubicBezTo>
                <a:cubicBezTo>
                  <a:pt x="3685" y="643"/>
                  <a:pt x="3685" y="643"/>
                  <a:pt x="3685" y="643"/>
                </a:cubicBezTo>
                <a:cubicBezTo>
                  <a:pt x="3683" y="643"/>
                  <a:pt x="3683" y="643"/>
                  <a:pt x="3683" y="643"/>
                </a:cubicBezTo>
                <a:lnTo>
                  <a:pt x="3683" y="654"/>
                </a:lnTo>
                <a:close/>
                <a:moveTo>
                  <a:pt x="3690" y="654"/>
                </a:moveTo>
                <a:cubicBezTo>
                  <a:pt x="3692" y="654"/>
                  <a:pt x="3692" y="654"/>
                  <a:pt x="3692" y="654"/>
                </a:cubicBezTo>
                <a:cubicBezTo>
                  <a:pt x="3692" y="643"/>
                  <a:pt x="3692" y="643"/>
                  <a:pt x="3692" y="643"/>
                </a:cubicBezTo>
                <a:cubicBezTo>
                  <a:pt x="3690" y="643"/>
                  <a:pt x="3690" y="643"/>
                  <a:pt x="3690" y="643"/>
                </a:cubicBezTo>
                <a:lnTo>
                  <a:pt x="3690" y="654"/>
                </a:lnTo>
                <a:close/>
                <a:moveTo>
                  <a:pt x="3696" y="654"/>
                </a:moveTo>
                <a:cubicBezTo>
                  <a:pt x="3698" y="654"/>
                  <a:pt x="3698" y="654"/>
                  <a:pt x="3698" y="654"/>
                </a:cubicBezTo>
                <a:cubicBezTo>
                  <a:pt x="3698" y="643"/>
                  <a:pt x="3698" y="643"/>
                  <a:pt x="3698" y="643"/>
                </a:cubicBezTo>
                <a:cubicBezTo>
                  <a:pt x="3696" y="643"/>
                  <a:pt x="3696" y="643"/>
                  <a:pt x="3696" y="643"/>
                </a:cubicBezTo>
                <a:lnTo>
                  <a:pt x="3696" y="654"/>
                </a:lnTo>
                <a:close/>
                <a:moveTo>
                  <a:pt x="3702" y="654"/>
                </a:moveTo>
                <a:cubicBezTo>
                  <a:pt x="3704" y="654"/>
                  <a:pt x="3704" y="654"/>
                  <a:pt x="3704" y="654"/>
                </a:cubicBezTo>
                <a:cubicBezTo>
                  <a:pt x="3704" y="643"/>
                  <a:pt x="3704" y="643"/>
                  <a:pt x="3704" y="643"/>
                </a:cubicBezTo>
                <a:cubicBezTo>
                  <a:pt x="3702" y="643"/>
                  <a:pt x="3702" y="643"/>
                  <a:pt x="3702" y="643"/>
                </a:cubicBezTo>
                <a:lnTo>
                  <a:pt x="3702" y="654"/>
                </a:lnTo>
                <a:close/>
                <a:moveTo>
                  <a:pt x="3708" y="654"/>
                </a:moveTo>
                <a:cubicBezTo>
                  <a:pt x="3711" y="654"/>
                  <a:pt x="3711" y="654"/>
                  <a:pt x="3711" y="654"/>
                </a:cubicBezTo>
                <a:cubicBezTo>
                  <a:pt x="3711" y="643"/>
                  <a:pt x="3711" y="643"/>
                  <a:pt x="3711" y="643"/>
                </a:cubicBezTo>
                <a:cubicBezTo>
                  <a:pt x="3708" y="643"/>
                  <a:pt x="3708" y="643"/>
                  <a:pt x="3708" y="643"/>
                </a:cubicBezTo>
                <a:lnTo>
                  <a:pt x="3708" y="654"/>
                </a:lnTo>
                <a:close/>
                <a:moveTo>
                  <a:pt x="3715" y="654"/>
                </a:moveTo>
                <a:cubicBezTo>
                  <a:pt x="3717" y="654"/>
                  <a:pt x="3717" y="654"/>
                  <a:pt x="3717" y="654"/>
                </a:cubicBezTo>
                <a:cubicBezTo>
                  <a:pt x="3717" y="643"/>
                  <a:pt x="3717" y="643"/>
                  <a:pt x="3717" y="643"/>
                </a:cubicBezTo>
                <a:cubicBezTo>
                  <a:pt x="3715" y="643"/>
                  <a:pt x="3715" y="643"/>
                  <a:pt x="3715" y="643"/>
                </a:cubicBezTo>
                <a:lnTo>
                  <a:pt x="3715" y="654"/>
                </a:lnTo>
                <a:close/>
                <a:moveTo>
                  <a:pt x="3721" y="654"/>
                </a:moveTo>
                <a:cubicBezTo>
                  <a:pt x="3723" y="654"/>
                  <a:pt x="3723" y="654"/>
                  <a:pt x="3723" y="654"/>
                </a:cubicBezTo>
                <a:cubicBezTo>
                  <a:pt x="3723" y="643"/>
                  <a:pt x="3723" y="643"/>
                  <a:pt x="3723" y="643"/>
                </a:cubicBezTo>
                <a:cubicBezTo>
                  <a:pt x="3721" y="643"/>
                  <a:pt x="3721" y="643"/>
                  <a:pt x="3721" y="643"/>
                </a:cubicBezTo>
                <a:lnTo>
                  <a:pt x="3721" y="654"/>
                </a:lnTo>
                <a:close/>
                <a:moveTo>
                  <a:pt x="3605" y="655"/>
                </a:moveTo>
                <a:cubicBezTo>
                  <a:pt x="3607" y="655"/>
                  <a:pt x="3607" y="655"/>
                  <a:pt x="3607" y="655"/>
                </a:cubicBezTo>
                <a:cubicBezTo>
                  <a:pt x="3607" y="644"/>
                  <a:pt x="3607" y="644"/>
                  <a:pt x="3607" y="644"/>
                </a:cubicBezTo>
                <a:cubicBezTo>
                  <a:pt x="3605" y="644"/>
                  <a:pt x="3605" y="644"/>
                  <a:pt x="3605" y="644"/>
                </a:cubicBezTo>
                <a:lnTo>
                  <a:pt x="3605" y="655"/>
                </a:lnTo>
                <a:close/>
                <a:moveTo>
                  <a:pt x="3611" y="655"/>
                </a:moveTo>
                <a:cubicBezTo>
                  <a:pt x="3614" y="655"/>
                  <a:pt x="3614" y="655"/>
                  <a:pt x="3614" y="655"/>
                </a:cubicBezTo>
                <a:cubicBezTo>
                  <a:pt x="3614" y="644"/>
                  <a:pt x="3614" y="644"/>
                  <a:pt x="3614" y="644"/>
                </a:cubicBezTo>
                <a:cubicBezTo>
                  <a:pt x="3611" y="644"/>
                  <a:pt x="3611" y="644"/>
                  <a:pt x="3611" y="644"/>
                </a:cubicBezTo>
                <a:lnTo>
                  <a:pt x="3611" y="655"/>
                </a:lnTo>
                <a:close/>
                <a:moveTo>
                  <a:pt x="3618" y="655"/>
                </a:moveTo>
                <a:cubicBezTo>
                  <a:pt x="3620" y="655"/>
                  <a:pt x="3620" y="655"/>
                  <a:pt x="3620" y="655"/>
                </a:cubicBezTo>
                <a:cubicBezTo>
                  <a:pt x="3620" y="644"/>
                  <a:pt x="3620" y="644"/>
                  <a:pt x="3620" y="644"/>
                </a:cubicBezTo>
                <a:cubicBezTo>
                  <a:pt x="3618" y="644"/>
                  <a:pt x="3618" y="644"/>
                  <a:pt x="3618" y="644"/>
                </a:cubicBezTo>
                <a:lnTo>
                  <a:pt x="3618" y="655"/>
                </a:lnTo>
                <a:close/>
                <a:moveTo>
                  <a:pt x="3624" y="655"/>
                </a:moveTo>
                <a:cubicBezTo>
                  <a:pt x="3626" y="655"/>
                  <a:pt x="3626" y="655"/>
                  <a:pt x="3626" y="655"/>
                </a:cubicBezTo>
                <a:cubicBezTo>
                  <a:pt x="3626" y="644"/>
                  <a:pt x="3626" y="644"/>
                  <a:pt x="3626" y="644"/>
                </a:cubicBezTo>
                <a:cubicBezTo>
                  <a:pt x="3624" y="644"/>
                  <a:pt x="3624" y="644"/>
                  <a:pt x="3624" y="644"/>
                </a:cubicBezTo>
                <a:lnTo>
                  <a:pt x="3624" y="655"/>
                </a:lnTo>
                <a:close/>
                <a:moveTo>
                  <a:pt x="3630" y="655"/>
                </a:moveTo>
                <a:cubicBezTo>
                  <a:pt x="3632" y="655"/>
                  <a:pt x="3632" y="655"/>
                  <a:pt x="3632" y="655"/>
                </a:cubicBezTo>
                <a:cubicBezTo>
                  <a:pt x="3632" y="644"/>
                  <a:pt x="3632" y="644"/>
                  <a:pt x="3632" y="644"/>
                </a:cubicBezTo>
                <a:cubicBezTo>
                  <a:pt x="3630" y="644"/>
                  <a:pt x="3630" y="644"/>
                  <a:pt x="3630" y="644"/>
                </a:cubicBezTo>
                <a:lnTo>
                  <a:pt x="3630" y="655"/>
                </a:lnTo>
                <a:close/>
                <a:moveTo>
                  <a:pt x="3637" y="655"/>
                </a:moveTo>
                <a:cubicBezTo>
                  <a:pt x="3639" y="655"/>
                  <a:pt x="3639" y="655"/>
                  <a:pt x="3639" y="655"/>
                </a:cubicBezTo>
                <a:cubicBezTo>
                  <a:pt x="3639" y="644"/>
                  <a:pt x="3639" y="644"/>
                  <a:pt x="3639" y="644"/>
                </a:cubicBezTo>
                <a:cubicBezTo>
                  <a:pt x="3637" y="644"/>
                  <a:pt x="3637" y="644"/>
                  <a:pt x="3637" y="644"/>
                </a:cubicBezTo>
                <a:lnTo>
                  <a:pt x="3637" y="655"/>
                </a:lnTo>
                <a:close/>
                <a:moveTo>
                  <a:pt x="3643" y="655"/>
                </a:moveTo>
                <a:cubicBezTo>
                  <a:pt x="3645" y="655"/>
                  <a:pt x="3645" y="655"/>
                  <a:pt x="3645" y="655"/>
                </a:cubicBezTo>
                <a:cubicBezTo>
                  <a:pt x="3645" y="644"/>
                  <a:pt x="3645" y="644"/>
                  <a:pt x="3645" y="644"/>
                </a:cubicBezTo>
                <a:cubicBezTo>
                  <a:pt x="3643" y="644"/>
                  <a:pt x="3643" y="644"/>
                  <a:pt x="3643" y="644"/>
                </a:cubicBezTo>
                <a:lnTo>
                  <a:pt x="3643" y="655"/>
                </a:lnTo>
                <a:close/>
                <a:moveTo>
                  <a:pt x="3649" y="655"/>
                </a:moveTo>
                <a:cubicBezTo>
                  <a:pt x="3651" y="655"/>
                  <a:pt x="3651" y="655"/>
                  <a:pt x="3651" y="655"/>
                </a:cubicBezTo>
                <a:cubicBezTo>
                  <a:pt x="3651" y="644"/>
                  <a:pt x="3651" y="644"/>
                  <a:pt x="3651" y="644"/>
                </a:cubicBezTo>
                <a:cubicBezTo>
                  <a:pt x="3649" y="644"/>
                  <a:pt x="3649" y="644"/>
                  <a:pt x="3649" y="644"/>
                </a:cubicBezTo>
                <a:lnTo>
                  <a:pt x="3649" y="655"/>
                </a:lnTo>
                <a:close/>
                <a:moveTo>
                  <a:pt x="4006" y="611"/>
                </a:moveTo>
                <a:cubicBezTo>
                  <a:pt x="4015" y="611"/>
                  <a:pt x="4015" y="611"/>
                  <a:pt x="4015" y="611"/>
                </a:cubicBezTo>
                <a:cubicBezTo>
                  <a:pt x="4015" y="609"/>
                  <a:pt x="4015" y="609"/>
                  <a:pt x="4015" y="609"/>
                </a:cubicBezTo>
                <a:cubicBezTo>
                  <a:pt x="4006" y="609"/>
                  <a:pt x="4006" y="609"/>
                  <a:pt x="4006" y="609"/>
                </a:cubicBezTo>
                <a:lnTo>
                  <a:pt x="4006" y="611"/>
                </a:lnTo>
                <a:close/>
                <a:moveTo>
                  <a:pt x="4006" y="616"/>
                </a:moveTo>
                <a:cubicBezTo>
                  <a:pt x="4015" y="616"/>
                  <a:pt x="4015" y="616"/>
                  <a:pt x="4015" y="616"/>
                </a:cubicBezTo>
                <a:cubicBezTo>
                  <a:pt x="4015" y="613"/>
                  <a:pt x="4015" y="613"/>
                  <a:pt x="4015" y="613"/>
                </a:cubicBezTo>
                <a:cubicBezTo>
                  <a:pt x="4006" y="613"/>
                  <a:pt x="4006" y="613"/>
                  <a:pt x="4006" y="613"/>
                </a:cubicBezTo>
                <a:lnTo>
                  <a:pt x="4006" y="616"/>
                </a:lnTo>
                <a:close/>
                <a:moveTo>
                  <a:pt x="4006" y="620"/>
                </a:moveTo>
                <a:cubicBezTo>
                  <a:pt x="4015" y="620"/>
                  <a:pt x="4015" y="620"/>
                  <a:pt x="4015" y="620"/>
                </a:cubicBezTo>
                <a:cubicBezTo>
                  <a:pt x="4015" y="618"/>
                  <a:pt x="4015" y="618"/>
                  <a:pt x="4015" y="618"/>
                </a:cubicBezTo>
                <a:cubicBezTo>
                  <a:pt x="4006" y="618"/>
                  <a:pt x="4006" y="618"/>
                  <a:pt x="4006" y="618"/>
                </a:cubicBezTo>
                <a:lnTo>
                  <a:pt x="4006" y="620"/>
                </a:lnTo>
                <a:close/>
                <a:moveTo>
                  <a:pt x="4006" y="625"/>
                </a:moveTo>
                <a:cubicBezTo>
                  <a:pt x="4015" y="625"/>
                  <a:pt x="4015" y="625"/>
                  <a:pt x="4015" y="625"/>
                </a:cubicBezTo>
                <a:cubicBezTo>
                  <a:pt x="4015" y="623"/>
                  <a:pt x="4015" y="623"/>
                  <a:pt x="4015" y="623"/>
                </a:cubicBezTo>
                <a:cubicBezTo>
                  <a:pt x="4006" y="623"/>
                  <a:pt x="4006" y="623"/>
                  <a:pt x="4006" y="623"/>
                </a:cubicBezTo>
                <a:lnTo>
                  <a:pt x="4006" y="625"/>
                </a:lnTo>
                <a:close/>
                <a:moveTo>
                  <a:pt x="4006" y="630"/>
                </a:moveTo>
                <a:cubicBezTo>
                  <a:pt x="4015" y="630"/>
                  <a:pt x="4015" y="630"/>
                  <a:pt x="4015" y="630"/>
                </a:cubicBezTo>
                <a:cubicBezTo>
                  <a:pt x="4015" y="627"/>
                  <a:pt x="4015" y="627"/>
                  <a:pt x="4015" y="627"/>
                </a:cubicBezTo>
                <a:cubicBezTo>
                  <a:pt x="4006" y="627"/>
                  <a:pt x="4006" y="627"/>
                  <a:pt x="4006" y="627"/>
                </a:cubicBezTo>
                <a:lnTo>
                  <a:pt x="4006" y="630"/>
                </a:lnTo>
                <a:close/>
                <a:moveTo>
                  <a:pt x="4006" y="634"/>
                </a:moveTo>
                <a:cubicBezTo>
                  <a:pt x="4015" y="634"/>
                  <a:pt x="4015" y="634"/>
                  <a:pt x="4015" y="634"/>
                </a:cubicBezTo>
                <a:cubicBezTo>
                  <a:pt x="4015" y="632"/>
                  <a:pt x="4015" y="632"/>
                  <a:pt x="4015" y="632"/>
                </a:cubicBezTo>
                <a:cubicBezTo>
                  <a:pt x="4006" y="632"/>
                  <a:pt x="4006" y="632"/>
                  <a:pt x="4006" y="632"/>
                </a:cubicBezTo>
                <a:lnTo>
                  <a:pt x="4006" y="634"/>
                </a:lnTo>
                <a:close/>
                <a:moveTo>
                  <a:pt x="4006" y="639"/>
                </a:moveTo>
                <a:cubicBezTo>
                  <a:pt x="4015" y="639"/>
                  <a:pt x="4015" y="639"/>
                  <a:pt x="4015" y="639"/>
                </a:cubicBezTo>
                <a:cubicBezTo>
                  <a:pt x="4015" y="637"/>
                  <a:pt x="4015" y="637"/>
                  <a:pt x="4015" y="637"/>
                </a:cubicBezTo>
                <a:cubicBezTo>
                  <a:pt x="4006" y="637"/>
                  <a:pt x="4006" y="637"/>
                  <a:pt x="4006" y="637"/>
                </a:cubicBezTo>
                <a:lnTo>
                  <a:pt x="4006" y="639"/>
                </a:lnTo>
                <a:close/>
                <a:moveTo>
                  <a:pt x="4006" y="644"/>
                </a:moveTo>
                <a:cubicBezTo>
                  <a:pt x="4015" y="644"/>
                  <a:pt x="4015" y="644"/>
                  <a:pt x="4015" y="644"/>
                </a:cubicBezTo>
                <a:cubicBezTo>
                  <a:pt x="4015" y="641"/>
                  <a:pt x="4015" y="641"/>
                  <a:pt x="4015" y="641"/>
                </a:cubicBezTo>
                <a:cubicBezTo>
                  <a:pt x="4006" y="641"/>
                  <a:pt x="4006" y="641"/>
                  <a:pt x="4006" y="641"/>
                </a:cubicBezTo>
                <a:lnTo>
                  <a:pt x="4006" y="644"/>
                </a:lnTo>
                <a:close/>
                <a:moveTo>
                  <a:pt x="4006" y="648"/>
                </a:moveTo>
                <a:cubicBezTo>
                  <a:pt x="4015" y="648"/>
                  <a:pt x="4015" y="648"/>
                  <a:pt x="4015" y="648"/>
                </a:cubicBezTo>
                <a:cubicBezTo>
                  <a:pt x="4015" y="646"/>
                  <a:pt x="4015" y="646"/>
                  <a:pt x="4015" y="646"/>
                </a:cubicBezTo>
                <a:cubicBezTo>
                  <a:pt x="4006" y="646"/>
                  <a:pt x="4006" y="646"/>
                  <a:pt x="4006" y="646"/>
                </a:cubicBezTo>
                <a:lnTo>
                  <a:pt x="4006" y="648"/>
                </a:lnTo>
                <a:close/>
                <a:moveTo>
                  <a:pt x="4006" y="653"/>
                </a:moveTo>
                <a:cubicBezTo>
                  <a:pt x="4015" y="653"/>
                  <a:pt x="4015" y="653"/>
                  <a:pt x="4015" y="653"/>
                </a:cubicBezTo>
                <a:cubicBezTo>
                  <a:pt x="4015" y="651"/>
                  <a:pt x="4015" y="651"/>
                  <a:pt x="4015" y="651"/>
                </a:cubicBezTo>
                <a:cubicBezTo>
                  <a:pt x="4006" y="651"/>
                  <a:pt x="4006" y="651"/>
                  <a:pt x="4006" y="651"/>
                </a:cubicBezTo>
                <a:lnTo>
                  <a:pt x="4006" y="653"/>
                </a:lnTo>
                <a:close/>
                <a:moveTo>
                  <a:pt x="4006" y="596"/>
                </a:moveTo>
                <a:cubicBezTo>
                  <a:pt x="4015" y="596"/>
                  <a:pt x="4015" y="596"/>
                  <a:pt x="4015" y="596"/>
                </a:cubicBezTo>
                <a:cubicBezTo>
                  <a:pt x="4015" y="594"/>
                  <a:pt x="4015" y="594"/>
                  <a:pt x="4015" y="594"/>
                </a:cubicBezTo>
                <a:cubicBezTo>
                  <a:pt x="4006" y="594"/>
                  <a:pt x="4006" y="594"/>
                  <a:pt x="4006" y="594"/>
                </a:cubicBezTo>
                <a:lnTo>
                  <a:pt x="4006" y="596"/>
                </a:lnTo>
                <a:close/>
                <a:moveTo>
                  <a:pt x="4006" y="601"/>
                </a:moveTo>
                <a:cubicBezTo>
                  <a:pt x="4015" y="601"/>
                  <a:pt x="4015" y="601"/>
                  <a:pt x="4015" y="601"/>
                </a:cubicBezTo>
                <a:cubicBezTo>
                  <a:pt x="4015" y="599"/>
                  <a:pt x="4015" y="599"/>
                  <a:pt x="4015" y="599"/>
                </a:cubicBezTo>
                <a:cubicBezTo>
                  <a:pt x="4006" y="599"/>
                  <a:pt x="4006" y="599"/>
                  <a:pt x="4006" y="599"/>
                </a:cubicBezTo>
                <a:lnTo>
                  <a:pt x="4006" y="601"/>
                </a:lnTo>
                <a:close/>
                <a:moveTo>
                  <a:pt x="4006" y="606"/>
                </a:moveTo>
                <a:cubicBezTo>
                  <a:pt x="4015" y="606"/>
                  <a:pt x="4015" y="606"/>
                  <a:pt x="4015" y="606"/>
                </a:cubicBezTo>
                <a:cubicBezTo>
                  <a:pt x="4015" y="603"/>
                  <a:pt x="4015" y="603"/>
                  <a:pt x="4015" y="603"/>
                </a:cubicBezTo>
                <a:cubicBezTo>
                  <a:pt x="4006" y="603"/>
                  <a:pt x="4006" y="603"/>
                  <a:pt x="4006" y="603"/>
                </a:cubicBezTo>
                <a:lnTo>
                  <a:pt x="4006" y="606"/>
                </a:lnTo>
                <a:close/>
                <a:moveTo>
                  <a:pt x="2886" y="552"/>
                </a:moveTo>
                <a:cubicBezTo>
                  <a:pt x="2891" y="552"/>
                  <a:pt x="2891" y="552"/>
                  <a:pt x="2891" y="552"/>
                </a:cubicBezTo>
                <a:cubicBezTo>
                  <a:pt x="2891" y="550"/>
                  <a:pt x="2891" y="550"/>
                  <a:pt x="2891" y="550"/>
                </a:cubicBezTo>
                <a:cubicBezTo>
                  <a:pt x="2886" y="550"/>
                  <a:pt x="2886" y="550"/>
                  <a:pt x="2886" y="550"/>
                </a:cubicBezTo>
                <a:lnTo>
                  <a:pt x="2886" y="552"/>
                </a:lnTo>
                <a:close/>
                <a:moveTo>
                  <a:pt x="2886" y="557"/>
                </a:moveTo>
                <a:cubicBezTo>
                  <a:pt x="2891" y="557"/>
                  <a:pt x="2891" y="557"/>
                  <a:pt x="2891" y="557"/>
                </a:cubicBezTo>
                <a:cubicBezTo>
                  <a:pt x="2891" y="555"/>
                  <a:pt x="2891" y="555"/>
                  <a:pt x="2891" y="555"/>
                </a:cubicBezTo>
                <a:cubicBezTo>
                  <a:pt x="2886" y="555"/>
                  <a:pt x="2886" y="555"/>
                  <a:pt x="2886" y="555"/>
                </a:cubicBezTo>
                <a:lnTo>
                  <a:pt x="2886" y="557"/>
                </a:lnTo>
                <a:close/>
                <a:moveTo>
                  <a:pt x="2886" y="563"/>
                </a:moveTo>
                <a:cubicBezTo>
                  <a:pt x="2891" y="563"/>
                  <a:pt x="2891" y="563"/>
                  <a:pt x="2891" y="563"/>
                </a:cubicBezTo>
                <a:cubicBezTo>
                  <a:pt x="2891" y="560"/>
                  <a:pt x="2891" y="560"/>
                  <a:pt x="2891" y="560"/>
                </a:cubicBezTo>
                <a:cubicBezTo>
                  <a:pt x="2886" y="560"/>
                  <a:pt x="2886" y="560"/>
                  <a:pt x="2886" y="560"/>
                </a:cubicBezTo>
                <a:lnTo>
                  <a:pt x="2886" y="563"/>
                </a:lnTo>
                <a:close/>
                <a:moveTo>
                  <a:pt x="2886" y="568"/>
                </a:moveTo>
                <a:cubicBezTo>
                  <a:pt x="2891" y="568"/>
                  <a:pt x="2891" y="568"/>
                  <a:pt x="2891" y="568"/>
                </a:cubicBezTo>
                <a:cubicBezTo>
                  <a:pt x="2891" y="566"/>
                  <a:pt x="2891" y="566"/>
                  <a:pt x="2891" y="566"/>
                </a:cubicBezTo>
                <a:cubicBezTo>
                  <a:pt x="2886" y="566"/>
                  <a:pt x="2886" y="566"/>
                  <a:pt x="2886" y="566"/>
                </a:cubicBezTo>
                <a:lnTo>
                  <a:pt x="2886" y="568"/>
                </a:lnTo>
                <a:close/>
                <a:moveTo>
                  <a:pt x="2886" y="573"/>
                </a:moveTo>
                <a:cubicBezTo>
                  <a:pt x="2891" y="573"/>
                  <a:pt x="2891" y="573"/>
                  <a:pt x="2891" y="573"/>
                </a:cubicBezTo>
                <a:cubicBezTo>
                  <a:pt x="2891" y="571"/>
                  <a:pt x="2891" y="571"/>
                  <a:pt x="2891" y="571"/>
                </a:cubicBezTo>
                <a:cubicBezTo>
                  <a:pt x="2886" y="571"/>
                  <a:pt x="2886" y="571"/>
                  <a:pt x="2886" y="571"/>
                </a:cubicBezTo>
                <a:lnTo>
                  <a:pt x="2886" y="573"/>
                </a:lnTo>
                <a:close/>
                <a:moveTo>
                  <a:pt x="2886" y="579"/>
                </a:moveTo>
                <a:cubicBezTo>
                  <a:pt x="2891" y="579"/>
                  <a:pt x="2891" y="579"/>
                  <a:pt x="2891" y="579"/>
                </a:cubicBezTo>
                <a:cubicBezTo>
                  <a:pt x="2891" y="577"/>
                  <a:pt x="2891" y="577"/>
                  <a:pt x="2891" y="577"/>
                </a:cubicBezTo>
                <a:cubicBezTo>
                  <a:pt x="2886" y="577"/>
                  <a:pt x="2886" y="577"/>
                  <a:pt x="2886" y="577"/>
                </a:cubicBezTo>
                <a:lnTo>
                  <a:pt x="2886" y="579"/>
                </a:lnTo>
                <a:close/>
                <a:moveTo>
                  <a:pt x="2886" y="584"/>
                </a:moveTo>
                <a:cubicBezTo>
                  <a:pt x="2891" y="584"/>
                  <a:pt x="2891" y="584"/>
                  <a:pt x="2891" y="584"/>
                </a:cubicBezTo>
                <a:cubicBezTo>
                  <a:pt x="2891" y="582"/>
                  <a:pt x="2891" y="582"/>
                  <a:pt x="2891" y="582"/>
                </a:cubicBezTo>
                <a:cubicBezTo>
                  <a:pt x="2886" y="582"/>
                  <a:pt x="2886" y="582"/>
                  <a:pt x="2886" y="582"/>
                </a:cubicBezTo>
                <a:lnTo>
                  <a:pt x="2886" y="584"/>
                </a:lnTo>
                <a:close/>
                <a:moveTo>
                  <a:pt x="2886" y="590"/>
                </a:moveTo>
                <a:cubicBezTo>
                  <a:pt x="2891" y="590"/>
                  <a:pt x="2891" y="590"/>
                  <a:pt x="2891" y="590"/>
                </a:cubicBezTo>
                <a:cubicBezTo>
                  <a:pt x="2891" y="587"/>
                  <a:pt x="2891" y="587"/>
                  <a:pt x="2891" y="587"/>
                </a:cubicBezTo>
                <a:cubicBezTo>
                  <a:pt x="2886" y="587"/>
                  <a:pt x="2886" y="587"/>
                  <a:pt x="2886" y="587"/>
                </a:cubicBezTo>
                <a:lnTo>
                  <a:pt x="2886" y="590"/>
                </a:lnTo>
                <a:close/>
                <a:moveTo>
                  <a:pt x="2886" y="595"/>
                </a:moveTo>
                <a:cubicBezTo>
                  <a:pt x="2891" y="595"/>
                  <a:pt x="2891" y="595"/>
                  <a:pt x="2891" y="595"/>
                </a:cubicBezTo>
                <a:cubicBezTo>
                  <a:pt x="2891" y="593"/>
                  <a:pt x="2891" y="593"/>
                  <a:pt x="2891" y="593"/>
                </a:cubicBezTo>
                <a:cubicBezTo>
                  <a:pt x="2886" y="593"/>
                  <a:pt x="2886" y="593"/>
                  <a:pt x="2886" y="593"/>
                </a:cubicBezTo>
                <a:lnTo>
                  <a:pt x="2886" y="595"/>
                </a:lnTo>
                <a:close/>
                <a:moveTo>
                  <a:pt x="2886" y="600"/>
                </a:moveTo>
                <a:cubicBezTo>
                  <a:pt x="2891" y="600"/>
                  <a:pt x="2891" y="600"/>
                  <a:pt x="2891" y="600"/>
                </a:cubicBezTo>
                <a:cubicBezTo>
                  <a:pt x="2891" y="598"/>
                  <a:pt x="2891" y="598"/>
                  <a:pt x="2891" y="598"/>
                </a:cubicBezTo>
                <a:cubicBezTo>
                  <a:pt x="2886" y="598"/>
                  <a:pt x="2886" y="598"/>
                  <a:pt x="2886" y="598"/>
                </a:cubicBezTo>
                <a:lnTo>
                  <a:pt x="2886" y="600"/>
                </a:lnTo>
                <a:close/>
                <a:moveTo>
                  <a:pt x="2886" y="606"/>
                </a:moveTo>
                <a:cubicBezTo>
                  <a:pt x="2891" y="606"/>
                  <a:pt x="2891" y="606"/>
                  <a:pt x="2891" y="606"/>
                </a:cubicBezTo>
                <a:cubicBezTo>
                  <a:pt x="2891" y="604"/>
                  <a:pt x="2891" y="604"/>
                  <a:pt x="2891" y="604"/>
                </a:cubicBezTo>
                <a:cubicBezTo>
                  <a:pt x="2886" y="604"/>
                  <a:pt x="2886" y="604"/>
                  <a:pt x="2886" y="604"/>
                </a:cubicBezTo>
                <a:lnTo>
                  <a:pt x="2886" y="606"/>
                </a:lnTo>
                <a:close/>
                <a:moveTo>
                  <a:pt x="2886" y="611"/>
                </a:moveTo>
                <a:cubicBezTo>
                  <a:pt x="2891" y="611"/>
                  <a:pt x="2891" y="611"/>
                  <a:pt x="2891" y="611"/>
                </a:cubicBezTo>
                <a:cubicBezTo>
                  <a:pt x="2891" y="609"/>
                  <a:pt x="2891" y="609"/>
                  <a:pt x="2891" y="609"/>
                </a:cubicBezTo>
                <a:cubicBezTo>
                  <a:pt x="2886" y="609"/>
                  <a:pt x="2886" y="609"/>
                  <a:pt x="2886" y="609"/>
                </a:cubicBezTo>
                <a:lnTo>
                  <a:pt x="2886" y="611"/>
                </a:lnTo>
                <a:close/>
                <a:moveTo>
                  <a:pt x="2886" y="617"/>
                </a:moveTo>
                <a:cubicBezTo>
                  <a:pt x="2891" y="617"/>
                  <a:pt x="2891" y="617"/>
                  <a:pt x="2891" y="617"/>
                </a:cubicBezTo>
                <a:cubicBezTo>
                  <a:pt x="2891" y="614"/>
                  <a:pt x="2891" y="614"/>
                  <a:pt x="2891" y="614"/>
                </a:cubicBezTo>
                <a:cubicBezTo>
                  <a:pt x="2886" y="614"/>
                  <a:pt x="2886" y="614"/>
                  <a:pt x="2886" y="614"/>
                </a:cubicBezTo>
                <a:lnTo>
                  <a:pt x="2886" y="617"/>
                </a:lnTo>
                <a:close/>
                <a:moveTo>
                  <a:pt x="2886" y="622"/>
                </a:moveTo>
                <a:cubicBezTo>
                  <a:pt x="2891" y="622"/>
                  <a:pt x="2891" y="622"/>
                  <a:pt x="2891" y="622"/>
                </a:cubicBezTo>
                <a:cubicBezTo>
                  <a:pt x="2891" y="620"/>
                  <a:pt x="2891" y="620"/>
                  <a:pt x="2891" y="620"/>
                </a:cubicBezTo>
                <a:cubicBezTo>
                  <a:pt x="2886" y="620"/>
                  <a:pt x="2886" y="620"/>
                  <a:pt x="2886" y="620"/>
                </a:cubicBezTo>
                <a:lnTo>
                  <a:pt x="2886" y="622"/>
                </a:lnTo>
                <a:close/>
                <a:moveTo>
                  <a:pt x="2886" y="628"/>
                </a:moveTo>
                <a:cubicBezTo>
                  <a:pt x="2891" y="628"/>
                  <a:pt x="2891" y="628"/>
                  <a:pt x="2891" y="628"/>
                </a:cubicBezTo>
                <a:cubicBezTo>
                  <a:pt x="2891" y="625"/>
                  <a:pt x="2891" y="625"/>
                  <a:pt x="2891" y="625"/>
                </a:cubicBezTo>
                <a:cubicBezTo>
                  <a:pt x="2886" y="625"/>
                  <a:pt x="2886" y="625"/>
                  <a:pt x="2886" y="625"/>
                </a:cubicBezTo>
                <a:lnTo>
                  <a:pt x="2886" y="628"/>
                </a:lnTo>
                <a:close/>
                <a:moveTo>
                  <a:pt x="2886" y="633"/>
                </a:moveTo>
                <a:cubicBezTo>
                  <a:pt x="2891" y="633"/>
                  <a:pt x="2891" y="633"/>
                  <a:pt x="2891" y="633"/>
                </a:cubicBezTo>
                <a:cubicBezTo>
                  <a:pt x="2891" y="631"/>
                  <a:pt x="2891" y="631"/>
                  <a:pt x="2891" y="631"/>
                </a:cubicBezTo>
                <a:cubicBezTo>
                  <a:pt x="2886" y="631"/>
                  <a:pt x="2886" y="631"/>
                  <a:pt x="2886" y="631"/>
                </a:cubicBezTo>
                <a:lnTo>
                  <a:pt x="2886" y="633"/>
                </a:lnTo>
                <a:close/>
                <a:moveTo>
                  <a:pt x="2886" y="638"/>
                </a:moveTo>
                <a:cubicBezTo>
                  <a:pt x="2891" y="638"/>
                  <a:pt x="2891" y="638"/>
                  <a:pt x="2891" y="638"/>
                </a:cubicBezTo>
                <a:cubicBezTo>
                  <a:pt x="2891" y="636"/>
                  <a:pt x="2891" y="636"/>
                  <a:pt x="2891" y="636"/>
                </a:cubicBezTo>
                <a:cubicBezTo>
                  <a:pt x="2886" y="636"/>
                  <a:pt x="2886" y="636"/>
                  <a:pt x="2886" y="636"/>
                </a:cubicBezTo>
                <a:lnTo>
                  <a:pt x="2886" y="638"/>
                </a:lnTo>
                <a:close/>
                <a:moveTo>
                  <a:pt x="2903" y="554"/>
                </a:moveTo>
                <a:cubicBezTo>
                  <a:pt x="2928" y="554"/>
                  <a:pt x="2928" y="554"/>
                  <a:pt x="2928" y="554"/>
                </a:cubicBezTo>
                <a:cubicBezTo>
                  <a:pt x="2928" y="552"/>
                  <a:pt x="2928" y="552"/>
                  <a:pt x="2928" y="552"/>
                </a:cubicBezTo>
                <a:cubicBezTo>
                  <a:pt x="2903" y="552"/>
                  <a:pt x="2903" y="552"/>
                  <a:pt x="2903" y="552"/>
                </a:cubicBezTo>
                <a:lnTo>
                  <a:pt x="2903" y="554"/>
                </a:lnTo>
                <a:close/>
                <a:moveTo>
                  <a:pt x="2903" y="559"/>
                </a:moveTo>
                <a:cubicBezTo>
                  <a:pt x="2928" y="559"/>
                  <a:pt x="2928" y="559"/>
                  <a:pt x="2928" y="559"/>
                </a:cubicBezTo>
                <a:cubicBezTo>
                  <a:pt x="2928" y="557"/>
                  <a:pt x="2928" y="557"/>
                  <a:pt x="2928" y="557"/>
                </a:cubicBezTo>
                <a:cubicBezTo>
                  <a:pt x="2903" y="557"/>
                  <a:pt x="2903" y="557"/>
                  <a:pt x="2903" y="557"/>
                </a:cubicBezTo>
                <a:lnTo>
                  <a:pt x="2903" y="559"/>
                </a:lnTo>
                <a:close/>
                <a:moveTo>
                  <a:pt x="2903" y="565"/>
                </a:moveTo>
                <a:cubicBezTo>
                  <a:pt x="2928" y="565"/>
                  <a:pt x="2928" y="565"/>
                  <a:pt x="2928" y="565"/>
                </a:cubicBezTo>
                <a:cubicBezTo>
                  <a:pt x="2928" y="563"/>
                  <a:pt x="2928" y="563"/>
                  <a:pt x="2928" y="563"/>
                </a:cubicBezTo>
                <a:cubicBezTo>
                  <a:pt x="2903" y="563"/>
                  <a:pt x="2903" y="563"/>
                  <a:pt x="2903" y="563"/>
                </a:cubicBezTo>
                <a:lnTo>
                  <a:pt x="2903" y="565"/>
                </a:lnTo>
                <a:close/>
                <a:moveTo>
                  <a:pt x="2903" y="570"/>
                </a:moveTo>
                <a:cubicBezTo>
                  <a:pt x="2928" y="570"/>
                  <a:pt x="2928" y="570"/>
                  <a:pt x="2928" y="570"/>
                </a:cubicBezTo>
                <a:cubicBezTo>
                  <a:pt x="2928" y="568"/>
                  <a:pt x="2928" y="568"/>
                  <a:pt x="2928" y="568"/>
                </a:cubicBezTo>
                <a:cubicBezTo>
                  <a:pt x="2903" y="568"/>
                  <a:pt x="2903" y="568"/>
                  <a:pt x="2903" y="568"/>
                </a:cubicBezTo>
                <a:lnTo>
                  <a:pt x="2903" y="570"/>
                </a:lnTo>
                <a:close/>
                <a:moveTo>
                  <a:pt x="2903" y="576"/>
                </a:moveTo>
                <a:cubicBezTo>
                  <a:pt x="2928" y="576"/>
                  <a:pt x="2928" y="576"/>
                  <a:pt x="2928" y="576"/>
                </a:cubicBezTo>
                <a:cubicBezTo>
                  <a:pt x="2928" y="573"/>
                  <a:pt x="2928" y="573"/>
                  <a:pt x="2928" y="573"/>
                </a:cubicBezTo>
                <a:cubicBezTo>
                  <a:pt x="2903" y="573"/>
                  <a:pt x="2903" y="573"/>
                  <a:pt x="2903" y="573"/>
                </a:cubicBezTo>
                <a:lnTo>
                  <a:pt x="2903" y="576"/>
                </a:lnTo>
                <a:close/>
                <a:moveTo>
                  <a:pt x="2903" y="581"/>
                </a:moveTo>
                <a:cubicBezTo>
                  <a:pt x="2928" y="581"/>
                  <a:pt x="2928" y="581"/>
                  <a:pt x="2928" y="581"/>
                </a:cubicBezTo>
                <a:cubicBezTo>
                  <a:pt x="2928" y="579"/>
                  <a:pt x="2928" y="579"/>
                  <a:pt x="2928" y="579"/>
                </a:cubicBezTo>
                <a:cubicBezTo>
                  <a:pt x="2903" y="579"/>
                  <a:pt x="2903" y="579"/>
                  <a:pt x="2903" y="579"/>
                </a:cubicBezTo>
                <a:lnTo>
                  <a:pt x="2903" y="581"/>
                </a:lnTo>
                <a:close/>
                <a:moveTo>
                  <a:pt x="2903" y="586"/>
                </a:moveTo>
                <a:cubicBezTo>
                  <a:pt x="2928" y="586"/>
                  <a:pt x="2928" y="586"/>
                  <a:pt x="2928" y="586"/>
                </a:cubicBezTo>
                <a:cubicBezTo>
                  <a:pt x="2928" y="584"/>
                  <a:pt x="2928" y="584"/>
                  <a:pt x="2928" y="584"/>
                </a:cubicBezTo>
                <a:cubicBezTo>
                  <a:pt x="2903" y="584"/>
                  <a:pt x="2903" y="584"/>
                  <a:pt x="2903" y="584"/>
                </a:cubicBezTo>
                <a:lnTo>
                  <a:pt x="2903" y="586"/>
                </a:lnTo>
                <a:close/>
                <a:moveTo>
                  <a:pt x="2903" y="592"/>
                </a:moveTo>
                <a:cubicBezTo>
                  <a:pt x="2928" y="592"/>
                  <a:pt x="2928" y="592"/>
                  <a:pt x="2928" y="592"/>
                </a:cubicBezTo>
                <a:cubicBezTo>
                  <a:pt x="2928" y="590"/>
                  <a:pt x="2928" y="590"/>
                  <a:pt x="2928" y="590"/>
                </a:cubicBezTo>
                <a:cubicBezTo>
                  <a:pt x="2903" y="590"/>
                  <a:pt x="2903" y="590"/>
                  <a:pt x="2903" y="590"/>
                </a:cubicBezTo>
                <a:lnTo>
                  <a:pt x="2903" y="592"/>
                </a:lnTo>
                <a:close/>
                <a:moveTo>
                  <a:pt x="2903" y="597"/>
                </a:moveTo>
                <a:cubicBezTo>
                  <a:pt x="2928" y="597"/>
                  <a:pt x="2928" y="597"/>
                  <a:pt x="2928" y="597"/>
                </a:cubicBezTo>
                <a:cubicBezTo>
                  <a:pt x="2928" y="595"/>
                  <a:pt x="2928" y="595"/>
                  <a:pt x="2928" y="595"/>
                </a:cubicBezTo>
                <a:cubicBezTo>
                  <a:pt x="2903" y="595"/>
                  <a:pt x="2903" y="595"/>
                  <a:pt x="2903" y="595"/>
                </a:cubicBezTo>
                <a:lnTo>
                  <a:pt x="2903" y="597"/>
                </a:lnTo>
                <a:close/>
                <a:moveTo>
                  <a:pt x="2903" y="603"/>
                </a:moveTo>
                <a:cubicBezTo>
                  <a:pt x="2928" y="603"/>
                  <a:pt x="2928" y="603"/>
                  <a:pt x="2928" y="603"/>
                </a:cubicBezTo>
                <a:cubicBezTo>
                  <a:pt x="2928" y="600"/>
                  <a:pt x="2928" y="600"/>
                  <a:pt x="2928" y="600"/>
                </a:cubicBezTo>
                <a:cubicBezTo>
                  <a:pt x="2903" y="600"/>
                  <a:pt x="2903" y="600"/>
                  <a:pt x="2903" y="600"/>
                </a:cubicBezTo>
                <a:lnTo>
                  <a:pt x="2903" y="603"/>
                </a:lnTo>
                <a:close/>
                <a:moveTo>
                  <a:pt x="2903" y="608"/>
                </a:moveTo>
                <a:cubicBezTo>
                  <a:pt x="2928" y="608"/>
                  <a:pt x="2928" y="608"/>
                  <a:pt x="2928" y="608"/>
                </a:cubicBezTo>
                <a:cubicBezTo>
                  <a:pt x="2928" y="606"/>
                  <a:pt x="2928" y="606"/>
                  <a:pt x="2928" y="606"/>
                </a:cubicBezTo>
                <a:cubicBezTo>
                  <a:pt x="2903" y="606"/>
                  <a:pt x="2903" y="606"/>
                  <a:pt x="2903" y="606"/>
                </a:cubicBezTo>
                <a:lnTo>
                  <a:pt x="2903" y="608"/>
                </a:lnTo>
                <a:close/>
                <a:moveTo>
                  <a:pt x="2903" y="613"/>
                </a:moveTo>
                <a:cubicBezTo>
                  <a:pt x="2928" y="613"/>
                  <a:pt x="2928" y="613"/>
                  <a:pt x="2928" y="613"/>
                </a:cubicBezTo>
                <a:cubicBezTo>
                  <a:pt x="2928" y="611"/>
                  <a:pt x="2928" y="611"/>
                  <a:pt x="2928" y="611"/>
                </a:cubicBezTo>
                <a:cubicBezTo>
                  <a:pt x="2903" y="611"/>
                  <a:pt x="2903" y="611"/>
                  <a:pt x="2903" y="611"/>
                </a:cubicBezTo>
                <a:lnTo>
                  <a:pt x="2903" y="613"/>
                </a:lnTo>
                <a:close/>
                <a:moveTo>
                  <a:pt x="2903" y="619"/>
                </a:moveTo>
                <a:cubicBezTo>
                  <a:pt x="2928" y="619"/>
                  <a:pt x="2928" y="619"/>
                  <a:pt x="2928" y="619"/>
                </a:cubicBezTo>
                <a:cubicBezTo>
                  <a:pt x="2928" y="617"/>
                  <a:pt x="2928" y="617"/>
                  <a:pt x="2928" y="617"/>
                </a:cubicBezTo>
                <a:cubicBezTo>
                  <a:pt x="2903" y="617"/>
                  <a:pt x="2903" y="617"/>
                  <a:pt x="2903" y="617"/>
                </a:cubicBezTo>
                <a:lnTo>
                  <a:pt x="2903" y="619"/>
                </a:lnTo>
                <a:close/>
                <a:moveTo>
                  <a:pt x="2903" y="624"/>
                </a:moveTo>
                <a:cubicBezTo>
                  <a:pt x="2928" y="624"/>
                  <a:pt x="2928" y="624"/>
                  <a:pt x="2928" y="624"/>
                </a:cubicBezTo>
                <a:cubicBezTo>
                  <a:pt x="2928" y="622"/>
                  <a:pt x="2928" y="622"/>
                  <a:pt x="2928" y="622"/>
                </a:cubicBezTo>
                <a:cubicBezTo>
                  <a:pt x="2903" y="622"/>
                  <a:pt x="2903" y="622"/>
                  <a:pt x="2903" y="622"/>
                </a:cubicBezTo>
                <a:lnTo>
                  <a:pt x="2903" y="624"/>
                </a:lnTo>
                <a:close/>
                <a:moveTo>
                  <a:pt x="2903" y="630"/>
                </a:moveTo>
                <a:cubicBezTo>
                  <a:pt x="2928" y="630"/>
                  <a:pt x="2928" y="630"/>
                  <a:pt x="2928" y="630"/>
                </a:cubicBezTo>
                <a:cubicBezTo>
                  <a:pt x="2928" y="628"/>
                  <a:pt x="2928" y="628"/>
                  <a:pt x="2928" y="628"/>
                </a:cubicBezTo>
                <a:cubicBezTo>
                  <a:pt x="2903" y="628"/>
                  <a:pt x="2903" y="628"/>
                  <a:pt x="2903" y="628"/>
                </a:cubicBezTo>
                <a:lnTo>
                  <a:pt x="2903" y="630"/>
                </a:lnTo>
                <a:close/>
                <a:moveTo>
                  <a:pt x="2903" y="635"/>
                </a:moveTo>
                <a:cubicBezTo>
                  <a:pt x="2928" y="635"/>
                  <a:pt x="2928" y="635"/>
                  <a:pt x="2928" y="635"/>
                </a:cubicBezTo>
                <a:cubicBezTo>
                  <a:pt x="2928" y="633"/>
                  <a:pt x="2928" y="633"/>
                  <a:pt x="2928" y="633"/>
                </a:cubicBezTo>
                <a:cubicBezTo>
                  <a:pt x="2903" y="633"/>
                  <a:pt x="2903" y="633"/>
                  <a:pt x="2903" y="633"/>
                </a:cubicBezTo>
                <a:lnTo>
                  <a:pt x="2903" y="635"/>
                </a:lnTo>
                <a:close/>
                <a:moveTo>
                  <a:pt x="2903" y="641"/>
                </a:moveTo>
                <a:cubicBezTo>
                  <a:pt x="2928" y="641"/>
                  <a:pt x="2928" y="641"/>
                  <a:pt x="2928" y="641"/>
                </a:cubicBezTo>
                <a:cubicBezTo>
                  <a:pt x="2928" y="638"/>
                  <a:pt x="2928" y="638"/>
                  <a:pt x="2928" y="638"/>
                </a:cubicBezTo>
                <a:cubicBezTo>
                  <a:pt x="2903" y="638"/>
                  <a:pt x="2903" y="638"/>
                  <a:pt x="2903" y="638"/>
                </a:cubicBezTo>
                <a:lnTo>
                  <a:pt x="2903" y="641"/>
                </a:lnTo>
                <a:close/>
                <a:moveTo>
                  <a:pt x="2765" y="447"/>
                </a:moveTo>
                <a:cubicBezTo>
                  <a:pt x="2767" y="447"/>
                  <a:pt x="2767" y="447"/>
                  <a:pt x="2767" y="447"/>
                </a:cubicBezTo>
                <a:cubicBezTo>
                  <a:pt x="2767" y="420"/>
                  <a:pt x="2767" y="420"/>
                  <a:pt x="2767" y="420"/>
                </a:cubicBezTo>
                <a:cubicBezTo>
                  <a:pt x="2765" y="420"/>
                  <a:pt x="2765" y="420"/>
                  <a:pt x="2765" y="420"/>
                </a:cubicBezTo>
                <a:lnTo>
                  <a:pt x="2765" y="447"/>
                </a:lnTo>
                <a:close/>
                <a:moveTo>
                  <a:pt x="2773" y="433"/>
                </a:moveTo>
                <a:cubicBezTo>
                  <a:pt x="2775" y="433"/>
                  <a:pt x="2775" y="433"/>
                  <a:pt x="2775" y="433"/>
                </a:cubicBezTo>
                <a:cubicBezTo>
                  <a:pt x="2775" y="419"/>
                  <a:pt x="2775" y="419"/>
                  <a:pt x="2775" y="419"/>
                </a:cubicBezTo>
                <a:cubicBezTo>
                  <a:pt x="2773" y="419"/>
                  <a:pt x="2773" y="419"/>
                  <a:pt x="2773" y="419"/>
                </a:cubicBezTo>
                <a:lnTo>
                  <a:pt x="2773" y="433"/>
                </a:lnTo>
                <a:close/>
                <a:moveTo>
                  <a:pt x="2781" y="443"/>
                </a:moveTo>
                <a:cubicBezTo>
                  <a:pt x="2783" y="443"/>
                  <a:pt x="2783" y="443"/>
                  <a:pt x="2783" y="443"/>
                </a:cubicBezTo>
                <a:cubicBezTo>
                  <a:pt x="2783" y="418"/>
                  <a:pt x="2783" y="418"/>
                  <a:pt x="2783" y="418"/>
                </a:cubicBezTo>
                <a:cubicBezTo>
                  <a:pt x="2781" y="418"/>
                  <a:pt x="2781" y="418"/>
                  <a:pt x="2781" y="418"/>
                </a:cubicBezTo>
                <a:lnTo>
                  <a:pt x="2781" y="443"/>
                </a:lnTo>
                <a:close/>
                <a:moveTo>
                  <a:pt x="2790" y="451"/>
                </a:moveTo>
                <a:cubicBezTo>
                  <a:pt x="2793" y="451"/>
                  <a:pt x="2793" y="451"/>
                  <a:pt x="2793" y="451"/>
                </a:cubicBezTo>
                <a:cubicBezTo>
                  <a:pt x="2793" y="418"/>
                  <a:pt x="2793" y="418"/>
                  <a:pt x="2793" y="418"/>
                </a:cubicBezTo>
                <a:cubicBezTo>
                  <a:pt x="2790" y="418"/>
                  <a:pt x="2790" y="418"/>
                  <a:pt x="2790" y="418"/>
                </a:cubicBezTo>
                <a:lnTo>
                  <a:pt x="2790" y="451"/>
                </a:lnTo>
                <a:close/>
                <a:moveTo>
                  <a:pt x="2800" y="460"/>
                </a:moveTo>
                <a:cubicBezTo>
                  <a:pt x="2802" y="460"/>
                  <a:pt x="2802" y="460"/>
                  <a:pt x="2802" y="460"/>
                </a:cubicBezTo>
                <a:cubicBezTo>
                  <a:pt x="2802" y="418"/>
                  <a:pt x="2802" y="418"/>
                  <a:pt x="2802" y="418"/>
                </a:cubicBezTo>
                <a:cubicBezTo>
                  <a:pt x="2800" y="418"/>
                  <a:pt x="2800" y="418"/>
                  <a:pt x="2800" y="418"/>
                </a:cubicBezTo>
                <a:lnTo>
                  <a:pt x="2800" y="460"/>
                </a:lnTo>
                <a:close/>
                <a:moveTo>
                  <a:pt x="2809" y="489"/>
                </a:moveTo>
                <a:cubicBezTo>
                  <a:pt x="2811" y="489"/>
                  <a:pt x="2811" y="489"/>
                  <a:pt x="2811" y="489"/>
                </a:cubicBezTo>
                <a:cubicBezTo>
                  <a:pt x="2811" y="418"/>
                  <a:pt x="2811" y="418"/>
                  <a:pt x="2811" y="418"/>
                </a:cubicBezTo>
                <a:cubicBezTo>
                  <a:pt x="2809" y="418"/>
                  <a:pt x="2809" y="418"/>
                  <a:pt x="2809" y="418"/>
                </a:cubicBezTo>
                <a:lnTo>
                  <a:pt x="2809" y="489"/>
                </a:lnTo>
                <a:close/>
                <a:moveTo>
                  <a:pt x="2773" y="344"/>
                </a:moveTo>
                <a:cubicBezTo>
                  <a:pt x="2775" y="344"/>
                  <a:pt x="2775" y="344"/>
                  <a:pt x="2775" y="344"/>
                </a:cubicBezTo>
                <a:cubicBezTo>
                  <a:pt x="2775" y="317"/>
                  <a:pt x="2775" y="317"/>
                  <a:pt x="2775" y="317"/>
                </a:cubicBezTo>
                <a:cubicBezTo>
                  <a:pt x="2773" y="317"/>
                  <a:pt x="2773" y="317"/>
                  <a:pt x="2773" y="317"/>
                </a:cubicBezTo>
                <a:lnTo>
                  <a:pt x="2773" y="344"/>
                </a:lnTo>
                <a:close/>
                <a:moveTo>
                  <a:pt x="2781" y="330"/>
                </a:moveTo>
                <a:cubicBezTo>
                  <a:pt x="2783" y="330"/>
                  <a:pt x="2783" y="330"/>
                  <a:pt x="2783" y="330"/>
                </a:cubicBezTo>
                <a:cubicBezTo>
                  <a:pt x="2783" y="316"/>
                  <a:pt x="2783" y="316"/>
                  <a:pt x="2783" y="316"/>
                </a:cubicBezTo>
                <a:cubicBezTo>
                  <a:pt x="2781" y="316"/>
                  <a:pt x="2781" y="316"/>
                  <a:pt x="2781" y="316"/>
                </a:cubicBezTo>
                <a:lnTo>
                  <a:pt x="2781" y="330"/>
                </a:lnTo>
                <a:close/>
                <a:moveTo>
                  <a:pt x="2789" y="340"/>
                </a:moveTo>
                <a:cubicBezTo>
                  <a:pt x="2791" y="340"/>
                  <a:pt x="2791" y="340"/>
                  <a:pt x="2791" y="340"/>
                </a:cubicBezTo>
                <a:cubicBezTo>
                  <a:pt x="2791" y="315"/>
                  <a:pt x="2791" y="315"/>
                  <a:pt x="2791" y="315"/>
                </a:cubicBezTo>
                <a:cubicBezTo>
                  <a:pt x="2789" y="315"/>
                  <a:pt x="2789" y="315"/>
                  <a:pt x="2789" y="315"/>
                </a:cubicBezTo>
                <a:lnTo>
                  <a:pt x="2789" y="340"/>
                </a:lnTo>
                <a:close/>
                <a:moveTo>
                  <a:pt x="2798" y="348"/>
                </a:moveTo>
                <a:cubicBezTo>
                  <a:pt x="2800" y="348"/>
                  <a:pt x="2800" y="348"/>
                  <a:pt x="2800" y="348"/>
                </a:cubicBezTo>
                <a:cubicBezTo>
                  <a:pt x="2800" y="315"/>
                  <a:pt x="2800" y="315"/>
                  <a:pt x="2800" y="315"/>
                </a:cubicBezTo>
                <a:cubicBezTo>
                  <a:pt x="2798" y="315"/>
                  <a:pt x="2798" y="315"/>
                  <a:pt x="2798" y="315"/>
                </a:cubicBezTo>
                <a:lnTo>
                  <a:pt x="2798" y="348"/>
                </a:lnTo>
                <a:close/>
                <a:moveTo>
                  <a:pt x="2808" y="357"/>
                </a:moveTo>
                <a:cubicBezTo>
                  <a:pt x="2810" y="357"/>
                  <a:pt x="2810" y="357"/>
                  <a:pt x="2810" y="357"/>
                </a:cubicBezTo>
                <a:cubicBezTo>
                  <a:pt x="2810" y="315"/>
                  <a:pt x="2810" y="315"/>
                  <a:pt x="2810" y="315"/>
                </a:cubicBezTo>
                <a:cubicBezTo>
                  <a:pt x="2808" y="315"/>
                  <a:pt x="2808" y="315"/>
                  <a:pt x="2808" y="315"/>
                </a:cubicBezTo>
                <a:lnTo>
                  <a:pt x="2808" y="357"/>
                </a:lnTo>
                <a:close/>
                <a:moveTo>
                  <a:pt x="3795" y="575"/>
                </a:moveTo>
                <a:cubicBezTo>
                  <a:pt x="3812" y="575"/>
                  <a:pt x="3812" y="575"/>
                  <a:pt x="3812" y="575"/>
                </a:cubicBezTo>
                <a:cubicBezTo>
                  <a:pt x="3812" y="573"/>
                  <a:pt x="3812" y="573"/>
                  <a:pt x="3812" y="573"/>
                </a:cubicBezTo>
                <a:cubicBezTo>
                  <a:pt x="3795" y="573"/>
                  <a:pt x="3795" y="573"/>
                  <a:pt x="3795" y="573"/>
                </a:cubicBezTo>
                <a:lnTo>
                  <a:pt x="3795" y="575"/>
                </a:lnTo>
                <a:close/>
                <a:moveTo>
                  <a:pt x="3795" y="580"/>
                </a:moveTo>
                <a:cubicBezTo>
                  <a:pt x="3812" y="580"/>
                  <a:pt x="3812" y="580"/>
                  <a:pt x="3812" y="580"/>
                </a:cubicBezTo>
                <a:cubicBezTo>
                  <a:pt x="3812" y="578"/>
                  <a:pt x="3812" y="578"/>
                  <a:pt x="3812" y="578"/>
                </a:cubicBezTo>
                <a:cubicBezTo>
                  <a:pt x="3795" y="578"/>
                  <a:pt x="3795" y="578"/>
                  <a:pt x="3795" y="578"/>
                </a:cubicBezTo>
                <a:lnTo>
                  <a:pt x="3795" y="580"/>
                </a:lnTo>
                <a:close/>
                <a:moveTo>
                  <a:pt x="3795" y="585"/>
                </a:moveTo>
                <a:cubicBezTo>
                  <a:pt x="3812" y="585"/>
                  <a:pt x="3812" y="585"/>
                  <a:pt x="3812" y="585"/>
                </a:cubicBezTo>
                <a:cubicBezTo>
                  <a:pt x="3812" y="582"/>
                  <a:pt x="3812" y="582"/>
                  <a:pt x="3812" y="582"/>
                </a:cubicBezTo>
                <a:cubicBezTo>
                  <a:pt x="3795" y="582"/>
                  <a:pt x="3795" y="582"/>
                  <a:pt x="3795" y="582"/>
                </a:cubicBezTo>
                <a:lnTo>
                  <a:pt x="3795" y="585"/>
                </a:lnTo>
                <a:close/>
                <a:moveTo>
                  <a:pt x="3795" y="590"/>
                </a:moveTo>
                <a:cubicBezTo>
                  <a:pt x="3812" y="590"/>
                  <a:pt x="3812" y="590"/>
                  <a:pt x="3812" y="590"/>
                </a:cubicBezTo>
                <a:cubicBezTo>
                  <a:pt x="3812" y="587"/>
                  <a:pt x="3812" y="587"/>
                  <a:pt x="3812" y="587"/>
                </a:cubicBezTo>
                <a:cubicBezTo>
                  <a:pt x="3795" y="587"/>
                  <a:pt x="3795" y="587"/>
                  <a:pt x="3795" y="587"/>
                </a:cubicBezTo>
                <a:lnTo>
                  <a:pt x="3795" y="590"/>
                </a:lnTo>
                <a:close/>
                <a:moveTo>
                  <a:pt x="3795" y="595"/>
                </a:moveTo>
                <a:cubicBezTo>
                  <a:pt x="3812" y="595"/>
                  <a:pt x="3812" y="595"/>
                  <a:pt x="3812" y="595"/>
                </a:cubicBezTo>
                <a:cubicBezTo>
                  <a:pt x="3812" y="592"/>
                  <a:pt x="3812" y="592"/>
                  <a:pt x="3812" y="592"/>
                </a:cubicBezTo>
                <a:cubicBezTo>
                  <a:pt x="3795" y="592"/>
                  <a:pt x="3795" y="592"/>
                  <a:pt x="3795" y="592"/>
                </a:cubicBezTo>
                <a:lnTo>
                  <a:pt x="3795" y="595"/>
                </a:lnTo>
                <a:close/>
                <a:moveTo>
                  <a:pt x="3795" y="599"/>
                </a:moveTo>
                <a:cubicBezTo>
                  <a:pt x="3812" y="599"/>
                  <a:pt x="3812" y="599"/>
                  <a:pt x="3812" y="599"/>
                </a:cubicBezTo>
                <a:cubicBezTo>
                  <a:pt x="3812" y="597"/>
                  <a:pt x="3812" y="597"/>
                  <a:pt x="3812" y="597"/>
                </a:cubicBezTo>
                <a:cubicBezTo>
                  <a:pt x="3795" y="597"/>
                  <a:pt x="3795" y="597"/>
                  <a:pt x="3795" y="597"/>
                </a:cubicBezTo>
                <a:lnTo>
                  <a:pt x="3795" y="599"/>
                </a:lnTo>
                <a:close/>
                <a:moveTo>
                  <a:pt x="3795" y="604"/>
                </a:moveTo>
                <a:cubicBezTo>
                  <a:pt x="3812" y="604"/>
                  <a:pt x="3812" y="604"/>
                  <a:pt x="3812" y="604"/>
                </a:cubicBezTo>
                <a:cubicBezTo>
                  <a:pt x="3812" y="602"/>
                  <a:pt x="3812" y="602"/>
                  <a:pt x="3812" y="602"/>
                </a:cubicBezTo>
                <a:cubicBezTo>
                  <a:pt x="3795" y="602"/>
                  <a:pt x="3795" y="602"/>
                  <a:pt x="3795" y="602"/>
                </a:cubicBezTo>
                <a:lnTo>
                  <a:pt x="3795" y="604"/>
                </a:lnTo>
                <a:close/>
                <a:moveTo>
                  <a:pt x="3795" y="609"/>
                </a:moveTo>
                <a:cubicBezTo>
                  <a:pt x="3812" y="609"/>
                  <a:pt x="3812" y="609"/>
                  <a:pt x="3812" y="609"/>
                </a:cubicBezTo>
                <a:cubicBezTo>
                  <a:pt x="3812" y="607"/>
                  <a:pt x="3812" y="607"/>
                  <a:pt x="3812" y="607"/>
                </a:cubicBezTo>
                <a:cubicBezTo>
                  <a:pt x="3795" y="607"/>
                  <a:pt x="3795" y="607"/>
                  <a:pt x="3795" y="607"/>
                </a:cubicBezTo>
                <a:lnTo>
                  <a:pt x="3795" y="609"/>
                </a:lnTo>
                <a:close/>
                <a:moveTo>
                  <a:pt x="3795" y="614"/>
                </a:moveTo>
                <a:cubicBezTo>
                  <a:pt x="3812" y="614"/>
                  <a:pt x="3812" y="614"/>
                  <a:pt x="3812" y="614"/>
                </a:cubicBezTo>
                <a:cubicBezTo>
                  <a:pt x="3812" y="612"/>
                  <a:pt x="3812" y="612"/>
                  <a:pt x="3812" y="612"/>
                </a:cubicBezTo>
                <a:cubicBezTo>
                  <a:pt x="3795" y="612"/>
                  <a:pt x="3795" y="612"/>
                  <a:pt x="3795" y="612"/>
                </a:cubicBezTo>
                <a:lnTo>
                  <a:pt x="3795" y="614"/>
                </a:lnTo>
                <a:close/>
                <a:moveTo>
                  <a:pt x="3795" y="619"/>
                </a:moveTo>
                <a:cubicBezTo>
                  <a:pt x="3812" y="619"/>
                  <a:pt x="3812" y="619"/>
                  <a:pt x="3812" y="619"/>
                </a:cubicBezTo>
                <a:cubicBezTo>
                  <a:pt x="3812" y="617"/>
                  <a:pt x="3812" y="617"/>
                  <a:pt x="3812" y="617"/>
                </a:cubicBezTo>
                <a:cubicBezTo>
                  <a:pt x="3795" y="617"/>
                  <a:pt x="3795" y="617"/>
                  <a:pt x="3795" y="617"/>
                </a:cubicBezTo>
                <a:lnTo>
                  <a:pt x="3795" y="619"/>
                </a:lnTo>
                <a:close/>
                <a:moveTo>
                  <a:pt x="3374" y="426"/>
                </a:moveTo>
                <a:cubicBezTo>
                  <a:pt x="3390" y="426"/>
                  <a:pt x="3390" y="426"/>
                  <a:pt x="3390" y="426"/>
                </a:cubicBezTo>
                <a:cubicBezTo>
                  <a:pt x="3390" y="423"/>
                  <a:pt x="3390" y="423"/>
                  <a:pt x="3390" y="423"/>
                </a:cubicBezTo>
                <a:cubicBezTo>
                  <a:pt x="3374" y="423"/>
                  <a:pt x="3374" y="423"/>
                  <a:pt x="3374" y="423"/>
                </a:cubicBezTo>
                <a:lnTo>
                  <a:pt x="3374" y="426"/>
                </a:lnTo>
                <a:close/>
                <a:moveTo>
                  <a:pt x="3374" y="431"/>
                </a:moveTo>
                <a:cubicBezTo>
                  <a:pt x="3390" y="431"/>
                  <a:pt x="3390" y="431"/>
                  <a:pt x="3390" y="431"/>
                </a:cubicBezTo>
                <a:cubicBezTo>
                  <a:pt x="3390" y="428"/>
                  <a:pt x="3390" y="428"/>
                  <a:pt x="3390" y="428"/>
                </a:cubicBezTo>
                <a:cubicBezTo>
                  <a:pt x="3374" y="428"/>
                  <a:pt x="3374" y="428"/>
                  <a:pt x="3374" y="428"/>
                </a:cubicBezTo>
                <a:lnTo>
                  <a:pt x="3374" y="431"/>
                </a:lnTo>
                <a:close/>
                <a:moveTo>
                  <a:pt x="3374" y="435"/>
                </a:moveTo>
                <a:cubicBezTo>
                  <a:pt x="3390" y="435"/>
                  <a:pt x="3390" y="435"/>
                  <a:pt x="3390" y="435"/>
                </a:cubicBezTo>
                <a:cubicBezTo>
                  <a:pt x="3390" y="433"/>
                  <a:pt x="3390" y="433"/>
                  <a:pt x="3390" y="433"/>
                </a:cubicBezTo>
                <a:cubicBezTo>
                  <a:pt x="3374" y="433"/>
                  <a:pt x="3374" y="433"/>
                  <a:pt x="3374" y="433"/>
                </a:cubicBezTo>
                <a:lnTo>
                  <a:pt x="3374" y="435"/>
                </a:lnTo>
                <a:close/>
                <a:moveTo>
                  <a:pt x="3374" y="440"/>
                </a:moveTo>
                <a:cubicBezTo>
                  <a:pt x="3390" y="440"/>
                  <a:pt x="3390" y="440"/>
                  <a:pt x="3390" y="440"/>
                </a:cubicBezTo>
                <a:cubicBezTo>
                  <a:pt x="3390" y="438"/>
                  <a:pt x="3390" y="438"/>
                  <a:pt x="3390" y="438"/>
                </a:cubicBezTo>
                <a:cubicBezTo>
                  <a:pt x="3374" y="438"/>
                  <a:pt x="3374" y="438"/>
                  <a:pt x="3374" y="438"/>
                </a:cubicBezTo>
                <a:lnTo>
                  <a:pt x="3374" y="440"/>
                </a:lnTo>
                <a:close/>
                <a:moveTo>
                  <a:pt x="3374" y="445"/>
                </a:moveTo>
                <a:cubicBezTo>
                  <a:pt x="3390" y="445"/>
                  <a:pt x="3390" y="445"/>
                  <a:pt x="3390" y="445"/>
                </a:cubicBezTo>
                <a:cubicBezTo>
                  <a:pt x="3390" y="443"/>
                  <a:pt x="3390" y="443"/>
                  <a:pt x="3390" y="443"/>
                </a:cubicBezTo>
                <a:cubicBezTo>
                  <a:pt x="3374" y="443"/>
                  <a:pt x="3374" y="443"/>
                  <a:pt x="3374" y="443"/>
                </a:cubicBezTo>
                <a:lnTo>
                  <a:pt x="3374" y="445"/>
                </a:lnTo>
                <a:close/>
                <a:moveTo>
                  <a:pt x="3374" y="450"/>
                </a:moveTo>
                <a:cubicBezTo>
                  <a:pt x="3390" y="450"/>
                  <a:pt x="3390" y="450"/>
                  <a:pt x="3390" y="450"/>
                </a:cubicBezTo>
                <a:cubicBezTo>
                  <a:pt x="3390" y="448"/>
                  <a:pt x="3390" y="448"/>
                  <a:pt x="3390" y="448"/>
                </a:cubicBezTo>
                <a:cubicBezTo>
                  <a:pt x="3374" y="448"/>
                  <a:pt x="3374" y="448"/>
                  <a:pt x="3374" y="448"/>
                </a:cubicBezTo>
                <a:lnTo>
                  <a:pt x="3374" y="450"/>
                </a:lnTo>
                <a:close/>
                <a:moveTo>
                  <a:pt x="3374" y="455"/>
                </a:moveTo>
                <a:cubicBezTo>
                  <a:pt x="3390" y="455"/>
                  <a:pt x="3390" y="455"/>
                  <a:pt x="3390" y="455"/>
                </a:cubicBezTo>
                <a:cubicBezTo>
                  <a:pt x="3390" y="453"/>
                  <a:pt x="3390" y="453"/>
                  <a:pt x="3390" y="453"/>
                </a:cubicBezTo>
                <a:cubicBezTo>
                  <a:pt x="3374" y="453"/>
                  <a:pt x="3374" y="453"/>
                  <a:pt x="3374" y="453"/>
                </a:cubicBezTo>
                <a:lnTo>
                  <a:pt x="3374" y="455"/>
                </a:lnTo>
                <a:close/>
                <a:moveTo>
                  <a:pt x="3374" y="460"/>
                </a:moveTo>
                <a:cubicBezTo>
                  <a:pt x="3390" y="460"/>
                  <a:pt x="3390" y="460"/>
                  <a:pt x="3390" y="460"/>
                </a:cubicBezTo>
                <a:cubicBezTo>
                  <a:pt x="3390" y="458"/>
                  <a:pt x="3390" y="458"/>
                  <a:pt x="3390" y="458"/>
                </a:cubicBezTo>
                <a:cubicBezTo>
                  <a:pt x="3374" y="458"/>
                  <a:pt x="3374" y="458"/>
                  <a:pt x="3374" y="458"/>
                </a:cubicBezTo>
                <a:lnTo>
                  <a:pt x="3374" y="460"/>
                </a:lnTo>
                <a:close/>
                <a:moveTo>
                  <a:pt x="3374" y="465"/>
                </a:moveTo>
                <a:cubicBezTo>
                  <a:pt x="3390" y="465"/>
                  <a:pt x="3390" y="465"/>
                  <a:pt x="3390" y="465"/>
                </a:cubicBezTo>
                <a:cubicBezTo>
                  <a:pt x="3390" y="463"/>
                  <a:pt x="3390" y="463"/>
                  <a:pt x="3390" y="463"/>
                </a:cubicBezTo>
                <a:cubicBezTo>
                  <a:pt x="3374" y="463"/>
                  <a:pt x="3374" y="463"/>
                  <a:pt x="3374" y="463"/>
                </a:cubicBezTo>
                <a:lnTo>
                  <a:pt x="3374" y="465"/>
                </a:lnTo>
                <a:close/>
                <a:moveTo>
                  <a:pt x="3374" y="470"/>
                </a:moveTo>
                <a:cubicBezTo>
                  <a:pt x="3390" y="470"/>
                  <a:pt x="3390" y="470"/>
                  <a:pt x="3390" y="470"/>
                </a:cubicBezTo>
                <a:cubicBezTo>
                  <a:pt x="3390" y="468"/>
                  <a:pt x="3390" y="468"/>
                  <a:pt x="3390" y="468"/>
                </a:cubicBezTo>
                <a:cubicBezTo>
                  <a:pt x="3374" y="468"/>
                  <a:pt x="3374" y="468"/>
                  <a:pt x="3374" y="468"/>
                </a:cubicBezTo>
                <a:lnTo>
                  <a:pt x="3374" y="470"/>
                </a:lnTo>
                <a:close/>
                <a:moveTo>
                  <a:pt x="663" y="415"/>
                </a:moveTo>
                <a:cubicBezTo>
                  <a:pt x="665" y="415"/>
                  <a:pt x="665" y="415"/>
                  <a:pt x="665" y="415"/>
                </a:cubicBezTo>
                <a:cubicBezTo>
                  <a:pt x="665" y="408"/>
                  <a:pt x="665" y="408"/>
                  <a:pt x="665" y="408"/>
                </a:cubicBezTo>
                <a:cubicBezTo>
                  <a:pt x="663" y="408"/>
                  <a:pt x="663" y="408"/>
                  <a:pt x="663" y="408"/>
                </a:cubicBezTo>
                <a:lnTo>
                  <a:pt x="663" y="415"/>
                </a:lnTo>
                <a:close/>
                <a:moveTo>
                  <a:pt x="658" y="415"/>
                </a:moveTo>
                <a:cubicBezTo>
                  <a:pt x="661" y="415"/>
                  <a:pt x="661" y="415"/>
                  <a:pt x="661" y="415"/>
                </a:cubicBezTo>
                <a:cubicBezTo>
                  <a:pt x="661" y="408"/>
                  <a:pt x="661" y="408"/>
                  <a:pt x="661" y="408"/>
                </a:cubicBezTo>
                <a:cubicBezTo>
                  <a:pt x="658" y="408"/>
                  <a:pt x="658" y="408"/>
                  <a:pt x="658" y="408"/>
                </a:cubicBezTo>
                <a:lnTo>
                  <a:pt x="658" y="415"/>
                </a:lnTo>
                <a:close/>
                <a:moveTo>
                  <a:pt x="654" y="415"/>
                </a:moveTo>
                <a:cubicBezTo>
                  <a:pt x="656" y="415"/>
                  <a:pt x="656" y="415"/>
                  <a:pt x="656" y="415"/>
                </a:cubicBezTo>
                <a:cubicBezTo>
                  <a:pt x="656" y="408"/>
                  <a:pt x="656" y="408"/>
                  <a:pt x="656" y="408"/>
                </a:cubicBezTo>
                <a:cubicBezTo>
                  <a:pt x="654" y="408"/>
                  <a:pt x="654" y="408"/>
                  <a:pt x="654" y="408"/>
                </a:cubicBezTo>
                <a:lnTo>
                  <a:pt x="654" y="415"/>
                </a:lnTo>
                <a:close/>
                <a:moveTo>
                  <a:pt x="649" y="415"/>
                </a:moveTo>
                <a:cubicBezTo>
                  <a:pt x="651" y="415"/>
                  <a:pt x="651" y="415"/>
                  <a:pt x="651" y="415"/>
                </a:cubicBezTo>
                <a:cubicBezTo>
                  <a:pt x="651" y="408"/>
                  <a:pt x="651" y="408"/>
                  <a:pt x="651" y="408"/>
                </a:cubicBezTo>
                <a:cubicBezTo>
                  <a:pt x="649" y="408"/>
                  <a:pt x="649" y="408"/>
                  <a:pt x="649" y="408"/>
                </a:cubicBezTo>
                <a:lnTo>
                  <a:pt x="649" y="415"/>
                </a:lnTo>
                <a:close/>
                <a:moveTo>
                  <a:pt x="645" y="415"/>
                </a:moveTo>
                <a:cubicBezTo>
                  <a:pt x="647" y="415"/>
                  <a:pt x="647" y="415"/>
                  <a:pt x="647" y="415"/>
                </a:cubicBezTo>
                <a:cubicBezTo>
                  <a:pt x="647" y="408"/>
                  <a:pt x="647" y="408"/>
                  <a:pt x="647" y="408"/>
                </a:cubicBezTo>
                <a:cubicBezTo>
                  <a:pt x="645" y="408"/>
                  <a:pt x="645" y="408"/>
                  <a:pt x="645" y="408"/>
                </a:cubicBezTo>
                <a:lnTo>
                  <a:pt x="645" y="415"/>
                </a:lnTo>
                <a:close/>
                <a:moveTo>
                  <a:pt x="640" y="415"/>
                </a:moveTo>
                <a:cubicBezTo>
                  <a:pt x="642" y="415"/>
                  <a:pt x="642" y="415"/>
                  <a:pt x="642" y="415"/>
                </a:cubicBezTo>
                <a:cubicBezTo>
                  <a:pt x="642" y="408"/>
                  <a:pt x="642" y="408"/>
                  <a:pt x="642" y="408"/>
                </a:cubicBezTo>
                <a:cubicBezTo>
                  <a:pt x="640" y="408"/>
                  <a:pt x="640" y="408"/>
                  <a:pt x="640" y="408"/>
                </a:cubicBezTo>
                <a:lnTo>
                  <a:pt x="640" y="415"/>
                </a:lnTo>
                <a:close/>
                <a:moveTo>
                  <a:pt x="635" y="415"/>
                </a:moveTo>
                <a:cubicBezTo>
                  <a:pt x="637" y="415"/>
                  <a:pt x="637" y="415"/>
                  <a:pt x="637" y="415"/>
                </a:cubicBezTo>
                <a:cubicBezTo>
                  <a:pt x="637" y="408"/>
                  <a:pt x="637" y="408"/>
                  <a:pt x="637" y="408"/>
                </a:cubicBezTo>
                <a:cubicBezTo>
                  <a:pt x="635" y="408"/>
                  <a:pt x="635" y="408"/>
                  <a:pt x="635" y="408"/>
                </a:cubicBezTo>
                <a:lnTo>
                  <a:pt x="635" y="415"/>
                </a:lnTo>
                <a:close/>
                <a:moveTo>
                  <a:pt x="631" y="415"/>
                </a:moveTo>
                <a:cubicBezTo>
                  <a:pt x="633" y="415"/>
                  <a:pt x="633" y="415"/>
                  <a:pt x="633" y="415"/>
                </a:cubicBezTo>
                <a:cubicBezTo>
                  <a:pt x="633" y="408"/>
                  <a:pt x="633" y="408"/>
                  <a:pt x="633" y="408"/>
                </a:cubicBezTo>
                <a:cubicBezTo>
                  <a:pt x="631" y="408"/>
                  <a:pt x="631" y="408"/>
                  <a:pt x="631" y="408"/>
                </a:cubicBezTo>
                <a:lnTo>
                  <a:pt x="631" y="415"/>
                </a:lnTo>
                <a:close/>
                <a:moveTo>
                  <a:pt x="626" y="415"/>
                </a:moveTo>
                <a:cubicBezTo>
                  <a:pt x="628" y="415"/>
                  <a:pt x="628" y="415"/>
                  <a:pt x="628" y="415"/>
                </a:cubicBezTo>
                <a:cubicBezTo>
                  <a:pt x="628" y="408"/>
                  <a:pt x="628" y="408"/>
                  <a:pt x="628" y="408"/>
                </a:cubicBezTo>
                <a:cubicBezTo>
                  <a:pt x="626" y="408"/>
                  <a:pt x="626" y="408"/>
                  <a:pt x="626" y="408"/>
                </a:cubicBezTo>
                <a:lnTo>
                  <a:pt x="626" y="415"/>
                </a:lnTo>
                <a:close/>
                <a:moveTo>
                  <a:pt x="621" y="415"/>
                </a:moveTo>
                <a:cubicBezTo>
                  <a:pt x="623" y="415"/>
                  <a:pt x="623" y="415"/>
                  <a:pt x="623" y="415"/>
                </a:cubicBezTo>
                <a:cubicBezTo>
                  <a:pt x="623" y="408"/>
                  <a:pt x="623" y="408"/>
                  <a:pt x="623" y="408"/>
                </a:cubicBezTo>
                <a:cubicBezTo>
                  <a:pt x="621" y="408"/>
                  <a:pt x="621" y="408"/>
                  <a:pt x="621" y="408"/>
                </a:cubicBezTo>
                <a:lnTo>
                  <a:pt x="621" y="415"/>
                </a:lnTo>
                <a:close/>
                <a:moveTo>
                  <a:pt x="678" y="415"/>
                </a:moveTo>
                <a:cubicBezTo>
                  <a:pt x="680" y="415"/>
                  <a:pt x="680" y="415"/>
                  <a:pt x="680" y="415"/>
                </a:cubicBezTo>
                <a:cubicBezTo>
                  <a:pt x="680" y="408"/>
                  <a:pt x="680" y="408"/>
                  <a:pt x="680" y="408"/>
                </a:cubicBezTo>
                <a:cubicBezTo>
                  <a:pt x="678" y="408"/>
                  <a:pt x="678" y="408"/>
                  <a:pt x="678" y="408"/>
                </a:cubicBezTo>
                <a:lnTo>
                  <a:pt x="678" y="415"/>
                </a:lnTo>
                <a:close/>
                <a:moveTo>
                  <a:pt x="673" y="415"/>
                </a:moveTo>
                <a:cubicBezTo>
                  <a:pt x="675" y="415"/>
                  <a:pt x="675" y="415"/>
                  <a:pt x="675" y="415"/>
                </a:cubicBezTo>
                <a:cubicBezTo>
                  <a:pt x="675" y="408"/>
                  <a:pt x="675" y="408"/>
                  <a:pt x="675" y="408"/>
                </a:cubicBezTo>
                <a:cubicBezTo>
                  <a:pt x="673" y="408"/>
                  <a:pt x="673" y="408"/>
                  <a:pt x="673" y="408"/>
                </a:cubicBezTo>
                <a:lnTo>
                  <a:pt x="673" y="415"/>
                </a:lnTo>
                <a:close/>
                <a:moveTo>
                  <a:pt x="668" y="415"/>
                </a:moveTo>
                <a:cubicBezTo>
                  <a:pt x="671" y="415"/>
                  <a:pt x="671" y="415"/>
                  <a:pt x="671" y="415"/>
                </a:cubicBezTo>
                <a:cubicBezTo>
                  <a:pt x="671" y="408"/>
                  <a:pt x="671" y="408"/>
                  <a:pt x="671" y="408"/>
                </a:cubicBezTo>
                <a:cubicBezTo>
                  <a:pt x="668" y="408"/>
                  <a:pt x="668" y="408"/>
                  <a:pt x="668" y="408"/>
                </a:cubicBezTo>
                <a:lnTo>
                  <a:pt x="668" y="415"/>
                </a:lnTo>
                <a:close/>
                <a:moveTo>
                  <a:pt x="359" y="443"/>
                </a:moveTo>
                <a:cubicBezTo>
                  <a:pt x="363" y="443"/>
                  <a:pt x="363" y="443"/>
                  <a:pt x="363" y="443"/>
                </a:cubicBezTo>
                <a:cubicBezTo>
                  <a:pt x="363" y="440"/>
                  <a:pt x="363" y="440"/>
                  <a:pt x="363" y="440"/>
                </a:cubicBezTo>
                <a:cubicBezTo>
                  <a:pt x="359" y="440"/>
                  <a:pt x="359" y="440"/>
                  <a:pt x="359" y="440"/>
                </a:cubicBezTo>
                <a:lnTo>
                  <a:pt x="359" y="443"/>
                </a:lnTo>
                <a:close/>
                <a:moveTo>
                  <a:pt x="359" y="447"/>
                </a:moveTo>
                <a:cubicBezTo>
                  <a:pt x="363" y="447"/>
                  <a:pt x="363" y="447"/>
                  <a:pt x="363" y="447"/>
                </a:cubicBezTo>
                <a:cubicBezTo>
                  <a:pt x="363" y="445"/>
                  <a:pt x="363" y="445"/>
                  <a:pt x="363" y="445"/>
                </a:cubicBezTo>
                <a:cubicBezTo>
                  <a:pt x="359" y="445"/>
                  <a:pt x="359" y="445"/>
                  <a:pt x="359" y="445"/>
                </a:cubicBezTo>
                <a:lnTo>
                  <a:pt x="359" y="447"/>
                </a:lnTo>
                <a:close/>
                <a:moveTo>
                  <a:pt x="359" y="452"/>
                </a:moveTo>
                <a:cubicBezTo>
                  <a:pt x="363" y="452"/>
                  <a:pt x="363" y="452"/>
                  <a:pt x="363" y="452"/>
                </a:cubicBezTo>
                <a:cubicBezTo>
                  <a:pt x="363" y="450"/>
                  <a:pt x="363" y="450"/>
                  <a:pt x="363" y="450"/>
                </a:cubicBezTo>
                <a:cubicBezTo>
                  <a:pt x="359" y="450"/>
                  <a:pt x="359" y="450"/>
                  <a:pt x="359" y="450"/>
                </a:cubicBezTo>
                <a:lnTo>
                  <a:pt x="359" y="452"/>
                </a:lnTo>
                <a:close/>
                <a:moveTo>
                  <a:pt x="359" y="456"/>
                </a:moveTo>
                <a:cubicBezTo>
                  <a:pt x="363" y="456"/>
                  <a:pt x="363" y="456"/>
                  <a:pt x="363" y="456"/>
                </a:cubicBezTo>
                <a:cubicBezTo>
                  <a:pt x="363" y="454"/>
                  <a:pt x="363" y="454"/>
                  <a:pt x="363" y="454"/>
                </a:cubicBezTo>
                <a:cubicBezTo>
                  <a:pt x="359" y="454"/>
                  <a:pt x="359" y="454"/>
                  <a:pt x="359" y="454"/>
                </a:cubicBezTo>
                <a:lnTo>
                  <a:pt x="359" y="456"/>
                </a:lnTo>
                <a:close/>
                <a:moveTo>
                  <a:pt x="359" y="461"/>
                </a:moveTo>
                <a:cubicBezTo>
                  <a:pt x="363" y="461"/>
                  <a:pt x="363" y="461"/>
                  <a:pt x="363" y="461"/>
                </a:cubicBezTo>
                <a:cubicBezTo>
                  <a:pt x="363" y="459"/>
                  <a:pt x="363" y="459"/>
                  <a:pt x="363" y="459"/>
                </a:cubicBezTo>
                <a:cubicBezTo>
                  <a:pt x="359" y="459"/>
                  <a:pt x="359" y="459"/>
                  <a:pt x="359" y="459"/>
                </a:cubicBezTo>
                <a:lnTo>
                  <a:pt x="359" y="461"/>
                </a:lnTo>
                <a:close/>
                <a:moveTo>
                  <a:pt x="359" y="466"/>
                </a:moveTo>
                <a:cubicBezTo>
                  <a:pt x="363" y="466"/>
                  <a:pt x="363" y="466"/>
                  <a:pt x="363" y="466"/>
                </a:cubicBezTo>
                <a:cubicBezTo>
                  <a:pt x="363" y="464"/>
                  <a:pt x="363" y="464"/>
                  <a:pt x="363" y="464"/>
                </a:cubicBezTo>
                <a:cubicBezTo>
                  <a:pt x="359" y="464"/>
                  <a:pt x="359" y="464"/>
                  <a:pt x="359" y="464"/>
                </a:cubicBezTo>
                <a:lnTo>
                  <a:pt x="359" y="466"/>
                </a:lnTo>
                <a:close/>
                <a:moveTo>
                  <a:pt x="359" y="470"/>
                </a:moveTo>
                <a:cubicBezTo>
                  <a:pt x="363" y="470"/>
                  <a:pt x="363" y="470"/>
                  <a:pt x="363" y="470"/>
                </a:cubicBezTo>
                <a:cubicBezTo>
                  <a:pt x="363" y="468"/>
                  <a:pt x="363" y="468"/>
                  <a:pt x="363" y="468"/>
                </a:cubicBezTo>
                <a:cubicBezTo>
                  <a:pt x="359" y="468"/>
                  <a:pt x="359" y="468"/>
                  <a:pt x="359" y="468"/>
                </a:cubicBezTo>
                <a:lnTo>
                  <a:pt x="359" y="470"/>
                </a:lnTo>
                <a:close/>
                <a:moveTo>
                  <a:pt x="359" y="475"/>
                </a:moveTo>
                <a:cubicBezTo>
                  <a:pt x="363" y="475"/>
                  <a:pt x="363" y="475"/>
                  <a:pt x="363" y="475"/>
                </a:cubicBezTo>
                <a:cubicBezTo>
                  <a:pt x="363" y="473"/>
                  <a:pt x="363" y="473"/>
                  <a:pt x="363" y="473"/>
                </a:cubicBezTo>
                <a:cubicBezTo>
                  <a:pt x="359" y="473"/>
                  <a:pt x="359" y="473"/>
                  <a:pt x="359" y="473"/>
                </a:cubicBezTo>
                <a:lnTo>
                  <a:pt x="359" y="475"/>
                </a:lnTo>
                <a:close/>
                <a:moveTo>
                  <a:pt x="359" y="480"/>
                </a:moveTo>
                <a:cubicBezTo>
                  <a:pt x="363" y="480"/>
                  <a:pt x="363" y="480"/>
                  <a:pt x="363" y="480"/>
                </a:cubicBezTo>
                <a:cubicBezTo>
                  <a:pt x="363" y="477"/>
                  <a:pt x="363" y="477"/>
                  <a:pt x="363" y="477"/>
                </a:cubicBezTo>
                <a:cubicBezTo>
                  <a:pt x="359" y="477"/>
                  <a:pt x="359" y="477"/>
                  <a:pt x="359" y="477"/>
                </a:cubicBezTo>
                <a:lnTo>
                  <a:pt x="359" y="480"/>
                </a:lnTo>
                <a:close/>
                <a:moveTo>
                  <a:pt x="359" y="484"/>
                </a:moveTo>
                <a:cubicBezTo>
                  <a:pt x="363" y="484"/>
                  <a:pt x="363" y="484"/>
                  <a:pt x="363" y="484"/>
                </a:cubicBezTo>
                <a:cubicBezTo>
                  <a:pt x="363" y="482"/>
                  <a:pt x="363" y="482"/>
                  <a:pt x="363" y="482"/>
                </a:cubicBezTo>
                <a:cubicBezTo>
                  <a:pt x="359" y="482"/>
                  <a:pt x="359" y="482"/>
                  <a:pt x="359" y="482"/>
                </a:cubicBezTo>
                <a:lnTo>
                  <a:pt x="359" y="484"/>
                </a:lnTo>
                <a:close/>
                <a:moveTo>
                  <a:pt x="359" y="428"/>
                </a:moveTo>
                <a:cubicBezTo>
                  <a:pt x="363" y="428"/>
                  <a:pt x="363" y="428"/>
                  <a:pt x="363" y="428"/>
                </a:cubicBezTo>
                <a:cubicBezTo>
                  <a:pt x="363" y="426"/>
                  <a:pt x="363" y="426"/>
                  <a:pt x="363" y="426"/>
                </a:cubicBezTo>
                <a:cubicBezTo>
                  <a:pt x="359" y="426"/>
                  <a:pt x="359" y="426"/>
                  <a:pt x="359" y="426"/>
                </a:cubicBezTo>
                <a:lnTo>
                  <a:pt x="359" y="428"/>
                </a:lnTo>
                <a:close/>
                <a:moveTo>
                  <a:pt x="359" y="433"/>
                </a:moveTo>
                <a:cubicBezTo>
                  <a:pt x="363" y="433"/>
                  <a:pt x="363" y="433"/>
                  <a:pt x="363" y="433"/>
                </a:cubicBezTo>
                <a:cubicBezTo>
                  <a:pt x="363" y="430"/>
                  <a:pt x="363" y="430"/>
                  <a:pt x="363" y="430"/>
                </a:cubicBezTo>
                <a:cubicBezTo>
                  <a:pt x="359" y="430"/>
                  <a:pt x="359" y="430"/>
                  <a:pt x="359" y="430"/>
                </a:cubicBezTo>
                <a:lnTo>
                  <a:pt x="359" y="433"/>
                </a:lnTo>
                <a:close/>
                <a:moveTo>
                  <a:pt x="359" y="437"/>
                </a:moveTo>
                <a:cubicBezTo>
                  <a:pt x="363" y="437"/>
                  <a:pt x="363" y="437"/>
                  <a:pt x="363" y="437"/>
                </a:cubicBezTo>
                <a:cubicBezTo>
                  <a:pt x="363" y="435"/>
                  <a:pt x="363" y="435"/>
                  <a:pt x="363" y="435"/>
                </a:cubicBezTo>
                <a:cubicBezTo>
                  <a:pt x="359" y="435"/>
                  <a:pt x="359" y="435"/>
                  <a:pt x="359" y="435"/>
                </a:cubicBezTo>
                <a:lnTo>
                  <a:pt x="359" y="437"/>
                </a:lnTo>
                <a:close/>
                <a:moveTo>
                  <a:pt x="687" y="445"/>
                </a:moveTo>
                <a:cubicBezTo>
                  <a:pt x="690" y="445"/>
                  <a:pt x="690" y="445"/>
                  <a:pt x="690" y="445"/>
                </a:cubicBezTo>
                <a:cubicBezTo>
                  <a:pt x="690" y="440"/>
                  <a:pt x="690" y="440"/>
                  <a:pt x="690" y="440"/>
                </a:cubicBezTo>
                <a:cubicBezTo>
                  <a:pt x="687" y="440"/>
                  <a:pt x="687" y="440"/>
                  <a:pt x="687" y="440"/>
                </a:cubicBezTo>
                <a:lnTo>
                  <a:pt x="687" y="445"/>
                </a:lnTo>
                <a:close/>
                <a:moveTo>
                  <a:pt x="645" y="446"/>
                </a:moveTo>
                <a:cubicBezTo>
                  <a:pt x="647" y="446"/>
                  <a:pt x="647" y="446"/>
                  <a:pt x="647" y="446"/>
                </a:cubicBezTo>
                <a:cubicBezTo>
                  <a:pt x="647" y="441"/>
                  <a:pt x="647" y="441"/>
                  <a:pt x="647" y="441"/>
                </a:cubicBezTo>
                <a:cubicBezTo>
                  <a:pt x="645" y="441"/>
                  <a:pt x="645" y="441"/>
                  <a:pt x="645" y="441"/>
                </a:cubicBezTo>
                <a:lnTo>
                  <a:pt x="645" y="446"/>
                </a:lnTo>
                <a:close/>
                <a:moveTo>
                  <a:pt x="583" y="446"/>
                </a:moveTo>
                <a:cubicBezTo>
                  <a:pt x="585" y="446"/>
                  <a:pt x="585" y="446"/>
                  <a:pt x="585" y="446"/>
                </a:cubicBezTo>
                <a:cubicBezTo>
                  <a:pt x="585" y="440"/>
                  <a:pt x="585" y="440"/>
                  <a:pt x="585" y="440"/>
                </a:cubicBezTo>
                <a:cubicBezTo>
                  <a:pt x="583" y="440"/>
                  <a:pt x="583" y="440"/>
                  <a:pt x="583" y="440"/>
                </a:cubicBezTo>
                <a:lnTo>
                  <a:pt x="583" y="446"/>
                </a:lnTo>
                <a:close/>
                <a:moveTo>
                  <a:pt x="538" y="445"/>
                </a:moveTo>
                <a:cubicBezTo>
                  <a:pt x="541" y="445"/>
                  <a:pt x="541" y="445"/>
                  <a:pt x="541" y="445"/>
                </a:cubicBezTo>
                <a:cubicBezTo>
                  <a:pt x="541" y="440"/>
                  <a:pt x="541" y="440"/>
                  <a:pt x="541" y="440"/>
                </a:cubicBezTo>
                <a:cubicBezTo>
                  <a:pt x="538" y="440"/>
                  <a:pt x="538" y="440"/>
                  <a:pt x="538" y="440"/>
                </a:cubicBezTo>
                <a:lnTo>
                  <a:pt x="538" y="445"/>
                </a:lnTo>
                <a:close/>
                <a:moveTo>
                  <a:pt x="362" y="412"/>
                </a:moveTo>
                <a:cubicBezTo>
                  <a:pt x="364" y="412"/>
                  <a:pt x="364" y="412"/>
                  <a:pt x="364" y="412"/>
                </a:cubicBezTo>
                <a:cubicBezTo>
                  <a:pt x="364" y="409"/>
                  <a:pt x="364" y="409"/>
                  <a:pt x="364" y="409"/>
                </a:cubicBezTo>
                <a:cubicBezTo>
                  <a:pt x="362" y="409"/>
                  <a:pt x="362" y="409"/>
                  <a:pt x="362" y="409"/>
                </a:cubicBezTo>
                <a:lnTo>
                  <a:pt x="362" y="412"/>
                </a:lnTo>
                <a:close/>
                <a:moveTo>
                  <a:pt x="348" y="412"/>
                </a:moveTo>
                <a:cubicBezTo>
                  <a:pt x="350" y="412"/>
                  <a:pt x="350" y="412"/>
                  <a:pt x="350" y="412"/>
                </a:cubicBezTo>
                <a:cubicBezTo>
                  <a:pt x="350" y="409"/>
                  <a:pt x="350" y="409"/>
                  <a:pt x="350" y="409"/>
                </a:cubicBezTo>
                <a:cubicBezTo>
                  <a:pt x="348" y="409"/>
                  <a:pt x="348" y="409"/>
                  <a:pt x="348" y="409"/>
                </a:cubicBezTo>
                <a:lnTo>
                  <a:pt x="348" y="412"/>
                </a:lnTo>
                <a:close/>
                <a:moveTo>
                  <a:pt x="251" y="581"/>
                </a:moveTo>
                <a:cubicBezTo>
                  <a:pt x="253" y="581"/>
                  <a:pt x="253" y="581"/>
                  <a:pt x="253" y="581"/>
                </a:cubicBezTo>
                <a:cubicBezTo>
                  <a:pt x="253" y="577"/>
                  <a:pt x="253" y="577"/>
                  <a:pt x="253" y="577"/>
                </a:cubicBezTo>
                <a:cubicBezTo>
                  <a:pt x="251" y="577"/>
                  <a:pt x="251" y="577"/>
                  <a:pt x="251" y="577"/>
                </a:cubicBezTo>
                <a:lnTo>
                  <a:pt x="251" y="581"/>
                </a:lnTo>
                <a:close/>
                <a:moveTo>
                  <a:pt x="236" y="581"/>
                </a:moveTo>
                <a:cubicBezTo>
                  <a:pt x="238" y="581"/>
                  <a:pt x="238" y="581"/>
                  <a:pt x="238" y="581"/>
                </a:cubicBezTo>
                <a:cubicBezTo>
                  <a:pt x="238" y="577"/>
                  <a:pt x="238" y="577"/>
                  <a:pt x="238" y="577"/>
                </a:cubicBezTo>
                <a:cubicBezTo>
                  <a:pt x="236" y="577"/>
                  <a:pt x="236" y="577"/>
                  <a:pt x="236" y="577"/>
                </a:cubicBezTo>
                <a:lnTo>
                  <a:pt x="236" y="581"/>
                </a:lnTo>
                <a:close/>
                <a:moveTo>
                  <a:pt x="135" y="590"/>
                </a:moveTo>
                <a:cubicBezTo>
                  <a:pt x="137" y="590"/>
                  <a:pt x="137" y="590"/>
                  <a:pt x="137" y="590"/>
                </a:cubicBezTo>
                <a:cubicBezTo>
                  <a:pt x="137" y="585"/>
                  <a:pt x="137" y="585"/>
                  <a:pt x="137" y="585"/>
                </a:cubicBezTo>
                <a:cubicBezTo>
                  <a:pt x="135" y="585"/>
                  <a:pt x="135" y="585"/>
                  <a:pt x="135" y="585"/>
                </a:cubicBezTo>
                <a:lnTo>
                  <a:pt x="135" y="590"/>
                </a:lnTo>
                <a:close/>
                <a:moveTo>
                  <a:pt x="158" y="590"/>
                </a:moveTo>
                <a:cubicBezTo>
                  <a:pt x="160" y="590"/>
                  <a:pt x="160" y="590"/>
                  <a:pt x="160" y="590"/>
                </a:cubicBezTo>
                <a:cubicBezTo>
                  <a:pt x="160" y="586"/>
                  <a:pt x="160" y="586"/>
                  <a:pt x="160" y="586"/>
                </a:cubicBezTo>
                <a:cubicBezTo>
                  <a:pt x="158" y="586"/>
                  <a:pt x="158" y="586"/>
                  <a:pt x="158" y="586"/>
                </a:cubicBezTo>
                <a:lnTo>
                  <a:pt x="158" y="590"/>
                </a:lnTo>
                <a:close/>
                <a:moveTo>
                  <a:pt x="990" y="394"/>
                </a:moveTo>
                <a:cubicBezTo>
                  <a:pt x="992" y="394"/>
                  <a:pt x="992" y="394"/>
                  <a:pt x="992" y="394"/>
                </a:cubicBezTo>
                <a:cubicBezTo>
                  <a:pt x="992" y="390"/>
                  <a:pt x="992" y="390"/>
                  <a:pt x="992" y="390"/>
                </a:cubicBezTo>
                <a:cubicBezTo>
                  <a:pt x="990" y="390"/>
                  <a:pt x="990" y="390"/>
                  <a:pt x="990" y="390"/>
                </a:cubicBezTo>
                <a:lnTo>
                  <a:pt x="990" y="394"/>
                </a:lnTo>
                <a:close/>
                <a:moveTo>
                  <a:pt x="1047" y="394"/>
                </a:moveTo>
                <a:cubicBezTo>
                  <a:pt x="1049" y="394"/>
                  <a:pt x="1049" y="394"/>
                  <a:pt x="1049" y="394"/>
                </a:cubicBezTo>
                <a:cubicBezTo>
                  <a:pt x="1049" y="389"/>
                  <a:pt x="1049" y="389"/>
                  <a:pt x="1049" y="389"/>
                </a:cubicBezTo>
                <a:cubicBezTo>
                  <a:pt x="1047" y="389"/>
                  <a:pt x="1047" y="389"/>
                  <a:pt x="1047" y="389"/>
                </a:cubicBezTo>
                <a:lnTo>
                  <a:pt x="1047" y="394"/>
                </a:lnTo>
                <a:close/>
                <a:moveTo>
                  <a:pt x="1168" y="390"/>
                </a:moveTo>
                <a:cubicBezTo>
                  <a:pt x="1170" y="390"/>
                  <a:pt x="1170" y="390"/>
                  <a:pt x="1170" y="390"/>
                </a:cubicBezTo>
                <a:cubicBezTo>
                  <a:pt x="1170" y="385"/>
                  <a:pt x="1170" y="385"/>
                  <a:pt x="1170" y="385"/>
                </a:cubicBezTo>
                <a:cubicBezTo>
                  <a:pt x="1168" y="385"/>
                  <a:pt x="1168" y="385"/>
                  <a:pt x="1168" y="385"/>
                </a:cubicBezTo>
                <a:lnTo>
                  <a:pt x="1168" y="390"/>
                </a:lnTo>
                <a:close/>
                <a:moveTo>
                  <a:pt x="1228" y="389"/>
                </a:moveTo>
                <a:cubicBezTo>
                  <a:pt x="1230" y="389"/>
                  <a:pt x="1230" y="389"/>
                  <a:pt x="1230" y="389"/>
                </a:cubicBezTo>
                <a:cubicBezTo>
                  <a:pt x="1230" y="385"/>
                  <a:pt x="1230" y="385"/>
                  <a:pt x="1230" y="385"/>
                </a:cubicBezTo>
                <a:cubicBezTo>
                  <a:pt x="1228" y="385"/>
                  <a:pt x="1228" y="385"/>
                  <a:pt x="1228" y="385"/>
                </a:cubicBezTo>
                <a:lnTo>
                  <a:pt x="1228" y="389"/>
                </a:lnTo>
                <a:close/>
                <a:moveTo>
                  <a:pt x="1543" y="529"/>
                </a:moveTo>
                <a:cubicBezTo>
                  <a:pt x="1545" y="529"/>
                  <a:pt x="1545" y="529"/>
                  <a:pt x="1545" y="529"/>
                </a:cubicBezTo>
                <a:cubicBezTo>
                  <a:pt x="1545" y="521"/>
                  <a:pt x="1545" y="521"/>
                  <a:pt x="1545" y="521"/>
                </a:cubicBezTo>
                <a:cubicBezTo>
                  <a:pt x="1543" y="521"/>
                  <a:pt x="1543" y="521"/>
                  <a:pt x="1543" y="521"/>
                </a:cubicBezTo>
                <a:lnTo>
                  <a:pt x="1543" y="529"/>
                </a:lnTo>
                <a:close/>
                <a:moveTo>
                  <a:pt x="1600" y="528"/>
                </a:moveTo>
                <a:cubicBezTo>
                  <a:pt x="1602" y="528"/>
                  <a:pt x="1602" y="528"/>
                  <a:pt x="1602" y="528"/>
                </a:cubicBezTo>
                <a:cubicBezTo>
                  <a:pt x="1602" y="522"/>
                  <a:pt x="1602" y="522"/>
                  <a:pt x="1602" y="522"/>
                </a:cubicBezTo>
                <a:cubicBezTo>
                  <a:pt x="1600" y="522"/>
                  <a:pt x="1600" y="522"/>
                  <a:pt x="1600" y="522"/>
                </a:cubicBezTo>
                <a:lnTo>
                  <a:pt x="1600" y="528"/>
                </a:lnTo>
                <a:close/>
                <a:moveTo>
                  <a:pt x="1446" y="530"/>
                </a:moveTo>
                <a:cubicBezTo>
                  <a:pt x="1448" y="530"/>
                  <a:pt x="1448" y="530"/>
                  <a:pt x="1448" y="530"/>
                </a:cubicBezTo>
                <a:cubicBezTo>
                  <a:pt x="1448" y="525"/>
                  <a:pt x="1448" y="525"/>
                  <a:pt x="1448" y="525"/>
                </a:cubicBezTo>
                <a:cubicBezTo>
                  <a:pt x="1446" y="525"/>
                  <a:pt x="1446" y="525"/>
                  <a:pt x="1446" y="525"/>
                </a:cubicBezTo>
                <a:lnTo>
                  <a:pt x="1446" y="530"/>
                </a:lnTo>
                <a:close/>
                <a:moveTo>
                  <a:pt x="2380" y="423"/>
                </a:moveTo>
                <a:cubicBezTo>
                  <a:pt x="2382" y="423"/>
                  <a:pt x="2382" y="423"/>
                  <a:pt x="2382" y="423"/>
                </a:cubicBezTo>
                <a:cubicBezTo>
                  <a:pt x="2382" y="419"/>
                  <a:pt x="2382" y="419"/>
                  <a:pt x="2382" y="419"/>
                </a:cubicBezTo>
                <a:cubicBezTo>
                  <a:pt x="2380" y="419"/>
                  <a:pt x="2380" y="419"/>
                  <a:pt x="2380" y="419"/>
                </a:cubicBezTo>
                <a:lnTo>
                  <a:pt x="2380" y="423"/>
                </a:lnTo>
                <a:close/>
                <a:moveTo>
                  <a:pt x="2417" y="422"/>
                </a:moveTo>
                <a:cubicBezTo>
                  <a:pt x="2420" y="422"/>
                  <a:pt x="2420" y="422"/>
                  <a:pt x="2420" y="422"/>
                </a:cubicBezTo>
                <a:cubicBezTo>
                  <a:pt x="2420" y="419"/>
                  <a:pt x="2420" y="419"/>
                  <a:pt x="2420" y="419"/>
                </a:cubicBezTo>
                <a:cubicBezTo>
                  <a:pt x="2417" y="419"/>
                  <a:pt x="2417" y="419"/>
                  <a:pt x="2417" y="419"/>
                </a:cubicBezTo>
                <a:lnTo>
                  <a:pt x="2417" y="422"/>
                </a:lnTo>
                <a:close/>
                <a:moveTo>
                  <a:pt x="3305" y="425"/>
                </a:moveTo>
                <a:cubicBezTo>
                  <a:pt x="3307" y="425"/>
                  <a:pt x="3307" y="425"/>
                  <a:pt x="3307" y="425"/>
                </a:cubicBezTo>
                <a:cubicBezTo>
                  <a:pt x="3307" y="421"/>
                  <a:pt x="3307" y="421"/>
                  <a:pt x="3307" y="421"/>
                </a:cubicBezTo>
                <a:cubicBezTo>
                  <a:pt x="3305" y="421"/>
                  <a:pt x="3305" y="421"/>
                  <a:pt x="3305" y="421"/>
                </a:cubicBezTo>
                <a:lnTo>
                  <a:pt x="3305" y="425"/>
                </a:lnTo>
                <a:close/>
                <a:moveTo>
                  <a:pt x="132" y="576"/>
                </a:moveTo>
                <a:cubicBezTo>
                  <a:pt x="131" y="576"/>
                  <a:pt x="131" y="576"/>
                  <a:pt x="131" y="576"/>
                </a:cubicBezTo>
                <a:cubicBezTo>
                  <a:pt x="131" y="587"/>
                  <a:pt x="131" y="587"/>
                  <a:pt x="131" y="587"/>
                </a:cubicBezTo>
                <a:cubicBezTo>
                  <a:pt x="175" y="587"/>
                  <a:pt x="175" y="587"/>
                  <a:pt x="175" y="587"/>
                </a:cubicBezTo>
                <a:cubicBezTo>
                  <a:pt x="175" y="575"/>
                  <a:pt x="175" y="575"/>
                  <a:pt x="175" y="575"/>
                </a:cubicBezTo>
                <a:cubicBezTo>
                  <a:pt x="131" y="575"/>
                  <a:pt x="131" y="575"/>
                  <a:pt x="131" y="575"/>
                </a:cubicBezTo>
                <a:cubicBezTo>
                  <a:pt x="131" y="576"/>
                  <a:pt x="131" y="576"/>
                  <a:pt x="131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73" y="577"/>
                  <a:pt x="173" y="577"/>
                  <a:pt x="173" y="577"/>
                </a:cubicBezTo>
                <a:cubicBezTo>
                  <a:pt x="173" y="585"/>
                  <a:pt x="173" y="585"/>
                  <a:pt x="173" y="585"/>
                </a:cubicBezTo>
                <a:cubicBezTo>
                  <a:pt x="133" y="585"/>
                  <a:pt x="133" y="585"/>
                  <a:pt x="133" y="585"/>
                </a:cubicBezTo>
                <a:cubicBezTo>
                  <a:pt x="133" y="576"/>
                  <a:pt x="133" y="576"/>
                  <a:pt x="133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32" y="576"/>
                  <a:pt x="132" y="576"/>
                  <a:pt x="132" y="576"/>
                </a:cubicBezTo>
                <a:moveTo>
                  <a:pt x="146" y="575"/>
                </a:moveTo>
                <a:cubicBezTo>
                  <a:pt x="146" y="480"/>
                  <a:pt x="146" y="480"/>
                  <a:pt x="146" y="480"/>
                </a:cubicBezTo>
                <a:cubicBezTo>
                  <a:pt x="132" y="486"/>
                  <a:pt x="132" y="486"/>
                  <a:pt x="132" y="486"/>
                </a:cubicBezTo>
                <a:cubicBezTo>
                  <a:pt x="132" y="565"/>
                  <a:pt x="132" y="565"/>
                  <a:pt x="132" y="565"/>
                </a:cubicBezTo>
                <a:cubicBezTo>
                  <a:pt x="135" y="565"/>
                  <a:pt x="135" y="565"/>
                  <a:pt x="135" y="565"/>
                </a:cubicBezTo>
                <a:cubicBezTo>
                  <a:pt x="135" y="488"/>
                  <a:pt x="135" y="488"/>
                  <a:pt x="135" y="488"/>
                </a:cubicBezTo>
                <a:cubicBezTo>
                  <a:pt x="144" y="484"/>
                  <a:pt x="144" y="484"/>
                  <a:pt x="144" y="484"/>
                </a:cubicBezTo>
                <a:cubicBezTo>
                  <a:pt x="144" y="575"/>
                  <a:pt x="144" y="575"/>
                  <a:pt x="144" y="575"/>
                </a:cubicBezTo>
                <a:cubicBezTo>
                  <a:pt x="146" y="575"/>
                  <a:pt x="146" y="575"/>
                  <a:pt x="146" y="575"/>
                </a:cubicBezTo>
                <a:moveTo>
                  <a:pt x="118" y="670"/>
                </a:moveTo>
                <a:cubicBezTo>
                  <a:pt x="118" y="573"/>
                  <a:pt x="118" y="573"/>
                  <a:pt x="118" y="573"/>
                </a:cubicBezTo>
                <a:cubicBezTo>
                  <a:pt x="125" y="573"/>
                  <a:pt x="125" y="573"/>
                  <a:pt x="125" y="573"/>
                </a:cubicBezTo>
                <a:cubicBezTo>
                  <a:pt x="125" y="566"/>
                  <a:pt x="125" y="566"/>
                  <a:pt x="125" y="566"/>
                </a:cubicBezTo>
                <a:cubicBezTo>
                  <a:pt x="132" y="566"/>
                  <a:pt x="132" y="566"/>
                  <a:pt x="132" y="566"/>
                </a:cubicBezTo>
                <a:cubicBezTo>
                  <a:pt x="134" y="569"/>
                  <a:pt x="134" y="569"/>
                  <a:pt x="134" y="569"/>
                </a:cubicBezTo>
                <a:cubicBezTo>
                  <a:pt x="134" y="575"/>
                  <a:pt x="134" y="575"/>
                  <a:pt x="134" y="575"/>
                </a:cubicBezTo>
                <a:cubicBezTo>
                  <a:pt x="137" y="575"/>
                  <a:pt x="137" y="575"/>
                  <a:pt x="137" y="575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3" y="564"/>
                  <a:pt x="133" y="564"/>
                  <a:pt x="133" y="564"/>
                </a:cubicBezTo>
                <a:cubicBezTo>
                  <a:pt x="133" y="563"/>
                  <a:pt x="133" y="563"/>
                  <a:pt x="133" y="563"/>
                </a:cubicBezTo>
                <a:cubicBezTo>
                  <a:pt x="123" y="563"/>
                  <a:pt x="123" y="563"/>
                  <a:pt x="123" y="563"/>
                </a:cubicBezTo>
                <a:cubicBezTo>
                  <a:pt x="123" y="570"/>
                  <a:pt x="123" y="570"/>
                  <a:pt x="123" y="570"/>
                </a:cubicBezTo>
                <a:cubicBezTo>
                  <a:pt x="116" y="570"/>
                  <a:pt x="116" y="570"/>
                  <a:pt x="116" y="570"/>
                </a:cubicBezTo>
                <a:cubicBezTo>
                  <a:pt x="116" y="670"/>
                  <a:pt x="116" y="670"/>
                  <a:pt x="116" y="670"/>
                </a:cubicBezTo>
                <a:cubicBezTo>
                  <a:pt x="118" y="670"/>
                  <a:pt x="118" y="670"/>
                  <a:pt x="118" y="670"/>
                </a:cubicBezTo>
                <a:moveTo>
                  <a:pt x="0" y="672"/>
                </a:moveTo>
                <a:cubicBezTo>
                  <a:pt x="4349" y="672"/>
                  <a:pt x="4349" y="672"/>
                  <a:pt x="4349" y="672"/>
                </a:cubicBezTo>
                <a:cubicBezTo>
                  <a:pt x="4349" y="670"/>
                  <a:pt x="4349" y="670"/>
                  <a:pt x="4349" y="670"/>
                </a:cubicBezTo>
                <a:cubicBezTo>
                  <a:pt x="0" y="670"/>
                  <a:pt x="0" y="670"/>
                  <a:pt x="0" y="670"/>
                </a:cubicBezTo>
                <a:lnTo>
                  <a:pt x="0" y="672"/>
                </a:lnTo>
                <a:close/>
                <a:moveTo>
                  <a:pt x="126" y="670"/>
                </a:moveTo>
                <a:cubicBezTo>
                  <a:pt x="126" y="591"/>
                  <a:pt x="126" y="591"/>
                  <a:pt x="126" y="591"/>
                </a:cubicBezTo>
                <a:cubicBezTo>
                  <a:pt x="161" y="591"/>
                  <a:pt x="161" y="591"/>
                  <a:pt x="161" y="591"/>
                </a:cubicBezTo>
                <a:cubicBezTo>
                  <a:pt x="161" y="669"/>
                  <a:pt x="161" y="669"/>
                  <a:pt x="161" y="669"/>
                </a:cubicBezTo>
                <a:cubicBezTo>
                  <a:pt x="163" y="669"/>
                  <a:pt x="163" y="669"/>
                  <a:pt x="163" y="669"/>
                </a:cubicBezTo>
                <a:cubicBezTo>
                  <a:pt x="163" y="589"/>
                  <a:pt x="163" y="589"/>
                  <a:pt x="163" y="589"/>
                </a:cubicBezTo>
                <a:cubicBezTo>
                  <a:pt x="124" y="589"/>
                  <a:pt x="124" y="589"/>
                  <a:pt x="124" y="589"/>
                </a:cubicBezTo>
                <a:cubicBezTo>
                  <a:pt x="124" y="670"/>
                  <a:pt x="124" y="670"/>
                  <a:pt x="124" y="670"/>
                </a:cubicBezTo>
                <a:cubicBezTo>
                  <a:pt x="126" y="670"/>
                  <a:pt x="126" y="670"/>
                  <a:pt x="126" y="670"/>
                </a:cubicBezTo>
                <a:moveTo>
                  <a:pt x="142" y="484"/>
                </a:moveTo>
                <a:cubicBezTo>
                  <a:pt x="142" y="480"/>
                  <a:pt x="142" y="480"/>
                  <a:pt x="142" y="480"/>
                </a:cubicBezTo>
                <a:cubicBezTo>
                  <a:pt x="154" y="480"/>
                  <a:pt x="154" y="480"/>
                  <a:pt x="154" y="480"/>
                </a:cubicBezTo>
                <a:cubicBezTo>
                  <a:pt x="154" y="562"/>
                  <a:pt x="154" y="562"/>
                  <a:pt x="154" y="562"/>
                </a:cubicBezTo>
                <a:cubicBezTo>
                  <a:pt x="168" y="562"/>
                  <a:pt x="168" y="562"/>
                  <a:pt x="168" y="562"/>
                </a:cubicBezTo>
                <a:cubicBezTo>
                  <a:pt x="168" y="575"/>
                  <a:pt x="168" y="575"/>
                  <a:pt x="168" y="575"/>
                </a:cubicBezTo>
                <a:cubicBezTo>
                  <a:pt x="171" y="575"/>
                  <a:pt x="171" y="575"/>
                  <a:pt x="171" y="575"/>
                </a:cubicBezTo>
                <a:cubicBezTo>
                  <a:pt x="171" y="560"/>
                  <a:pt x="171" y="560"/>
                  <a:pt x="171" y="560"/>
                </a:cubicBezTo>
                <a:cubicBezTo>
                  <a:pt x="157" y="560"/>
                  <a:pt x="157" y="560"/>
                  <a:pt x="157" y="560"/>
                </a:cubicBezTo>
                <a:cubicBezTo>
                  <a:pt x="157" y="478"/>
                  <a:pt x="157" y="478"/>
                  <a:pt x="157" y="478"/>
                </a:cubicBezTo>
                <a:cubicBezTo>
                  <a:pt x="140" y="478"/>
                  <a:pt x="140" y="478"/>
                  <a:pt x="140" y="478"/>
                </a:cubicBezTo>
                <a:cubicBezTo>
                  <a:pt x="140" y="484"/>
                  <a:pt x="140" y="484"/>
                  <a:pt x="140" y="484"/>
                </a:cubicBezTo>
                <a:cubicBezTo>
                  <a:pt x="142" y="484"/>
                  <a:pt x="142" y="484"/>
                  <a:pt x="142" y="484"/>
                </a:cubicBezTo>
                <a:moveTo>
                  <a:pt x="201" y="638"/>
                </a:moveTo>
                <a:cubicBezTo>
                  <a:pt x="201" y="560"/>
                  <a:pt x="201" y="560"/>
                  <a:pt x="201" y="560"/>
                </a:cubicBezTo>
                <a:cubicBezTo>
                  <a:pt x="178" y="560"/>
                  <a:pt x="178" y="560"/>
                  <a:pt x="178" y="560"/>
                </a:cubicBezTo>
                <a:cubicBezTo>
                  <a:pt x="178" y="591"/>
                  <a:pt x="178" y="591"/>
                  <a:pt x="178" y="591"/>
                </a:cubicBezTo>
                <a:cubicBezTo>
                  <a:pt x="180" y="591"/>
                  <a:pt x="180" y="591"/>
                  <a:pt x="180" y="591"/>
                </a:cubicBezTo>
                <a:cubicBezTo>
                  <a:pt x="180" y="562"/>
                  <a:pt x="180" y="562"/>
                  <a:pt x="180" y="562"/>
                </a:cubicBezTo>
                <a:cubicBezTo>
                  <a:pt x="198" y="562"/>
                  <a:pt x="198" y="562"/>
                  <a:pt x="198" y="562"/>
                </a:cubicBezTo>
                <a:cubicBezTo>
                  <a:pt x="198" y="638"/>
                  <a:pt x="198" y="638"/>
                  <a:pt x="198" y="638"/>
                </a:cubicBezTo>
                <a:cubicBezTo>
                  <a:pt x="201" y="638"/>
                  <a:pt x="201" y="638"/>
                  <a:pt x="201" y="638"/>
                </a:cubicBezTo>
                <a:moveTo>
                  <a:pt x="181" y="562"/>
                </a:moveTo>
                <a:cubicBezTo>
                  <a:pt x="189" y="553"/>
                  <a:pt x="189" y="553"/>
                  <a:pt x="189" y="553"/>
                </a:cubicBezTo>
                <a:cubicBezTo>
                  <a:pt x="197" y="561"/>
                  <a:pt x="197" y="561"/>
                  <a:pt x="197" y="561"/>
                </a:cubicBezTo>
                <a:cubicBezTo>
                  <a:pt x="199" y="560"/>
                  <a:pt x="199" y="560"/>
                  <a:pt x="199" y="560"/>
                </a:cubicBezTo>
                <a:cubicBezTo>
                  <a:pt x="189" y="550"/>
                  <a:pt x="189" y="550"/>
                  <a:pt x="189" y="550"/>
                </a:cubicBezTo>
                <a:cubicBezTo>
                  <a:pt x="179" y="560"/>
                  <a:pt x="179" y="560"/>
                  <a:pt x="179" y="560"/>
                </a:cubicBezTo>
                <a:cubicBezTo>
                  <a:pt x="181" y="562"/>
                  <a:pt x="181" y="562"/>
                  <a:pt x="181" y="562"/>
                </a:cubicBezTo>
                <a:moveTo>
                  <a:pt x="188" y="552"/>
                </a:moveTo>
                <a:cubicBezTo>
                  <a:pt x="190" y="552"/>
                  <a:pt x="190" y="552"/>
                  <a:pt x="190" y="552"/>
                </a:cubicBezTo>
                <a:cubicBezTo>
                  <a:pt x="190" y="539"/>
                  <a:pt x="190" y="539"/>
                  <a:pt x="190" y="539"/>
                </a:cubicBezTo>
                <a:cubicBezTo>
                  <a:pt x="188" y="539"/>
                  <a:pt x="188" y="539"/>
                  <a:pt x="188" y="539"/>
                </a:cubicBezTo>
                <a:lnTo>
                  <a:pt x="188" y="552"/>
                </a:lnTo>
                <a:close/>
                <a:moveTo>
                  <a:pt x="187" y="607"/>
                </a:moveTo>
                <a:cubicBezTo>
                  <a:pt x="190" y="607"/>
                  <a:pt x="190" y="607"/>
                  <a:pt x="190" y="607"/>
                </a:cubicBezTo>
                <a:cubicBezTo>
                  <a:pt x="190" y="561"/>
                  <a:pt x="190" y="561"/>
                  <a:pt x="190" y="561"/>
                </a:cubicBezTo>
                <a:cubicBezTo>
                  <a:pt x="187" y="561"/>
                  <a:pt x="187" y="561"/>
                  <a:pt x="187" y="561"/>
                </a:cubicBezTo>
                <a:lnTo>
                  <a:pt x="187" y="607"/>
                </a:lnTo>
                <a:close/>
                <a:moveTo>
                  <a:pt x="201" y="560"/>
                </a:moveTo>
                <a:cubicBezTo>
                  <a:pt x="201" y="517"/>
                  <a:pt x="201" y="517"/>
                  <a:pt x="201" y="517"/>
                </a:cubicBezTo>
                <a:cubicBezTo>
                  <a:pt x="226" y="517"/>
                  <a:pt x="226" y="517"/>
                  <a:pt x="226" y="517"/>
                </a:cubicBezTo>
                <a:cubicBezTo>
                  <a:pt x="226" y="646"/>
                  <a:pt x="226" y="646"/>
                  <a:pt x="226" y="646"/>
                </a:cubicBezTo>
                <a:cubicBezTo>
                  <a:pt x="228" y="646"/>
                  <a:pt x="228" y="646"/>
                  <a:pt x="228" y="646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198" y="515"/>
                  <a:pt x="198" y="515"/>
                  <a:pt x="198" y="515"/>
                </a:cubicBezTo>
                <a:cubicBezTo>
                  <a:pt x="198" y="560"/>
                  <a:pt x="198" y="560"/>
                  <a:pt x="198" y="560"/>
                </a:cubicBezTo>
                <a:cubicBezTo>
                  <a:pt x="201" y="560"/>
                  <a:pt x="201" y="560"/>
                  <a:pt x="201" y="560"/>
                </a:cubicBezTo>
                <a:moveTo>
                  <a:pt x="227" y="517"/>
                </a:moveTo>
                <a:cubicBezTo>
                  <a:pt x="235" y="519"/>
                  <a:pt x="235" y="519"/>
                  <a:pt x="235" y="519"/>
                </a:cubicBezTo>
                <a:cubicBezTo>
                  <a:pt x="235" y="560"/>
                  <a:pt x="235" y="560"/>
                  <a:pt x="235" y="560"/>
                </a:cubicBezTo>
                <a:cubicBezTo>
                  <a:pt x="237" y="560"/>
                  <a:pt x="237" y="560"/>
                  <a:pt x="237" y="560"/>
                </a:cubicBezTo>
                <a:cubicBezTo>
                  <a:pt x="237" y="518"/>
                  <a:pt x="237" y="518"/>
                  <a:pt x="237" y="518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227" y="517"/>
                  <a:pt x="227" y="517"/>
                  <a:pt x="227" y="517"/>
                </a:cubicBezTo>
                <a:moveTo>
                  <a:pt x="231" y="560"/>
                </a:moveTo>
                <a:cubicBezTo>
                  <a:pt x="230" y="560"/>
                  <a:pt x="230" y="560"/>
                  <a:pt x="230" y="560"/>
                </a:cubicBezTo>
                <a:cubicBezTo>
                  <a:pt x="230" y="578"/>
                  <a:pt x="230" y="578"/>
                  <a:pt x="230" y="578"/>
                </a:cubicBezTo>
                <a:cubicBezTo>
                  <a:pt x="260" y="578"/>
                  <a:pt x="260" y="578"/>
                  <a:pt x="260" y="578"/>
                </a:cubicBezTo>
                <a:cubicBezTo>
                  <a:pt x="260" y="559"/>
                  <a:pt x="260" y="559"/>
                  <a:pt x="260" y="559"/>
                </a:cubicBezTo>
                <a:cubicBezTo>
                  <a:pt x="230" y="559"/>
                  <a:pt x="230" y="559"/>
                  <a:pt x="230" y="559"/>
                </a:cubicBezTo>
                <a:cubicBezTo>
                  <a:pt x="230" y="560"/>
                  <a:pt x="230" y="560"/>
                  <a:pt x="230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58" y="561"/>
                  <a:pt x="258" y="561"/>
                  <a:pt x="258" y="561"/>
                </a:cubicBezTo>
                <a:cubicBezTo>
                  <a:pt x="258" y="576"/>
                  <a:pt x="258" y="576"/>
                  <a:pt x="258" y="576"/>
                </a:cubicBezTo>
                <a:cubicBezTo>
                  <a:pt x="232" y="576"/>
                  <a:pt x="232" y="576"/>
                  <a:pt x="232" y="576"/>
                </a:cubicBezTo>
                <a:cubicBezTo>
                  <a:pt x="232" y="560"/>
                  <a:pt x="232" y="560"/>
                  <a:pt x="232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31" y="560"/>
                  <a:pt x="231" y="560"/>
                  <a:pt x="231" y="560"/>
                </a:cubicBezTo>
                <a:moveTo>
                  <a:pt x="245" y="545"/>
                </a:moveTo>
                <a:cubicBezTo>
                  <a:pt x="245" y="474"/>
                  <a:pt x="245" y="474"/>
                  <a:pt x="245" y="474"/>
                </a:cubicBezTo>
                <a:cubicBezTo>
                  <a:pt x="251" y="474"/>
                  <a:pt x="251" y="474"/>
                  <a:pt x="251" y="474"/>
                </a:cubicBezTo>
                <a:cubicBezTo>
                  <a:pt x="251" y="451"/>
                  <a:pt x="251" y="451"/>
                  <a:pt x="251" y="451"/>
                </a:cubicBezTo>
                <a:cubicBezTo>
                  <a:pt x="284" y="451"/>
                  <a:pt x="284" y="451"/>
                  <a:pt x="284" y="451"/>
                </a:cubicBezTo>
                <a:cubicBezTo>
                  <a:pt x="284" y="462"/>
                  <a:pt x="284" y="462"/>
                  <a:pt x="284" y="462"/>
                </a:cubicBezTo>
                <a:cubicBezTo>
                  <a:pt x="250" y="461"/>
                  <a:pt x="250" y="461"/>
                  <a:pt x="250" y="461"/>
                </a:cubicBezTo>
                <a:cubicBezTo>
                  <a:pt x="250" y="464"/>
                  <a:pt x="250" y="464"/>
                  <a:pt x="250" y="464"/>
                </a:cubicBezTo>
                <a:cubicBezTo>
                  <a:pt x="286" y="464"/>
                  <a:pt x="286" y="464"/>
                  <a:pt x="286" y="464"/>
                </a:cubicBezTo>
                <a:cubicBezTo>
                  <a:pt x="286" y="448"/>
                  <a:pt x="286" y="448"/>
                  <a:pt x="286" y="448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49" y="472"/>
                  <a:pt x="249" y="472"/>
                  <a:pt x="249" y="472"/>
                </a:cubicBezTo>
                <a:cubicBezTo>
                  <a:pt x="242" y="472"/>
                  <a:pt x="242" y="472"/>
                  <a:pt x="242" y="472"/>
                </a:cubicBezTo>
                <a:cubicBezTo>
                  <a:pt x="242" y="545"/>
                  <a:pt x="242" y="545"/>
                  <a:pt x="242" y="545"/>
                </a:cubicBezTo>
                <a:cubicBezTo>
                  <a:pt x="245" y="545"/>
                  <a:pt x="245" y="545"/>
                  <a:pt x="245" y="545"/>
                </a:cubicBezTo>
                <a:moveTo>
                  <a:pt x="264" y="449"/>
                </a:moveTo>
                <a:cubicBezTo>
                  <a:pt x="266" y="449"/>
                  <a:pt x="266" y="449"/>
                  <a:pt x="266" y="449"/>
                </a:cubicBezTo>
                <a:cubicBezTo>
                  <a:pt x="266" y="433"/>
                  <a:pt x="266" y="433"/>
                  <a:pt x="266" y="433"/>
                </a:cubicBezTo>
                <a:cubicBezTo>
                  <a:pt x="264" y="433"/>
                  <a:pt x="264" y="433"/>
                  <a:pt x="264" y="433"/>
                </a:cubicBezTo>
                <a:lnTo>
                  <a:pt x="264" y="449"/>
                </a:lnTo>
                <a:close/>
                <a:moveTo>
                  <a:pt x="270" y="449"/>
                </a:moveTo>
                <a:cubicBezTo>
                  <a:pt x="272" y="449"/>
                  <a:pt x="272" y="449"/>
                  <a:pt x="272" y="449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0" y="427"/>
                  <a:pt x="270" y="427"/>
                  <a:pt x="270" y="427"/>
                </a:cubicBezTo>
                <a:lnTo>
                  <a:pt x="270" y="449"/>
                </a:lnTo>
                <a:close/>
                <a:moveTo>
                  <a:pt x="284" y="510"/>
                </a:moveTo>
                <a:cubicBezTo>
                  <a:pt x="286" y="510"/>
                  <a:pt x="286" y="510"/>
                  <a:pt x="286" y="510"/>
                </a:cubicBezTo>
                <a:cubicBezTo>
                  <a:pt x="286" y="463"/>
                  <a:pt x="286" y="463"/>
                  <a:pt x="286" y="463"/>
                </a:cubicBezTo>
                <a:cubicBezTo>
                  <a:pt x="284" y="463"/>
                  <a:pt x="284" y="463"/>
                  <a:pt x="284" y="463"/>
                </a:cubicBezTo>
                <a:lnTo>
                  <a:pt x="284" y="510"/>
                </a:lnTo>
                <a:close/>
                <a:moveTo>
                  <a:pt x="260" y="555"/>
                </a:moveTo>
                <a:cubicBezTo>
                  <a:pt x="260" y="512"/>
                  <a:pt x="260" y="512"/>
                  <a:pt x="260" y="512"/>
                </a:cubicBezTo>
                <a:cubicBezTo>
                  <a:pt x="298" y="512"/>
                  <a:pt x="298" y="512"/>
                  <a:pt x="298" y="512"/>
                </a:cubicBezTo>
                <a:cubicBezTo>
                  <a:pt x="298" y="646"/>
                  <a:pt x="298" y="646"/>
                  <a:pt x="298" y="646"/>
                </a:cubicBezTo>
                <a:cubicBezTo>
                  <a:pt x="300" y="646"/>
                  <a:pt x="300" y="646"/>
                  <a:pt x="300" y="646"/>
                </a:cubicBezTo>
                <a:cubicBezTo>
                  <a:pt x="300" y="510"/>
                  <a:pt x="300" y="510"/>
                  <a:pt x="300" y="510"/>
                </a:cubicBezTo>
                <a:cubicBezTo>
                  <a:pt x="258" y="510"/>
                  <a:pt x="258" y="510"/>
                  <a:pt x="258" y="510"/>
                </a:cubicBezTo>
                <a:cubicBezTo>
                  <a:pt x="258" y="555"/>
                  <a:pt x="258" y="555"/>
                  <a:pt x="258" y="555"/>
                </a:cubicBezTo>
                <a:cubicBezTo>
                  <a:pt x="260" y="555"/>
                  <a:pt x="260" y="555"/>
                  <a:pt x="260" y="555"/>
                </a:cubicBezTo>
                <a:moveTo>
                  <a:pt x="260" y="525"/>
                </a:moveTo>
                <a:cubicBezTo>
                  <a:pt x="291" y="525"/>
                  <a:pt x="291" y="525"/>
                  <a:pt x="291" y="525"/>
                </a:cubicBezTo>
                <a:cubicBezTo>
                  <a:pt x="291" y="523"/>
                  <a:pt x="291" y="523"/>
                  <a:pt x="291" y="523"/>
                </a:cubicBezTo>
                <a:cubicBezTo>
                  <a:pt x="260" y="523"/>
                  <a:pt x="260" y="523"/>
                  <a:pt x="260" y="523"/>
                </a:cubicBezTo>
                <a:lnTo>
                  <a:pt x="260" y="525"/>
                </a:lnTo>
                <a:close/>
                <a:moveTo>
                  <a:pt x="285" y="473"/>
                </a:moveTo>
                <a:cubicBezTo>
                  <a:pt x="293" y="473"/>
                  <a:pt x="293" y="473"/>
                  <a:pt x="293" y="473"/>
                </a:cubicBezTo>
                <a:cubicBezTo>
                  <a:pt x="293" y="504"/>
                  <a:pt x="293" y="504"/>
                  <a:pt x="293" y="504"/>
                </a:cubicBezTo>
                <a:cubicBezTo>
                  <a:pt x="295" y="504"/>
                  <a:pt x="295" y="504"/>
                  <a:pt x="295" y="504"/>
                </a:cubicBezTo>
                <a:cubicBezTo>
                  <a:pt x="295" y="471"/>
                  <a:pt x="295" y="471"/>
                  <a:pt x="295" y="471"/>
                </a:cubicBezTo>
                <a:cubicBezTo>
                  <a:pt x="285" y="471"/>
                  <a:pt x="285" y="471"/>
                  <a:pt x="285" y="471"/>
                </a:cubicBezTo>
                <a:cubicBezTo>
                  <a:pt x="285" y="473"/>
                  <a:pt x="285" y="473"/>
                  <a:pt x="285" y="473"/>
                </a:cubicBezTo>
                <a:moveTo>
                  <a:pt x="234" y="646"/>
                </a:moveTo>
                <a:cubicBezTo>
                  <a:pt x="234" y="582"/>
                  <a:pt x="234" y="582"/>
                  <a:pt x="234" y="582"/>
                </a:cubicBezTo>
                <a:cubicBezTo>
                  <a:pt x="256" y="582"/>
                  <a:pt x="256" y="582"/>
                  <a:pt x="256" y="582"/>
                </a:cubicBezTo>
                <a:cubicBezTo>
                  <a:pt x="256" y="646"/>
                  <a:pt x="256" y="646"/>
                  <a:pt x="256" y="646"/>
                </a:cubicBezTo>
                <a:cubicBezTo>
                  <a:pt x="258" y="646"/>
                  <a:pt x="258" y="646"/>
                  <a:pt x="258" y="646"/>
                </a:cubicBezTo>
                <a:cubicBezTo>
                  <a:pt x="258" y="580"/>
                  <a:pt x="258" y="580"/>
                  <a:pt x="258" y="580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31" y="646"/>
                  <a:pt x="231" y="646"/>
                  <a:pt x="231" y="646"/>
                </a:cubicBezTo>
                <a:cubicBezTo>
                  <a:pt x="234" y="646"/>
                  <a:pt x="234" y="646"/>
                  <a:pt x="234" y="646"/>
                </a:cubicBezTo>
                <a:moveTo>
                  <a:pt x="165" y="591"/>
                </a:moveTo>
                <a:cubicBezTo>
                  <a:pt x="179" y="591"/>
                  <a:pt x="179" y="591"/>
                  <a:pt x="179" y="591"/>
                </a:cubicBezTo>
                <a:cubicBezTo>
                  <a:pt x="179" y="654"/>
                  <a:pt x="179" y="654"/>
                  <a:pt x="179" y="654"/>
                </a:cubicBezTo>
                <a:cubicBezTo>
                  <a:pt x="181" y="654"/>
                  <a:pt x="181" y="654"/>
                  <a:pt x="181" y="654"/>
                </a:cubicBezTo>
                <a:cubicBezTo>
                  <a:pt x="181" y="589"/>
                  <a:pt x="181" y="589"/>
                  <a:pt x="181" y="589"/>
                </a:cubicBezTo>
                <a:cubicBezTo>
                  <a:pt x="165" y="589"/>
                  <a:pt x="165" y="589"/>
                  <a:pt x="165" y="589"/>
                </a:cubicBezTo>
                <a:cubicBezTo>
                  <a:pt x="165" y="591"/>
                  <a:pt x="165" y="591"/>
                  <a:pt x="165" y="591"/>
                </a:cubicBezTo>
                <a:moveTo>
                  <a:pt x="201" y="516"/>
                </a:moveTo>
                <a:cubicBezTo>
                  <a:pt x="201" y="510"/>
                  <a:pt x="201" y="510"/>
                  <a:pt x="201" y="510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2" y="516"/>
                  <a:pt x="212" y="516"/>
                  <a:pt x="212" y="516"/>
                </a:cubicBezTo>
                <a:cubicBezTo>
                  <a:pt x="214" y="516"/>
                  <a:pt x="214" y="516"/>
                  <a:pt x="214" y="516"/>
                </a:cubicBezTo>
                <a:cubicBezTo>
                  <a:pt x="214" y="509"/>
                  <a:pt x="214" y="509"/>
                  <a:pt x="214" y="509"/>
                </a:cubicBezTo>
                <a:cubicBezTo>
                  <a:pt x="214" y="507"/>
                  <a:pt x="214" y="507"/>
                  <a:pt x="214" y="507"/>
                </a:cubicBezTo>
                <a:cubicBezTo>
                  <a:pt x="199" y="507"/>
                  <a:pt x="199" y="507"/>
                  <a:pt x="199" y="507"/>
                </a:cubicBezTo>
                <a:cubicBezTo>
                  <a:pt x="199" y="516"/>
                  <a:pt x="199" y="516"/>
                  <a:pt x="199" y="516"/>
                </a:cubicBezTo>
                <a:cubicBezTo>
                  <a:pt x="201" y="516"/>
                  <a:pt x="201" y="516"/>
                  <a:pt x="201" y="516"/>
                </a:cubicBezTo>
                <a:moveTo>
                  <a:pt x="299" y="571"/>
                </a:moveTo>
                <a:cubicBezTo>
                  <a:pt x="311" y="571"/>
                  <a:pt x="311" y="571"/>
                  <a:pt x="311" y="571"/>
                </a:cubicBezTo>
                <a:cubicBezTo>
                  <a:pt x="311" y="646"/>
                  <a:pt x="311" y="646"/>
                  <a:pt x="311" y="646"/>
                </a:cubicBezTo>
                <a:cubicBezTo>
                  <a:pt x="313" y="646"/>
                  <a:pt x="313" y="646"/>
                  <a:pt x="313" y="646"/>
                </a:cubicBezTo>
                <a:cubicBezTo>
                  <a:pt x="313" y="569"/>
                  <a:pt x="313" y="569"/>
                  <a:pt x="313" y="569"/>
                </a:cubicBezTo>
                <a:cubicBezTo>
                  <a:pt x="299" y="569"/>
                  <a:pt x="299" y="569"/>
                  <a:pt x="299" y="569"/>
                </a:cubicBezTo>
                <a:cubicBezTo>
                  <a:pt x="299" y="571"/>
                  <a:pt x="299" y="571"/>
                  <a:pt x="299" y="571"/>
                </a:cubicBezTo>
                <a:moveTo>
                  <a:pt x="322" y="671"/>
                </a:moveTo>
                <a:cubicBezTo>
                  <a:pt x="322" y="613"/>
                  <a:pt x="322" y="613"/>
                  <a:pt x="322" y="613"/>
                </a:cubicBezTo>
                <a:cubicBezTo>
                  <a:pt x="337" y="613"/>
                  <a:pt x="337" y="613"/>
                  <a:pt x="337" y="613"/>
                </a:cubicBezTo>
                <a:cubicBezTo>
                  <a:pt x="337" y="557"/>
                  <a:pt x="337" y="557"/>
                  <a:pt x="337" y="557"/>
                </a:cubicBezTo>
                <a:cubicBezTo>
                  <a:pt x="354" y="557"/>
                  <a:pt x="354" y="557"/>
                  <a:pt x="354" y="557"/>
                </a:cubicBezTo>
                <a:cubicBezTo>
                  <a:pt x="354" y="644"/>
                  <a:pt x="354" y="644"/>
                  <a:pt x="354" y="644"/>
                </a:cubicBezTo>
                <a:cubicBezTo>
                  <a:pt x="356" y="644"/>
                  <a:pt x="356" y="644"/>
                  <a:pt x="356" y="644"/>
                </a:cubicBezTo>
                <a:cubicBezTo>
                  <a:pt x="356" y="555"/>
                  <a:pt x="356" y="555"/>
                  <a:pt x="356" y="555"/>
                </a:cubicBezTo>
                <a:cubicBezTo>
                  <a:pt x="335" y="555"/>
                  <a:pt x="335" y="555"/>
                  <a:pt x="335" y="555"/>
                </a:cubicBezTo>
                <a:cubicBezTo>
                  <a:pt x="335" y="611"/>
                  <a:pt x="335" y="611"/>
                  <a:pt x="335" y="611"/>
                </a:cubicBezTo>
                <a:cubicBezTo>
                  <a:pt x="320" y="611"/>
                  <a:pt x="320" y="611"/>
                  <a:pt x="320" y="611"/>
                </a:cubicBezTo>
                <a:cubicBezTo>
                  <a:pt x="320" y="671"/>
                  <a:pt x="320" y="671"/>
                  <a:pt x="320" y="671"/>
                </a:cubicBezTo>
                <a:cubicBezTo>
                  <a:pt x="322" y="671"/>
                  <a:pt x="322" y="671"/>
                  <a:pt x="322" y="671"/>
                </a:cubicBezTo>
                <a:moveTo>
                  <a:pt x="306" y="569"/>
                </a:moveTo>
                <a:cubicBezTo>
                  <a:pt x="306" y="563"/>
                  <a:pt x="306" y="563"/>
                  <a:pt x="306" y="563"/>
                </a:cubicBezTo>
                <a:cubicBezTo>
                  <a:pt x="326" y="563"/>
                  <a:pt x="326" y="563"/>
                  <a:pt x="326" y="563"/>
                </a:cubicBezTo>
                <a:cubicBezTo>
                  <a:pt x="326" y="612"/>
                  <a:pt x="326" y="612"/>
                  <a:pt x="326" y="612"/>
                </a:cubicBezTo>
                <a:cubicBezTo>
                  <a:pt x="328" y="612"/>
                  <a:pt x="328" y="612"/>
                  <a:pt x="328" y="612"/>
                </a:cubicBezTo>
                <a:cubicBezTo>
                  <a:pt x="328" y="561"/>
                  <a:pt x="328" y="561"/>
                  <a:pt x="328" y="561"/>
                </a:cubicBezTo>
                <a:cubicBezTo>
                  <a:pt x="304" y="561"/>
                  <a:pt x="304" y="561"/>
                  <a:pt x="304" y="561"/>
                </a:cubicBezTo>
                <a:cubicBezTo>
                  <a:pt x="304" y="569"/>
                  <a:pt x="304" y="569"/>
                  <a:pt x="304" y="569"/>
                </a:cubicBezTo>
                <a:cubicBezTo>
                  <a:pt x="306" y="569"/>
                  <a:pt x="306" y="569"/>
                  <a:pt x="306" y="569"/>
                </a:cubicBezTo>
                <a:moveTo>
                  <a:pt x="324" y="562"/>
                </a:moveTo>
                <a:cubicBezTo>
                  <a:pt x="324" y="412"/>
                  <a:pt x="324" y="412"/>
                  <a:pt x="324" y="412"/>
                </a:cubicBezTo>
                <a:cubicBezTo>
                  <a:pt x="332" y="413"/>
                  <a:pt x="332" y="413"/>
                  <a:pt x="332" y="413"/>
                </a:cubicBezTo>
                <a:cubicBezTo>
                  <a:pt x="332" y="545"/>
                  <a:pt x="332" y="545"/>
                  <a:pt x="332" y="545"/>
                </a:cubicBezTo>
                <a:cubicBezTo>
                  <a:pt x="334" y="545"/>
                  <a:pt x="334" y="545"/>
                  <a:pt x="334" y="545"/>
                </a:cubicBezTo>
                <a:cubicBezTo>
                  <a:pt x="334" y="411"/>
                  <a:pt x="334" y="411"/>
                  <a:pt x="334" y="411"/>
                </a:cubicBezTo>
                <a:cubicBezTo>
                  <a:pt x="322" y="409"/>
                  <a:pt x="322" y="409"/>
                  <a:pt x="322" y="409"/>
                </a:cubicBezTo>
                <a:cubicBezTo>
                  <a:pt x="322" y="562"/>
                  <a:pt x="322" y="562"/>
                  <a:pt x="322" y="562"/>
                </a:cubicBezTo>
                <a:cubicBezTo>
                  <a:pt x="324" y="562"/>
                  <a:pt x="324" y="562"/>
                  <a:pt x="324" y="562"/>
                </a:cubicBezTo>
                <a:moveTo>
                  <a:pt x="333" y="414"/>
                </a:moveTo>
                <a:cubicBezTo>
                  <a:pt x="368" y="414"/>
                  <a:pt x="368" y="414"/>
                  <a:pt x="368" y="414"/>
                </a:cubicBezTo>
                <a:cubicBezTo>
                  <a:pt x="368" y="514"/>
                  <a:pt x="368" y="514"/>
                  <a:pt x="368" y="514"/>
                </a:cubicBezTo>
                <a:cubicBezTo>
                  <a:pt x="370" y="514"/>
                  <a:pt x="370" y="514"/>
                  <a:pt x="370" y="514"/>
                </a:cubicBezTo>
                <a:cubicBezTo>
                  <a:pt x="370" y="411"/>
                  <a:pt x="370" y="411"/>
                  <a:pt x="370" y="411"/>
                </a:cubicBezTo>
                <a:cubicBezTo>
                  <a:pt x="333" y="411"/>
                  <a:pt x="333" y="411"/>
                  <a:pt x="333" y="411"/>
                </a:cubicBezTo>
                <a:cubicBezTo>
                  <a:pt x="333" y="414"/>
                  <a:pt x="333" y="414"/>
                  <a:pt x="333" y="414"/>
                </a:cubicBezTo>
                <a:moveTo>
                  <a:pt x="346" y="390"/>
                </a:moveTo>
                <a:cubicBezTo>
                  <a:pt x="345" y="390"/>
                  <a:pt x="345" y="390"/>
                  <a:pt x="345" y="390"/>
                </a:cubicBezTo>
                <a:cubicBezTo>
                  <a:pt x="345" y="410"/>
                  <a:pt x="345" y="410"/>
                  <a:pt x="345" y="410"/>
                </a:cubicBezTo>
                <a:cubicBezTo>
                  <a:pt x="369" y="410"/>
                  <a:pt x="369" y="410"/>
                  <a:pt x="369" y="410"/>
                </a:cubicBezTo>
                <a:cubicBezTo>
                  <a:pt x="369" y="389"/>
                  <a:pt x="369" y="389"/>
                  <a:pt x="369" y="389"/>
                </a:cubicBezTo>
                <a:cubicBezTo>
                  <a:pt x="345" y="389"/>
                  <a:pt x="345" y="389"/>
                  <a:pt x="345" y="389"/>
                </a:cubicBezTo>
                <a:cubicBezTo>
                  <a:pt x="345" y="390"/>
                  <a:pt x="345" y="390"/>
                  <a:pt x="345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67" y="391"/>
                  <a:pt x="367" y="391"/>
                  <a:pt x="367" y="391"/>
                </a:cubicBezTo>
                <a:cubicBezTo>
                  <a:pt x="367" y="407"/>
                  <a:pt x="367" y="407"/>
                  <a:pt x="367" y="407"/>
                </a:cubicBezTo>
                <a:cubicBezTo>
                  <a:pt x="347" y="407"/>
                  <a:pt x="347" y="407"/>
                  <a:pt x="347" y="407"/>
                </a:cubicBezTo>
                <a:cubicBezTo>
                  <a:pt x="347" y="390"/>
                  <a:pt x="347" y="390"/>
                  <a:pt x="347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46" y="390"/>
                  <a:pt x="346" y="390"/>
                  <a:pt x="346" y="390"/>
                </a:cubicBezTo>
                <a:moveTo>
                  <a:pt x="341" y="426"/>
                </a:moveTo>
                <a:cubicBezTo>
                  <a:pt x="357" y="426"/>
                  <a:pt x="357" y="426"/>
                  <a:pt x="357" y="426"/>
                </a:cubicBezTo>
                <a:cubicBezTo>
                  <a:pt x="357" y="508"/>
                  <a:pt x="357" y="508"/>
                  <a:pt x="357" y="508"/>
                </a:cubicBezTo>
                <a:cubicBezTo>
                  <a:pt x="359" y="508"/>
                  <a:pt x="359" y="508"/>
                  <a:pt x="359" y="508"/>
                </a:cubicBezTo>
                <a:cubicBezTo>
                  <a:pt x="359" y="424"/>
                  <a:pt x="359" y="424"/>
                  <a:pt x="359" y="424"/>
                </a:cubicBezTo>
                <a:cubicBezTo>
                  <a:pt x="341" y="424"/>
                  <a:pt x="341" y="424"/>
                  <a:pt x="341" y="424"/>
                </a:cubicBezTo>
                <a:cubicBezTo>
                  <a:pt x="341" y="426"/>
                  <a:pt x="341" y="426"/>
                  <a:pt x="341" y="426"/>
                </a:cubicBezTo>
                <a:moveTo>
                  <a:pt x="333" y="421"/>
                </a:moveTo>
                <a:cubicBezTo>
                  <a:pt x="340" y="421"/>
                  <a:pt x="340" y="421"/>
                  <a:pt x="340" y="421"/>
                </a:cubicBezTo>
                <a:cubicBezTo>
                  <a:pt x="340" y="448"/>
                  <a:pt x="340" y="448"/>
                  <a:pt x="340" y="448"/>
                </a:cubicBezTo>
                <a:cubicBezTo>
                  <a:pt x="358" y="448"/>
                  <a:pt x="358" y="448"/>
                  <a:pt x="358" y="448"/>
                </a:cubicBezTo>
                <a:cubicBezTo>
                  <a:pt x="358" y="446"/>
                  <a:pt x="358" y="446"/>
                  <a:pt x="358" y="446"/>
                </a:cubicBezTo>
                <a:cubicBezTo>
                  <a:pt x="342" y="446"/>
                  <a:pt x="342" y="446"/>
                  <a:pt x="342" y="446"/>
                </a:cubicBezTo>
                <a:cubicBezTo>
                  <a:pt x="342" y="418"/>
                  <a:pt x="342" y="418"/>
                  <a:pt x="342" y="418"/>
                </a:cubicBezTo>
                <a:cubicBezTo>
                  <a:pt x="333" y="418"/>
                  <a:pt x="333" y="418"/>
                  <a:pt x="333" y="418"/>
                </a:cubicBezTo>
                <a:cubicBezTo>
                  <a:pt x="333" y="421"/>
                  <a:pt x="333" y="421"/>
                  <a:pt x="333" y="421"/>
                </a:cubicBezTo>
                <a:moveTo>
                  <a:pt x="162" y="655"/>
                </a:moveTo>
                <a:cubicBezTo>
                  <a:pt x="219" y="655"/>
                  <a:pt x="219" y="655"/>
                  <a:pt x="219" y="655"/>
                </a:cubicBezTo>
                <a:cubicBezTo>
                  <a:pt x="219" y="647"/>
                  <a:pt x="219" y="647"/>
                  <a:pt x="219" y="647"/>
                </a:cubicBezTo>
                <a:cubicBezTo>
                  <a:pt x="314" y="647"/>
                  <a:pt x="314" y="647"/>
                  <a:pt x="314" y="647"/>
                </a:cubicBezTo>
                <a:cubicBezTo>
                  <a:pt x="314" y="671"/>
                  <a:pt x="314" y="671"/>
                  <a:pt x="314" y="671"/>
                </a:cubicBezTo>
                <a:cubicBezTo>
                  <a:pt x="316" y="671"/>
                  <a:pt x="316" y="671"/>
                  <a:pt x="316" y="671"/>
                </a:cubicBezTo>
                <a:cubicBezTo>
                  <a:pt x="316" y="645"/>
                  <a:pt x="316" y="645"/>
                  <a:pt x="316" y="645"/>
                </a:cubicBezTo>
                <a:cubicBezTo>
                  <a:pt x="217" y="645"/>
                  <a:pt x="217" y="645"/>
                  <a:pt x="217" y="645"/>
                </a:cubicBezTo>
                <a:cubicBezTo>
                  <a:pt x="217" y="652"/>
                  <a:pt x="217" y="652"/>
                  <a:pt x="217" y="652"/>
                </a:cubicBezTo>
                <a:cubicBezTo>
                  <a:pt x="162" y="652"/>
                  <a:pt x="162" y="652"/>
                  <a:pt x="162" y="652"/>
                </a:cubicBezTo>
                <a:cubicBezTo>
                  <a:pt x="162" y="655"/>
                  <a:pt x="162" y="655"/>
                  <a:pt x="162" y="655"/>
                </a:cubicBezTo>
                <a:moveTo>
                  <a:pt x="365" y="641"/>
                </a:moveTo>
                <a:cubicBezTo>
                  <a:pt x="365" y="526"/>
                  <a:pt x="365" y="526"/>
                  <a:pt x="365" y="526"/>
                </a:cubicBezTo>
                <a:cubicBezTo>
                  <a:pt x="369" y="522"/>
                  <a:pt x="369" y="522"/>
                  <a:pt x="369" y="522"/>
                </a:cubicBezTo>
                <a:cubicBezTo>
                  <a:pt x="387" y="522"/>
                  <a:pt x="387" y="522"/>
                  <a:pt x="387" y="522"/>
                </a:cubicBezTo>
                <a:cubicBezTo>
                  <a:pt x="386" y="535"/>
                  <a:pt x="386" y="535"/>
                  <a:pt x="386" y="535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639"/>
                  <a:pt x="382" y="639"/>
                  <a:pt x="382" y="639"/>
                </a:cubicBezTo>
                <a:cubicBezTo>
                  <a:pt x="384" y="639"/>
                  <a:pt x="384" y="639"/>
                  <a:pt x="384" y="639"/>
                </a:cubicBezTo>
                <a:cubicBezTo>
                  <a:pt x="384" y="540"/>
                  <a:pt x="384" y="540"/>
                  <a:pt x="384" y="540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89" y="536"/>
                  <a:pt x="389" y="536"/>
                  <a:pt x="389" y="536"/>
                </a:cubicBezTo>
                <a:cubicBezTo>
                  <a:pt x="389" y="520"/>
                  <a:pt x="389" y="520"/>
                  <a:pt x="389" y="520"/>
                </a:cubicBezTo>
                <a:cubicBezTo>
                  <a:pt x="368" y="520"/>
                  <a:pt x="368" y="520"/>
                  <a:pt x="368" y="520"/>
                </a:cubicBezTo>
                <a:cubicBezTo>
                  <a:pt x="362" y="525"/>
                  <a:pt x="362" y="525"/>
                  <a:pt x="362" y="525"/>
                </a:cubicBezTo>
                <a:cubicBezTo>
                  <a:pt x="362" y="641"/>
                  <a:pt x="362" y="641"/>
                  <a:pt x="362" y="641"/>
                </a:cubicBezTo>
                <a:cubicBezTo>
                  <a:pt x="365" y="641"/>
                  <a:pt x="365" y="641"/>
                  <a:pt x="365" y="641"/>
                </a:cubicBezTo>
                <a:moveTo>
                  <a:pt x="444" y="671"/>
                </a:moveTo>
                <a:cubicBezTo>
                  <a:pt x="444" y="646"/>
                  <a:pt x="444" y="646"/>
                  <a:pt x="444" y="646"/>
                </a:cubicBezTo>
                <a:cubicBezTo>
                  <a:pt x="380" y="646"/>
                  <a:pt x="380" y="646"/>
                  <a:pt x="380" y="646"/>
                </a:cubicBezTo>
                <a:cubicBezTo>
                  <a:pt x="382" y="640"/>
                  <a:pt x="382" y="640"/>
                  <a:pt x="382" y="640"/>
                </a:cubicBezTo>
                <a:cubicBezTo>
                  <a:pt x="402" y="640"/>
                  <a:pt x="402" y="640"/>
                  <a:pt x="402" y="640"/>
                </a:cubicBezTo>
                <a:cubicBezTo>
                  <a:pt x="402" y="382"/>
                  <a:pt x="402" y="382"/>
                  <a:pt x="402" y="382"/>
                </a:cubicBezTo>
                <a:cubicBezTo>
                  <a:pt x="459" y="382"/>
                  <a:pt x="459" y="382"/>
                  <a:pt x="459" y="382"/>
                </a:cubicBezTo>
                <a:cubicBezTo>
                  <a:pt x="459" y="622"/>
                  <a:pt x="459" y="622"/>
                  <a:pt x="459" y="622"/>
                </a:cubicBezTo>
                <a:cubicBezTo>
                  <a:pt x="462" y="622"/>
                  <a:pt x="462" y="622"/>
                  <a:pt x="462" y="622"/>
                </a:cubicBezTo>
                <a:cubicBezTo>
                  <a:pt x="462" y="380"/>
                  <a:pt x="462" y="380"/>
                  <a:pt x="462" y="380"/>
                </a:cubicBezTo>
                <a:cubicBezTo>
                  <a:pt x="400" y="380"/>
                  <a:pt x="400" y="380"/>
                  <a:pt x="400" y="380"/>
                </a:cubicBezTo>
                <a:cubicBezTo>
                  <a:pt x="400" y="638"/>
                  <a:pt x="400" y="638"/>
                  <a:pt x="400" y="638"/>
                </a:cubicBezTo>
                <a:cubicBezTo>
                  <a:pt x="381" y="638"/>
                  <a:pt x="381" y="638"/>
                  <a:pt x="381" y="638"/>
                </a:cubicBezTo>
                <a:cubicBezTo>
                  <a:pt x="376" y="648"/>
                  <a:pt x="376" y="648"/>
                  <a:pt x="376" y="648"/>
                </a:cubicBezTo>
                <a:cubicBezTo>
                  <a:pt x="441" y="648"/>
                  <a:pt x="441" y="648"/>
                  <a:pt x="441" y="648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4" y="671"/>
                  <a:pt x="444" y="671"/>
                  <a:pt x="444" y="671"/>
                </a:cubicBezTo>
                <a:moveTo>
                  <a:pt x="460" y="382"/>
                </a:moveTo>
                <a:cubicBezTo>
                  <a:pt x="480" y="390"/>
                  <a:pt x="480" y="390"/>
                  <a:pt x="480" y="390"/>
                </a:cubicBezTo>
                <a:cubicBezTo>
                  <a:pt x="480" y="635"/>
                  <a:pt x="480" y="635"/>
                  <a:pt x="480" y="635"/>
                </a:cubicBezTo>
                <a:cubicBezTo>
                  <a:pt x="482" y="635"/>
                  <a:pt x="482" y="635"/>
                  <a:pt x="482" y="635"/>
                </a:cubicBezTo>
                <a:cubicBezTo>
                  <a:pt x="482" y="388"/>
                  <a:pt x="482" y="388"/>
                  <a:pt x="482" y="388"/>
                </a:cubicBezTo>
                <a:cubicBezTo>
                  <a:pt x="461" y="380"/>
                  <a:pt x="461" y="380"/>
                  <a:pt x="461" y="380"/>
                </a:cubicBezTo>
                <a:cubicBezTo>
                  <a:pt x="460" y="382"/>
                  <a:pt x="460" y="382"/>
                  <a:pt x="460" y="382"/>
                </a:cubicBezTo>
                <a:moveTo>
                  <a:pt x="402" y="621"/>
                </a:moveTo>
                <a:cubicBezTo>
                  <a:pt x="439" y="621"/>
                  <a:pt x="439" y="621"/>
                  <a:pt x="439" y="621"/>
                </a:cubicBezTo>
                <a:cubicBezTo>
                  <a:pt x="446" y="636"/>
                  <a:pt x="446" y="636"/>
                  <a:pt x="446" y="636"/>
                </a:cubicBezTo>
                <a:cubicBezTo>
                  <a:pt x="490" y="636"/>
                  <a:pt x="490" y="636"/>
                  <a:pt x="490" y="636"/>
                </a:cubicBezTo>
                <a:cubicBezTo>
                  <a:pt x="490" y="671"/>
                  <a:pt x="490" y="671"/>
                  <a:pt x="490" y="671"/>
                </a:cubicBezTo>
                <a:cubicBezTo>
                  <a:pt x="492" y="671"/>
                  <a:pt x="492" y="671"/>
                  <a:pt x="492" y="671"/>
                </a:cubicBezTo>
                <a:cubicBezTo>
                  <a:pt x="492" y="634"/>
                  <a:pt x="492" y="634"/>
                  <a:pt x="492" y="634"/>
                </a:cubicBezTo>
                <a:cubicBezTo>
                  <a:pt x="447" y="634"/>
                  <a:pt x="447" y="634"/>
                  <a:pt x="447" y="634"/>
                </a:cubicBezTo>
                <a:cubicBezTo>
                  <a:pt x="440" y="619"/>
                  <a:pt x="440" y="619"/>
                  <a:pt x="440" y="619"/>
                </a:cubicBezTo>
                <a:cubicBezTo>
                  <a:pt x="402" y="619"/>
                  <a:pt x="402" y="619"/>
                  <a:pt x="402" y="619"/>
                </a:cubicBezTo>
                <a:cubicBezTo>
                  <a:pt x="402" y="621"/>
                  <a:pt x="402" y="621"/>
                  <a:pt x="402" y="621"/>
                </a:cubicBezTo>
                <a:moveTo>
                  <a:pt x="299" y="522"/>
                </a:moveTo>
                <a:cubicBezTo>
                  <a:pt x="314" y="522"/>
                  <a:pt x="314" y="522"/>
                  <a:pt x="314" y="522"/>
                </a:cubicBezTo>
                <a:cubicBezTo>
                  <a:pt x="314" y="562"/>
                  <a:pt x="314" y="562"/>
                  <a:pt x="314" y="562"/>
                </a:cubicBezTo>
                <a:cubicBezTo>
                  <a:pt x="316" y="562"/>
                  <a:pt x="316" y="562"/>
                  <a:pt x="316" y="562"/>
                </a:cubicBezTo>
                <a:cubicBezTo>
                  <a:pt x="316" y="520"/>
                  <a:pt x="316" y="520"/>
                  <a:pt x="316" y="520"/>
                </a:cubicBezTo>
                <a:cubicBezTo>
                  <a:pt x="299" y="520"/>
                  <a:pt x="299" y="520"/>
                  <a:pt x="299" y="520"/>
                </a:cubicBezTo>
                <a:cubicBezTo>
                  <a:pt x="299" y="522"/>
                  <a:pt x="299" y="522"/>
                  <a:pt x="299" y="522"/>
                </a:cubicBezTo>
                <a:moveTo>
                  <a:pt x="334" y="670"/>
                </a:moveTo>
                <a:cubicBezTo>
                  <a:pt x="334" y="654"/>
                  <a:pt x="334" y="654"/>
                  <a:pt x="334" y="654"/>
                </a:cubicBezTo>
                <a:cubicBezTo>
                  <a:pt x="392" y="654"/>
                  <a:pt x="392" y="654"/>
                  <a:pt x="392" y="654"/>
                </a:cubicBezTo>
                <a:cubicBezTo>
                  <a:pt x="392" y="671"/>
                  <a:pt x="392" y="671"/>
                  <a:pt x="392" y="671"/>
                </a:cubicBezTo>
                <a:cubicBezTo>
                  <a:pt x="394" y="671"/>
                  <a:pt x="394" y="671"/>
                  <a:pt x="394" y="671"/>
                </a:cubicBezTo>
                <a:cubicBezTo>
                  <a:pt x="394" y="652"/>
                  <a:pt x="394" y="652"/>
                  <a:pt x="394" y="652"/>
                </a:cubicBezTo>
                <a:cubicBezTo>
                  <a:pt x="332" y="652"/>
                  <a:pt x="332" y="652"/>
                  <a:pt x="332" y="652"/>
                </a:cubicBezTo>
                <a:cubicBezTo>
                  <a:pt x="332" y="670"/>
                  <a:pt x="332" y="670"/>
                  <a:pt x="332" y="670"/>
                </a:cubicBezTo>
                <a:cubicBezTo>
                  <a:pt x="334" y="670"/>
                  <a:pt x="334" y="670"/>
                  <a:pt x="334" y="670"/>
                </a:cubicBezTo>
                <a:moveTo>
                  <a:pt x="494" y="627"/>
                </a:moveTo>
                <a:cubicBezTo>
                  <a:pt x="494" y="473"/>
                  <a:pt x="494" y="473"/>
                  <a:pt x="494" y="473"/>
                </a:cubicBezTo>
                <a:cubicBezTo>
                  <a:pt x="520" y="473"/>
                  <a:pt x="520" y="473"/>
                  <a:pt x="520" y="473"/>
                </a:cubicBezTo>
                <a:cubicBezTo>
                  <a:pt x="520" y="637"/>
                  <a:pt x="520" y="637"/>
                  <a:pt x="520" y="637"/>
                </a:cubicBezTo>
                <a:cubicBezTo>
                  <a:pt x="523" y="637"/>
                  <a:pt x="523" y="637"/>
                  <a:pt x="523" y="637"/>
                </a:cubicBezTo>
                <a:cubicBezTo>
                  <a:pt x="523" y="471"/>
                  <a:pt x="523" y="471"/>
                  <a:pt x="523" y="471"/>
                </a:cubicBezTo>
                <a:cubicBezTo>
                  <a:pt x="491" y="471"/>
                  <a:pt x="491" y="471"/>
                  <a:pt x="491" y="471"/>
                </a:cubicBezTo>
                <a:cubicBezTo>
                  <a:pt x="491" y="627"/>
                  <a:pt x="491" y="627"/>
                  <a:pt x="491" y="627"/>
                </a:cubicBezTo>
                <a:cubicBezTo>
                  <a:pt x="494" y="627"/>
                  <a:pt x="494" y="627"/>
                  <a:pt x="494" y="627"/>
                </a:cubicBezTo>
                <a:moveTo>
                  <a:pt x="499" y="472"/>
                </a:moveTo>
                <a:cubicBezTo>
                  <a:pt x="499" y="462"/>
                  <a:pt x="499" y="462"/>
                  <a:pt x="499" y="462"/>
                </a:cubicBezTo>
                <a:cubicBezTo>
                  <a:pt x="519" y="462"/>
                  <a:pt x="519" y="462"/>
                  <a:pt x="519" y="462"/>
                </a:cubicBezTo>
                <a:cubicBezTo>
                  <a:pt x="519" y="472"/>
                  <a:pt x="519" y="472"/>
                  <a:pt x="519" y="472"/>
                </a:cubicBezTo>
                <a:cubicBezTo>
                  <a:pt x="521" y="472"/>
                  <a:pt x="521" y="472"/>
                  <a:pt x="521" y="472"/>
                </a:cubicBezTo>
                <a:cubicBezTo>
                  <a:pt x="521" y="460"/>
                  <a:pt x="521" y="460"/>
                  <a:pt x="521" y="460"/>
                </a:cubicBezTo>
                <a:cubicBezTo>
                  <a:pt x="497" y="460"/>
                  <a:pt x="497" y="460"/>
                  <a:pt x="497" y="460"/>
                </a:cubicBezTo>
                <a:cubicBezTo>
                  <a:pt x="497" y="472"/>
                  <a:pt x="497" y="472"/>
                  <a:pt x="497" y="472"/>
                </a:cubicBezTo>
                <a:cubicBezTo>
                  <a:pt x="499" y="472"/>
                  <a:pt x="499" y="472"/>
                  <a:pt x="499" y="472"/>
                </a:cubicBezTo>
                <a:moveTo>
                  <a:pt x="527" y="613"/>
                </a:moveTo>
                <a:cubicBezTo>
                  <a:pt x="528" y="613"/>
                  <a:pt x="528" y="613"/>
                  <a:pt x="528" y="613"/>
                </a:cubicBezTo>
                <a:cubicBezTo>
                  <a:pt x="528" y="446"/>
                  <a:pt x="528" y="446"/>
                  <a:pt x="528" y="446"/>
                </a:cubicBezTo>
                <a:cubicBezTo>
                  <a:pt x="589" y="446"/>
                  <a:pt x="589" y="446"/>
                  <a:pt x="589" y="446"/>
                </a:cubicBezTo>
                <a:cubicBezTo>
                  <a:pt x="589" y="612"/>
                  <a:pt x="589" y="612"/>
                  <a:pt x="589" y="612"/>
                </a:cubicBezTo>
                <a:cubicBezTo>
                  <a:pt x="527" y="612"/>
                  <a:pt x="527" y="612"/>
                  <a:pt x="527" y="612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8" y="613"/>
                  <a:pt x="528" y="613"/>
                  <a:pt x="528" y="613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91" y="614"/>
                  <a:pt x="591" y="614"/>
                  <a:pt x="591" y="614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26" y="444"/>
                  <a:pt x="526" y="444"/>
                  <a:pt x="526" y="444"/>
                </a:cubicBezTo>
                <a:cubicBezTo>
                  <a:pt x="526" y="614"/>
                  <a:pt x="526" y="614"/>
                  <a:pt x="526" y="614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27" y="613"/>
                  <a:pt x="527" y="613"/>
                  <a:pt x="527" y="613"/>
                </a:cubicBezTo>
                <a:moveTo>
                  <a:pt x="522" y="620"/>
                </a:moveTo>
                <a:cubicBezTo>
                  <a:pt x="604" y="620"/>
                  <a:pt x="604" y="620"/>
                  <a:pt x="604" y="620"/>
                </a:cubicBezTo>
                <a:cubicBezTo>
                  <a:pt x="604" y="636"/>
                  <a:pt x="604" y="636"/>
                  <a:pt x="604" y="636"/>
                </a:cubicBezTo>
                <a:cubicBezTo>
                  <a:pt x="522" y="636"/>
                  <a:pt x="522" y="636"/>
                  <a:pt x="522" y="636"/>
                </a:cubicBezTo>
                <a:cubicBezTo>
                  <a:pt x="522" y="638"/>
                  <a:pt x="522" y="638"/>
                  <a:pt x="522" y="638"/>
                </a:cubicBezTo>
                <a:cubicBezTo>
                  <a:pt x="606" y="638"/>
                  <a:pt x="606" y="638"/>
                  <a:pt x="606" y="638"/>
                </a:cubicBezTo>
                <a:cubicBezTo>
                  <a:pt x="606" y="618"/>
                  <a:pt x="606" y="618"/>
                  <a:pt x="606" y="618"/>
                </a:cubicBezTo>
                <a:cubicBezTo>
                  <a:pt x="522" y="618"/>
                  <a:pt x="522" y="618"/>
                  <a:pt x="522" y="618"/>
                </a:cubicBezTo>
                <a:cubicBezTo>
                  <a:pt x="522" y="620"/>
                  <a:pt x="522" y="620"/>
                  <a:pt x="522" y="620"/>
                </a:cubicBezTo>
                <a:moveTo>
                  <a:pt x="536" y="429"/>
                </a:moveTo>
                <a:cubicBezTo>
                  <a:pt x="535" y="429"/>
                  <a:pt x="535" y="429"/>
                  <a:pt x="535" y="429"/>
                </a:cubicBezTo>
                <a:cubicBezTo>
                  <a:pt x="535" y="441"/>
                  <a:pt x="535" y="441"/>
                  <a:pt x="535" y="441"/>
                </a:cubicBezTo>
                <a:cubicBezTo>
                  <a:pt x="590" y="441"/>
                  <a:pt x="590" y="441"/>
                  <a:pt x="590" y="441"/>
                </a:cubicBezTo>
                <a:cubicBezTo>
                  <a:pt x="590" y="428"/>
                  <a:pt x="590" y="428"/>
                  <a:pt x="590" y="428"/>
                </a:cubicBezTo>
                <a:cubicBezTo>
                  <a:pt x="535" y="428"/>
                  <a:pt x="535" y="428"/>
                  <a:pt x="535" y="428"/>
                </a:cubicBezTo>
                <a:cubicBezTo>
                  <a:pt x="535" y="429"/>
                  <a:pt x="535" y="429"/>
                  <a:pt x="535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88" y="430"/>
                  <a:pt x="588" y="430"/>
                  <a:pt x="588" y="430"/>
                </a:cubicBezTo>
                <a:cubicBezTo>
                  <a:pt x="588" y="439"/>
                  <a:pt x="588" y="439"/>
                  <a:pt x="588" y="439"/>
                </a:cubicBezTo>
                <a:cubicBezTo>
                  <a:pt x="537" y="439"/>
                  <a:pt x="537" y="439"/>
                  <a:pt x="537" y="439"/>
                </a:cubicBezTo>
                <a:cubicBezTo>
                  <a:pt x="537" y="429"/>
                  <a:pt x="537" y="429"/>
                  <a:pt x="537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36" y="429"/>
                  <a:pt x="536" y="429"/>
                  <a:pt x="536" y="429"/>
                </a:cubicBezTo>
                <a:moveTo>
                  <a:pt x="590" y="446"/>
                </a:moveTo>
                <a:cubicBezTo>
                  <a:pt x="608" y="452"/>
                  <a:pt x="608" y="452"/>
                  <a:pt x="608" y="452"/>
                </a:cubicBezTo>
                <a:cubicBezTo>
                  <a:pt x="608" y="613"/>
                  <a:pt x="608" y="613"/>
                  <a:pt x="608" y="613"/>
                </a:cubicBezTo>
                <a:cubicBezTo>
                  <a:pt x="610" y="613"/>
                  <a:pt x="610" y="613"/>
                  <a:pt x="610" y="613"/>
                </a:cubicBezTo>
                <a:cubicBezTo>
                  <a:pt x="610" y="451"/>
                  <a:pt x="610" y="451"/>
                  <a:pt x="610" y="451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90" y="446"/>
                  <a:pt x="590" y="446"/>
                  <a:pt x="590" y="446"/>
                </a:cubicBezTo>
                <a:moveTo>
                  <a:pt x="507" y="581"/>
                </a:moveTo>
                <a:cubicBezTo>
                  <a:pt x="509" y="581"/>
                  <a:pt x="509" y="581"/>
                  <a:pt x="509" y="581"/>
                </a:cubicBezTo>
                <a:cubicBezTo>
                  <a:pt x="509" y="473"/>
                  <a:pt x="509" y="473"/>
                  <a:pt x="509" y="473"/>
                </a:cubicBezTo>
                <a:cubicBezTo>
                  <a:pt x="507" y="473"/>
                  <a:pt x="507" y="473"/>
                  <a:pt x="507" y="473"/>
                </a:cubicBezTo>
                <a:lnTo>
                  <a:pt x="507" y="581"/>
                </a:lnTo>
                <a:close/>
                <a:moveTo>
                  <a:pt x="527" y="498"/>
                </a:moveTo>
                <a:cubicBezTo>
                  <a:pt x="590" y="498"/>
                  <a:pt x="590" y="498"/>
                  <a:pt x="590" y="498"/>
                </a:cubicBezTo>
                <a:cubicBezTo>
                  <a:pt x="590" y="496"/>
                  <a:pt x="590" y="496"/>
                  <a:pt x="590" y="496"/>
                </a:cubicBezTo>
                <a:cubicBezTo>
                  <a:pt x="527" y="496"/>
                  <a:pt x="527" y="496"/>
                  <a:pt x="527" y="496"/>
                </a:cubicBezTo>
                <a:moveTo>
                  <a:pt x="527" y="552"/>
                </a:moveTo>
                <a:cubicBezTo>
                  <a:pt x="590" y="552"/>
                  <a:pt x="590" y="552"/>
                  <a:pt x="590" y="552"/>
                </a:cubicBezTo>
                <a:cubicBezTo>
                  <a:pt x="590" y="550"/>
                  <a:pt x="590" y="550"/>
                  <a:pt x="590" y="550"/>
                </a:cubicBezTo>
                <a:cubicBezTo>
                  <a:pt x="527" y="550"/>
                  <a:pt x="527" y="550"/>
                  <a:pt x="527" y="550"/>
                </a:cubicBezTo>
                <a:lnTo>
                  <a:pt x="527" y="552"/>
                </a:lnTo>
                <a:close/>
                <a:moveTo>
                  <a:pt x="527" y="460"/>
                </a:moveTo>
                <a:cubicBezTo>
                  <a:pt x="590" y="460"/>
                  <a:pt x="590" y="460"/>
                  <a:pt x="590" y="460"/>
                </a:cubicBezTo>
                <a:cubicBezTo>
                  <a:pt x="609" y="465"/>
                  <a:pt x="609" y="465"/>
                  <a:pt x="609" y="465"/>
                </a:cubicBezTo>
                <a:cubicBezTo>
                  <a:pt x="609" y="463"/>
                  <a:pt x="609" y="463"/>
                  <a:pt x="609" y="463"/>
                </a:cubicBezTo>
                <a:cubicBezTo>
                  <a:pt x="590" y="458"/>
                  <a:pt x="590" y="458"/>
                  <a:pt x="590" y="458"/>
                </a:cubicBezTo>
                <a:cubicBezTo>
                  <a:pt x="527" y="458"/>
                  <a:pt x="527" y="458"/>
                  <a:pt x="527" y="458"/>
                </a:cubicBezTo>
                <a:cubicBezTo>
                  <a:pt x="527" y="460"/>
                  <a:pt x="527" y="460"/>
                  <a:pt x="527" y="460"/>
                </a:cubicBezTo>
                <a:moveTo>
                  <a:pt x="541" y="613"/>
                </a:moveTo>
                <a:cubicBezTo>
                  <a:pt x="544" y="613"/>
                  <a:pt x="544" y="613"/>
                  <a:pt x="544" y="613"/>
                </a:cubicBezTo>
                <a:cubicBezTo>
                  <a:pt x="544" y="446"/>
                  <a:pt x="544" y="446"/>
                  <a:pt x="544" y="446"/>
                </a:cubicBezTo>
                <a:cubicBezTo>
                  <a:pt x="541" y="446"/>
                  <a:pt x="541" y="446"/>
                  <a:pt x="541" y="446"/>
                </a:cubicBezTo>
                <a:lnTo>
                  <a:pt x="541" y="613"/>
                </a:lnTo>
                <a:close/>
                <a:moveTo>
                  <a:pt x="558" y="613"/>
                </a:moveTo>
                <a:cubicBezTo>
                  <a:pt x="560" y="613"/>
                  <a:pt x="560" y="613"/>
                  <a:pt x="560" y="613"/>
                </a:cubicBezTo>
                <a:cubicBezTo>
                  <a:pt x="560" y="446"/>
                  <a:pt x="560" y="446"/>
                  <a:pt x="560" y="446"/>
                </a:cubicBezTo>
                <a:cubicBezTo>
                  <a:pt x="558" y="446"/>
                  <a:pt x="558" y="446"/>
                  <a:pt x="558" y="446"/>
                </a:cubicBezTo>
                <a:lnTo>
                  <a:pt x="558" y="613"/>
                </a:lnTo>
                <a:close/>
                <a:moveTo>
                  <a:pt x="573" y="613"/>
                </a:moveTo>
                <a:cubicBezTo>
                  <a:pt x="576" y="613"/>
                  <a:pt x="576" y="613"/>
                  <a:pt x="576" y="613"/>
                </a:cubicBezTo>
                <a:cubicBezTo>
                  <a:pt x="576" y="445"/>
                  <a:pt x="576" y="445"/>
                  <a:pt x="576" y="445"/>
                </a:cubicBezTo>
                <a:cubicBezTo>
                  <a:pt x="573" y="445"/>
                  <a:pt x="573" y="445"/>
                  <a:pt x="573" y="445"/>
                </a:cubicBezTo>
                <a:lnTo>
                  <a:pt x="573" y="613"/>
                </a:lnTo>
                <a:close/>
                <a:moveTo>
                  <a:pt x="606" y="451"/>
                </a:moveTo>
                <a:cubicBezTo>
                  <a:pt x="606" y="407"/>
                  <a:pt x="606" y="407"/>
                  <a:pt x="606" y="407"/>
                </a:cubicBezTo>
                <a:cubicBezTo>
                  <a:pt x="683" y="407"/>
                  <a:pt x="683" y="407"/>
                  <a:pt x="683" y="407"/>
                </a:cubicBezTo>
                <a:cubicBezTo>
                  <a:pt x="683" y="422"/>
                  <a:pt x="683" y="422"/>
                  <a:pt x="683" y="422"/>
                </a:cubicBezTo>
                <a:cubicBezTo>
                  <a:pt x="686" y="422"/>
                  <a:pt x="686" y="422"/>
                  <a:pt x="686" y="422"/>
                </a:cubicBezTo>
                <a:cubicBezTo>
                  <a:pt x="686" y="405"/>
                  <a:pt x="686" y="405"/>
                  <a:pt x="686" y="405"/>
                </a:cubicBezTo>
                <a:cubicBezTo>
                  <a:pt x="604" y="405"/>
                  <a:pt x="604" y="405"/>
                  <a:pt x="604" y="405"/>
                </a:cubicBezTo>
                <a:cubicBezTo>
                  <a:pt x="604" y="451"/>
                  <a:pt x="604" y="451"/>
                  <a:pt x="604" y="451"/>
                </a:cubicBezTo>
                <a:cubicBezTo>
                  <a:pt x="606" y="451"/>
                  <a:pt x="606" y="451"/>
                  <a:pt x="606" y="451"/>
                </a:cubicBezTo>
                <a:moveTo>
                  <a:pt x="631" y="592"/>
                </a:moveTo>
                <a:cubicBezTo>
                  <a:pt x="631" y="446"/>
                  <a:pt x="631" y="446"/>
                  <a:pt x="631" y="446"/>
                </a:cubicBezTo>
                <a:cubicBezTo>
                  <a:pt x="698" y="446"/>
                  <a:pt x="698" y="446"/>
                  <a:pt x="698" y="446"/>
                </a:cubicBezTo>
                <a:cubicBezTo>
                  <a:pt x="698" y="561"/>
                  <a:pt x="698" y="561"/>
                  <a:pt x="698" y="561"/>
                </a:cubicBezTo>
                <a:cubicBezTo>
                  <a:pt x="700" y="561"/>
                  <a:pt x="700" y="561"/>
                  <a:pt x="700" y="561"/>
                </a:cubicBezTo>
                <a:cubicBezTo>
                  <a:pt x="700" y="444"/>
                  <a:pt x="700" y="444"/>
                  <a:pt x="700" y="444"/>
                </a:cubicBezTo>
                <a:cubicBezTo>
                  <a:pt x="629" y="444"/>
                  <a:pt x="629" y="444"/>
                  <a:pt x="629" y="444"/>
                </a:cubicBezTo>
                <a:cubicBezTo>
                  <a:pt x="629" y="592"/>
                  <a:pt x="629" y="592"/>
                  <a:pt x="629" y="592"/>
                </a:cubicBezTo>
                <a:cubicBezTo>
                  <a:pt x="631" y="592"/>
                  <a:pt x="631" y="592"/>
                  <a:pt x="631" y="592"/>
                </a:cubicBezTo>
                <a:moveTo>
                  <a:pt x="630" y="459"/>
                </a:moveTo>
                <a:cubicBezTo>
                  <a:pt x="698" y="459"/>
                  <a:pt x="698" y="459"/>
                  <a:pt x="698" y="459"/>
                </a:cubicBezTo>
                <a:cubicBezTo>
                  <a:pt x="717" y="464"/>
                  <a:pt x="717" y="464"/>
                  <a:pt x="717" y="464"/>
                </a:cubicBezTo>
                <a:cubicBezTo>
                  <a:pt x="717" y="462"/>
                  <a:pt x="717" y="462"/>
                  <a:pt x="717" y="462"/>
                </a:cubicBezTo>
                <a:cubicBezTo>
                  <a:pt x="698" y="457"/>
                  <a:pt x="698" y="457"/>
                  <a:pt x="698" y="457"/>
                </a:cubicBezTo>
                <a:cubicBezTo>
                  <a:pt x="630" y="457"/>
                  <a:pt x="630" y="457"/>
                  <a:pt x="630" y="457"/>
                </a:cubicBezTo>
                <a:cubicBezTo>
                  <a:pt x="630" y="459"/>
                  <a:pt x="630" y="459"/>
                  <a:pt x="630" y="459"/>
                </a:cubicBezTo>
                <a:moveTo>
                  <a:pt x="630" y="498"/>
                </a:moveTo>
                <a:cubicBezTo>
                  <a:pt x="698" y="498"/>
                  <a:pt x="698" y="498"/>
                  <a:pt x="698" y="498"/>
                </a:cubicBezTo>
                <a:cubicBezTo>
                  <a:pt x="698" y="495"/>
                  <a:pt x="698" y="495"/>
                  <a:pt x="698" y="495"/>
                </a:cubicBezTo>
                <a:cubicBezTo>
                  <a:pt x="630" y="495"/>
                  <a:pt x="630" y="495"/>
                  <a:pt x="630" y="495"/>
                </a:cubicBezTo>
                <a:lnTo>
                  <a:pt x="630" y="498"/>
                </a:lnTo>
                <a:close/>
                <a:moveTo>
                  <a:pt x="630" y="551"/>
                </a:moveTo>
                <a:cubicBezTo>
                  <a:pt x="698" y="551"/>
                  <a:pt x="698" y="551"/>
                  <a:pt x="698" y="551"/>
                </a:cubicBezTo>
                <a:cubicBezTo>
                  <a:pt x="698" y="549"/>
                  <a:pt x="698" y="549"/>
                  <a:pt x="698" y="549"/>
                </a:cubicBezTo>
                <a:cubicBezTo>
                  <a:pt x="630" y="549"/>
                  <a:pt x="630" y="549"/>
                  <a:pt x="630" y="549"/>
                </a:cubicBezTo>
                <a:lnTo>
                  <a:pt x="630" y="551"/>
                </a:lnTo>
                <a:close/>
                <a:moveTo>
                  <a:pt x="649" y="579"/>
                </a:moveTo>
                <a:cubicBezTo>
                  <a:pt x="651" y="579"/>
                  <a:pt x="651" y="579"/>
                  <a:pt x="651" y="579"/>
                </a:cubicBezTo>
                <a:cubicBezTo>
                  <a:pt x="651" y="445"/>
                  <a:pt x="651" y="445"/>
                  <a:pt x="651" y="445"/>
                </a:cubicBezTo>
                <a:cubicBezTo>
                  <a:pt x="649" y="445"/>
                  <a:pt x="649" y="445"/>
                  <a:pt x="649" y="445"/>
                </a:cubicBezTo>
                <a:lnTo>
                  <a:pt x="649" y="579"/>
                </a:lnTo>
                <a:close/>
                <a:moveTo>
                  <a:pt x="666" y="561"/>
                </a:moveTo>
                <a:cubicBezTo>
                  <a:pt x="668" y="561"/>
                  <a:pt x="668" y="561"/>
                  <a:pt x="668" y="561"/>
                </a:cubicBezTo>
                <a:cubicBezTo>
                  <a:pt x="668" y="445"/>
                  <a:pt x="668" y="445"/>
                  <a:pt x="668" y="445"/>
                </a:cubicBezTo>
                <a:cubicBezTo>
                  <a:pt x="666" y="445"/>
                  <a:pt x="666" y="445"/>
                  <a:pt x="666" y="445"/>
                </a:cubicBezTo>
                <a:lnTo>
                  <a:pt x="666" y="561"/>
                </a:lnTo>
                <a:close/>
                <a:moveTo>
                  <a:pt x="682" y="554"/>
                </a:moveTo>
                <a:cubicBezTo>
                  <a:pt x="685" y="554"/>
                  <a:pt x="685" y="554"/>
                  <a:pt x="685" y="554"/>
                </a:cubicBezTo>
                <a:cubicBezTo>
                  <a:pt x="685" y="445"/>
                  <a:pt x="685" y="445"/>
                  <a:pt x="685" y="445"/>
                </a:cubicBezTo>
                <a:cubicBezTo>
                  <a:pt x="682" y="445"/>
                  <a:pt x="682" y="445"/>
                  <a:pt x="682" y="445"/>
                </a:cubicBezTo>
                <a:lnTo>
                  <a:pt x="682" y="554"/>
                </a:lnTo>
                <a:close/>
                <a:moveTo>
                  <a:pt x="641" y="427"/>
                </a:moveTo>
                <a:cubicBezTo>
                  <a:pt x="640" y="426"/>
                  <a:pt x="640" y="426"/>
                  <a:pt x="640" y="426"/>
                </a:cubicBezTo>
                <a:cubicBezTo>
                  <a:pt x="640" y="441"/>
                  <a:pt x="640" y="441"/>
                  <a:pt x="640" y="441"/>
                </a:cubicBezTo>
                <a:cubicBezTo>
                  <a:pt x="695" y="441"/>
                  <a:pt x="695" y="441"/>
                  <a:pt x="695" y="441"/>
                </a:cubicBezTo>
                <a:cubicBezTo>
                  <a:pt x="695" y="425"/>
                  <a:pt x="695" y="425"/>
                  <a:pt x="695" y="425"/>
                </a:cubicBezTo>
                <a:cubicBezTo>
                  <a:pt x="640" y="425"/>
                  <a:pt x="640" y="425"/>
                  <a:pt x="640" y="425"/>
                </a:cubicBezTo>
                <a:cubicBezTo>
                  <a:pt x="640" y="426"/>
                  <a:pt x="640" y="426"/>
                  <a:pt x="640" y="426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93" y="428"/>
                  <a:pt x="693" y="428"/>
                  <a:pt x="693" y="428"/>
                </a:cubicBezTo>
                <a:cubicBezTo>
                  <a:pt x="693" y="439"/>
                  <a:pt x="693" y="439"/>
                  <a:pt x="693" y="439"/>
                </a:cubicBezTo>
                <a:cubicBezTo>
                  <a:pt x="642" y="439"/>
                  <a:pt x="642" y="439"/>
                  <a:pt x="642" y="439"/>
                </a:cubicBezTo>
                <a:cubicBezTo>
                  <a:pt x="642" y="427"/>
                  <a:pt x="642" y="427"/>
                  <a:pt x="642" y="427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41" y="427"/>
                  <a:pt x="641" y="427"/>
                  <a:pt x="641" y="427"/>
                </a:cubicBezTo>
                <a:moveTo>
                  <a:pt x="684" y="407"/>
                </a:moveTo>
                <a:cubicBezTo>
                  <a:pt x="699" y="413"/>
                  <a:pt x="699" y="413"/>
                  <a:pt x="699" y="413"/>
                </a:cubicBezTo>
                <a:cubicBezTo>
                  <a:pt x="699" y="445"/>
                  <a:pt x="699" y="445"/>
                  <a:pt x="699" y="445"/>
                </a:cubicBezTo>
                <a:cubicBezTo>
                  <a:pt x="702" y="445"/>
                  <a:pt x="702" y="445"/>
                  <a:pt x="702" y="445"/>
                </a:cubicBezTo>
                <a:cubicBezTo>
                  <a:pt x="702" y="411"/>
                  <a:pt x="702" y="411"/>
                  <a:pt x="702" y="411"/>
                </a:cubicBezTo>
                <a:cubicBezTo>
                  <a:pt x="685" y="405"/>
                  <a:pt x="685" y="405"/>
                  <a:pt x="685" y="405"/>
                </a:cubicBezTo>
                <a:cubicBezTo>
                  <a:pt x="684" y="407"/>
                  <a:pt x="684" y="407"/>
                  <a:pt x="684" y="407"/>
                </a:cubicBezTo>
                <a:moveTo>
                  <a:pt x="633" y="636"/>
                </a:moveTo>
                <a:cubicBezTo>
                  <a:pt x="616" y="636"/>
                  <a:pt x="616" y="636"/>
                  <a:pt x="616" y="636"/>
                </a:cubicBezTo>
                <a:cubicBezTo>
                  <a:pt x="616" y="620"/>
                  <a:pt x="616" y="620"/>
                  <a:pt x="616" y="620"/>
                </a:cubicBezTo>
                <a:cubicBezTo>
                  <a:pt x="634" y="620"/>
                  <a:pt x="634" y="620"/>
                  <a:pt x="634" y="620"/>
                </a:cubicBezTo>
                <a:cubicBezTo>
                  <a:pt x="634" y="618"/>
                  <a:pt x="634" y="618"/>
                  <a:pt x="634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33" y="638"/>
                  <a:pt x="633" y="638"/>
                  <a:pt x="633" y="638"/>
                </a:cubicBezTo>
                <a:cubicBezTo>
                  <a:pt x="633" y="636"/>
                  <a:pt x="633" y="636"/>
                  <a:pt x="633" y="636"/>
                </a:cubicBezTo>
                <a:moveTo>
                  <a:pt x="634" y="671"/>
                </a:moveTo>
                <a:cubicBezTo>
                  <a:pt x="634" y="597"/>
                  <a:pt x="634" y="597"/>
                  <a:pt x="634" y="597"/>
                </a:cubicBezTo>
                <a:cubicBezTo>
                  <a:pt x="633" y="597"/>
                  <a:pt x="633" y="597"/>
                  <a:pt x="633" y="597"/>
                </a:cubicBezTo>
                <a:cubicBezTo>
                  <a:pt x="634" y="598"/>
                  <a:pt x="634" y="598"/>
                  <a:pt x="634" y="598"/>
                </a:cubicBezTo>
                <a:cubicBezTo>
                  <a:pt x="637" y="594"/>
                  <a:pt x="641" y="591"/>
                  <a:pt x="647" y="591"/>
                </a:cubicBezTo>
                <a:cubicBezTo>
                  <a:pt x="650" y="591"/>
                  <a:pt x="654" y="592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6"/>
                  <a:pt x="659" y="597"/>
                </a:cubicBezTo>
                <a:cubicBezTo>
                  <a:pt x="659" y="598"/>
                  <a:pt x="659" y="599"/>
                  <a:pt x="659" y="600"/>
                </a:cubicBezTo>
                <a:cubicBezTo>
                  <a:pt x="659" y="601"/>
                  <a:pt x="659" y="602"/>
                  <a:pt x="659" y="602"/>
                </a:cubicBezTo>
                <a:cubicBezTo>
                  <a:pt x="661" y="602"/>
                  <a:pt x="661" y="602"/>
                  <a:pt x="661" y="602"/>
                </a:cubicBezTo>
                <a:cubicBezTo>
                  <a:pt x="661" y="602"/>
                  <a:pt x="661" y="601"/>
                  <a:pt x="661" y="600"/>
                </a:cubicBezTo>
                <a:cubicBezTo>
                  <a:pt x="661" y="599"/>
                  <a:pt x="661" y="598"/>
                  <a:pt x="661" y="596"/>
                </a:cubicBezTo>
                <a:cubicBezTo>
                  <a:pt x="661" y="595"/>
                  <a:pt x="660" y="594"/>
                  <a:pt x="659" y="593"/>
                </a:cubicBezTo>
                <a:cubicBezTo>
                  <a:pt x="655" y="590"/>
                  <a:pt x="650" y="589"/>
                  <a:pt x="647" y="589"/>
                </a:cubicBezTo>
                <a:cubicBezTo>
                  <a:pt x="640" y="589"/>
                  <a:pt x="635" y="593"/>
                  <a:pt x="632" y="596"/>
                </a:cubicBezTo>
                <a:cubicBezTo>
                  <a:pt x="632" y="597"/>
                  <a:pt x="632" y="597"/>
                  <a:pt x="632" y="597"/>
                </a:cubicBezTo>
                <a:cubicBezTo>
                  <a:pt x="632" y="671"/>
                  <a:pt x="632" y="671"/>
                  <a:pt x="632" y="671"/>
                </a:cubicBezTo>
                <a:cubicBezTo>
                  <a:pt x="634" y="671"/>
                  <a:pt x="634" y="671"/>
                  <a:pt x="634" y="671"/>
                </a:cubicBezTo>
                <a:moveTo>
                  <a:pt x="720" y="617"/>
                </a:moveTo>
                <a:cubicBezTo>
                  <a:pt x="720" y="618"/>
                  <a:pt x="720" y="618"/>
                  <a:pt x="720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721" y="618"/>
                  <a:pt x="721" y="618"/>
                  <a:pt x="721" y="618"/>
                </a:cubicBezTo>
                <a:cubicBezTo>
                  <a:pt x="721" y="617"/>
                  <a:pt x="721" y="617"/>
                  <a:pt x="721" y="617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20" y="618"/>
                  <a:pt x="720" y="618"/>
                  <a:pt x="720" y="618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19" y="620"/>
                  <a:pt x="719" y="620"/>
                  <a:pt x="719" y="620"/>
                </a:cubicBezTo>
                <a:cubicBezTo>
                  <a:pt x="861" y="620"/>
                  <a:pt x="861" y="620"/>
                  <a:pt x="861" y="620"/>
                </a:cubicBezTo>
                <a:cubicBezTo>
                  <a:pt x="861" y="616"/>
                  <a:pt x="861" y="616"/>
                  <a:pt x="861" y="616"/>
                </a:cubicBezTo>
                <a:cubicBezTo>
                  <a:pt x="719" y="616"/>
                  <a:pt x="719" y="616"/>
                  <a:pt x="719" y="616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20" y="617"/>
                  <a:pt x="720" y="617"/>
                  <a:pt x="720" y="617"/>
                </a:cubicBezTo>
                <a:moveTo>
                  <a:pt x="720" y="635"/>
                </a:moveTo>
                <a:cubicBezTo>
                  <a:pt x="720" y="636"/>
                  <a:pt x="720" y="636"/>
                  <a:pt x="72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721" y="636"/>
                  <a:pt x="721" y="636"/>
                  <a:pt x="721" y="636"/>
                </a:cubicBezTo>
                <a:cubicBezTo>
                  <a:pt x="721" y="635"/>
                  <a:pt x="721" y="635"/>
                  <a:pt x="721" y="635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20" y="636"/>
                  <a:pt x="720" y="636"/>
                  <a:pt x="720" y="636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19" y="638"/>
                  <a:pt x="719" y="638"/>
                  <a:pt x="719" y="638"/>
                </a:cubicBezTo>
                <a:cubicBezTo>
                  <a:pt x="862" y="638"/>
                  <a:pt x="862" y="638"/>
                  <a:pt x="862" y="638"/>
                </a:cubicBezTo>
                <a:cubicBezTo>
                  <a:pt x="862" y="633"/>
                  <a:pt x="862" y="633"/>
                  <a:pt x="862" y="633"/>
                </a:cubicBezTo>
                <a:cubicBezTo>
                  <a:pt x="719" y="633"/>
                  <a:pt x="719" y="633"/>
                  <a:pt x="719" y="633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20" y="635"/>
                  <a:pt x="720" y="635"/>
                  <a:pt x="720" y="635"/>
                </a:cubicBezTo>
                <a:moveTo>
                  <a:pt x="672" y="594"/>
                </a:moveTo>
                <a:cubicBezTo>
                  <a:pt x="672" y="594"/>
                  <a:pt x="671" y="591"/>
                  <a:pt x="670" y="588"/>
                </a:cubicBezTo>
                <a:cubicBezTo>
                  <a:pt x="668" y="585"/>
                  <a:pt x="667" y="581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5"/>
                  <a:pt x="668" y="572"/>
                </a:cubicBezTo>
                <a:cubicBezTo>
                  <a:pt x="668" y="570"/>
                  <a:pt x="670" y="567"/>
                  <a:pt x="671" y="567"/>
                </a:cubicBezTo>
                <a:cubicBezTo>
                  <a:pt x="672" y="566"/>
                  <a:pt x="674" y="566"/>
                  <a:pt x="675" y="566"/>
                </a:cubicBezTo>
                <a:cubicBezTo>
                  <a:pt x="679" y="566"/>
                  <a:pt x="683" y="569"/>
                  <a:pt x="686" y="572"/>
                </a:cubicBezTo>
                <a:cubicBezTo>
                  <a:pt x="688" y="574"/>
                  <a:pt x="689" y="576"/>
                  <a:pt x="690" y="577"/>
                </a:cubicBezTo>
                <a:cubicBezTo>
                  <a:pt x="691" y="578"/>
                  <a:pt x="692" y="580"/>
                  <a:pt x="693" y="580"/>
                </a:cubicBezTo>
                <a:cubicBezTo>
                  <a:pt x="693" y="581"/>
                  <a:pt x="694" y="581"/>
                  <a:pt x="696" y="582"/>
                </a:cubicBezTo>
                <a:cubicBezTo>
                  <a:pt x="705" y="587"/>
                  <a:pt x="734" y="602"/>
                  <a:pt x="734" y="602"/>
                </a:cubicBezTo>
                <a:cubicBezTo>
                  <a:pt x="735" y="600"/>
                  <a:pt x="735" y="600"/>
                  <a:pt x="735" y="600"/>
                </a:cubicBezTo>
                <a:cubicBezTo>
                  <a:pt x="735" y="600"/>
                  <a:pt x="726" y="595"/>
                  <a:pt x="716" y="590"/>
                </a:cubicBezTo>
                <a:cubicBezTo>
                  <a:pt x="711" y="587"/>
                  <a:pt x="706" y="585"/>
                  <a:pt x="702" y="583"/>
                </a:cubicBezTo>
                <a:cubicBezTo>
                  <a:pt x="700" y="582"/>
                  <a:pt x="698" y="581"/>
                  <a:pt x="697" y="580"/>
                </a:cubicBezTo>
                <a:cubicBezTo>
                  <a:pt x="695" y="579"/>
                  <a:pt x="694" y="579"/>
                  <a:pt x="694" y="579"/>
                </a:cubicBezTo>
                <a:cubicBezTo>
                  <a:pt x="694" y="578"/>
                  <a:pt x="693" y="577"/>
                  <a:pt x="692" y="576"/>
                </a:cubicBezTo>
                <a:cubicBezTo>
                  <a:pt x="688" y="571"/>
                  <a:pt x="683" y="564"/>
                  <a:pt x="675" y="564"/>
                </a:cubicBezTo>
                <a:cubicBezTo>
                  <a:pt x="673" y="564"/>
                  <a:pt x="672" y="564"/>
                  <a:pt x="670" y="565"/>
                </a:cubicBezTo>
                <a:cubicBezTo>
                  <a:pt x="668" y="566"/>
                  <a:pt x="666" y="569"/>
                  <a:pt x="666" y="572"/>
                </a:cubicBezTo>
                <a:cubicBezTo>
                  <a:pt x="665" y="575"/>
                  <a:pt x="664" y="577"/>
                  <a:pt x="664" y="578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85"/>
                  <a:pt x="670" y="595"/>
                  <a:pt x="670" y="595"/>
                </a:cubicBezTo>
                <a:cubicBezTo>
                  <a:pt x="672" y="594"/>
                  <a:pt x="672" y="594"/>
                  <a:pt x="672" y="594"/>
                </a:cubicBezTo>
                <a:moveTo>
                  <a:pt x="734" y="617"/>
                </a:moveTo>
                <a:cubicBezTo>
                  <a:pt x="736" y="617"/>
                  <a:pt x="736" y="617"/>
                  <a:pt x="736" y="617"/>
                </a:cubicBezTo>
                <a:cubicBezTo>
                  <a:pt x="736" y="550"/>
                  <a:pt x="736" y="550"/>
                  <a:pt x="736" y="550"/>
                </a:cubicBezTo>
                <a:cubicBezTo>
                  <a:pt x="734" y="550"/>
                  <a:pt x="734" y="550"/>
                  <a:pt x="734" y="550"/>
                </a:cubicBezTo>
                <a:lnTo>
                  <a:pt x="734" y="617"/>
                </a:lnTo>
                <a:close/>
                <a:moveTo>
                  <a:pt x="673" y="566"/>
                </a:moveTo>
                <a:cubicBezTo>
                  <a:pt x="708" y="562"/>
                  <a:pt x="708" y="562"/>
                  <a:pt x="708" y="562"/>
                </a:cubicBezTo>
                <a:cubicBezTo>
                  <a:pt x="707" y="559"/>
                  <a:pt x="707" y="559"/>
                  <a:pt x="707" y="559"/>
                </a:cubicBezTo>
                <a:cubicBezTo>
                  <a:pt x="673" y="564"/>
                  <a:pt x="673" y="564"/>
                  <a:pt x="673" y="564"/>
                </a:cubicBezTo>
                <a:moveTo>
                  <a:pt x="648" y="602"/>
                </a:moveTo>
                <a:cubicBezTo>
                  <a:pt x="648" y="604"/>
                  <a:pt x="648" y="604"/>
                  <a:pt x="648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8" y="604"/>
                  <a:pt x="698" y="604"/>
                  <a:pt x="698" y="604"/>
                </a:cubicBezTo>
                <a:cubicBezTo>
                  <a:pt x="698" y="603"/>
                  <a:pt x="698" y="603"/>
                  <a:pt x="698" y="603"/>
                </a:cubicBezTo>
                <a:cubicBezTo>
                  <a:pt x="649" y="603"/>
                  <a:pt x="649" y="603"/>
                  <a:pt x="649" y="603"/>
                </a:cubicBezTo>
                <a:cubicBezTo>
                  <a:pt x="649" y="602"/>
                  <a:pt x="649" y="602"/>
                  <a:pt x="649" y="602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8" y="604"/>
                  <a:pt x="648" y="604"/>
                  <a:pt x="648" y="604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6" y="605"/>
                  <a:pt x="646" y="605"/>
                  <a:pt x="646" y="605"/>
                </a:cubicBezTo>
                <a:cubicBezTo>
                  <a:pt x="699" y="605"/>
                  <a:pt x="699" y="605"/>
                  <a:pt x="699" y="605"/>
                </a:cubicBezTo>
                <a:cubicBezTo>
                  <a:pt x="699" y="601"/>
                  <a:pt x="699" y="601"/>
                  <a:pt x="699" y="601"/>
                </a:cubicBezTo>
                <a:cubicBezTo>
                  <a:pt x="646" y="601"/>
                  <a:pt x="646" y="601"/>
                  <a:pt x="646" y="601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8" y="602"/>
                  <a:pt x="648" y="602"/>
                  <a:pt x="648" y="602"/>
                </a:cubicBezTo>
                <a:moveTo>
                  <a:pt x="647" y="619"/>
                </a:moveTo>
                <a:cubicBezTo>
                  <a:pt x="647" y="620"/>
                  <a:pt x="647" y="620"/>
                  <a:pt x="647" y="620"/>
                </a:cubicBezTo>
                <a:cubicBezTo>
                  <a:pt x="697" y="620"/>
                  <a:pt x="697" y="620"/>
                  <a:pt x="697" y="620"/>
                </a:cubicBezTo>
                <a:cubicBezTo>
                  <a:pt x="697" y="621"/>
                  <a:pt x="697" y="621"/>
                  <a:pt x="697" y="621"/>
                </a:cubicBezTo>
                <a:cubicBezTo>
                  <a:pt x="698" y="621"/>
                  <a:pt x="698" y="621"/>
                  <a:pt x="698" y="621"/>
                </a:cubicBezTo>
                <a:cubicBezTo>
                  <a:pt x="698" y="620"/>
                  <a:pt x="698" y="620"/>
                  <a:pt x="698" y="620"/>
                </a:cubicBezTo>
                <a:cubicBezTo>
                  <a:pt x="649" y="620"/>
                  <a:pt x="649" y="620"/>
                  <a:pt x="649" y="620"/>
                </a:cubicBezTo>
                <a:cubicBezTo>
                  <a:pt x="649" y="619"/>
                  <a:pt x="649" y="619"/>
                  <a:pt x="649" y="619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7" y="620"/>
                  <a:pt x="647" y="620"/>
                  <a:pt x="647" y="620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6" y="622"/>
                  <a:pt x="646" y="622"/>
                  <a:pt x="646" y="622"/>
                </a:cubicBezTo>
                <a:cubicBezTo>
                  <a:pt x="699" y="622"/>
                  <a:pt x="699" y="622"/>
                  <a:pt x="699" y="622"/>
                </a:cubicBezTo>
                <a:cubicBezTo>
                  <a:pt x="699" y="618"/>
                  <a:pt x="699" y="618"/>
                  <a:pt x="699" y="618"/>
                </a:cubicBezTo>
                <a:cubicBezTo>
                  <a:pt x="646" y="618"/>
                  <a:pt x="646" y="618"/>
                  <a:pt x="646" y="618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7" y="619"/>
                  <a:pt x="647" y="619"/>
                  <a:pt x="647" y="619"/>
                </a:cubicBezTo>
                <a:moveTo>
                  <a:pt x="648" y="636"/>
                </a:moveTo>
                <a:cubicBezTo>
                  <a:pt x="648" y="637"/>
                  <a:pt x="648" y="637"/>
                  <a:pt x="648" y="637"/>
                </a:cubicBezTo>
                <a:cubicBezTo>
                  <a:pt x="697" y="637"/>
                  <a:pt x="697" y="637"/>
                  <a:pt x="697" y="637"/>
                </a:cubicBezTo>
                <a:cubicBezTo>
                  <a:pt x="697" y="638"/>
                  <a:pt x="697" y="638"/>
                  <a:pt x="697" y="638"/>
                </a:cubicBezTo>
                <a:cubicBezTo>
                  <a:pt x="699" y="638"/>
                  <a:pt x="699" y="638"/>
                  <a:pt x="699" y="638"/>
                </a:cubicBezTo>
                <a:cubicBezTo>
                  <a:pt x="699" y="636"/>
                  <a:pt x="699" y="636"/>
                  <a:pt x="69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8" y="637"/>
                  <a:pt x="648" y="637"/>
                  <a:pt x="648" y="637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7" y="639"/>
                  <a:pt x="647" y="639"/>
                  <a:pt x="647" y="639"/>
                </a:cubicBezTo>
                <a:cubicBezTo>
                  <a:pt x="700" y="639"/>
                  <a:pt x="700" y="639"/>
                  <a:pt x="700" y="639"/>
                </a:cubicBezTo>
                <a:cubicBezTo>
                  <a:pt x="700" y="635"/>
                  <a:pt x="700" y="635"/>
                  <a:pt x="700" y="635"/>
                </a:cubicBezTo>
                <a:cubicBezTo>
                  <a:pt x="647" y="635"/>
                  <a:pt x="647" y="635"/>
                  <a:pt x="647" y="635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8" y="636"/>
                  <a:pt x="648" y="636"/>
                  <a:pt x="648" y="636"/>
                </a:cubicBezTo>
                <a:moveTo>
                  <a:pt x="647" y="652"/>
                </a:moveTo>
                <a:cubicBezTo>
                  <a:pt x="647" y="653"/>
                  <a:pt x="647" y="653"/>
                  <a:pt x="647" y="653"/>
                </a:cubicBezTo>
                <a:cubicBezTo>
                  <a:pt x="697" y="653"/>
                  <a:pt x="697" y="653"/>
                  <a:pt x="697" y="653"/>
                </a:cubicBezTo>
                <a:cubicBezTo>
                  <a:pt x="697" y="654"/>
                  <a:pt x="697" y="654"/>
                  <a:pt x="697" y="654"/>
                </a:cubicBezTo>
                <a:cubicBezTo>
                  <a:pt x="698" y="654"/>
                  <a:pt x="698" y="654"/>
                  <a:pt x="698" y="654"/>
                </a:cubicBezTo>
                <a:cubicBezTo>
                  <a:pt x="698" y="653"/>
                  <a:pt x="698" y="653"/>
                  <a:pt x="698" y="653"/>
                </a:cubicBezTo>
                <a:cubicBezTo>
                  <a:pt x="649" y="653"/>
                  <a:pt x="649" y="653"/>
                  <a:pt x="649" y="653"/>
                </a:cubicBezTo>
                <a:cubicBezTo>
                  <a:pt x="649" y="652"/>
                  <a:pt x="649" y="652"/>
                  <a:pt x="649" y="652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7" y="653"/>
                  <a:pt x="647" y="653"/>
                  <a:pt x="647" y="653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6" y="655"/>
                  <a:pt x="646" y="655"/>
                  <a:pt x="646" y="655"/>
                </a:cubicBezTo>
                <a:cubicBezTo>
                  <a:pt x="699" y="655"/>
                  <a:pt x="699" y="655"/>
                  <a:pt x="699" y="655"/>
                </a:cubicBezTo>
                <a:cubicBezTo>
                  <a:pt x="699" y="651"/>
                  <a:pt x="699" y="651"/>
                  <a:pt x="699" y="651"/>
                </a:cubicBezTo>
                <a:cubicBezTo>
                  <a:pt x="646" y="651"/>
                  <a:pt x="646" y="651"/>
                  <a:pt x="646" y="651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7" y="652"/>
                  <a:pt x="647" y="652"/>
                  <a:pt x="647" y="652"/>
                </a:cubicBezTo>
                <a:moveTo>
                  <a:pt x="762" y="613"/>
                </a:moveTo>
                <a:cubicBezTo>
                  <a:pt x="764" y="613"/>
                  <a:pt x="764" y="613"/>
                  <a:pt x="764" y="613"/>
                </a:cubicBezTo>
                <a:cubicBezTo>
                  <a:pt x="764" y="536"/>
                  <a:pt x="764" y="536"/>
                  <a:pt x="764" y="536"/>
                </a:cubicBezTo>
                <a:cubicBezTo>
                  <a:pt x="762" y="536"/>
                  <a:pt x="762" y="536"/>
                  <a:pt x="762" y="536"/>
                </a:cubicBezTo>
                <a:lnTo>
                  <a:pt x="762" y="613"/>
                </a:lnTo>
                <a:close/>
                <a:moveTo>
                  <a:pt x="791" y="612"/>
                </a:moveTo>
                <a:cubicBezTo>
                  <a:pt x="793" y="612"/>
                  <a:pt x="793" y="612"/>
                  <a:pt x="793" y="612"/>
                </a:cubicBezTo>
                <a:cubicBezTo>
                  <a:pt x="793" y="535"/>
                  <a:pt x="793" y="535"/>
                  <a:pt x="793" y="535"/>
                </a:cubicBezTo>
                <a:cubicBezTo>
                  <a:pt x="791" y="535"/>
                  <a:pt x="791" y="535"/>
                  <a:pt x="791" y="535"/>
                </a:cubicBezTo>
                <a:lnTo>
                  <a:pt x="791" y="612"/>
                </a:lnTo>
                <a:close/>
                <a:moveTo>
                  <a:pt x="808" y="612"/>
                </a:moveTo>
                <a:cubicBezTo>
                  <a:pt x="811" y="612"/>
                  <a:pt x="811" y="612"/>
                  <a:pt x="811" y="612"/>
                </a:cubicBezTo>
                <a:cubicBezTo>
                  <a:pt x="811" y="540"/>
                  <a:pt x="811" y="540"/>
                  <a:pt x="811" y="540"/>
                </a:cubicBezTo>
                <a:cubicBezTo>
                  <a:pt x="808" y="540"/>
                  <a:pt x="808" y="540"/>
                  <a:pt x="808" y="540"/>
                </a:cubicBezTo>
                <a:lnTo>
                  <a:pt x="808" y="612"/>
                </a:lnTo>
                <a:close/>
                <a:moveTo>
                  <a:pt x="827" y="612"/>
                </a:moveTo>
                <a:cubicBezTo>
                  <a:pt x="830" y="612"/>
                  <a:pt x="830" y="612"/>
                  <a:pt x="830" y="612"/>
                </a:cubicBezTo>
                <a:cubicBezTo>
                  <a:pt x="830" y="549"/>
                  <a:pt x="830" y="549"/>
                  <a:pt x="830" y="549"/>
                </a:cubicBezTo>
                <a:cubicBezTo>
                  <a:pt x="827" y="549"/>
                  <a:pt x="827" y="549"/>
                  <a:pt x="827" y="549"/>
                </a:cubicBezTo>
                <a:lnTo>
                  <a:pt x="827" y="612"/>
                </a:lnTo>
                <a:close/>
                <a:moveTo>
                  <a:pt x="843" y="595"/>
                </a:moveTo>
                <a:cubicBezTo>
                  <a:pt x="845" y="595"/>
                  <a:pt x="845" y="595"/>
                  <a:pt x="845" y="595"/>
                </a:cubicBezTo>
                <a:cubicBezTo>
                  <a:pt x="845" y="559"/>
                  <a:pt x="845" y="559"/>
                  <a:pt x="845" y="559"/>
                </a:cubicBezTo>
                <a:cubicBezTo>
                  <a:pt x="843" y="559"/>
                  <a:pt x="843" y="559"/>
                  <a:pt x="843" y="559"/>
                </a:cubicBezTo>
                <a:lnTo>
                  <a:pt x="843" y="595"/>
                </a:lnTo>
                <a:close/>
                <a:moveTo>
                  <a:pt x="761" y="628"/>
                </a:moveTo>
                <a:cubicBezTo>
                  <a:pt x="764" y="628"/>
                  <a:pt x="764" y="628"/>
                  <a:pt x="764" y="628"/>
                </a:cubicBezTo>
                <a:cubicBezTo>
                  <a:pt x="764" y="617"/>
                  <a:pt x="764" y="617"/>
                  <a:pt x="764" y="617"/>
                </a:cubicBezTo>
                <a:cubicBezTo>
                  <a:pt x="761" y="617"/>
                  <a:pt x="761" y="617"/>
                  <a:pt x="761" y="617"/>
                </a:cubicBezTo>
                <a:lnTo>
                  <a:pt x="761" y="628"/>
                </a:lnTo>
                <a:close/>
                <a:moveTo>
                  <a:pt x="761" y="646"/>
                </a:moveTo>
                <a:cubicBezTo>
                  <a:pt x="764" y="646"/>
                  <a:pt x="764" y="646"/>
                  <a:pt x="764" y="646"/>
                </a:cubicBezTo>
                <a:cubicBezTo>
                  <a:pt x="764" y="634"/>
                  <a:pt x="764" y="634"/>
                  <a:pt x="764" y="634"/>
                </a:cubicBezTo>
                <a:cubicBezTo>
                  <a:pt x="761" y="634"/>
                  <a:pt x="761" y="634"/>
                  <a:pt x="761" y="634"/>
                </a:cubicBezTo>
                <a:lnTo>
                  <a:pt x="761" y="646"/>
                </a:lnTo>
                <a:close/>
                <a:moveTo>
                  <a:pt x="791" y="628"/>
                </a:moveTo>
                <a:cubicBezTo>
                  <a:pt x="793" y="628"/>
                  <a:pt x="793" y="628"/>
                  <a:pt x="793" y="628"/>
                </a:cubicBezTo>
                <a:cubicBezTo>
                  <a:pt x="793" y="616"/>
                  <a:pt x="793" y="616"/>
                  <a:pt x="793" y="616"/>
                </a:cubicBezTo>
                <a:cubicBezTo>
                  <a:pt x="791" y="616"/>
                  <a:pt x="791" y="616"/>
                  <a:pt x="791" y="616"/>
                </a:cubicBezTo>
                <a:lnTo>
                  <a:pt x="791" y="628"/>
                </a:lnTo>
                <a:close/>
                <a:moveTo>
                  <a:pt x="790" y="645"/>
                </a:moveTo>
                <a:cubicBezTo>
                  <a:pt x="792" y="645"/>
                  <a:pt x="792" y="645"/>
                  <a:pt x="792" y="645"/>
                </a:cubicBezTo>
                <a:cubicBezTo>
                  <a:pt x="792" y="634"/>
                  <a:pt x="792" y="634"/>
                  <a:pt x="792" y="634"/>
                </a:cubicBezTo>
                <a:cubicBezTo>
                  <a:pt x="790" y="634"/>
                  <a:pt x="790" y="634"/>
                  <a:pt x="790" y="634"/>
                </a:cubicBezTo>
                <a:lnTo>
                  <a:pt x="790" y="645"/>
                </a:lnTo>
                <a:close/>
                <a:moveTo>
                  <a:pt x="808" y="629"/>
                </a:moveTo>
                <a:cubicBezTo>
                  <a:pt x="811" y="629"/>
                  <a:pt x="811" y="629"/>
                  <a:pt x="811" y="629"/>
                </a:cubicBezTo>
                <a:cubicBezTo>
                  <a:pt x="811" y="617"/>
                  <a:pt x="811" y="617"/>
                  <a:pt x="811" y="617"/>
                </a:cubicBezTo>
                <a:cubicBezTo>
                  <a:pt x="808" y="617"/>
                  <a:pt x="808" y="617"/>
                  <a:pt x="808" y="617"/>
                </a:cubicBezTo>
                <a:lnTo>
                  <a:pt x="808" y="629"/>
                </a:lnTo>
                <a:close/>
                <a:moveTo>
                  <a:pt x="808" y="645"/>
                </a:moveTo>
                <a:cubicBezTo>
                  <a:pt x="811" y="645"/>
                  <a:pt x="811" y="645"/>
                  <a:pt x="811" y="645"/>
                </a:cubicBezTo>
                <a:cubicBezTo>
                  <a:pt x="811" y="634"/>
                  <a:pt x="811" y="634"/>
                  <a:pt x="811" y="634"/>
                </a:cubicBezTo>
                <a:cubicBezTo>
                  <a:pt x="808" y="634"/>
                  <a:pt x="808" y="634"/>
                  <a:pt x="808" y="634"/>
                </a:cubicBezTo>
                <a:lnTo>
                  <a:pt x="808" y="645"/>
                </a:lnTo>
                <a:close/>
                <a:moveTo>
                  <a:pt x="827" y="628"/>
                </a:moveTo>
                <a:cubicBezTo>
                  <a:pt x="829" y="628"/>
                  <a:pt x="829" y="628"/>
                  <a:pt x="829" y="628"/>
                </a:cubicBezTo>
                <a:cubicBezTo>
                  <a:pt x="829" y="616"/>
                  <a:pt x="829" y="616"/>
                  <a:pt x="829" y="616"/>
                </a:cubicBezTo>
                <a:cubicBezTo>
                  <a:pt x="827" y="616"/>
                  <a:pt x="827" y="616"/>
                  <a:pt x="827" y="616"/>
                </a:cubicBezTo>
                <a:lnTo>
                  <a:pt x="827" y="628"/>
                </a:lnTo>
                <a:close/>
                <a:moveTo>
                  <a:pt x="827" y="645"/>
                </a:moveTo>
                <a:cubicBezTo>
                  <a:pt x="829" y="645"/>
                  <a:pt x="829" y="645"/>
                  <a:pt x="829" y="645"/>
                </a:cubicBezTo>
                <a:cubicBezTo>
                  <a:pt x="829" y="634"/>
                  <a:pt x="829" y="634"/>
                  <a:pt x="829" y="634"/>
                </a:cubicBezTo>
                <a:cubicBezTo>
                  <a:pt x="827" y="634"/>
                  <a:pt x="827" y="634"/>
                  <a:pt x="827" y="634"/>
                </a:cubicBezTo>
                <a:lnTo>
                  <a:pt x="827" y="645"/>
                </a:lnTo>
                <a:close/>
                <a:moveTo>
                  <a:pt x="843" y="629"/>
                </a:moveTo>
                <a:cubicBezTo>
                  <a:pt x="845" y="629"/>
                  <a:pt x="845" y="629"/>
                  <a:pt x="845" y="629"/>
                </a:cubicBezTo>
                <a:cubicBezTo>
                  <a:pt x="845" y="616"/>
                  <a:pt x="845" y="616"/>
                  <a:pt x="845" y="616"/>
                </a:cubicBezTo>
                <a:cubicBezTo>
                  <a:pt x="843" y="616"/>
                  <a:pt x="843" y="616"/>
                  <a:pt x="843" y="616"/>
                </a:cubicBezTo>
                <a:lnTo>
                  <a:pt x="843" y="629"/>
                </a:lnTo>
                <a:close/>
                <a:moveTo>
                  <a:pt x="843" y="645"/>
                </a:moveTo>
                <a:cubicBezTo>
                  <a:pt x="845" y="645"/>
                  <a:pt x="845" y="645"/>
                  <a:pt x="845" y="645"/>
                </a:cubicBezTo>
                <a:cubicBezTo>
                  <a:pt x="845" y="635"/>
                  <a:pt x="845" y="635"/>
                  <a:pt x="845" y="635"/>
                </a:cubicBezTo>
                <a:cubicBezTo>
                  <a:pt x="843" y="635"/>
                  <a:pt x="843" y="635"/>
                  <a:pt x="843" y="635"/>
                </a:cubicBezTo>
                <a:lnTo>
                  <a:pt x="843" y="645"/>
                </a:lnTo>
                <a:close/>
                <a:moveTo>
                  <a:pt x="719" y="651"/>
                </a:moveTo>
                <a:cubicBezTo>
                  <a:pt x="719" y="653"/>
                  <a:pt x="719" y="653"/>
                  <a:pt x="719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720" y="653"/>
                  <a:pt x="720" y="653"/>
                  <a:pt x="720" y="653"/>
                </a:cubicBezTo>
                <a:cubicBezTo>
                  <a:pt x="720" y="651"/>
                  <a:pt x="720" y="651"/>
                  <a:pt x="720" y="651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9" y="653"/>
                  <a:pt x="719" y="653"/>
                  <a:pt x="719" y="653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8" y="655"/>
                  <a:pt x="718" y="655"/>
                  <a:pt x="718" y="655"/>
                </a:cubicBezTo>
                <a:cubicBezTo>
                  <a:pt x="862" y="655"/>
                  <a:pt x="862" y="655"/>
                  <a:pt x="862" y="655"/>
                </a:cubicBezTo>
                <a:cubicBezTo>
                  <a:pt x="862" y="650"/>
                  <a:pt x="862" y="650"/>
                  <a:pt x="862" y="650"/>
                </a:cubicBezTo>
                <a:cubicBezTo>
                  <a:pt x="718" y="650"/>
                  <a:pt x="718" y="650"/>
                  <a:pt x="718" y="650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9" y="651"/>
                  <a:pt x="719" y="651"/>
                  <a:pt x="719" y="651"/>
                </a:cubicBezTo>
                <a:moveTo>
                  <a:pt x="710" y="588"/>
                </a:moveTo>
                <a:cubicBezTo>
                  <a:pt x="710" y="588"/>
                  <a:pt x="711" y="586"/>
                  <a:pt x="713" y="583"/>
                </a:cubicBezTo>
                <a:cubicBezTo>
                  <a:pt x="719" y="573"/>
                  <a:pt x="731" y="552"/>
                  <a:pt x="744" y="544"/>
                </a:cubicBezTo>
                <a:cubicBezTo>
                  <a:pt x="755" y="538"/>
                  <a:pt x="763" y="535"/>
                  <a:pt x="772" y="535"/>
                </a:cubicBezTo>
                <a:cubicBezTo>
                  <a:pt x="774" y="535"/>
                  <a:pt x="774" y="535"/>
                  <a:pt x="774" y="535"/>
                </a:cubicBezTo>
                <a:cubicBezTo>
                  <a:pt x="784" y="536"/>
                  <a:pt x="793" y="536"/>
                  <a:pt x="800" y="538"/>
                </a:cubicBezTo>
                <a:cubicBezTo>
                  <a:pt x="807" y="540"/>
                  <a:pt x="825" y="547"/>
                  <a:pt x="836" y="554"/>
                </a:cubicBezTo>
                <a:cubicBezTo>
                  <a:pt x="837" y="553"/>
                  <a:pt x="837" y="553"/>
                  <a:pt x="837" y="553"/>
                </a:cubicBezTo>
                <a:cubicBezTo>
                  <a:pt x="836" y="554"/>
                  <a:pt x="836" y="554"/>
                  <a:pt x="836" y="554"/>
                </a:cubicBezTo>
                <a:cubicBezTo>
                  <a:pt x="872" y="582"/>
                  <a:pt x="872" y="582"/>
                  <a:pt x="872" y="582"/>
                </a:cubicBezTo>
                <a:cubicBezTo>
                  <a:pt x="871" y="578"/>
                  <a:pt x="871" y="578"/>
                  <a:pt x="871" y="578"/>
                </a:cubicBezTo>
                <a:cubicBezTo>
                  <a:pt x="871" y="578"/>
                  <a:pt x="865" y="563"/>
                  <a:pt x="849" y="547"/>
                </a:cubicBezTo>
                <a:cubicBezTo>
                  <a:pt x="834" y="532"/>
                  <a:pt x="810" y="517"/>
                  <a:pt x="774" y="517"/>
                </a:cubicBezTo>
                <a:cubicBezTo>
                  <a:pt x="773" y="517"/>
                  <a:pt x="771" y="517"/>
                  <a:pt x="770" y="517"/>
                </a:cubicBezTo>
                <a:cubicBezTo>
                  <a:pt x="739" y="518"/>
                  <a:pt x="722" y="531"/>
                  <a:pt x="713" y="545"/>
                </a:cubicBezTo>
                <a:cubicBezTo>
                  <a:pt x="704" y="559"/>
                  <a:pt x="703" y="575"/>
                  <a:pt x="703" y="582"/>
                </a:cubicBezTo>
                <a:cubicBezTo>
                  <a:pt x="703" y="584"/>
                  <a:pt x="703" y="585"/>
                  <a:pt x="703" y="586"/>
                </a:cubicBezTo>
                <a:cubicBezTo>
                  <a:pt x="706" y="585"/>
                  <a:pt x="706" y="585"/>
                  <a:pt x="706" y="585"/>
                </a:cubicBezTo>
                <a:cubicBezTo>
                  <a:pt x="706" y="585"/>
                  <a:pt x="706" y="584"/>
                  <a:pt x="706" y="582"/>
                </a:cubicBezTo>
                <a:cubicBezTo>
                  <a:pt x="706" y="575"/>
                  <a:pt x="707" y="560"/>
                  <a:pt x="715" y="546"/>
                </a:cubicBezTo>
                <a:cubicBezTo>
                  <a:pt x="724" y="532"/>
                  <a:pt x="740" y="520"/>
                  <a:pt x="770" y="519"/>
                </a:cubicBezTo>
                <a:cubicBezTo>
                  <a:pt x="771" y="519"/>
                  <a:pt x="773" y="519"/>
                  <a:pt x="774" y="519"/>
                </a:cubicBezTo>
                <a:cubicBezTo>
                  <a:pt x="810" y="519"/>
                  <a:pt x="833" y="534"/>
                  <a:pt x="848" y="549"/>
                </a:cubicBezTo>
                <a:cubicBezTo>
                  <a:pt x="855" y="556"/>
                  <a:pt x="860" y="564"/>
                  <a:pt x="864" y="569"/>
                </a:cubicBezTo>
                <a:cubicBezTo>
                  <a:pt x="865" y="572"/>
                  <a:pt x="867" y="575"/>
                  <a:pt x="867" y="576"/>
                </a:cubicBezTo>
                <a:cubicBezTo>
                  <a:pt x="868" y="578"/>
                  <a:pt x="869" y="579"/>
                  <a:pt x="869" y="579"/>
                </a:cubicBezTo>
                <a:cubicBezTo>
                  <a:pt x="870" y="578"/>
                  <a:pt x="870" y="578"/>
                  <a:pt x="870" y="578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26" y="545"/>
                  <a:pt x="808" y="538"/>
                  <a:pt x="801" y="536"/>
                </a:cubicBezTo>
                <a:cubicBezTo>
                  <a:pt x="793" y="534"/>
                  <a:pt x="784" y="534"/>
                  <a:pt x="774" y="533"/>
                </a:cubicBezTo>
                <a:cubicBezTo>
                  <a:pt x="774" y="533"/>
                  <a:pt x="773" y="533"/>
                  <a:pt x="772" y="533"/>
                </a:cubicBezTo>
                <a:cubicBezTo>
                  <a:pt x="763" y="533"/>
                  <a:pt x="754" y="536"/>
                  <a:pt x="743" y="542"/>
                </a:cubicBezTo>
                <a:cubicBezTo>
                  <a:pt x="724" y="553"/>
                  <a:pt x="709" y="587"/>
                  <a:pt x="708" y="587"/>
                </a:cubicBezTo>
                <a:cubicBezTo>
                  <a:pt x="710" y="588"/>
                  <a:pt x="710" y="588"/>
                  <a:pt x="710" y="588"/>
                </a:cubicBezTo>
                <a:moveTo>
                  <a:pt x="735" y="568"/>
                </a:moveTo>
                <a:cubicBezTo>
                  <a:pt x="763" y="563"/>
                  <a:pt x="763" y="563"/>
                  <a:pt x="763" y="563"/>
                </a:cubicBezTo>
                <a:cubicBezTo>
                  <a:pt x="763" y="561"/>
                  <a:pt x="763" y="561"/>
                  <a:pt x="763" y="561"/>
                </a:cubicBezTo>
                <a:cubicBezTo>
                  <a:pt x="735" y="565"/>
                  <a:pt x="735" y="565"/>
                  <a:pt x="735" y="565"/>
                </a:cubicBezTo>
                <a:moveTo>
                  <a:pt x="735" y="585"/>
                </a:moveTo>
                <a:cubicBezTo>
                  <a:pt x="763" y="581"/>
                  <a:pt x="763" y="581"/>
                  <a:pt x="763" y="581"/>
                </a:cubicBezTo>
                <a:cubicBezTo>
                  <a:pt x="762" y="579"/>
                  <a:pt x="762" y="579"/>
                  <a:pt x="762" y="579"/>
                </a:cubicBezTo>
                <a:cubicBezTo>
                  <a:pt x="735" y="583"/>
                  <a:pt x="735" y="583"/>
                  <a:pt x="735" y="583"/>
                </a:cubicBezTo>
                <a:moveTo>
                  <a:pt x="734" y="602"/>
                </a:moveTo>
                <a:cubicBezTo>
                  <a:pt x="763" y="598"/>
                  <a:pt x="763" y="598"/>
                  <a:pt x="763" y="598"/>
                </a:cubicBezTo>
                <a:cubicBezTo>
                  <a:pt x="762" y="596"/>
                  <a:pt x="762" y="596"/>
                  <a:pt x="762" y="596"/>
                </a:cubicBezTo>
                <a:cubicBezTo>
                  <a:pt x="734" y="600"/>
                  <a:pt x="734" y="600"/>
                  <a:pt x="734" y="600"/>
                </a:cubicBezTo>
                <a:moveTo>
                  <a:pt x="792" y="563"/>
                </a:moveTo>
                <a:cubicBezTo>
                  <a:pt x="844" y="563"/>
                  <a:pt x="844" y="563"/>
                  <a:pt x="844" y="563"/>
                </a:cubicBezTo>
                <a:cubicBezTo>
                  <a:pt x="844" y="561"/>
                  <a:pt x="844" y="561"/>
                  <a:pt x="844" y="561"/>
                </a:cubicBezTo>
                <a:cubicBezTo>
                  <a:pt x="792" y="561"/>
                  <a:pt x="792" y="561"/>
                  <a:pt x="792" y="561"/>
                </a:cubicBezTo>
                <a:moveTo>
                  <a:pt x="792" y="581"/>
                </a:moveTo>
                <a:cubicBezTo>
                  <a:pt x="867" y="581"/>
                  <a:pt x="867" y="581"/>
                  <a:pt x="867" y="581"/>
                </a:cubicBezTo>
                <a:cubicBezTo>
                  <a:pt x="867" y="579"/>
                  <a:pt x="867" y="579"/>
                  <a:pt x="867" y="579"/>
                </a:cubicBezTo>
                <a:cubicBezTo>
                  <a:pt x="792" y="579"/>
                  <a:pt x="792" y="579"/>
                  <a:pt x="792" y="579"/>
                </a:cubicBezTo>
                <a:moveTo>
                  <a:pt x="792" y="597"/>
                </a:moveTo>
                <a:cubicBezTo>
                  <a:pt x="841" y="597"/>
                  <a:pt x="841" y="597"/>
                  <a:pt x="841" y="597"/>
                </a:cubicBezTo>
                <a:cubicBezTo>
                  <a:pt x="841" y="595"/>
                  <a:pt x="841" y="595"/>
                  <a:pt x="841" y="595"/>
                </a:cubicBezTo>
                <a:cubicBezTo>
                  <a:pt x="792" y="595"/>
                  <a:pt x="792" y="595"/>
                  <a:pt x="792" y="595"/>
                </a:cubicBezTo>
                <a:moveTo>
                  <a:pt x="659" y="595"/>
                </a:moveTo>
                <a:cubicBezTo>
                  <a:pt x="690" y="595"/>
                  <a:pt x="690" y="595"/>
                  <a:pt x="690" y="595"/>
                </a:cubicBezTo>
                <a:cubicBezTo>
                  <a:pt x="690" y="574"/>
                  <a:pt x="690" y="574"/>
                  <a:pt x="690" y="574"/>
                </a:cubicBezTo>
                <a:cubicBezTo>
                  <a:pt x="688" y="574"/>
                  <a:pt x="688" y="574"/>
                  <a:pt x="688" y="574"/>
                </a:cubicBezTo>
                <a:cubicBezTo>
                  <a:pt x="688" y="593"/>
                  <a:pt x="688" y="593"/>
                  <a:pt x="688" y="593"/>
                </a:cubicBezTo>
                <a:cubicBezTo>
                  <a:pt x="659" y="593"/>
                  <a:pt x="659" y="593"/>
                  <a:pt x="659" y="593"/>
                </a:cubicBezTo>
                <a:cubicBezTo>
                  <a:pt x="659" y="595"/>
                  <a:pt x="659" y="595"/>
                  <a:pt x="659" y="595"/>
                </a:cubicBezTo>
                <a:moveTo>
                  <a:pt x="772" y="519"/>
                </a:moveTo>
                <a:cubicBezTo>
                  <a:pt x="773" y="519"/>
                  <a:pt x="773" y="519"/>
                  <a:pt x="773" y="519"/>
                </a:cubicBezTo>
                <a:cubicBezTo>
                  <a:pt x="820" y="519"/>
                  <a:pt x="848" y="531"/>
                  <a:pt x="865" y="544"/>
                </a:cubicBezTo>
                <a:cubicBezTo>
                  <a:pt x="874" y="550"/>
                  <a:pt x="879" y="557"/>
                  <a:pt x="883" y="561"/>
                </a:cubicBezTo>
                <a:cubicBezTo>
                  <a:pt x="884" y="564"/>
                  <a:pt x="886" y="566"/>
                  <a:pt x="886" y="567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8" y="569"/>
                  <a:pt x="888" y="569"/>
                  <a:pt x="888" y="569"/>
                </a:cubicBezTo>
                <a:cubicBezTo>
                  <a:pt x="888" y="568"/>
                  <a:pt x="888" y="568"/>
                  <a:pt x="888" y="568"/>
                </a:cubicBezTo>
                <a:cubicBezTo>
                  <a:pt x="869" y="577"/>
                  <a:pt x="869" y="577"/>
                  <a:pt x="869" y="577"/>
                </a:cubicBezTo>
                <a:cubicBezTo>
                  <a:pt x="870" y="579"/>
                  <a:pt x="870" y="579"/>
                  <a:pt x="870" y="579"/>
                </a:cubicBezTo>
                <a:cubicBezTo>
                  <a:pt x="890" y="569"/>
                  <a:pt x="890" y="569"/>
                  <a:pt x="890" y="569"/>
                </a:cubicBezTo>
                <a:cubicBezTo>
                  <a:pt x="890" y="568"/>
                  <a:pt x="890" y="568"/>
                  <a:pt x="890" y="568"/>
                </a:cubicBezTo>
                <a:cubicBezTo>
                  <a:pt x="889" y="568"/>
                  <a:pt x="867" y="516"/>
                  <a:pt x="773" y="516"/>
                </a:cubicBezTo>
                <a:cubicBezTo>
                  <a:pt x="772" y="516"/>
                  <a:pt x="772" y="516"/>
                  <a:pt x="772" y="516"/>
                </a:cubicBezTo>
                <a:cubicBezTo>
                  <a:pt x="772" y="519"/>
                  <a:pt x="772" y="519"/>
                  <a:pt x="772" y="519"/>
                </a:cubicBezTo>
                <a:moveTo>
                  <a:pt x="801" y="521"/>
                </a:moveTo>
                <a:cubicBezTo>
                  <a:pt x="801" y="427"/>
                  <a:pt x="801" y="427"/>
                  <a:pt x="801" y="427"/>
                </a:cubicBezTo>
                <a:cubicBezTo>
                  <a:pt x="831" y="418"/>
                  <a:pt x="831" y="418"/>
                  <a:pt x="831" y="418"/>
                </a:cubicBezTo>
                <a:cubicBezTo>
                  <a:pt x="831" y="526"/>
                  <a:pt x="831" y="526"/>
                  <a:pt x="831" y="526"/>
                </a:cubicBezTo>
                <a:cubicBezTo>
                  <a:pt x="833" y="526"/>
                  <a:pt x="833" y="526"/>
                  <a:pt x="833" y="526"/>
                </a:cubicBezTo>
                <a:cubicBezTo>
                  <a:pt x="833" y="415"/>
                  <a:pt x="833" y="415"/>
                  <a:pt x="833" y="415"/>
                </a:cubicBezTo>
                <a:cubicBezTo>
                  <a:pt x="799" y="425"/>
                  <a:pt x="799" y="425"/>
                  <a:pt x="799" y="425"/>
                </a:cubicBezTo>
                <a:cubicBezTo>
                  <a:pt x="799" y="521"/>
                  <a:pt x="799" y="521"/>
                  <a:pt x="799" y="521"/>
                </a:cubicBezTo>
                <a:cubicBezTo>
                  <a:pt x="801" y="521"/>
                  <a:pt x="801" y="521"/>
                  <a:pt x="801" y="521"/>
                </a:cubicBezTo>
                <a:moveTo>
                  <a:pt x="811" y="423"/>
                </a:moveTo>
                <a:cubicBezTo>
                  <a:pt x="811" y="380"/>
                  <a:pt x="811" y="380"/>
                  <a:pt x="811" y="380"/>
                </a:cubicBezTo>
                <a:cubicBezTo>
                  <a:pt x="836" y="372"/>
                  <a:pt x="836" y="372"/>
                  <a:pt x="836" y="372"/>
                </a:cubicBezTo>
                <a:cubicBezTo>
                  <a:pt x="880" y="373"/>
                  <a:pt x="880" y="373"/>
                  <a:pt x="880" y="373"/>
                </a:cubicBezTo>
                <a:cubicBezTo>
                  <a:pt x="890" y="381"/>
                  <a:pt x="890" y="381"/>
                  <a:pt x="890" y="381"/>
                </a:cubicBezTo>
                <a:cubicBezTo>
                  <a:pt x="890" y="460"/>
                  <a:pt x="890" y="460"/>
                  <a:pt x="890" y="460"/>
                </a:cubicBezTo>
                <a:cubicBezTo>
                  <a:pt x="892" y="460"/>
                  <a:pt x="892" y="460"/>
                  <a:pt x="892" y="460"/>
                </a:cubicBezTo>
                <a:cubicBezTo>
                  <a:pt x="892" y="380"/>
                  <a:pt x="892" y="380"/>
                  <a:pt x="892" y="380"/>
                </a:cubicBezTo>
                <a:cubicBezTo>
                  <a:pt x="881" y="371"/>
                  <a:pt x="881" y="371"/>
                  <a:pt x="881" y="371"/>
                </a:cubicBezTo>
                <a:cubicBezTo>
                  <a:pt x="835" y="370"/>
                  <a:pt x="835" y="370"/>
                  <a:pt x="835" y="370"/>
                </a:cubicBezTo>
                <a:cubicBezTo>
                  <a:pt x="809" y="379"/>
                  <a:pt x="809" y="379"/>
                  <a:pt x="809" y="379"/>
                </a:cubicBezTo>
                <a:cubicBezTo>
                  <a:pt x="809" y="423"/>
                  <a:pt x="809" y="423"/>
                  <a:pt x="809" y="423"/>
                </a:cubicBezTo>
                <a:cubicBezTo>
                  <a:pt x="811" y="423"/>
                  <a:pt x="811" y="423"/>
                  <a:pt x="811" y="423"/>
                </a:cubicBezTo>
                <a:moveTo>
                  <a:pt x="835" y="407"/>
                </a:moveTo>
                <a:cubicBezTo>
                  <a:pt x="837" y="407"/>
                  <a:pt x="837" y="407"/>
                  <a:pt x="837" y="407"/>
                </a:cubicBezTo>
                <a:cubicBezTo>
                  <a:pt x="837" y="371"/>
                  <a:pt x="837" y="371"/>
                  <a:pt x="837" y="371"/>
                </a:cubicBezTo>
                <a:cubicBezTo>
                  <a:pt x="835" y="371"/>
                  <a:pt x="835" y="371"/>
                  <a:pt x="835" y="371"/>
                </a:cubicBezTo>
                <a:lnTo>
                  <a:pt x="835" y="407"/>
                </a:lnTo>
                <a:close/>
                <a:moveTo>
                  <a:pt x="832" y="418"/>
                </a:moveTo>
                <a:cubicBezTo>
                  <a:pt x="861" y="418"/>
                  <a:pt x="861" y="418"/>
                  <a:pt x="861" y="418"/>
                </a:cubicBezTo>
                <a:cubicBezTo>
                  <a:pt x="861" y="461"/>
                  <a:pt x="861" y="461"/>
                  <a:pt x="861" y="461"/>
                </a:cubicBezTo>
                <a:cubicBezTo>
                  <a:pt x="899" y="461"/>
                  <a:pt x="899" y="461"/>
                  <a:pt x="899" y="461"/>
                </a:cubicBezTo>
                <a:cubicBezTo>
                  <a:pt x="899" y="459"/>
                  <a:pt x="899" y="459"/>
                  <a:pt x="899" y="459"/>
                </a:cubicBezTo>
                <a:cubicBezTo>
                  <a:pt x="864" y="459"/>
                  <a:pt x="864" y="459"/>
                  <a:pt x="864" y="459"/>
                </a:cubicBezTo>
                <a:cubicBezTo>
                  <a:pt x="864" y="415"/>
                  <a:pt x="864" y="415"/>
                  <a:pt x="864" y="415"/>
                </a:cubicBezTo>
                <a:cubicBezTo>
                  <a:pt x="832" y="415"/>
                  <a:pt x="832" y="415"/>
                  <a:pt x="832" y="415"/>
                </a:cubicBezTo>
                <a:cubicBezTo>
                  <a:pt x="832" y="418"/>
                  <a:pt x="832" y="418"/>
                  <a:pt x="832" y="418"/>
                </a:cubicBezTo>
                <a:moveTo>
                  <a:pt x="880" y="454"/>
                </a:moveTo>
                <a:cubicBezTo>
                  <a:pt x="882" y="454"/>
                  <a:pt x="882" y="454"/>
                  <a:pt x="882" y="454"/>
                </a:cubicBezTo>
                <a:cubicBezTo>
                  <a:pt x="882" y="372"/>
                  <a:pt x="882" y="372"/>
                  <a:pt x="882" y="372"/>
                </a:cubicBezTo>
                <a:cubicBezTo>
                  <a:pt x="880" y="372"/>
                  <a:pt x="880" y="372"/>
                  <a:pt x="880" y="372"/>
                </a:cubicBezTo>
                <a:lnTo>
                  <a:pt x="880" y="454"/>
                </a:lnTo>
                <a:close/>
                <a:moveTo>
                  <a:pt x="862" y="417"/>
                </a:moveTo>
                <a:cubicBezTo>
                  <a:pt x="870" y="422"/>
                  <a:pt x="870" y="422"/>
                  <a:pt x="870" y="422"/>
                </a:cubicBezTo>
                <a:cubicBezTo>
                  <a:pt x="870" y="450"/>
                  <a:pt x="870" y="450"/>
                  <a:pt x="870" y="450"/>
                </a:cubicBezTo>
                <a:cubicBezTo>
                  <a:pt x="873" y="450"/>
                  <a:pt x="873" y="450"/>
                  <a:pt x="873" y="450"/>
                </a:cubicBezTo>
                <a:cubicBezTo>
                  <a:pt x="873" y="421"/>
                  <a:pt x="873" y="421"/>
                  <a:pt x="873" y="421"/>
                </a:cubicBezTo>
                <a:cubicBezTo>
                  <a:pt x="863" y="415"/>
                  <a:pt x="863" y="415"/>
                  <a:pt x="863" y="415"/>
                </a:cubicBezTo>
                <a:cubicBezTo>
                  <a:pt x="862" y="417"/>
                  <a:pt x="862" y="417"/>
                  <a:pt x="862" y="417"/>
                </a:cubicBezTo>
                <a:moveTo>
                  <a:pt x="758" y="519"/>
                </a:moveTo>
                <a:cubicBezTo>
                  <a:pt x="758" y="494"/>
                  <a:pt x="758" y="494"/>
                  <a:pt x="758" y="494"/>
                </a:cubicBezTo>
                <a:cubicBezTo>
                  <a:pt x="782" y="494"/>
                  <a:pt x="782" y="494"/>
                  <a:pt x="782" y="494"/>
                </a:cubicBezTo>
                <a:cubicBezTo>
                  <a:pt x="782" y="519"/>
                  <a:pt x="782" y="519"/>
                  <a:pt x="782" y="519"/>
                </a:cubicBezTo>
                <a:cubicBezTo>
                  <a:pt x="785" y="519"/>
                  <a:pt x="785" y="519"/>
                  <a:pt x="785" y="519"/>
                </a:cubicBezTo>
                <a:cubicBezTo>
                  <a:pt x="785" y="492"/>
                  <a:pt x="785" y="492"/>
                  <a:pt x="785" y="492"/>
                </a:cubicBezTo>
                <a:cubicBezTo>
                  <a:pt x="755" y="492"/>
                  <a:pt x="755" y="492"/>
                  <a:pt x="755" y="492"/>
                </a:cubicBezTo>
                <a:cubicBezTo>
                  <a:pt x="755" y="519"/>
                  <a:pt x="755" y="519"/>
                  <a:pt x="755" y="519"/>
                </a:cubicBezTo>
                <a:cubicBezTo>
                  <a:pt x="758" y="519"/>
                  <a:pt x="758" y="519"/>
                  <a:pt x="758" y="519"/>
                </a:cubicBezTo>
                <a:moveTo>
                  <a:pt x="784" y="504"/>
                </a:moveTo>
                <a:cubicBezTo>
                  <a:pt x="800" y="504"/>
                  <a:pt x="800" y="504"/>
                  <a:pt x="800" y="504"/>
                </a:cubicBezTo>
                <a:cubicBezTo>
                  <a:pt x="800" y="501"/>
                  <a:pt x="800" y="501"/>
                  <a:pt x="800" y="501"/>
                </a:cubicBezTo>
                <a:cubicBezTo>
                  <a:pt x="784" y="501"/>
                  <a:pt x="784" y="501"/>
                  <a:pt x="784" y="501"/>
                </a:cubicBezTo>
                <a:lnTo>
                  <a:pt x="784" y="504"/>
                </a:lnTo>
                <a:close/>
                <a:moveTo>
                  <a:pt x="876" y="372"/>
                </a:moveTo>
                <a:cubicBezTo>
                  <a:pt x="876" y="276"/>
                  <a:pt x="876" y="276"/>
                  <a:pt x="876" y="276"/>
                </a:cubicBezTo>
                <a:cubicBezTo>
                  <a:pt x="898" y="264"/>
                  <a:pt x="898" y="264"/>
                  <a:pt x="898" y="264"/>
                </a:cubicBezTo>
                <a:cubicBezTo>
                  <a:pt x="898" y="534"/>
                  <a:pt x="898" y="534"/>
                  <a:pt x="898" y="534"/>
                </a:cubicBezTo>
                <a:cubicBezTo>
                  <a:pt x="900" y="534"/>
                  <a:pt x="900" y="534"/>
                  <a:pt x="900" y="534"/>
                </a:cubicBezTo>
                <a:cubicBezTo>
                  <a:pt x="900" y="261"/>
                  <a:pt x="900" y="261"/>
                  <a:pt x="900" y="261"/>
                </a:cubicBezTo>
                <a:cubicBezTo>
                  <a:pt x="874" y="274"/>
                  <a:pt x="874" y="274"/>
                  <a:pt x="874" y="274"/>
                </a:cubicBezTo>
                <a:cubicBezTo>
                  <a:pt x="874" y="372"/>
                  <a:pt x="874" y="372"/>
                  <a:pt x="874" y="372"/>
                </a:cubicBezTo>
                <a:cubicBezTo>
                  <a:pt x="876" y="372"/>
                  <a:pt x="876" y="372"/>
                  <a:pt x="876" y="372"/>
                </a:cubicBezTo>
                <a:moveTo>
                  <a:pt x="889" y="269"/>
                </a:moveTo>
                <a:cubicBezTo>
                  <a:pt x="889" y="260"/>
                  <a:pt x="889" y="260"/>
                  <a:pt x="889" y="260"/>
                </a:cubicBezTo>
                <a:cubicBezTo>
                  <a:pt x="910" y="250"/>
                  <a:pt x="910" y="250"/>
                  <a:pt x="910" y="250"/>
                </a:cubicBezTo>
                <a:cubicBezTo>
                  <a:pt x="948" y="260"/>
                  <a:pt x="948" y="260"/>
                  <a:pt x="948" y="260"/>
                </a:cubicBezTo>
                <a:cubicBezTo>
                  <a:pt x="948" y="267"/>
                  <a:pt x="948" y="267"/>
                  <a:pt x="948" y="267"/>
                </a:cubicBezTo>
                <a:cubicBezTo>
                  <a:pt x="950" y="268"/>
                  <a:pt x="950" y="268"/>
                  <a:pt x="950" y="268"/>
                </a:cubicBezTo>
                <a:cubicBezTo>
                  <a:pt x="950" y="259"/>
                  <a:pt x="950" y="259"/>
                  <a:pt x="950" y="259"/>
                </a:cubicBezTo>
                <a:cubicBezTo>
                  <a:pt x="950" y="258"/>
                  <a:pt x="950" y="258"/>
                  <a:pt x="950" y="258"/>
                </a:cubicBezTo>
                <a:cubicBezTo>
                  <a:pt x="910" y="248"/>
                  <a:pt x="910" y="248"/>
                  <a:pt x="910" y="248"/>
                </a:cubicBezTo>
                <a:cubicBezTo>
                  <a:pt x="887" y="259"/>
                  <a:pt x="887" y="259"/>
                  <a:pt x="887" y="259"/>
                </a:cubicBezTo>
                <a:cubicBezTo>
                  <a:pt x="887" y="269"/>
                  <a:pt x="887" y="269"/>
                  <a:pt x="887" y="269"/>
                </a:cubicBezTo>
                <a:cubicBezTo>
                  <a:pt x="889" y="269"/>
                  <a:pt x="889" y="269"/>
                  <a:pt x="889" y="269"/>
                </a:cubicBezTo>
                <a:moveTo>
                  <a:pt x="899" y="264"/>
                </a:moveTo>
                <a:cubicBezTo>
                  <a:pt x="907" y="267"/>
                  <a:pt x="907" y="267"/>
                  <a:pt x="907" y="267"/>
                </a:cubicBezTo>
                <a:cubicBezTo>
                  <a:pt x="919" y="262"/>
                  <a:pt x="919" y="262"/>
                  <a:pt x="919" y="262"/>
                </a:cubicBezTo>
                <a:cubicBezTo>
                  <a:pt x="965" y="272"/>
                  <a:pt x="965" y="272"/>
                  <a:pt x="965" y="272"/>
                </a:cubicBezTo>
                <a:cubicBezTo>
                  <a:pt x="965" y="536"/>
                  <a:pt x="965" y="536"/>
                  <a:pt x="965" y="536"/>
                </a:cubicBezTo>
                <a:cubicBezTo>
                  <a:pt x="967" y="536"/>
                  <a:pt x="967" y="536"/>
                  <a:pt x="967" y="536"/>
                </a:cubicBezTo>
                <a:cubicBezTo>
                  <a:pt x="967" y="271"/>
                  <a:pt x="967" y="271"/>
                  <a:pt x="967" y="271"/>
                </a:cubicBezTo>
                <a:cubicBezTo>
                  <a:pt x="919" y="260"/>
                  <a:pt x="919" y="260"/>
                  <a:pt x="919" y="260"/>
                </a:cubicBezTo>
                <a:cubicBezTo>
                  <a:pt x="907" y="265"/>
                  <a:pt x="907" y="265"/>
                  <a:pt x="907" y="265"/>
                </a:cubicBezTo>
                <a:cubicBezTo>
                  <a:pt x="900" y="262"/>
                  <a:pt x="900" y="262"/>
                  <a:pt x="900" y="262"/>
                </a:cubicBezTo>
                <a:cubicBezTo>
                  <a:pt x="899" y="264"/>
                  <a:pt x="899" y="264"/>
                  <a:pt x="899" y="264"/>
                </a:cubicBezTo>
                <a:moveTo>
                  <a:pt x="911" y="264"/>
                </a:moveTo>
                <a:cubicBezTo>
                  <a:pt x="911" y="531"/>
                  <a:pt x="911" y="531"/>
                  <a:pt x="911" y="531"/>
                </a:cubicBezTo>
                <a:cubicBezTo>
                  <a:pt x="913" y="531"/>
                  <a:pt x="913" y="531"/>
                  <a:pt x="913" y="531"/>
                </a:cubicBezTo>
                <a:cubicBezTo>
                  <a:pt x="913" y="264"/>
                  <a:pt x="913" y="264"/>
                  <a:pt x="913" y="264"/>
                </a:cubicBezTo>
                <a:moveTo>
                  <a:pt x="925" y="510"/>
                </a:moveTo>
                <a:cubicBezTo>
                  <a:pt x="927" y="510"/>
                  <a:pt x="927" y="510"/>
                  <a:pt x="927" y="510"/>
                </a:cubicBezTo>
                <a:cubicBezTo>
                  <a:pt x="927" y="283"/>
                  <a:pt x="927" y="283"/>
                  <a:pt x="927" y="283"/>
                </a:cubicBezTo>
                <a:cubicBezTo>
                  <a:pt x="925" y="283"/>
                  <a:pt x="925" y="283"/>
                  <a:pt x="925" y="283"/>
                </a:cubicBezTo>
                <a:lnTo>
                  <a:pt x="925" y="510"/>
                </a:lnTo>
                <a:close/>
                <a:moveTo>
                  <a:pt x="883" y="271"/>
                </a:moveTo>
                <a:cubicBezTo>
                  <a:pt x="883" y="247"/>
                  <a:pt x="883" y="247"/>
                  <a:pt x="883" y="247"/>
                </a:cubicBezTo>
                <a:cubicBezTo>
                  <a:pt x="914" y="208"/>
                  <a:pt x="914" y="208"/>
                  <a:pt x="914" y="208"/>
                </a:cubicBezTo>
                <a:cubicBezTo>
                  <a:pt x="923" y="208"/>
                  <a:pt x="923" y="208"/>
                  <a:pt x="923" y="208"/>
                </a:cubicBezTo>
                <a:cubicBezTo>
                  <a:pt x="957" y="247"/>
                  <a:pt x="957" y="247"/>
                  <a:pt x="957" y="247"/>
                </a:cubicBezTo>
                <a:cubicBezTo>
                  <a:pt x="957" y="270"/>
                  <a:pt x="957" y="270"/>
                  <a:pt x="957" y="270"/>
                </a:cubicBezTo>
                <a:cubicBezTo>
                  <a:pt x="960" y="270"/>
                  <a:pt x="960" y="270"/>
                  <a:pt x="960" y="270"/>
                </a:cubicBezTo>
                <a:cubicBezTo>
                  <a:pt x="960" y="246"/>
                  <a:pt x="960" y="246"/>
                  <a:pt x="960" y="246"/>
                </a:cubicBezTo>
                <a:cubicBezTo>
                  <a:pt x="924" y="206"/>
                  <a:pt x="924" y="206"/>
                  <a:pt x="924" y="206"/>
                </a:cubicBezTo>
                <a:cubicBezTo>
                  <a:pt x="913" y="206"/>
                  <a:pt x="913" y="206"/>
                  <a:pt x="913" y="206"/>
                </a:cubicBezTo>
                <a:cubicBezTo>
                  <a:pt x="881" y="246"/>
                  <a:pt x="881" y="246"/>
                  <a:pt x="881" y="246"/>
                </a:cubicBezTo>
                <a:cubicBezTo>
                  <a:pt x="881" y="271"/>
                  <a:pt x="881" y="271"/>
                  <a:pt x="881" y="271"/>
                </a:cubicBezTo>
                <a:cubicBezTo>
                  <a:pt x="883" y="271"/>
                  <a:pt x="883" y="271"/>
                  <a:pt x="883" y="271"/>
                </a:cubicBezTo>
                <a:moveTo>
                  <a:pt x="917" y="207"/>
                </a:moveTo>
                <a:cubicBezTo>
                  <a:pt x="909" y="238"/>
                  <a:pt x="909" y="238"/>
                  <a:pt x="909" y="238"/>
                </a:cubicBezTo>
                <a:cubicBezTo>
                  <a:pt x="909" y="249"/>
                  <a:pt x="909" y="249"/>
                  <a:pt x="909" y="249"/>
                </a:cubicBezTo>
                <a:cubicBezTo>
                  <a:pt x="909" y="265"/>
                  <a:pt x="909" y="265"/>
                  <a:pt x="909" y="265"/>
                </a:cubicBezTo>
                <a:cubicBezTo>
                  <a:pt x="911" y="265"/>
                  <a:pt x="911" y="265"/>
                  <a:pt x="911" y="265"/>
                </a:cubicBezTo>
                <a:cubicBezTo>
                  <a:pt x="911" y="249"/>
                  <a:pt x="911" y="249"/>
                  <a:pt x="911" y="249"/>
                </a:cubicBezTo>
                <a:cubicBezTo>
                  <a:pt x="911" y="238"/>
                  <a:pt x="911" y="238"/>
                  <a:pt x="911" y="238"/>
                </a:cubicBezTo>
                <a:cubicBezTo>
                  <a:pt x="920" y="208"/>
                  <a:pt x="920" y="208"/>
                  <a:pt x="920" y="208"/>
                </a:cubicBezTo>
                <a:cubicBezTo>
                  <a:pt x="917" y="207"/>
                  <a:pt x="917" y="207"/>
                  <a:pt x="917" y="207"/>
                </a:cubicBezTo>
                <a:moveTo>
                  <a:pt x="894" y="257"/>
                </a:moveTo>
                <a:cubicBezTo>
                  <a:pt x="894" y="249"/>
                  <a:pt x="894" y="249"/>
                  <a:pt x="894" y="249"/>
                </a:cubicBezTo>
                <a:cubicBezTo>
                  <a:pt x="910" y="239"/>
                  <a:pt x="910" y="239"/>
                  <a:pt x="910" y="239"/>
                </a:cubicBezTo>
                <a:cubicBezTo>
                  <a:pt x="945" y="247"/>
                  <a:pt x="945" y="247"/>
                  <a:pt x="945" y="247"/>
                </a:cubicBezTo>
                <a:cubicBezTo>
                  <a:pt x="945" y="257"/>
                  <a:pt x="945" y="257"/>
                  <a:pt x="945" y="257"/>
                </a:cubicBezTo>
                <a:cubicBezTo>
                  <a:pt x="947" y="257"/>
                  <a:pt x="947" y="257"/>
                  <a:pt x="947" y="257"/>
                </a:cubicBezTo>
                <a:cubicBezTo>
                  <a:pt x="947" y="245"/>
                  <a:pt x="947" y="245"/>
                  <a:pt x="947" y="245"/>
                </a:cubicBezTo>
                <a:cubicBezTo>
                  <a:pt x="910" y="236"/>
                  <a:pt x="910" y="236"/>
                  <a:pt x="910" y="236"/>
                </a:cubicBezTo>
                <a:cubicBezTo>
                  <a:pt x="892" y="247"/>
                  <a:pt x="892" y="247"/>
                  <a:pt x="892" y="247"/>
                </a:cubicBezTo>
                <a:cubicBezTo>
                  <a:pt x="892" y="257"/>
                  <a:pt x="892" y="257"/>
                  <a:pt x="892" y="257"/>
                </a:cubicBezTo>
                <a:cubicBezTo>
                  <a:pt x="894" y="257"/>
                  <a:pt x="894" y="257"/>
                  <a:pt x="894" y="257"/>
                </a:cubicBezTo>
                <a:moveTo>
                  <a:pt x="943" y="230"/>
                </a:moveTo>
                <a:cubicBezTo>
                  <a:pt x="942" y="245"/>
                  <a:pt x="942" y="245"/>
                  <a:pt x="942" y="245"/>
                </a:cubicBezTo>
                <a:cubicBezTo>
                  <a:pt x="945" y="245"/>
                  <a:pt x="945" y="245"/>
                  <a:pt x="945" y="245"/>
                </a:cubicBezTo>
                <a:cubicBezTo>
                  <a:pt x="945" y="230"/>
                  <a:pt x="945" y="230"/>
                  <a:pt x="945" y="230"/>
                </a:cubicBezTo>
                <a:moveTo>
                  <a:pt x="896" y="245"/>
                </a:moveTo>
                <a:cubicBezTo>
                  <a:pt x="898" y="245"/>
                  <a:pt x="898" y="245"/>
                  <a:pt x="898" y="245"/>
                </a:cubicBezTo>
                <a:cubicBezTo>
                  <a:pt x="898" y="228"/>
                  <a:pt x="898" y="228"/>
                  <a:pt x="898" y="228"/>
                </a:cubicBezTo>
                <a:cubicBezTo>
                  <a:pt x="896" y="228"/>
                  <a:pt x="896" y="228"/>
                  <a:pt x="896" y="228"/>
                </a:cubicBezTo>
                <a:lnTo>
                  <a:pt x="896" y="245"/>
                </a:lnTo>
                <a:close/>
                <a:moveTo>
                  <a:pt x="945" y="252"/>
                </a:moveTo>
                <a:cubicBezTo>
                  <a:pt x="958" y="252"/>
                  <a:pt x="958" y="252"/>
                  <a:pt x="958" y="252"/>
                </a:cubicBezTo>
                <a:cubicBezTo>
                  <a:pt x="958" y="250"/>
                  <a:pt x="958" y="250"/>
                  <a:pt x="958" y="250"/>
                </a:cubicBezTo>
                <a:cubicBezTo>
                  <a:pt x="945" y="250"/>
                  <a:pt x="945" y="250"/>
                  <a:pt x="945" y="250"/>
                </a:cubicBezTo>
                <a:moveTo>
                  <a:pt x="914" y="207"/>
                </a:moveTo>
                <a:cubicBezTo>
                  <a:pt x="914" y="182"/>
                  <a:pt x="914" y="182"/>
                  <a:pt x="914" y="182"/>
                </a:cubicBezTo>
                <a:cubicBezTo>
                  <a:pt x="919" y="177"/>
                  <a:pt x="919" y="177"/>
                  <a:pt x="919" y="177"/>
                </a:cubicBezTo>
                <a:cubicBezTo>
                  <a:pt x="924" y="182"/>
                  <a:pt x="924" y="182"/>
                  <a:pt x="924" y="182"/>
                </a:cubicBezTo>
                <a:cubicBezTo>
                  <a:pt x="924" y="208"/>
                  <a:pt x="924" y="208"/>
                  <a:pt x="924" y="208"/>
                </a:cubicBezTo>
                <a:cubicBezTo>
                  <a:pt x="926" y="208"/>
                  <a:pt x="926" y="208"/>
                  <a:pt x="926" y="208"/>
                </a:cubicBezTo>
                <a:cubicBezTo>
                  <a:pt x="926" y="181"/>
                  <a:pt x="926" y="181"/>
                  <a:pt x="926" y="181"/>
                </a:cubicBezTo>
                <a:cubicBezTo>
                  <a:pt x="919" y="174"/>
                  <a:pt x="919" y="174"/>
                  <a:pt x="919" y="174"/>
                </a:cubicBezTo>
                <a:cubicBezTo>
                  <a:pt x="912" y="181"/>
                  <a:pt x="912" y="181"/>
                  <a:pt x="912" y="181"/>
                </a:cubicBezTo>
                <a:cubicBezTo>
                  <a:pt x="912" y="207"/>
                  <a:pt x="912" y="207"/>
                  <a:pt x="912" y="207"/>
                </a:cubicBezTo>
                <a:cubicBezTo>
                  <a:pt x="914" y="207"/>
                  <a:pt x="914" y="207"/>
                  <a:pt x="914" y="207"/>
                </a:cubicBezTo>
                <a:moveTo>
                  <a:pt x="918" y="175"/>
                </a:moveTo>
                <a:cubicBezTo>
                  <a:pt x="920" y="175"/>
                  <a:pt x="920" y="175"/>
                  <a:pt x="920" y="175"/>
                </a:cubicBezTo>
                <a:cubicBezTo>
                  <a:pt x="920" y="114"/>
                  <a:pt x="920" y="114"/>
                  <a:pt x="920" y="114"/>
                </a:cubicBezTo>
                <a:cubicBezTo>
                  <a:pt x="918" y="114"/>
                  <a:pt x="918" y="114"/>
                  <a:pt x="918" y="114"/>
                </a:cubicBezTo>
                <a:lnTo>
                  <a:pt x="918" y="175"/>
                </a:lnTo>
                <a:close/>
                <a:moveTo>
                  <a:pt x="917" y="207"/>
                </a:moveTo>
                <a:cubicBezTo>
                  <a:pt x="920" y="207"/>
                  <a:pt x="920" y="207"/>
                  <a:pt x="920" y="207"/>
                </a:cubicBezTo>
                <a:cubicBezTo>
                  <a:pt x="920" y="176"/>
                  <a:pt x="920" y="176"/>
                  <a:pt x="920" y="176"/>
                </a:cubicBezTo>
                <a:cubicBezTo>
                  <a:pt x="917" y="176"/>
                  <a:pt x="917" y="176"/>
                  <a:pt x="917" y="176"/>
                </a:cubicBezTo>
                <a:lnTo>
                  <a:pt x="917" y="207"/>
                </a:lnTo>
                <a:close/>
                <a:moveTo>
                  <a:pt x="867" y="544"/>
                </a:moveTo>
                <a:cubicBezTo>
                  <a:pt x="892" y="535"/>
                  <a:pt x="913" y="531"/>
                  <a:pt x="931" y="531"/>
                </a:cubicBezTo>
                <a:cubicBezTo>
                  <a:pt x="969" y="531"/>
                  <a:pt x="992" y="546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7" y="551"/>
                  <a:pt x="997" y="551"/>
                  <a:pt x="997" y="551"/>
                </a:cubicBezTo>
                <a:cubicBezTo>
                  <a:pt x="995" y="552"/>
                  <a:pt x="990" y="554"/>
                  <a:pt x="983" y="556"/>
                </a:cubicBezTo>
                <a:cubicBezTo>
                  <a:pt x="977" y="558"/>
                  <a:pt x="970" y="559"/>
                  <a:pt x="964" y="560"/>
                </a:cubicBezTo>
                <a:cubicBezTo>
                  <a:pt x="964" y="562"/>
                  <a:pt x="964" y="562"/>
                  <a:pt x="964" y="562"/>
                </a:cubicBezTo>
                <a:cubicBezTo>
                  <a:pt x="972" y="561"/>
                  <a:pt x="980" y="559"/>
                  <a:pt x="987" y="557"/>
                </a:cubicBezTo>
                <a:cubicBezTo>
                  <a:pt x="991" y="556"/>
                  <a:pt x="994" y="555"/>
                  <a:pt x="996" y="554"/>
                </a:cubicBezTo>
                <a:cubicBezTo>
                  <a:pt x="997" y="553"/>
                  <a:pt x="998" y="553"/>
                  <a:pt x="999" y="552"/>
                </a:cubicBezTo>
                <a:cubicBezTo>
                  <a:pt x="999" y="552"/>
                  <a:pt x="1000" y="551"/>
                  <a:pt x="1000" y="550"/>
                </a:cubicBezTo>
                <a:cubicBezTo>
                  <a:pt x="1000" y="549"/>
                  <a:pt x="999" y="549"/>
                  <a:pt x="999" y="548"/>
                </a:cubicBezTo>
                <a:cubicBezTo>
                  <a:pt x="993" y="544"/>
                  <a:pt x="970" y="529"/>
                  <a:pt x="931" y="529"/>
                </a:cubicBezTo>
                <a:cubicBezTo>
                  <a:pt x="913" y="529"/>
                  <a:pt x="891" y="533"/>
                  <a:pt x="866" y="542"/>
                </a:cubicBezTo>
                <a:cubicBezTo>
                  <a:pt x="867" y="544"/>
                  <a:pt x="867" y="544"/>
                  <a:pt x="867" y="544"/>
                </a:cubicBezTo>
                <a:moveTo>
                  <a:pt x="895" y="567"/>
                </a:moveTo>
                <a:cubicBezTo>
                  <a:pt x="895" y="567"/>
                  <a:pt x="895" y="566"/>
                  <a:pt x="895" y="565"/>
                </a:cubicBezTo>
                <a:cubicBezTo>
                  <a:pt x="896" y="562"/>
                  <a:pt x="900" y="555"/>
                  <a:pt x="907" y="550"/>
                </a:cubicBezTo>
                <a:cubicBezTo>
                  <a:pt x="918" y="543"/>
                  <a:pt x="923" y="543"/>
                  <a:pt x="935" y="542"/>
                </a:cubicBezTo>
                <a:cubicBezTo>
                  <a:pt x="935" y="540"/>
                  <a:pt x="935" y="540"/>
                  <a:pt x="935" y="540"/>
                </a:cubicBezTo>
                <a:cubicBezTo>
                  <a:pt x="923" y="541"/>
                  <a:pt x="917" y="541"/>
                  <a:pt x="906" y="548"/>
                </a:cubicBezTo>
                <a:cubicBezTo>
                  <a:pt x="895" y="555"/>
                  <a:pt x="893" y="566"/>
                  <a:pt x="893" y="567"/>
                </a:cubicBezTo>
                <a:cubicBezTo>
                  <a:pt x="895" y="567"/>
                  <a:pt x="895" y="567"/>
                  <a:pt x="895" y="567"/>
                </a:cubicBezTo>
                <a:moveTo>
                  <a:pt x="889" y="570"/>
                </a:moveTo>
                <a:cubicBezTo>
                  <a:pt x="889" y="570"/>
                  <a:pt x="890" y="569"/>
                  <a:pt x="891" y="569"/>
                </a:cubicBezTo>
                <a:cubicBezTo>
                  <a:pt x="896" y="567"/>
                  <a:pt x="908" y="562"/>
                  <a:pt x="926" y="561"/>
                </a:cubicBezTo>
                <a:cubicBezTo>
                  <a:pt x="930" y="561"/>
                  <a:pt x="934" y="561"/>
                  <a:pt x="938" y="561"/>
                </a:cubicBezTo>
                <a:cubicBezTo>
                  <a:pt x="960" y="561"/>
                  <a:pt x="979" y="565"/>
                  <a:pt x="993" y="571"/>
                </a:cubicBezTo>
                <a:cubicBezTo>
                  <a:pt x="1009" y="579"/>
                  <a:pt x="1014" y="585"/>
                  <a:pt x="1023" y="590"/>
                </a:cubicBezTo>
                <a:cubicBezTo>
                  <a:pt x="1033" y="594"/>
                  <a:pt x="1033" y="595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0" y="598"/>
                  <a:pt x="1038" y="598"/>
                </a:cubicBezTo>
                <a:cubicBezTo>
                  <a:pt x="1037" y="598"/>
                  <a:pt x="1034" y="599"/>
                  <a:pt x="1032" y="599"/>
                </a:cubicBezTo>
                <a:cubicBezTo>
                  <a:pt x="1027" y="599"/>
                  <a:pt x="1021" y="598"/>
                  <a:pt x="1014" y="595"/>
                </a:cubicBezTo>
                <a:cubicBezTo>
                  <a:pt x="1010" y="593"/>
                  <a:pt x="1003" y="588"/>
                  <a:pt x="995" y="585"/>
                </a:cubicBezTo>
                <a:cubicBezTo>
                  <a:pt x="987" y="582"/>
                  <a:pt x="976" y="573"/>
                  <a:pt x="958" y="571"/>
                </a:cubicBezTo>
                <a:cubicBezTo>
                  <a:pt x="952" y="571"/>
                  <a:pt x="945" y="570"/>
                  <a:pt x="937" y="570"/>
                </a:cubicBezTo>
                <a:cubicBezTo>
                  <a:pt x="929" y="570"/>
                  <a:pt x="920" y="571"/>
                  <a:pt x="910" y="573"/>
                </a:cubicBezTo>
                <a:cubicBezTo>
                  <a:pt x="904" y="574"/>
                  <a:pt x="879" y="584"/>
                  <a:pt x="868" y="588"/>
                </a:cubicBezTo>
                <a:cubicBezTo>
                  <a:pt x="858" y="592"/>
                  <a:pt x="858" y="594"/>
                  <a:pt x="840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8"/>
                  <a:pt x="841" y="598"/>
                </a:cubicBezTo>
                <a:cubicBezTo>
                  <a:pt x="844" y="595"/>
                  <a:pt x="851" y="590"/>
                  <a:pt x="857" y="586"/>
                </a:cubicBezTo>
                <a:cubicBezTo>
                  <a:pt x="860" y="585"/>
                  <a:pt x="864" y="583"/>
                  <a:pt x="866" y="581"/>
                </a:cubicBezTo>
                <a:cubicBezTo>
                  <a:pt x="868" y="580"/>
                  <a:pt x="870" y="579"/>
                  <a:pt x="871" y="579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69" y="577"/>
                  <a:pt x="867" y="578"/>
                  <a:pt x="863" y="580"/>
                </a:cubicBezTo>
                <a:cubicBezTo>
                  <a:pt x="859" y="583"/>
                  <a:pt x="852" y="587"/>
                  <a:pt x="847" y="590"/>
                </a:cubicBezTo>
                <a:cubicBezTo>
                  <a:pt x="845" y="592"/>
                  <a:pt x="842" y="594"/>
                  <a:pt x="841" y="595"/>
                </a:cubicBezTo>
                <a:cubicBezTo>
                  <a:pt x="840" y="596"/>
                  <a:pt x="839" y="596"/>
                  <a:pt x="839" y="597"/>
                </a:cubicBezTo>
                <a:cubicBezTo>
                  <a:pt x="838" y="598"/>
                  <a:pt x="838" y="598"/>
                  <a:pt x="838" y="599"/>
                </a:cubicBezTo>
                <a:cubicBezTo>
                  <a:pt x="838" y="600"/>
                  <a:pt x="838" y="600"/>
                  <a:pt x="838" y="600"/>
                </a:cubicBezTo>
                <a:cubicBezTo>
                  <a:pt x="839" y="600"/>
                  <a:pt x="839" y="600"/>
                  <a:pt x="839" y="600"/>
                </a:cubicBezTo>
                <a:cubicBezTo>
                  <a:pt x="841" y="600"/>
                  <a:pt x="841" y="600"/>
                  <a:pt x="841" y="600"/>
                </a:cubicBezTo>
                <a:cubicBezTo>
                  <a:pt x="858" y="596"/>
                  <a:pt x="859" y="594"/>
                  <a:pt x="869" y="590"/>
                </a:cubicBezTo>
                <a:cubicBezTo>
                  <a:pt x="879" y="586"/>
                  <a:pt x="905" y="576"/>
                  <a:pt x="911" y="575"/>
                </a:cubicBezTo>
                <a:cubicBezTo>
                  <a:pt x="920" y="573"/>
                  <a:pt x="929" y="572"/>
                  <a:pt x="937" y="572"/>
                </a:cubicBezTo>
                <a:cubicBezTo>
                  <a:pt x="945" y="572"/>
                  <a:pt x="952" y="573"/>
                  <a:pt x="958" y="574"/>
                </a:cubicBezTo>
                <a:cubicBezTo>
                  <a:pt x="975" y="576"/>
                  <a:pt x="986" y="584"/>
                  <a:pt x="994" y="587"/>
                </a:cubicBezTo>
                <a:cubicBezTo>
                  <a:pt x="1002" y="590"/>
                  <a:pt x="1008" y="595"/>
                  <a:pt x="1013" y="597"/>
                </a:cubicBezTo>
                <a:cubicBezTo>
                  <a:pt x="1020" y="600"/>
                  <a:pt x="1027" y="601"/>
                  <a:pt x="1032" y="601"/>
                </a:cubicBezTo>
                <a:cubicBezTo>
                  <a:pt x="1035" y="601"/>
                  <a:pt x="1038" y="600"/>
                  <a:pt x="1040" y="600"/>
                </a:cubicBezTo>
                <a:cubicBezTo>
                  <a:pt x="1040" y="600"/>
                  <a:pt x="1041" y="599"/>
                  <a:pt x="1042" y="599"/>
                </a:cubicBezTo>
                <a:cubicBezTo>
                  <a:pt x="1042" y="599"/>
                  <a:pt x="1043" y="598"/>
                  <a:pt x="1043" y="597"/>
                </a:cubicBezTo>
                <a:cubicBezTo>
                  <a:pt x="1043" y="596"/>
                  <a:pt x="1043" y="596"/>
                  <a:pt x="1043" y="596"/>
                </a:cubicBezTo>
                <a:cubicBezTo>
                  <a:pt x="1042" y="596"/>
                  <a:pt x="1042" y="596"/>
                  <a:pt x="1042" y="596"/>
                </a:cubicBezTo>
                <a:cubicBezTo>
                  <a:pt x="1033" y="593"/>
                  <a:pt x="1034" y="592"/>
                  <a:pt x="1024" y="588"/>
                </a:cubicBezTo>
                <a:cubicBezTo>
                  <a:pt x="1016" y="584"/>
                  <a:pt x="1010" y="577"/>
                  <a:pt x="994" y="569"/>
                </a:cubicBezTo>
                <a:cubicBezTo>
                  <a:pt x="979" y="563"/>
                  <a:pt x="960" y="559"/>
                  <a:pt x="938" y="559"/>
                </a:cubicBezTo>
                <a:cubicBezTo>
                  <a:pt x="934" y="559"/>
                  <a:pt x="930" y="559"/>
                  <a:pt x="926" y="559"/>
                </a:cubicBezTo>
                <a:cubicBezTo>
                  <a:pt x="902" y="561"/>
                  <a:pt x="888" y="568"/>
                  <a:pt x="888" y="568"/>
                </a:cubicBezTo>
                <a:cubicBezTo>
                  <a:pt x="889" y="570"/>
                  <a:pt x="889" y="570"/>
                  <a:pt x="889" y="570"/>
                </a:cubicBezTo>
                <a:moveTo>
                  <a:pt x="906" y="605"/>
                </a:moveTo>
                <a:cubicBezTo>
                  <a:pt x="906" y="606"/>
                  <a:pt x="906" y="606"/>
                  <a:pt x="906" y="606"/>
                </a:cubicBezTo>
                <a:cubicBezTo>
                  <a:pt x="937" y="606"/>
                  <a:pt x="937" y="606"/>
                  <a:pt x="937" y="606"/>
                </a:cubicBezTo>
                <a:cubicBezTo>
                  <a:pt x="937" y="607"/>
                  <a:pt x="937" y="607"/>
                  <a:pt x="937" y="607"/>
                </a:cubicBezTo>
                <a:cubicBezTo>
                  <a:pt x="907" y="607"/>
                  <a:pt x="907" y="607"/>
                  <a:pt x="907" y="607"/>
                </a:cubicBezTo>
                <a:cubicBezTo>
                  <a:pt x="907" y="605"/>
                  <a:pt x="907" y="605"/>
                  <a:pt x="907" y="605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6" y="606"/>
                  <a:pt x="906" y="606"/>
                  <a:pt x="906" y="606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5" y="610"/>
                  <a:pt x="905" y="610"/>
                  <a:pt x="905" y="610"/>
                </a:cubicBezTo>
                <a:cubicBezTo>
                  <a:pt x="939" y="610"/>
                  <a:pt x="939" y="610"/>
                  <a:pt x="939" y="610"/>
                </a:cubicBezTo>
                <a:cubicBezTo>
                  <a:pt x="939" y="604"/>
                  <a:pt x="939" y="604"/>
                  <a:pt x="939" y="604"/>
                </a:cubicBezTo>
                <a:cubicBezTo>
                  <a:pt x="905" y="604"/>
                  <a:pt x="905" y="604"/>
                  <a:pt x="905" y="604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6" y="605"/>
                  <a:pt x="906" y="605"/>
                  <a:pt x="906" y="605"/>
                </a:cubicBezTo>
                <a:moveTo>
                  <a:pt x="906" y="617"/>
                </a:moveTo>
                <a:cubicBezTo>
                  <a:pt x="906" y="619"/>
                  <a:pt x="906" y="619"/>
                  <a:pt x="906" y="619"/>
                </a:cubicBezTo>
                <a:cubicBezTo>
                  <a:pt x="937" y="619"/>
                  <a:pt x="937" y="619"/>
                  <a:pt x="937" y="619"/>
                </a:cubicBezTo>
                <a:cubicBezTo>
                  <a:pt x="937" y="620"/>
                  <a:pt x="937" y="620"/>
                  <a:pt x="937" y="620"/>
                </a:cubicBezTo>
                <a:cubicBezTo>
                  <a:pt x="907" y="620"/>
                  <a:pt x="907" y="620"/>
                  <a:pt x="907" y="620"/>
                </a:cubicBezTo>
                <a:cubicBezTo>
                  <a:pt x="907" y="617"/>
                  <a:pt x="907" y="617"/>
                  <a:pt x="907" y="617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6" y="619"/>
                  <a:pt x="906" y="619"/>
                  <a:pt x="906" y="619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5" y="622"/>
                  <a:pt x="905" y="622"/>
                  <a:pt x="905" y="622"/>
                </a:cubicBezTo>
                <a:cubicBezTo>
                  <a:pt x="939" y="622"/>
                  <a:pt x="939" y="622"/>
                  <a:pt x="939" y="622"/>
                </a:cubicBezTo>
                <a:cubicBezTo>
                  <a:pt x="939" y="616"/>
                  <a:pt x="939" y="616"/>
                  <a:pt x="939" y="616"/>
                </a:cubicBezTo>
                <a:cubicBezTo>
                  <a:pt x="905" y="616"/>
                  <a:pt x="905" y="616"/>
                  <a:pt x="905" y="616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6" y="617"/>
                  <a:pt x="906" y="617"/>
                  <a:pt x="906" y="617"/>
                </a:cubicBezTo>
                <a:moveTo>
                  <a:pt x="906" y="632"/>
                </a:moveTo>
                <a:cubicBezTo>
                  <a:pt x="906" y="634"/>
                  <a:pt x="906" y="634"/>
                  <a:pt x="906" y="634"/>
                </a:cubicBezTo>
                <a:cubicBezTo>
                  <a:pt x="937" y="634"/>
                  <a:pt x="937" y="634"/>
                  <a:pt x="937" y="634"/>
                </a:cubicBezTo>
                <a:cubicBezTo>
                  <a:pt x="937" y="635"/>
                  <a:pt x="937" y="635"/>
                  <a:pt x="937" y="635"/>
                </a:cubicBezTo>
                <a:cubicBezTo>
                  <a:pt x="907" y="635"/>
                  <a:pt x="907" y="635"/>
                  <a:pt x="907" y="635"/>
                </a:cubicBezTo>
                <a:cubicBezTo>
                  <a:pt x="907" y="632"/>
                  <a:pt x="907" y="632"/>
                  <a:pt x="907" y="632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6" y="634"/>
                  <a:pt x="906" y="634"/>
                  <a:pt x="906" y="634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5" y="637"/>
                  <a:pt x="905" y="637"/>
                  <a:pt x="905" y="637"/>
                </a:cubicBezTo>
                <a:cubicBezTo>
                  <a:pt x="939" y="637"/>
                  <a:pt x="939" y="637"/>
                  <a:pt x="939" y="637"/>
                </a:cubicBezTo>
                <a:cubicBezTo>
                  <a:pt x="939" y="631"/>
                  <a:pt x="939" y="631"/>
                  <a:pt x="939" y="631"/>
                </a:cubicBezTo>
                <a:cubicBezTo>
                  <a:pt x="905" y="631"/>
                  <a:pt x="905" y="631"/>
                  <a:pt x="905" y="631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6" y="632"/>
                  <a:pt x="906" y="632"/>
                  <a:pt x="906" y="632"/>
                </a:cubicBezTo>
                <a:moveTo>
                  <a:pt x="906" y="646"/>
                </a:moveTo>
                <a:cubicBezTo>
                  <a:pt x="906" y="647"/>
                  <a:pt x="906" y="647"/>
                  <a:pt x="906" y="647"/>
                </a:cubicBezTo>
                <a:cubicBezTo>
                  <a:pt x="937" y="647"/>
                  <a:pt x="937" y="647"/>
                  <a:pt x="937" y="647"/>
                </a:cubicBezTo>
                <a:cubicBezTo>
                  <a:pt x="937" y="650"/>
                  <a:pt x="937" y="650"/>
                  <a:pt x="937" y="650"/>
                </a:cubicBezTo>
                <a:cubicBezTo>
                  <a:pt x="907" y="650"/>
                  <a:pt x="907" y="650"/>
                  <a:pt x="907" y="650"/>
                </a:cubicBezTo>
                <a:cubicBezTo>
                  <a:pt x="907" y="646"/>
                  <a:pt x="907" y="646"/>
                  <a:pt x="907" y="646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6" y="647"/>
                  <a:pt x="906" y="647"/>
                  <a:pt x="906" y="647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5" y="652"/>
                  <a:pt x="905" y="652"/>
                  <a:pt x="905" y="652"/>
                </a:cubicBezTo>
                <a:cubicBezTo>
                  <a:pt x="939" y="652"/>
                  <a:pt x="939" y="652"/>
                  <a:pt x="939" y="652"/>
                </a:cubicBezTo>
                <a:cubicBezTo>
                  <a:pt x="939" y="645"/>
                  <a:pt x="939" y="645"/>
                  <a:pt x="939" y="645"/>
                </a:cubicBezTo>
                <a:cubicBezTo>
                  <a:pt x="905" y="645"/>
                  <a:pt x="905" y="645"/>
                  <a:pt x="905" y="645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6" y="646"/>
                  <a:pt x="906" y="646"/>
                  <a:pt x="906" y="646"/>
                </a:cubicBezTo>
                <a:moveTo>
                  <a:pt x="986" y="374"/>
                </a:moveTo>
                <a:cubicBezTo>
                  <a:pt x="985" y="374"/>
                  <a:pt x="985" y="374"/>
                  <a:pt x="985" y="374"/>
                </a:cubicBezTo>
                <a:cubicBezTo>
                  <a:pt x="985" y="390"/>
                  <a:pt x="985" y="390"/>
                  <a:pt x="985" y="390"/>
                </a:cubicBezTo>
                <a:cubicBezTo>
                  <a:pt x="1053" y="390"/>
                  <a:pt x="1053" y="390"/>
                  <a:pt x="1053" y="390"/>
                </a:cubicBezTo>
                <a:cubicBezTo>
                  <a:pt x="1053" y="373"/>
                  <a:pt x="1053" y="373"/>
                  <a:pt x="1053" y="373"/>
                </a:cubicBezTo>
                <a:cubicBezTo>
                  <a:pt x="985" y="373"/>
                  <a:pt x="985" y="373"/>
                  <a:pt x="985" y="373"/>
                </a:cubicBezTo>
                <a:cubicBezTo>
                  <a:pt x="985" y="374"/>
                  <a:pt x="985" y="374"/>
                  <a:pt x="985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1051" y="375"/>
                  <a:pt x="1051" y="375"/>
                  <a:pt x="1051" y="375"/>
                </a:cubicBezTo>
                <a:cubicBezTo>
                  <a:pt x="1051" y="388"/>
                  <a:pt x="1051" y="388"/>
                  <a:pt x="1051" y="388"/>
                </a:cubicBezTo>
                <a:cubicBezTo>
                  <a:pt x="987" y="388"/>
                  <a:pt x="987" y="388"/>
                  <a:pt x="987" y="388"/>
                </a:cubicBezTo>
                <a:cubicBezTo>
                  <a:pt x="987" y="374"/>
                  <a:pt x="987" y="374"/>
                  <a:pt x="987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986" y="374"/>
                  <a:pt x="986" y="374"/>
                  <a:pt x="986" y="374"/>
                </a:cubicBezTo>
                <a:moveTo>
                  <a:pt x="983" y="541"/>
                </a:moveTo>
                <a:cubicBezTo>
                  <a:pt x="983" y="396"/>
                  <a:pt x="983" y="396"/>
                  <a:pt x="983" y="396"/>
                </a:cubicBezTo>
                <a:cubicBezTo>
                  <a:pt x="1055" y="396"/>
                  <a:pt x="1055" y="396"/>
                  <a:pt x="1055" y="396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8" y="400"/>
                  <a:pt x="1058" y="400"/>
                  <a:pt x="1058" y="400"/>
                </a:cubicBezTo>
                <a:cubicBezTo>
                  <a:pt x="1058" y="393"/>
                  <a:pt x="1058" y="393"/>
                  <a:pt x="1058" y="393"/>
                </a:cubicBezTo>
                <a:cubicBezTo>
                  <a:pt x="981" y="393"/>
                  <a:pt x="981" y="393"/>
                  <a:pt x="981" y="393"/>
                </a:cubicBezTo>
                <a:cubicBezTo>
                  <a:pt x="981" y="541"/>
                  <a:pt x="981" y="541"/>
                  <a:pt x="981" y="541"/>
                </a:cubicBezTo>
                <a:cubicBezTo>
                  <a:pt x="983" y="541"/>
                  <a:pt x="983" y="541"/>
                  <a:pt x="983" y="541"/>
                </a:cubicBezTo>
                <a:moveTo>
                  <a:pt x="1033" y="583"/>
                </a:moveTo>
                <a:cubicBezTo>
                  <a:pt x="1033" y="402"/>
                  <a:pt x="1033" y="402"/>
                  <a:pt x="1033" y="402"/>
                </a:cubicBezTo>
                <a:cubicBezTo>
                  <a:pt x="1105" y="402"/>
                  <a:pt x="1105" y="402"/>
                  <a:pt x="1105" y="402"/>
                </a:cubicBezTo>
                <a:cubicBezTo>
                  <a:pt x="1105" y="435"/>
                  <a:pt x="1105" y="435"/>
                  <a:pt x="1105" y="435"/>
                </a:cubicBezTo>
                <a:cubicBezTo>
                  <a:pt x="1107" y="435"/>
                  <a:pt x="1107" y="435"/>
                  <a:pt x="1107" y="435"/>
                </a:cubicBezTo>
                <a:cubicBezTo>
                  <a:pt x="1107" y="399"/>
                  <a:pt x="1107" y="399"/>
                  <a:pt x="1107" y="399"/>
                </a:cubicBezTo>
                <a:cubicBezTo>
                  <a:pt x="1031" y="399"/>
                  <a:pt x="1031" y="399"/>
                  <a:pt x="1031" y="399"/>
                </a:cubicBezTo>
                <a:cubicBezTo>
                  <a:pt x="1031" y="583"/>
                  <a:pt x="1031" y="583"/>
                  <a:pt x="1031" y="583"/>
                </a:cubicBezTo>
                <a:cubicBezTo>
                  <a:pt x="1033" y="583"/>
                  <a:pt x="1033" y="583"/>
                  <a:pt x="1033" y="583"/>
                </a:cubicBezTo>
                <a:moveTo>
                  <a:pt x="1089" y="577"/>
                </a:moveTo>
                <a:cubicBezTo>
                  <a:pt x="1089" y="449"/>
                  <a:pt x="1089" y="449"/>
                  <a:pt x="1089" y="449"/>
                </a:cubicBezTo>
                <a:cubicBezTo>
                  <a:pt x="1101" y="444"/>
                  <a:pt x="1101" y="444"/>
                  <a:pt x="1101" y="444"/>
                </a:cubicBezTo>
                <a:cubicBezTo>
                  <a:pt x="1147" y="444"/>
                  <a:pt x="1147" y="444"/>
                  <a:pt x="1147" y="444"/>
                </a:cubicBezTo>
                <a:cubicBezTo>
                  <a:pt x="1147" y="577"/>
                  <a:pt x="1147" y="577"/>
                  <a:pt x="1147" y="577"/>
                </a:cubicBezTo>
                <a:cubicBezTo>
                  <a:pt x="1032" y="577"/>
                  <a:pt x="1032" y="577"/>
                  <a:pt x="1032" y="577"/>
                </a:cubicBezTo>
                <a:cubicBezTo>
                  <a:pt x="1032" y="579"/>
                  <a:pt x="1032" y="579"/>
                  <a:pt x="1032" y="579"/>
                </a:cubicBezTo>
                <a:cubicBezTo>
                  <a:pt x="1149" y="579"/>
                  <a:pt x="1149" y="579"/>
                  <a:pt x="1149" y="579"/>
                </a:cubicBezTo>
                <a:cubicBezTo>
                  <a:pt x="1149" y="441"/>
                  <a:pt x="1149" y="441"/>
                  <a:pt x="1149" y="441"/>
                </a:cubicBezTo>
                <a:cubicBezTo>
                  <a:pt x="1101" y="441"/>
                  <a:pt x="1101" y="441"/>
                  <a:pt x="1101" y="441"/>
                </a:cubicBezTo>
                <a:cubicBezTo>
                  <a:pt x="1087" y="448"/>
                  <a:pt x="1087" y="448"/>
                  <a:pt x="1087" y="448"/>
                </a:cubicBezTo>
                <a:cubicBezTo>
                  <a:pt x="1087" y="577"/>
                  <a:pt x="1087" y="577"/>
                  <a:pt x="1087" y="577"/>
                </a:cubicBezTo>
                <a:cubicBezTo>
                  <a:pt x="1089" y="577"/>
                  <a:pt x="1089" y="577"/>
                  <a:pt x="1089" y="577"/>
                </a:cubicBezTo>
                <a:moveTo>
                  <a:pt x="1121" y="442"/>
                </a:moveTo>
                <a:cubicBezTo>
                  <a:pt x="1121" y="421"/>
                  <a:pt x="1121" y="421"/>
                  <a:pt x="1121" y="421"/>
                </a:cubicBezTo>
                <a:cubicBezTo>
                  <a:pt x="1152" y="421"/>
                  <a:pt x="1152" y="421"/>
                  <a:pt x="1152" y="421"/>
                </a:cubicBezTo>
                <a:cubicBezTo>
                  <a:pt x="1152" y="393"/>
                  <a:pt x="1152" y="393"/>
                  <a:pt x="1152" y="393"/>
                </a:cubicBezTo>
                <a:cubicBezTo>
                  <a:pt x="1126" y="393"/>
                  <a:pt x="1126" y="393"/>
                  <a:pt x="1126" y="393"/>
                </a:cubicBezTo>
                <a:cubicBezTo>
                  <a:pt x="1106" y="399"/>
                  <a:pt x="1106" y="399"/>
                  <a:pt x="1106" y="399"/>
                </a:cubicBezTo>
                <a:cubicBezTo>
                  <a:pt x="1107" y="402"/>
                  <a:pt x="1107" y="402"/>
                  <a:pt x="1107" y="402"/>
                </a:cubicBezTo>
                <a:cubicBezTo>
                  <a:pt x="1127" y="396"/>
                  <a:pt x="1127" y="396"/>
                  <a:pt x="1127" y="396"/>
                </a:cubicBezTo>
                <a:cubicBezTo>
                  <a:pt x="1149" y="395"/>
                  <a:pt x="1149" y="395"/>
                  <a:pt x="1149" y="395"/>
                </a:cubicBezTo>
                <a:cubicBezTo>
                  <a:pt x="1149" y="418"/>
                  <a:pt x="1149" y="418"/>
                  <a:pt x="1149" y="418"/>
                </a:cubicBezTo>
                <a:cubicBezTo>
                  <a:pt x="1119" y="418"/>
                  <a:pt x="1119" y="418"/>
                  <a:pt x="1119" y="418"/>
                </a:cubicBezTo>
                <a:cubicBezTo>
                  <a:pt x="1119" y="442"/>
                  <a:pt x="1119" y="442"/>
                  <a:pt x="1119" y="442"/>
                </a:cubicBezTo>
                <a:cubicBezTo>
                  <a:pt x="1121" y="442"/>
                  <a:pt x="1121" y="442"/>
                  <a:pt x="1121" y="442"/>
                </a:cubicBezTo>
                <a:moveTo>
                  <a:pt x="1083" y="670"/>
                </a:moveTo>
                <a:cubicBezTo>
                  <a:pt x="1085" y="670"/>
                  <a:pt x="1085" y="670"/>
                  <a:pt x="1085" y="670"/>
                </a:cubicBezTo>
                <a:cubicBezTo>
                  <a:pt x="1085" y="609"/>
                  <a:pt x="1085" y="609"/>
                  <a:pt x="1085" y="609"/>
                </a:cubicBezTo>
                <a:cubicBezTo>
                  <a:pt x="1083" y="609"/>
                  <a:pt x="1083" y="609"/>
                  <a:pt x="1083" y="609"/>
                </a:cubicBezTo>
                <a:lnTo>
                  <a:pt x="1083" y="670"/>
                </a:lnTo>
                <a:close/>
                <a:moveTo>
                  <a:pt x="1074" y="672"/>
                </a:moveTo>
                <a:cubicBezTo>
                  <a:pt x="1076" y="672"/>
                  <a:pt x="1076" y="672"/>
                  <a:pt x="1076" y="672"/>
                </a:cubicBezTo>
                <a:cubicBezTo>
                  <a:pt x="1076" y="577"/>
                  <a:pt x="1076" y="577"/>
                  <a:pt x="1076" y="577"/>
                </a:cubicBezTo>
                <a:cubicBezTo>
                  <a:pt x="1074" y="577"/>
                  <a:pt x="1074" y="577"/>
                  <a:pt x="1074" y="577"/>
                </a:cubicBezTo>
                <a:lnTo>
                  <a:pt x="1074" y="672"/>
                </a:lnTo>
                <a:close/>
                <a:moveTo>
                  <a:pt x="1020" y="671"/>
                </a:moveTo>
                <a:cubicBezTo>
                  <a:pt x="1022" y="671"/>
                  <a:pt x="1022" y="671"/>
                  <a:pt x="1022" y="671"/>
                </a:cubicBezTo>
                <a:cubicBezTo>
                  <a:pt x="1022" y="611"/>
                  <a:pt x="1022" y="611"/>
                  <a:pt x="1022" y="611"/>
                </a:cubicBezTo>
                <a:cubicBezTo>
                  <a:pt x="1020" y="611"/>
                  <a:pt x="1020" y="611"/>
                  <a:pt x="1020" y="611"/>
                </a:cubicBezTo>
                <a:lnTo>
                  <a:pt x="1020" y="671"/>
                </a:lnTo>
                <a:close/>
                <a:moveTo>
                  <a:pt x="1020" y="630"/>
                </a:moveTo>
                <a:cubicBezTo>
                  <a:pt x="1067" y="630"/>
                  <a:pt x="1067" y="630"/>
                  <a:pt x="1067" y="630"/>
                </a:cubicBezTo>
                <a:cubicBezTo>
                  <a:pt x="1067" y="628"/>
                  <a:pt x="1067" y="628"/>
                  <a:pt x="1067" y="628"/>
                </a:cubicBezTo>
                <a:cubicBezTo>
                  <a:pt x="1020" y="628"/>
                  <a:pt x="1020" y="628"/>
                  <a:pt x="1020" y="628"/>
                </a:cubicBezTo>
                <a:lnTo>
                  <a:pt x="1020" y="630"/>
                </a:lnTo>
                <a:close/>
                <a:moveTo>
                  <a:pt x="1021" y="649"/>
                </a:moveTo>
                <a:cubicBezTo>
                  <a:pt x="1067" y="649"/>
                  <a:pt x="1067" y="649"/>
                  <a:pt x="1067" y="649"/>
                </a:cubicBezTo>
                <a:cubicBezTo>
                  <a:pt x="1067" y="647"/>
                  <a:pt x="1067" y="647"/>
                  <a:pt x="1067" y="647"/>
                </a:cubicBezTo>
                <a:cubicBezTo>
                  <a:pt x="1021" y="647"/>
                  <a:pt x="1021" y="647"/>
                  <a:pt x="1021" y="647"/>
                </a:cubicBezTo>
                <a:lnTo>
                  <a:pt x="1021" y="649"/>
                </a:lnTo>
                <a:close/>
                <a:moveTo>
                  <a:pt x="1047" y="606"/>
                </a:moveTo>
                <a:cubicBezTo>
                  <a:pt x="1066" y="606"/>
                  <a:pt x="1066" y="606"/>
                  <a:pt x="1066" y="606"/>
                </a:cubicBezTo>
                <a:cubicBezTo>
                  <a:pt x="1066" y="604"/>
                  <a:pt x="1066" y="604"/>
                  <a:pt x="1066" y="604"/>
                </a:cubicBezTo>
                <a:cubicBezTo>
                  <a:pt x="1047" y="604"/>
                  <a:pt x="1047" y="604"/>
                  <a:pt x="1047" y="604"/>
                </a:cubicBezTo>
                <a:lnTo>
                  <a:pt x="1047" y="606"/>
                </a:lnTo>
                <a:close/>
                <a:moveTo>
                  <a:pt x="1065" y="671"/>
                </a:moveTo>
                <a:cubicBezTo>
                  <a:pt x="1067" y="671"/>
                  <a:pt x="1067" y="671"/>
                  <a:pt x="1067" y="671"/>
                </a:cubicBezTo>
                <a:cubicBezTo>
                  <a:pt x="1067" y="598"/>
                  <a:pt x="1067" y="598"/>
                  <a:pt x="1067" y="598"/>
                </a:cubicBezTo>
                <a:cubicBezTo>
                  <a:pt x="1065" y="598"/>
                  <a:pt x="1065" y="598"/>
                  <a:pt x="1065" y="598"/>
                </a:cubicBezTo>
                <a:lnTo>
                  <a:pt x="1065" y="671"/>
                </a:lnTo>
                <a:close/>
                <a:moveTo>
                  <a:pt x="1149" y="420"/>
                </a:moveTo>
                <a:cubicBezTo>
                  <a:pt x="1156" y="427"/>
                  <a:pt x="1156" y="427"/>
                  <a:pt x="1156" y="427"/>
                </a:cubicBezTo>
                <a:cubicBezTo>
                  <a:pt x="1156" y="671"/>
                  <a:pt x="1156" y="671"/>
                  <a:pt x="1156" y="671"/>
                </a:cubicBezTo>
                <a:cubicBezTo>
                  <a:pt x="1158" y="671"/>
                  <a:pt x="1158" y="671"/>
                  <a:pt x="1158" y="671"/>
                </a:cubicBezTo>
                <a:cubicBezTo>
                  <a:pt x="1158" y="426"/>
                  <a:pt x="1158" y="426"/>
                  <a:pt x="1158" y="426"/>
                </a:cubicBezTo>
                <a:cubicBezTo>
                  <a:pt x="1151" y="419"/>
                  <a:pt x="1151" y="419"/>
                  <a:pt x="1151" y="419"/>
                </a:cubicBezTo>
                <a:cubicBezTo>
                  <a:pt x="1149" y="420"/>
                  <a:pt x="1149" y="420"/>
                  <a:pt x="1149" y="420"/>
                </a:cubicBezTo>
                <a:moveTo>
                  <a:pt x="1149" y="636"/>
                </a:moveTo>
                <a:cubicBezTo>
                  <a:pt x="1149" y="580"/>
                  <a:pt x="1149" y="580"/>
                  <a:pt x="1149" y="580"/>
                </a:cubicBezTo>
                <a:cubicBezTo>
                  <a:pt x="1156" y="586"/>
                  <a:pt x="1156" y="586"/>
                  <a:pt x="1156" y="586"/>
                </a:cubicBezTo>
                <a:cubicBezTo>
                  <a:pt x="1158" y="584"/>
                  <a:pt x="1158" y="584"/>
                  <a:pt x="1158" y="584"/>
                </a:cubicBezTo>
                <a:cubicBezTo>
                  <a:pt x="1147" y="576"/>
                  <a:pt x="1147" y="576"/>
                  <a:pt x="1147" y="576"/>
                </a:cubicBezTo>
                <a:cubicBezTo>
                  <a:pt x="1147" y="636"/>
                  <a:pt x="1147" y="636"/>
                  <a:pt x="1147" y="636"/>
                </a:cubicBezTo>
                <a:cubicBezTo>
                  <a:pt x="1149" y="636"/>
                  <a:pt x="1149" y="636"/>
                  <a:pt x="1149" y="636"/>
                </a:cubicBezTo>
                <a:moveTo>
                  <a:pt x="1084" y="637"/>
                </a:moveTo>
                <a:cubicBezTo>
                  <a:pt x="1148" y="637"/>
                  <a:pt x="1148" y="637"/>
                  <a:pt x="1148" y="637"/>
                </a:cubicBezTo>
                <a:cubicBezTo>
                  <a:pt x="1156" y="643"/>
                  <a:pt x="1156" y="643"/>
                  <a:pt x="1156" y="643"/>
                </a:cubicBezTo>
                <a:cubicBezTo>
                  <a:pt x="1157" y="641"/>
                  <a:pt x="1157" y="641"/>
                  <a:pt x="1157" y="641"/>
                </a:cubicBezTo>
                <a:cubicBezTo>
                  <a:pt x="1148" y="635"/>
                  <a:pt x="1148" y="635"/>
                  <a:pt x="1148" y="635"/>
                </a:cubicBezTo>
                <a:cubicBezTo>
                  <a:pt x="1084" y="635"/>
                  <a:pt x="1084" y="635"/>
                  <a:pt x="1084" y="635"/>
                </a:cubicBezTo>
                <a:cubicBezTo>
                  <a:pt x="1084" y="637"/>
                  <a:pt x="1084" y="637"/>
                  <a:pt x="1084" y="637"/>
                </a:cubicBezTo>
                <a:moveTo>
                  <a:pt x="1101" y="443"/>
                </a:moveTo>
                <a:cubicBezTo>
                  <a:pt x="1101" y="504"/>
                  <a:pt x="1101" y="504"/>
                  <a:pt x="1101" y="504"/>
                </a:cubicBezTo>
                <a:cubicBezTo>
                  <a:pt x="1103" y="504"/>
                  <a:pt x="1103" y="504"/>
                  <a:pt x="1103" y="504"/>
                </a:cubicBezTo>
                <a:cubicBezTo>
                  <a:pt x="1103" y="443"/>
                  <a:pt x="1103" y="443"/>
                  <a:pt x="1103" y="443"/>
                </a:cubicBezTo>
                <a:moveTo>
                  <a:pt x="1163" y="370"/>
                </a:moveTo>
                <a:cubicBezTo>
                  <a:pt x="1163" y="371"/>
                  <a:pt x="1163" y="371"/>
                  <a:pt x="1163" y="371"/>
                </a:cubicBezTo>
                <a:cubicBezTo>
                  <a:pt x="1234" y="371"/>
                  <a:pt x="1234" y="371"/>
                  <a:pt x="1234" y="371"/>
                </a:cubicBezTo>
                <a:cubicBezTo>
                  <a:pt x="1234" y="383"/>
                  <a:pt x="1234" y="383"/>
                  <a:pt x="1234" y="383"/>
                </a:cubicBezTo>
                <a:cubicBezTo>
                  <a:pt x="1164" y="383"/>
                  <a:pt x="1164" y="383"/>
                  <a:pt x="1164" y="383"/>
                </a:cubicBezTo>
                <a:cubicBezTo>
                  <a:pt x="1164" y="370"/>
                  <a:pt x="1164" y="370"/>
                  <a:pt x="1164" y="370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3" y="371"/>
                  <a:pt x="1163" y="371"/>
                  <a:pt x="1163" y="371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2" y="386"/>
                  <a:pt x="1162" y="386"/>
                  <a:pt x="1162" y="386"/>
                </a:cubicBezTo>
                <a:cubicBezTo>
                  <a:pt x="1237" y="386"/>
                  <a:pt x="1237" y="386"/>
                  <a:pt x="1237" y="386"/>
                </a:cubicBezTo>
                <a:cubicBezTo>
                  <a:pt x="1237" y="369"/>
                  <a:pt x="1237" y="369"/>
                  <a:pt x="1237" y="369"/>
                </a:cubicBezTo>
                <a:cubicBezTo>
                  <a:pt x="1162" y="369"/>
                  <a:pt x="1162" y="369"/>
                  <a:pt x="1162" y="369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3" y="370"/>
                  <a:pt x="1163" y="370"/>
                  <a:pt x="1163" y="370"/>
                </a:cubicBezTo>
                <a:moveTo>
                  <a:pt x="1164" y="421"/>
                </a:moveTo>
                <a:cubicBezTo>
                  <a:pt x="1164" y="391"/>
                  <a:pt x="1164" y="391"/>
                  <a:pt x="1164" y="391"/>
                </a:cubicBezTo>
                <a:cubicBezTo>
                  <a:pt x="1238" y="391"/>
                  <a:pt x="1238" y="391"/>
                  <a:pt x="1238" y="391"/>
                </a:cubicBezTo>
                <a:cubicBezTo>
                  <a:pt x="1238" y="480"/>
                  <a:pt x="1238" y="480"/>
                  <a:pt x="1238" y="480"/>
                </a:cubicBezTo>
                <a:cubicBezTo>
                  <a:pt x="1240" y="480"/>
                  <a:pt x="1240" y="480"/>
                  <a:pt x="1240" y="480"/>
                </a:cubicBezTo>
                <a:cubicBezTo>
                  <a:pt x="1240" y="389"/>
                  <a:pt x="1240" y="389"/>
                  <a:pt x="1240" y="389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4" y="421"/>
                  <a:pt x="1164" y="421"/>
                  <a:pt x="1164" y="421"/>
                </a:cubicBezTo>
                <a:moveTo>
                  <a:pt x="1222" y="671"/>
                </a:moveTo>
                <a:cubicBezTo>
                  <a:pt x="1222" y="481"/>
                  <a:pt x="1222" y="481"/>
                  <a:pt x="1222" y="481"/>
                </a:cubicBezTo>
                <a:cubicBezTo>
                  <a:pt x="1271" y="481"/>
                  <a:pt x="1271" y="481"/>
                  <a:pt x="1271" y="481"/>
                </a:cubicBezTo>
                <a:cubicBezTo>
                  <a:pt x="1271" y="671"/>
                  <a:pt x="1271" y="671"/>
                  <a:pt x="1271" y="671"/>
                </a:cubicBezTo>
                <a:cubicBezTo>
                  <a:pt x="1273" y="671"/>
                  <a:pt x="1273" y="671"/>
                  <a:pt x="1273" y="671"/>
                </a:cubicBezTo>
                <a:cubicBezTo>
                  <a:pt x="1273" y="478"/>
                  <a:pt x="1273" y="478"/>
                  <a:pt x="1273" y="478"/>
                </a:cubicBezTo>
                <a:cubicBezTo>
                  <a:pt x="1220" y="478"/>
                  <a:pt x="1220" y="478"/>
                  <a:pt x="1220" y="478"/>
                </a:cubicBezTo>
                <a:cubicBezTo>
                  <a:pt x="1220" y="671"/>
                  <a:pt x="1220" y="671"/>
                  <a:pt x="1220" y="671"/>
                </a:cubicBezTo>
                <a:cubicBezTo>
                  <a:pt x="1222" y="671"/>
                  <a:pt x="1222" y="671"/>
                  <a:pt x="1222" y="671"/>
                </a:cubicBezTo>
                <a:moveTo>
                  <a:pt x="1162" y="422"/>
                </a:moveTo>
                <a:cubicBezTo>
                  <a:pt x="1239" y="422"/>
                  <a:pt x="1239" y="422"/>
                  <a:pt x="1239" y="422"/>
                </a:cubicBezTo>
                <a:cubicBezTo>
                  <a:pt x="1239" y="420"/>
                  <a:pt x="1239" y="420"/>
                  <a:pt x="1239" y="420"/>
                </a:cubicBezTo>
                <a:cubicBezTo>
                  <a:pt x="1162" y="420"/>
                  <a:pt x="1162" y="420"/>
                  <a:pt x="1162" y="420"/>
                </a:cubicBezTo>
                <a:lnTo>
                  <a:pt x="1162" y="422"/>
                </a:lnTo>
                <a:close/>
                <a:moveTo>
                  <a:pt x="1157" y="491"/>
                </a:moveTo>
                <a:cubicBezTo>
                  <a:pt x="1221" y="491"/>
                  <a:pt x="1221" y="491"/>
                  <a:pt x="1221" y="491"/>
                </a:cubicBezTo>
                <a:cubicBezTo>
                  <a:pt x="1221" y="489"/>
                  <a:pt x="1221" y="489"/>
                  <a:pt x="1221" y="489"/>
                </a:cubicBezTo>
                <a:cubicBezTo>
                  <a:pt x="1157" y="489"/>
                  <a:pt x="1157" y="489"/>
                  <a:pt x="1157" y="489"/>
                </a:cubicBezTo>
                <a:lnTo>
                  <a:pt x="1157" y="491"/>
                </a:lnTo>
                <a:close/>
                <a:moveTo>
                  <a:pt x="982" y="487"/>
                </a:moveTo>
                <a:cubicBezTo>
                  <a:pt x="1032" y="487"/>
                  <a:pt x="1032" y="487"/>
                  <a:pt x="1032" y="487"/>
                </a:cubicBezTo>
                <a:cubicBezTo>
                  <a:pt x="1032" y="485"/>
                  <a:pt x="1032" y="485"/>
                  <a:pt x="1032" y="485"/>
                </a:cubicBezTo>
                <a:cubicBezTo>
                  <a:pt x="982" y="485"/>
                  <a:pt x="982" y="485"/>
                  <a:pt x="982" y="485"/>
                </a:cubicBezTo>
                <a:lnTo>
                  <a:pt x="982" y="487"/>
                </a:lnTo>
                <a:close/>
                <a:moveTo>
                  <a:pt x="983" y="423"/>
                </a:moveTo>
                <a:cubicBezTo>
                  <a:pt x="1032" y="424"/>
                  <a:pt x="1032" y="424"/>
                  <a:pt x="1032" y="424"/>
                </a:cubicBezTo>
                <a:cubicBezTo>
                  <a:pt x="1032" y="421"/>
                  <a:pt x="1032" y="421"/>
                  <a:pt x="1032" y="421"/>
                </a:cubicBezTo>
                <a:cubicBezTo>
                  <a:pt x="983" y="421"/>
                  <a:pt x="983" y="421"/>
                  <a:pt x="983" y="421"/>
                </a:cubicBezTo>
                <a:moveTo>
                  <a:pt x="1157" y="568"/>
                </a:moveTo>
                <a:cubicBezTo>
                  <a:pt x="1222" y="568"/>
                  <a:pt x="1222" y="568"/>
                  <a:pt x="1222" y="568"/>
                </a:cubicBezTo>
                <a:cubicBezTo>
                  <a:pt x="1222" y="566"/>
                  <a:pt x="1222" y="566"/>
                  <a:pt x="1222" y="566"/>
                </a:cubicBezTo>
                <a:cubicBezTo>
                  <a:pt x="1157" y="566"/>
                  <a:pt x="1157" y="566"/>
                  <a:pt x="1157" y="566"/>
                </a:cubicBezTo>
                <a:lnTo>
                  <a:pt x="1157" y="568"/>
                </a:lnTo>
                <a:close/>
                <a:moveTo>
                  <a:pt x="1273" y="542"/>
                </a:moveTo>
                <a:cubicBezTo>
                  <a:pt x="1293" y="542"/>
                  <a:pt x="1293" y="542"/>
                  <a:pt x="1293" y="542"/>
                </a:cubicBezTo>
                <a:cubicBezTo>
                  <a:pt x="1293" y="671"/>
                  <a:pt x="1293" y="671"/>
                  <a:pt x="1293" y="671"/>
                </a:cubicBezTo>
                <a:cubicBezTo>
                  <a:pt x="1296" y="671"/>
                  <a:pt x="1296" y="671"/>
                  <a:pt x="1296" y="671"/>
                </a:cubicBezTo>
                <a:cubicBezTo>
                  <a:pt x="1296" y="540"/>
                  <a:pt x="1296" y="540"/>
                  <a:pt x="1296" y="540"/>
                </a:cubicBezTo>
                <a:cubicBezTo>
                  <a:pt x="1273" y="540"/>
                  <a:pt x="1273" y="540"/>
                  <a:pt x="1273" y="540"/>
                </a:cubicBezTo>
                <a:cubicBezTo>
                  <a:pt x="1273" y="542"/>
                  <a:pt x="1273" y="542"/>
                  <a:pt x="1273" y="542"/>
                </a:cubicBezTo>
                <a:moveTo>
                  <a:pt x="1272" y="508"/>
                </a:moveTo>
                <a:cubicBezTo>
                  <a:pt x="1334" y="508"/>
                  <a:pt x="1334" y="508"/>
                  <a:pt x="1334" y="508"/>
                </a:cubicBezTo>
                <a:cubicBezTo>
                  <a:pt x="1334" y="538"/>
                  <a:pt x="1334" y="538"/>
                  <a:pt x="1334" y="538"/>
                </a:cubicBezTo>
                <a:cubicBezTo>
                  <a:pt x="1336" y="538"/>
                  <a:pt x="1336" y="538"/>
                  <a:pt x="1336" y="538"/>
                </a:cubicBezTo>
                <a:cubicBezTo>
                  <a:pt x="1336" y="506"/>
                  <a:pt x="1336" y="506"/>
                  <a:pt x="1336" y="506"/>
                </a:cubicBezTo>
                <a:cubicBezTo>
                  <a:pt x="1272" y="506"/>
                  <a:pt x="1272" y="506"/>
                  <a:pt x="1272" y="506"/>
                </a:cubicBezTo>
                <a:cubicBezTo>
                  <a:pt x="1272" y="508"/>
                  <a:pt x="1272" y="508"/>
                  <a:pt x="1272" y="508"/>
                </a:cubicBezTo>
                <a:moveTo>
                  <a:pt x="1286" y="507"/>
                </a:moveTo>
                <a:cubicBezTo>
                  <a:pt x="1286" y="498"/>
                  <a:pt x="1286" y="498"/>
                  <a:pt x="1286" y="498"/>
                </a:cubicBezTo>
                <a:cubicBezTo>
                  <a:pt x="1319" y="485"/>
                  <a:pt x="1319" y="485"/>
                  <a:pt x="1319" y="485"/>
                </a:cubicBezTo>
                <a:cubicBezTo>
                  <a:pt x="1340" y="499"/>
                  <a:pt x="1340" y="499"/>
                  <a:pt x="1340" y="499"/>
                </a:cubicBezTo>
                <a:cubicBezTo>
                  <a:pt x="1340" y="512"/>
                  <a:pt x="1340" y="512"/>
                  <a:pt x="1340" y="512"/>
                </a:cubicBezTo>
                <a:cubicBezTo>
                  <a:pt x="1342" y="512"/>
                  <a:pt x="1342" y="512"/>
                  <a:pt x="1342" y="512"/>
                </a:cubicBezTo>
                <a:cubicBezTo>
                  <a:pt x="1342" y="498"/>
                  <a:pt x="1342" y="498"/>
                  <a:pt x="1342" y="498"/>
                </a:cubicBezTo>
                <a:cubicBezTo>
                  <a:pt x="1319" y="482"/>
                  <a:pt x="1319" y="482"/>
                  <a:pt x="1319" y="482"/>
                </a:cubicBezTo>
                <a:cubicBezTo>
                  <a:pt x="1284" y="497"/>
                  <a:pt x="1284" y="497"/>
                  <a:pt x="1284" y="497"/>
                </a:cubicBezTo>
                <a:cubicBezTo>
                  <a:pt x="1284" y="507"/>
                  <a:pt x="1284" y="507"/>
                  <a:pt x="1284" y="507"/>
                </a:cubicBezTo>
                <a:cubicBezTo>
                  <a:pt x="1286" y="507"/>
                  <a:pt x="1286" y="507"/>
                  <a:pt x="1286" y="507"/>
                </a:cubicBezTo>
                <a:moveTo>
                  <a:pt x="1295" y="494"/>
                </a:moveTo>
                <a:cubicBezTo>
                  <a:pt x="1295" y="452"/>
                  <a:pt x="1295" y="452"/>
                  <a:pt x="1295" y="452"/>
                </a:cubicBezTo>
                <a:cubicBezTo>
                  <a:pt x="1294" y="452"/>
                  <a:pt x="1294" y="452"/>
                  <a:pt x="1294" y="452"/>
                </a:cubicBezTo>
                <a:cubicBezTo>
                  <a:pt x="1295" y="452"/>
                  <a:pt x="1295" y="452"/>
                  <a:pt x="1295" y="452"/>
                </a:cubicBezTo>
                <a:cubicBezTo>
                  <a:pt x="1296" y="450"/>
                  <a:pt x="1299" y="448"/>
                  <a:pt x="1303" y="447"/>
                </a:cubicBezTo>
                <a:cubicBezTo>
                  <a:pt x="1308" y="446"/>
                  <a:pt x="1313" y="445"/>
                  <a:pt x="1318" y="445"/>
                </a:cubicBezTo>
                <a:cubicBezTo>
                  <a:pt x="1324" y="445"/>
                  <a:pt x="1330" y="446"/>
                  <a:pt x="1335" y="447"/>
                </a:cubicBezTo>
                <a:cubicBezTo>
                  <a:pt x="1339" y="448"/>
                  <a:pt x="1343" y="450"/>
                  <a:pt x="1345" y="452"/>
                </a:cubicBezTo>
                <a:cubicBezTo>
                  <a:pt x="1346" y="452"/>
                  <a:pt x="1346" y="452"/>
                  <a:pt x="1346" y="452"/>
                </a:cubicBezTo>
                <a:cubicBezTo>
                  <a:pt x="1345" y="452"/>
                  <a:pt x="1345" y="452"/>
                  <a:pt x="1345" y="452"/>
                </a:cubicBezTo>
                <a:cubicBezTo>
                  <a:pt x="1345" y="511"/>
                  <a:pt x="1345" y="511"/>
                  <a:pt x="1345" y="511"/>
                </a:cubicBezTo>
                <a:cubicBezTo>
                  <a:pt x="1347" y="511"/>
                  <a:pt x="1347" y="511"/>
                  <a:pt x="1347" y="51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4" y="448"/>
                  <a:pt x="1340" y="446"/>
                  <a:pt x="1335" y="445"/>
                </a:cubicBezTo>
                <a:cubicBezTo>
                  <a:pt x="1330" y="444"/>
                  <a:pt x="1324" y="443"/>
                  <a:pt x="1318" y="443"/>
                </a:cubicBezTo>
                <a:cubicBezTo>
                  <a:pt x="1313" y="443"/>
                  <a:pt x="1307" y="444"/>
                  <a:pt x="1303" y="445"/>
                </a:cubicBezTo>
                <a:cubicBezTo>
                  <a:pt x="1298" y="446"/>
                  <a:pt x="1295" y="448"/>
                  <a:pt x="1293" y="451"/>
                </a:cubicBezTo>
                <a:cubicBezTo>
                  <a:pt x="1293" y="451"/>
                  <a:pt x="1293" y="451"/>
                  <a:pt x="1293" y="451"/>
                </a:cubicBezTo>
                <a:cubicBezTo>
                  <a:pt x="1293" y="494"/>
                  <a:pt x="1293" y="494"/>
                  <a:pt x="1293" y="494"/>
                </a:cubicBezTo>
                <a:cubicBezTo>
                  <a:pt x="1295" y="494"/>
                  <a:pt x="1295" y="494"/>
                  <a:pt x="1295" y="494"/>
                </a:cubicBezTo>
                <a:moveTo>
                  <a:pt x="1303" y="446"/>
                </a:moveTo>
                <a:cubicBezTo>
                  <a:pt x="1303" y="446"/>
                  <a:pt x="1302" y="446"/>
                  <a:pt x="1302" y="445"/>
                </a:cubicBezTo>
                <a:cubicBezTo>
                  <a:pt x="1301" y="442"/>
                  <a:pt x="1300" y="438"/>
                  <a:pt x="1300" y="436"/>
                </a:cubicBezTo>
                <a:cubicBezTo>
                  <a:pt x="1300" y="436"/>
                  <a:pt x="1300" y="435"/>
                  <a:pt x="1300" y="434"/>
                </a:cubicBezTo>
                <a:cubicBezTo>
                  <a:pt x="1300" y="432"/>
                  <a:pt x="1300" y="431"/>
                  <a:pt x="1300" y="429"/>
                </a:cubicBezTo>
                <a:cubicBezTo>
                  <a:pt x="1300" y="428"/>
                  <a:pt x="1300" y="427"/>
                  <a:pt x="1301" y="427"/>
                </a:cubicBezTo>
                <a:cubicBezTo>
                  <a:pt x="1300" y="426"/>
                  <a:pt x="1300" y="426"/>
                  <a:pt x="1300" y="426"/>
                </a:cubicBezTo>
                <a:cubicBezTo>
                  <a:pt x="1300" y="427"/>
                  <a:pt x="1300" y="427"/>
                  <a:pt x="1300" y="427"/>
                </a:cubicBezTo>
                <a:cubicBezTo>
                  <a:pt x="1304" y="423"/>
                  <a:pt x="1311" y="422"/>
                  <a:pt x="1318" y="422"/>
                </a:cubicBezTo>
                <a:cubicBezTo>
                  <a:pt x="1323" y="422"/>
                  <a:pt x="1327" y="422"/>
                  <a:pt x="1331" y="423"/>
                </a:cubicBezTo>
                <a:cubicBezTo>
                  <a:pt x="1334" y="424"/>
                  <a:pt x="1337" y="425"/>
                  <a:pt x="1338" y="426"/>
                </a:cubicBezTo>
                <a:cubicBezTo>
                  <a:pt x="1338" y="426"/>
                  <a:pt x="1339" y="428"/>
                  <a:pt x="1339" y="430"/>
                </a:cubicBezTo>
                <a:cubicBezTo>
                  <a:pt x="1339" y="432"/>
                  <a:pt x="1340" y="434"/>
                  <a:pt x="1340" y="435"/>
                </a:cubicBezTo>
                <a:cubicBezTo>
                  <a:pt x="1340" y="436"/>
                  <a:pt x="1340" y="437"/>
                  <a:pt x="1339" y="437"/>
                </a:cubicBezTo>
                <a:cubicBezTo>
                  <a:pt x="1339" y="440"/>
                  <a:pt x="1336" y="447"/>
                  <a:pt x="1336" y="447"/>
                </a:cubicBezTo>
                <a:cubicBezTo>
                  <a:pt x="1338" y="448"/>
                  <a:pt x="1338" y="448"/>
                  <a:pt x="1338" y="448"/>
                </a:cubicBezTo>
                <a:cubicBezTo>
                  <a:pt x="1338" y="448"/>
                  <a:pt x="1341" y="441"/>
                  <a:pt x="1342" y="438"/>
                </a:cubicBezTo>
                <a:cubicBezTo>
                  <a:pt x="1342" y="437"/>
                  <a:pt x="1342" y="437"/>
                  <a:pt x="1342" y="435"/>
                </a:cubicBezTo>
                <a:cubicBezTo>
                  <a:pt x="1342" y="434"/>
                  <a:pt x="1342" y="431"/>
                  <a:pt x="1341" y="429"/>
                </a:cubicBezTo>
                <a:cubicBezTo>
                  <a:pt x="1341" y="427"/>
                  <a:pt x="1340" y="426"/>
                  <a:pt x="1339" y="424"/>
                </a:cubicBezTo>
                <a:cubicBezTo>
                  <a:pt x="1338" y="423"/>
                  <a:pt x="1335" y="422"/>
                  <a:pt x="1331" y="421"/>
                </a:cubicBezTo>
                <a:cubicBezTo>
                  <a:pt x="1327" y="420"/>
                  <a:pt x="1323" y="419"/>
                  <a:pt x="1318" y="419"/>
                </a:cubicBezTo>
                <a:cubicBezTo>
                  <a:pt x="1311" y="419"/>
                  <a:pt x="1303" y="421"/>
                  <a:pt x="1299" y="425"/>
                </a:cubicBezTo>
                <a:cubicBezTo>
                  <a:pt x="1299" y="425"/>
                  <a:pt x="1299" y="425"/>
                  <a:pt x="1299" y="425"/>
                </a:cubicBezTo>
                <a:cubicBezTo>
                  <a:pt x="1299" y="426"/>
                  <a:pt x="1299" y="426"/>
                  <a:pt x="1299" y="426"/>
                </a:cubicBezTo>
                <a:cubicBezTo>
                  <a:pt x="1298" y="426"/>
                  <a:pt x="1298" y="428"/>
                  <a:pt x="1298" y="429"/>
                </a:cubicBezTo>
                <a:cubicBezTo>
                  <a:pt x="1298" y="431"/>
                  <a:pt x="1298" y="432"/>
                  <a:pt x="1298" y="434"/>
                </a:cubicBezTo>
                <a:cubicBezTo>
                  <a:pt x="1298" y="435"/>
                  <a:pt x="1298" y="436"/>
                  <a:pt x="1298" y="437"/>
                </a:cubicBezTo>
                <a:cubicBezTo>
                  <a:pt x="1298" y="438"/>
                  <a:pt x="1298" y="440"/>
                  <a:pt x="1299" y="442"/>
                </a:cubicBezTo>
                <a:cubicBezTo>
                  <a:pt x="1299" y="443"/>
                  <a:pt x="1300" y="445"/>
                  <a:pt x="1300" y="446"/>
                </a:cubicBezTo>
                <a:cubicBezTo>
                  <a:pt x="1301" y="447"/>
                  <a:pt x="1301" y="447"/>
                  <a:pt x="1302" y="448"/>
                </a:cubicBezTo>
                <a:cubicBezTo>
                  <a:pt x="1303" y="446"/>
                  <a:pt x="1303" y="446"/>
                  <a:pt x="1303" y="446"/>
                </a:cubicBezTo>
                <a:moveTo>
                  <a:pt x="1302" y="491"/>
                </a:moveTo>
                <a:cubicBezTo>
                  <a:pt x="1304" y="491"/>
                  <a:pt x="1304" y="491"/>
                  <a:pt x="1304" y="491"/>
                </a:cubicBezTo>
                <a:cubicBezTo>
                  <a:pt x="1304" y="447"/>
                  <a:pt x="1304" y="447"/>
                  <a:pt x="1304" y="447"/>
                </a:cubicBezTo>
                <a:cubicBezTo>
                  <a:pt x="1302" y="447"/>
                  <a:pt x="1302" y="447"/>
                  <a:pt x="1302" y="447"/>
                </a:cubicBezTo>
                <a:lnTo>
                  <a:pt x="1302" y="491"/>
                </a:lnTo>
                <a:close/>
                <a:moveTo>
                  <a:pt x="1314" y="486"/>
                </a:moveTo>
                <a:cubicBezTo>
                  <a:pt x="1317" y="486"/>
                  <a:pt x="1317" y="486"/>
                  <a:pt x="1317" y="486"/>
                </a:cubicBezTo>
                <a:cubicBezTo>
                  <a:pt x="1317" y="445"/>
                  <a:pt x="1317" y="445"/>
                  <a:pt x="1317" y="445"/>
                </a:cubicBezTo>
                <a:cubicBezTo>
                  <a:pt x="1314" y="445"/>
                  <a:pt x="1314" y="445"/>
                  <a:pt x="1314" y="445"/>
                </a:cubicBezTo>
                <a:lnTo>
                  <a:pt x="1314" y="486"/>
                </a:lnTo>
                <a:close/>
                <a:moveTo>
                  <a:pt x="1325" y="488"/>
                </a:moveTo>
                <a:cubicBezTo>
                  <a:pt x="1327" y="488"/>
                  <a:pt x="1327" y="488"/>
                  <a:pt x="1327" y="488"/>
                </a:cubicBezTo>
                <a:cubicBezTo>
                  <a:pt x="1327" y="446"/>
                  <a:pt x="1327" y="446"/>
                  <a:pt x="1327" y="446"/>
                </a:cubicBezTo>
                <a:cubicBezTo>
                  <a:pt x="1325" y="446"/>
                  <a:pt x="1325" y="446"/>
                  <a:pt x="1325" y="446"/>
                </a:cubicBezTo>
                <a:lnTo>
                  <a:pt x="1325" y="488"/>
                </a:lnTo>
                <a:close/>
                <a:moveTo>
                  <a:pt x="1335" y="494"/>
                </a:moveTo>
                <a:cubicBezTo>
                  <a:pt x="1337" y="494"/>
                  <a:pt x="1337" y="494"/>
                  <a:pt x="1337" y="494"/>
                </a:cubicBezTo>
                <a:cubicBezTo>
                  <a:pt x="1337" y="447"/>
                  <a:pt x="1337" y="447"/>
                  <a:pt x="1337" y="447"/>
                </a:cubicBezTo>
                <a:cubicBezTo>
                  <a:pt x="1335" y="447"/>
                  <a:pt x="1335" y="447"/>
                  <a:pt x="1335" y="447"/>
                </a:cubicBezTo>
                <a:lnTo>
                  <a:pt x="1335" y="494"/>
                </a:lnTo>
                <a:close/>
                <a:moveTo>
                  <a:pt x="1294" y="549"/>
                </a:moveTo>
                <a:cubicBezTo>
                  <a:pt x="1326" y="549"/>
                  <a:pt x="1326" y="549"/>
                  <a:pt x="1326" y="549"/>
                </a:cubicBezTo>
                <a:cubicBezTo>
                  <a:pt x="1326" y="671"/>
                  <a:pt x="1326" y="671"/>
                  <a:pt x="1326" y="671"/>
                </a:cubicBezTo>
                <a:cubicBezTo>
                  <a:pt x="1328" y="671"/>
                  <a:pt x="1328" y="671"/>
                  <a:pt x="1328" y="671"/>
                </a:cubicBezTo>
                <a:cubicBezTo>
                  <a:pt x="1328" y="547"/>
                  <a:pt x="1328" y="547"/>
                  <a:pt x="1328" y="547"/>
                </a:cubicBezTo>
                <a:cubicBezTo>
                  <a:pt x="1294" y="547"/>
                  <a:pt x="1294" y="547"/>
                  <a:pt x="1294" y="547"/>
                </a:cubicBezTo>
                <a:cubicBezTo>
                  <a:pt x="1294" y="549"/>
                  <a:pt x="1294" y="549"/>
                  <a:pt x="1294" y="549"/>
                </a:cubicBezTo>
                <a:moveTo>
                  <a:pt x="1336" y="513"/>
                </a:moveTo>
                <a:cubicBezTo>
                  <a:pt x="1356" y="513"/>
                  <a:pt x="1356" y="513"/>
                  <a:pt x="1356" y="513"/>
                </a:cubicBezTo>
                <a:cubicBezTo>
                  <a:pt x="1356" y="551"/>
                  <a:pt x="1356" y="551"/>
                  <a:pt x="1356" y="551"/>
                </a:cubicBezTo>
                <a:cubicBezTo>
                  <a:pt x="1358" y="551"/>
                  <a:pt x="1358" y="551"/>
                  <a:pt x="1358" y="551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36" y="511"/>
                  <a:pt x="1336" y="511"/>
                  <a:pt x="1336" y="511"/>
                </a:cubicBezTo>
                <a:cubicBezTo>
                  <a:pt x="1336" y="513"/>
                  <a:pt x="1336" y="513"/>
                  <a:pt x="1336" y="513"/>
                </a:cubicBezTo>
                <a:moveTo>
                  <a:pt x="1357" y="513"/>
                </a:moveTo>
                <a:cubicBezTo>
                  <a:pt x="1365" y="517"/>
                  <a:pt x="1365" y="517"/>
                  <a:pt x="1365" y="517"/>
                </a:cubicBezTo>
                <a:cubicBezTo>
                  <a:pt x="1365" y="566"/>
                  <a:pt x="1365" y="566"/>
                  <a:pt x="1365" y="566"/>
                </a:cubicBezTo>
                <a:cubicBezTo>
                  <a:pt x="1367" y="566"/>
                  <a:pt x="1367" y="566"/>
                  <a:pt x="1367" y="566"/>
                </a:cubicBezTo>
                <a:cubicBezTo>
                  <a:pt x="1367" y="516"/>
                  <a:pt x="1367" y="516"/>
                  <a:pt x="1367" y="516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57" y="513"/>
                  <a:pt x="1357" y="513"/>
                  <a:pt x="1357" y="513"/>
                </a:cubicBezTo>
                <a:moveTo>
                  <a:pt x="1300" y="442"/>
                </a:moveTo>
                <a:cubicBezTo>
                  <a:pt x="1301" y="441"/>
                  <a:pt x="1301" y="441"/>
                  <a:pt x="1301" y="441"/>
                </a:cubicBezTo>
                <a:cubicBezTo>
                  <a:pt x="1302" y="441"/>
                  <a:pt x="1307" y="438"/>
                  <a:pt x="1318" y="438"/>
                </a:cubicBezTo>
                <a:cubicBezTo>
                  <a:pt x="1319" y="438"/>
                  <a:pt x="1320" y="438"/>
                  <a:pt x="1321" y="438"/>
                </a:cubicBezTo>
                <a:cubicBezTo>
                  <a:pt x="1329" y="438"/>
                  <a:pt x="1333" y="439"/>
                  <a:pt x="1336" y="440"/>
                </a:cubicBezTo>
                <a:cubicBezTo>
                  <a:pt x="1337" y="441"/>
                  <a:pt x="1338" y="441"/>
                  <a:pt x="1338" y="441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40" y="440"/>
                  <a:pt x="1340" y="440"/>
                  <a:pt x="1340" y="440"/>
                </a:cubicBezTo>
                <a:cubicBezTo>
                  <a:pt x="1340" y="440"/>
                  <a:pt x="1336" y="437"/>
                  <a:pt x="1321" y="436"/>
                </a:cubicBezTo>
                <a:cubicBezTo>
                  <a:pt x="1320" y="436"/>
                  <a:pt x="1319" y="436"/>
                  <a:pt x="1318" y="436"/>
                </a:cubicBezTo>
                <a:cubicBezTo>
                  <a:pt x="1305" y="436"/>
                  <a:pt x="1299" y="440"/>
                  <a:pt x="1299" y="440"/>
                </a:cubicBezTo>
                <a:cubicBezTo>
                  <a:pt x="1300" y="442"/>
                  <a:pt x="1300" y="442"/>
                  <a:pt x="1300" y="442"/>
                </a:cubicBezTo>
                <a:moveTo>
                  <a:pt x="1300" y="434"/>
                </a:moveTo>
                <a:cubicBezTo>
                  <a:pt x="1300" y="434"/>
                  <a:pt x="1300" y="434"/>
                  <a:pt x="1300" y="434"/>
                </a:cubicBezTo>
                <a:cubicBezTo>
                  <a:pt x="1301" y="433"/>
                  <a:pt x="1307" y="430"/>
                  <a:pt x="1318" y="430"/>
                </a:cubicBezTo>
                <a:cubicBezTo>
                  <a:pt x="1319" y="430"/>
                  <a:pt x="1320" y="430"/>
                  <a:pt x="1321" y="430"/>
                </a:cubicBezTo>
                <a:cubicBezTo>
                  <a:pt x="1329" y="430"/>
                  <a:pt x="1333" y="431"/>
                  <a:pt x="1336" y="432"/>
                </a:cubicBezTo>
                <a:cubicBezTo>
                  <a:pt x="1338" y="433"/>
                  <a:pt x="1339" y="433"/>
                  <a:pt x="1339" y="433"/>
                </a:cubicBezTo>
                <a:cubicBezTo>
                  <a:pt x="1340" y="433"/>
                  <a:pt x="1340" y="433"/>
                  <a:pt x="1340" y="433"/>
                </a:cubicBezTo>
                <a:cubicBezTo>
                  <a:pt x="1340" y="434"/>
                  <a:pt x="1340" y="434"/>
                  <a:pt x="1340" y="434"/>
                </a:cubicBezTo>
                <a:cubicBezTo>
                  <a:pt x="1341" y="432"/>
                  <a:pt x="1341" y="432"/>
                  <a:pt x="1341" y="432"/>
                </a:cubicBezTo>
                <a:cubicBezTo>
                  <a:pt x="1341" y="432"/>
                  <a:pt x="1336" y="429"/>
                  <a:pt x="1322" y="428"/>
                </a:cubicBezTo>
                <a:cubicBezTo>
                  <a:pt x="1320" y="428"/>
                  <a:pt x="1319" y="428"/>
                  <a:pt x="1318" y="428"/>
                </a:cubicBezTo>
                <a:cubicBezTo>
                  <a:pt x="1305" y="428"/>
                  <a:pt x="1298" y="432"/>
                  <a:pt x="1298" y="432"/>
                </a:cubicBezTo>
                <a:cubicBezTo>
                  <a:pt x="1300" y="434"/>
                  <a:pt x="1300" y="434"/>
                  <a:pt x="1300" y="434"/>
                </a:cubicBezTo>
                <a:moveTo>
                  <a:pt x="1327" y="566"/>
                </a:moveTo>
                <a:cubicBezTo>
                  <a:pt x="1339" y="566"/>
                  <a:pt x="1339" y="566"/>
                  <a:pt x="1339" y="566"/>
                </a:cubicBezTo>
                <a:cubicBezTo>
                  <a:pt x="1339" y="652"/>
                  <a:pt x="1339" y="652"/>
                  <a:pt x="1339" y="652"/>
                </a:cubicBezTo>
                <a:cubicBezTo>
                  <a:pt x="1341" y="652"/>
                  <a:pt x="1341" y="652"/>
                  <a:pt x="1341" y="652"/>
                </a:cubicBezTo>
                <a:cubicBezTo>
                  <a:pt x="1341" y="564"/>
                  <a:pt x="1341" y="564"/>
                  <a:pt x="1341" y="564"/>
                </a:cubicBezTo>
                <a:cubicBezTo>
                  <a:pt x="1327" y="564"/>
                  <a:pt x="1327" y="564"/>
                  <a:pt x="1327" y="564"/>
                </a:cubicBezTo>
                <a:cubicBezTo>
                  <a:pt x="1327" y="566"/>
                  <a:pt x="1327" y="566"/>
                  <a:pt x="1327" y="566"/>
                </a:cubicBezTo>
                <a:moveTo>
                  <a:pt x="1367" y="537"/>
                </a:moveTo>
                <a:cubicBezTo>
                  <a:pt x="1403" y="537"/>
                  <a:pt x="1403" y="537"/>
                  <a:pt x="1403" y="537"/>
                </a:cubicBezTo>
                <a:cubicBezTo>
                  <a:pt x="1403" y="671"/>
                  <a:pt x="1403" y="671"/>
                  <a:pt x="1403" y="671"/>
                </a:cubicBezTo>
                <a:cubicBezTo>
                  <a:pt x="1405" y="671"/>
                  <a:pt x="1405" y="671"/>
                  <a:pt x="1405" y="671"/>
                </a:cubicBezTo>
                <a:cubicBezTo>
                  <a:pt x="1405" y="534"/>
                  <a:pt x="1405" y="534"/>
                  <a:pt x="1405" y="534"/>
                </a:cubicBezTo>
                <a:cubicBezTo>
                  <a:pt x="1367" y="534"/>
                  <a:pt x="1367" y="534"/>
                  <a:pt x="1367" y="534"/>
                </a:cubicBezTo>
                <a:cubicBezTo>
                  <a:pt x="1367" y="537"/>
                  <a:pt x="1367" y="537"/>
                  <a:pt x="1367" y="537"/>
                </a:cubicBezTo>
                <a:moveTo>
                  <a:pt x="1341" y="574"/>
                </a:moveTo>
                <a:cubicBezTo>
                  <a:pt x="1351" y="574"/>
                  <a:pt x="1351" y="574"/>
                  <a:pt x="1351" y="574"/>
                </a:cubicBezTo>
                <a:cubicBezTo>
                  <a:pt x="1351" y="566"/>
                  <a:pt x="1351" y="566"/>
                  <a:pt x="1351" y="566"/>
                </a:cubicBezTo>
                <a:cubicBezTo>
                  <a:pt x="1377" y="569"/>
                  <a:pt x="1377" y="569"/>
                  <a:pt x="1377" y="569"/>
                </a:cubicBezTo>
                <a:cubicBezTo>
                  <a:pt x="1377" y="653"/>
                  <a:pt x="1377" y="653"/>
                  <a:pt x="1377" y="653"/>
                </a:cubicBezTo>
                <a:cubicBezTo>
                  <a:pt x="1379" y="653"/>
                  <a:pt x="1379" y="653"/>
                  <a:pt x="1379" y="653"/>
                </a:cubicBezTo>
                <a:cubicBezTo>
                  <a:pt x="1379" y="567"/>
                  <a:pt x="1379" y="567"/>
                  <a:pt x="1379" y="567"/>
                </a:cubicBezTo>
                <a:cubicBezTo>
                  <a:pt x="1349" y="563"/>
                  <a:pt x="1349" y="563"/>
                  <a:pt x="1349" y="563"/>
                </a:cubicBezTo>
                <a:cubicBezTo>
                  <a:pt x="1349" y="571"/>
                  <a:pt x="1349" y="571"/>
                  <a:pt x="1349" y="571"/>
                </a:cubicBezTo>
                <a:cubicBezTo>
                  <a:pt x="1341" y="571"/>
                  <a:pt x="1341" y="571"/>
                  <a:pt x="1341" y="571"/>
                </a:cubicBezTo>
                <a:cubicBezTo>
                  <a:pt x="1341" y="574"/>
                  <a:pt x="1341" y="574"/>
                  <a:pt x="1341" y="574"/>
                </a:cubicBezTo>
                <a:moveTo>
                  <a:pt x="1380" y="536"/>
                </a:moveTo>
                <a:cubicBezTo>
                  <a:pt x="1380" y="511"/>
                  <a:pt x="1380" y="511"/>
                  <a:pt x="1380" y="511"/>
                </a:cubicBezTo>
                <a:cubicBezTo>
                  <a:pt x="1393" y="511"/>
                  <a:pt x="1393" y="511"/>
                  <a:pt x="1393" y="511"/>
                </a:cubicBezTo>
                <a:cubicBezTo>
                  <a:pt x="1393" y="517"/>
                  <a:pt x="1393" y="517"/>
                  <a:pt x="1393" y="517"/>
                </a:cubicBezTo>
                <a:cubicBezTo>
                  <a:pt x="1393" y="518"/>
                  <a:pt x="1393" y="518"/>
                  <a:pt x="1393" y="518"/>
                </a:cubicBezTo>
                <a:cubicBezTo>
                  <a:pt x="1405" y="518"/>
                  <a:pt x="1405" y="518"/>
                  <a:pt x="1405" y="518"/>
                </a:cubicBezTo>
                <a:cubicBezTo>
                  <a:pt x="1412" y="523"/>
                  <a:pt x="1412" y="523"/>
                  <a:pt x="1412" y="523"/>
                </a:cubicBezTo>
                <a:cubicBezTo>
                  <a:pt x="1412" y="662"/>
                  <a:pt x="1412" y="662"/>
                  <a:pt x="1412" y="662"/>
                </a:cubicBezTo>
                <a:cubicBezTo>
                  <a:pt x="1415" y="662"/>
                  <a:pt x="1415" y="662"/>
                  <a:pt x="1415" y="662"/>
                </a:cubicBezTo>
                <a:cubicBezTo>
                  <a:pt x="1415" y="521"/>
                  <a:pt x="1415" y="521"/>
                  <a:pt x="1415" y="521"/>
                </a:cubicBezTo>
                <a:cubicBezTo>
                  <a:pt x="1406" y="516"/>
                  <a:pt x="1406" y="516"/>
                  <a:pt x="1406" y="516"/>
                </a:cubicBezTo>
                <a:cubicBezTo>
                  <a:pt x="1395" y="516"/>
                  <a:pt x="1395" y="516"/>
                  <a:pt x="1395" y="516"/>
                </a:cubicBezTo>
                <a:cubicBezTo>
                  <a:pt x="1395" y="510"/>
                  <a:pt x="1395" y="510"/>
                  <a:pt x="1395" y="510"/>
                </a:cubicBezTo>
                <a:cubicBezTo>
                  <a:pt x="1395" y="509"/>
                  <a:pt x="1395" y="509"/>
                  <a:pt x="1395" y="509"/>
                </a:cubicBezTo>
                <a:cubicBezTo>
                  <a:pt x="1378" y="509"/>
                  <a:pt x="1378" y="509"/>
                  <a:pt x="1378" y="509"/>
                </a:cubicBezTo>
                <a:cubicBezTo>
                  <a:pt x="1378" y="536"/>
                  <a:pt x="1378" y="536"/>
                  <a:pt x="1378" y="536"/>
                </a:cubicBezTo>
                <a:cubicBezTo>
                  <a:pt x="1380" y="536"/>
                  <a:pt x="1380" y="536"/>
                  <a:pt x="1380" y="536"/>
                </a:cubicBezTo>
                <a:moveTo>
                  <a:pt x="1442" y="524"/>
                </a:moveTo>
                <a:cubicBezTo>
                  <a:pt x="1443" y="524"/>
                  <a:pt x="1443" y="524"/>
                  <a:pt x="1443" y="524"/>
                </a:cubicBezTo>
                <a:cubicBezTo>
                  <a:pt x="1443" y="511"/>
                  <a:pt x="1443" y="511"/>
                  <a:pt x="1443" y="511"/>
                </a:cubicBezTo>
                <a:cubicBezTo>
                  <a:pt x="1530" y="511"/>
                  <a:pt x="1530" y="511"/>
                  <a:pt x="1530" y="511"/>
                </a:cubicBezTo>
                <a:cubicBezTo>
                  <a:pt x="1530" y="523"/>
                  <a:pt x="1530" y="523"/>
                  <a:pt x="1530" y="523"/>
                </a:cubicBezTo>
                <a:cubicBezTo>
                  <a:pt x="1442" y="523"/>
                  <a:pt x="1442" y="523"/>
                  <a:pt x="1442" y="523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3" y="524"/>
                  <a:pt x="1443" y="524"/>
                  <a:pt x="1443" y="524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533" y="525"/>
                  <a:pt x="1533" y="525"/>
                  <a:pt x="1533" y="525"/>
                </a:cubicBezTo>
                <a:cubicBezTo>
                  <a:pt x="1533" y="508"/>
                  <a:pt x="1533" y="508"/>
                  <a:pt x="1533" y="508"/>
                </a:cubicBezTo>
                <a:cubicBezTo>
                  <a:pt x="1441" y="508"/>
                  <a:pt x="1441" y="508"/>
                  <a:pt x="1441" y="508"/>
                </a:cubicBezTo>
                <a:cubicBezTo>
                  <a:pt x="1441" y="525"/>
                  <a:pt x="1441" y="525"/>
                  <a:pt x="1441" y="525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442" y="524"/>
                  <a:pt x="1442" y="524"/>
                  <a:pt x="1442" y="524"/>
                </a:cubicBezTo>
                <a:moveTo>
                  <a:pt x="1488" y="598"/>
                </a:moveTo>
                <a:cubicBezTo>
                  <a:pt x="1488" y="529"/>
                  <a:pt x="1488" y="529"/>
                  <a:pt x="1488" y="529"/>
                </a:cubicBezTo>
                <a:cubicBezTo>
                  <a:pt x="1435" y="529"/>
                  <a:pt x="1435" y="529"/>
                  <a:pt x="1435" y="529"/>
                </a:cubicBezTo>
                <a:cubicBezTo>
                  <a:pt x="1435" y="617"/>
                  <a:pt x="1435" y="617"/>
                  <a:pt x="1435" y="617"/>
                </a:cubicBezTo>
                <a:cubicBezTo>
                  <a:pt x="1437" y="617"/>
                  <a:pt x="1437" y="617"/>
                  <a:pt x="1437" y="617"/>
                </a:cubicBezTo>
                <a:cubicBezTo>
                  <a:pt x="1437" y="532"/>
                  <a:pt x="1437" y="532"/>
                  <a:pt x="1437" y="532"/>
                </a:cubicBezTo>
                <a:cubicBezTo>
                  <a:pt x="1486" y="532"/>
                  <a:pt x="1486" y="532"/>
                  <a:pt x="1486" y="532"/>
                </a:cubicBezTo>
                <a:cubicBezTo>
                  <a:pt x="1486" y="598"/>
                  <a:pt x="1486" y="598"/>
                  <a:pt x="1486" y="598"/>
                </a:cubicBezTo>
                <a:cubicBezTo>
                  <a:pt x="1488" y="598"/>
                  <a:pt x="1488" y="598"/>
                  <a:pt x="1488" y="598"/>
                </a:cubicBezTo>
                <a:moveTo>
                  <a:pt x="1539" y="601"/>
                </a:moveTo>
                <a:cubicBezTo>
                  <a:pt x="1539" y="530"/>
                  <a:pt x="1539" y="530"/>
                  <a:pt x="1539" y="530"/>
                </a:cubicBezTo>
                <a:cubicBezTo>
                  <a:pt x="1622" y="530"/>
                  <a:pt x="1622" y="530"/>
                  <a:pt x="1622" y="530"/>
                </a:cubicBezTo>
                <a:cubicBezTo>
                  <a:pt x="1622" y="670"/>
                  <a:pt x="1622" y="670"/>
                  <a:pt x="1622" y="670"/>
                </a:cubicBezTo>
                <a:cubicBezTo>
                  <a:pt x="1624" y="670"/>
                  <a:pt x="1624" y="670"/>
                  <a:pt x="1624" y="670"/>
                </a:cubicBezTo>
                <a:cubicBezTo>
                  <a:pt x="1624" y="528"/>
                  <a:pt x="1624" y="528"/>
                  <a:pt x="1624" y="528"/>
                </a:cubicBezTo>
                <a:cubicBezTo>
                  <a:pt x="1537" y="528"/>
                  <a:pt x="1537" y="528"/>
                  <a:pt x="1537" y="528"/>
                </a:cubicBezTo>
                <a:cubicBezTo>
                  <a:pt x="1537" y="601"/>
                  <a:pt x="1537" y="601"/>
                  <a:pt x="1537" y="601"/>
                </a:cubicBezTo>
                <a:cubicBezTo>
                  <a:pt x="1539" y="601"/>
                  <a:pt x="1539" y="601"/>
                  <a:pt x="1539" y="601"/>
                </a:cubicBezTo>
                <a:moveTo>
                  <a:pt x="1528" y="616"/>
                </a:moveTo>
                <a:cubicBezTo>
                  <a:pt x="1530" y="616"/>
                  <a:pt x="1530" y="616"/>
                  <a:pt x="1530" y="616"/>
                </a:cubicBezTo>
                <a:cubicBezTo>
                  <a:pt x="1530" y="527"/>
                  <a:pt x="1530" y="527"/>
                  <a:pt x="1530" y="527"/>
                </a:cubicBezTo>
                <a:cubicBezTo>
                  <a:pt x="1528" y="527"/>
                  <a:pt x="1528" y="527"/>
                  <a:pt x="1528" y="527"/>
                </a:cubicBezTo>
                <a:lnTo>
                  <a:pt x="1528" y="616"/>
                </a:lnTo>
                <a:close/>
                <a:moveTo>
                  <a:pt x="1538" y="510"/>
                </a:moveTo>
                <a:cubicBezTo>
                  <a:pt x="1538" y="511"/>
                  <a:pt x="1538" y="511"/>
                  <a:pt x="1538" y="511"/>
                </a:cubicBezTo>
                <a:cubicBezTo>
                  <a:pt x="1607" y="511"/>
                  <a:pt x="1607" y="511"/>
                  <a:pt x="1607" y="511"/>
                </a:cubicBezTo>
                <a:cubicBezTo>
                  <a:pt x="1607" y="520"/>
                  <a:pt x="1607" y="520"/>
                  <a:pt x="1607" y="520"/>
                </a:cubicBezTo>
                <a:cubicBezTo>
                  <a:pt x="1539" y="520"/>
                  <a:pt x="1539" y="520"/>
                  <a:pt x="1539" y="520"/>
                </a:cubicBezTo>
                <a:cubicBezTo>
                  <a:pt x="1539" y="510"/>
                  <a:pt x="1539" y="510"/>
                  <a:pt x="1539" y="510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8" y="511"/>
                  <a:pt x="1538" y="511"/>
                  <a:pt x="1538" y="511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7" y="522"/>
                  <a:pt x="1537" y="522"/>
                  <a:pt x="1537" y="522"/>
                </a:cubicBezTo>
                <a:cubicBezTo>
                  <a:pt x="1610" y="522"/>
                  <a:pt x="1610" y="522"/>
                  <a:pt x="1610" y="522"/>
                </a:cubicBezTo>
                <a:cubicBezTo>
                  <a:pt x="1610" y="509"/>
                  <a:pt x="1610" y="509"/>
                  <a:pt x="1610" y="509"/>
                </a:cubicBezTo>
                <a:cubicBezTo>
                  <a:pt x="1537" y="509"/>
                  <a:pt x="1537" y="509"/>
                  <a:pt x="1537" y="509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8" y="510"/>
                  <a:pt x="1538" y="510"/>
                  <a:pt x="1538" y="510"/>
                </a:cubicBezTo>
                <a:moveTo>
                  <a:pt x="1463" y="628"/>
                </a:moveTo>
                <a:cubicBezTo>
                  <a:pt x="1463" y="606"/>
                  <a:pt x="1463" y="606"/>
                  <a:pt x="1463" y="606"/>
                </a:cubicBezTo>
                <a:cubicBezTo>
                  <a:pt x="1496" y="606"/>
                  <a:pt x="1496" y="606"/>
                  <a:pt x="1496" y="606"/>
                </a:cubicBezTo>
                <a:cubicBezTo>
                  <a:pt x="1496" y="671"/>
                  <a:pt x="1496" y="671"/>
                  <a:pt x="1496" y="671"/>
                </a:cubicBezTo>
                <a:cubicBezTo>
                  <a:pt x="1498" y="671"/>
                  <a:pt x="1498" y="671"/>
                  <a:pt x="1498" y="671"/>
                </a:cubicBezTo>
                <a:cubicBezTo>
                  <a:pt x="1498" y="604"/>
                  <a:pt x="1498" y="604"/>
                  <a:pt x="1498" y="604"/>
                </a:cubicBezTo>
                <a:cubicBezTo>
                  <a:pt x="1461" y="604"/>
                  <a:pt x="1461" y="604"/>
                  <a:pt x="1461" y="604"/>
                </a:cubicBezTo>
                <a:cubicBezTo>
                  <a:pt x="1461" y="628"/>
                  <a:pt x="1461" y="628"/>
                  <a:pt x="1461" y="628"/>
                </a:cubicBezTo>
                <a:cubicBezTo>
                  <a:pt x="1463" y="628"/>
                  <a:pt x="1463" y="628"/>
                  <a:pt x="1463" y="628"/>
                </a:cubicBezTo>
                <a:moveTo>
                  <a:pt x="1498" y="611"/>
                </a:moveTo>
                <a:cubicBezTo>
                  <a:pt x="1521" y="611"/>
                  <a:pt x="1521" y="611"/>
                  <a:pt x="1521" y="611"/>
                </a:cubicBezTo>
                <a:cubicBezTo>
                  <a:pt x="1521" y="630"/>
                  <a:pt x="1521" y="630"/>
                  <a:pt x="1521" y="630"/>
                </a:cubicBezTo>
                <a:cubicBezTo>
                  <a:pt x="1524" y="630"/>
                  <a:pt x="1524" y="630"/>
                  <a:pt x="1524" y="630"/>
                </a:cubicBezTo>
                <a:cubicBezTo>
                  <a:pt x="1524" y="608"/>
                  <a:pt x="1524" y="608"/>
                  <a:pt x="1524" y="608"/>
                </a:cubicBezTo>
                <a:cubicBezTo>
                  <a:pt x="1498" y="608"/>
                  <a:pt x="1498" y="608"/>
                  <a:pt x="1498" y="608"/>
                </a:cubicBezTo>
                <a:cubicBezTo>
                  <a:pt x="1498" y="611"/>
                  <a:pt x="1498" y="611"/>
                  <a:pt x="1498" y="611"/>
                </a:cubicBezTo>
                <a:moveTo>
                  <a:pt x="1429" y="671"/>
                </a:moveTo>
                <a:cubicBezTo>
                  <a:pt x="1429" y="630"/>
                  <a:pt x="1429" y="630"/>
                  <a:pt x="1429" y="630"/>
                </a:cubicBezTo>
                <a:cubicBezTo>
                  <a:pt x="1485" y="630"/>
                  <a:pt x="1485" y="630"/>
                  <a:pt x="1485" y="630"/>
                </a:cubicBezTo>
                <a:cubicBezTo>
                  <a:pt x="1485" y="627"/>
                  <a:pt x="1485" y="627"/>
                  <a:pt x="1485" y="627"/>
                </a:cubicBezTo>
                <a:cubicBezTo>
                  <a:pt x="1455" y="627"/>
                  <a:pt x="1455" y="627"/>
                  <a:pt x="1455" y="627"/>
                </a:cubicBezTo>
                <a:cubicBezTo>
                  <a:pt x="1427" y="627"/>
                  <a:pt x="1427" y="627"/>
                  <a:pt x="1427" y="627"/>
                </a:cubicBezTo>
                <a:cubicBezTo>
                  <a:pt x="1427" y="671"/>
                  <a:pt x="1427" y="671"/>
                  <a:pt x="1427" y="671"/>
                </a:cubicBezTo>
                <a:cubicBezTo>
                  <a:pt x="1429" y="671"/>
                  <a:pt x="1429" y="671"/>
                  <a:pt x="1429" y="671"/>
                </a:cubicBezTo>
                <a:moveTo>
                  <a:pt x="1512" y="650"/>
                </a:moveTo>
                <a:cubicBezTo>
                  <a:pt x="1512" y="631"/>
                  <a:pt x="1512" y="631"/>
                  <a:pt x="1512" y="631"/>
                </a:cubicBezTo>
                <a:cubicBezTo>
                  <a:pt x="1529" y="631"/>
                  <a:pt x="1529" y="631"/>
                  <a:pt x="1529" y="631"/>
                </a:cubicBezTo>
                <a:cubicBezTo>
                  <a:pt x="1529" y="670"/>
                  <a:pt x="1529" y="670"/>
                  <a:pt x="1529" y="670"/>
                </a:cubicBezTo>
                <a:cubicBezTo>
                  <a:pt x="1531" y="670"/>
                  <a:pt x="1531" y="670"/>
                  <a:pt x="1531" y="670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10" y="629"/>
                  <a:pt x="1510" y="629"/>
                  <a:pt x="1510" y="629"/>
                </a:cubicBezTo>
                <a:cubicBezTo>
                  <a:pt x="1510" y="650"/>
                  <a:pt x="1510" y="650"/>
                  <a:pt x="1510" y="650"/>
                </a:cubicBezTo>
                <a:cubicBezTo>
                  <a:pt x="1512" y="650"/>
                  <a:pt x="1512" y="650"/>
                  <a:pt x="1512" y="650"/>
                </a:cubicBezTo>
                <a:moveTo>
                  <a:pt x="1531" y="631"/>
                </a:moveTo>
                <a:cubicBezTo>
                  <a:pt x="1583" y="631"/>
                  <a:pt x="1583" y="631"/>
                  <a:pt x="1583" y="631"/>
                </a:cubicBezTo>
                <a:cubicBezTo>
                  <a:pt x="1583" y="671"/>
                  <a:pt x="1583" y="671"/>
                  <a:pt x="1583" y="671"/>
                </a:cubicBezTo>
                <a:cubicBezTo>
                  <a:pt x="1586" y="671"/>
                  <a:pt x="1586" y="671"/>
                  <a:pt x="1586" y="671"/>
                </a:cubicBezTo>
                <a:cubicBezTo>
                  <a:pt x="1586" y="629"/>
                  <a:pt x="1586" y="629"/>
                  <a:pt x="1586" y="629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31" y="631"/>
                  <a:pt x="1531" y="631"/>
                  <a:pt x="1531" y="631"/>
                </a:cubicBezTo>
                <a:moveTo>
                  <a:pt x="1523" y="618"/>
                </a:moveTo>
                <a:cubicBezTo>
                  <a:pt x="1569" y="618"/>
                  <a:pt x="1569" y="618"/>
                  <a:pt x="1569" y="618"/>
                </a:cubicBezTo>
                <a:cubicBezTo>
                  <a:pt x="1569" y="612"/>
                  <a:pt x="1569" y="612"/>
                  <a:pt x="1569" y="612"/>
                </a:cubicBezTo>
                <a:cubicBezTo>
                  <a:pt x="1594" y="612"/>
                  <a:pt x="1594" y="612"/>
                  <a:pt x="1594" y="612"/>
                </a:cubicBezTo>
                <a:cubicBezTo>
                  <a:pt x="1594" y="671"/>
                  <a:pt x="1594" y="671"/>
                  <a:pt x="1594" y="671"/>
                </a:cubicBezTo>
                <a:cubicBezTo>
                  <a:pt x="1596" y="671"/>
                  <a:pt x="1596" y="671"/>
                  <a:pt x="1596" y="671"/>
                </a:cubicBezTo>
                <a:cubicBezTo>
                  <a:pt x="1596" y="610"/>
                  <a:pt x="1596" y="610"/>
                  <a:pt x="1596" y="610"/>
                </a:cubicBezTo>
                <a:cubicBezTo>
                  <a:pt x="1567" y="610"/>
                  <a:pt x="1567" y="610"/>
                  <a:pt x="1567" y="610"/>
                </a:cubicBezTo>
                <a:cubicBezTo>
                  <a:pt x="1567" y="616"/>
                  <a:pt x="1567" y="616"/>
                  <a:pt x="1567" y="616"/>
                </a:cubicBezTo>
                <a:cubicBezTo>
                  <a:pt x="1523" y="616"/>
                  <a:pt x="1523" y="616"/>
                  <a:pt x="1523" y="616"/>
                </a:cubicBezTo>
                <a:cubicBezTo>
                  <a:pt x="1523" y="618"/>
                  <a:pt x="1523" y="618"/>
                  <a:pt x="1523" y="618"/>
                </a:cubicBezTo>
                <a:moveTo>
                  <a:pt x="1623" y="545"/>
                </a:moveTo>
                <a:cubicBezTo>
                  <a:pt x="1652" y="545"/>
                  <a:pt x="1652" y="545"/>
                  <a:pt x="1652" y="545"/>
                </a:cubicBezTo>
                <a:cubicBezTo>
                  <a:pt x="1657" y="554"/>
                  <a:pt x="1657" y="554"/>
                  <a:pt x="1657" y="554"/>
                </a:cubicBezTo>
                <a:cubicBezTo>
                  <a:pt x="1657" y="669"/>
                  <a:pt x="1657" y="669"/>
                  <a:pt x="1657" y="669"/>
                </a:cubicBezTo>
                <a:cubicBezTo>
                  <a:pt x="1659" y="669"/>
                  <a:pt x="1659" y="669"/>
                  <a:pt x="1659" y="669"/>
                </a:cubicBezTo>
                <a:cubicBezTo>
                  <a:pt x="1659" y="553"/>
                  <a:pt x="1659" y="553"/>
                  <a:pt x="1659" y="553"/>
                </a:cubicBezTo>
                <a:cubicBezTo>
                  <a:pt x="1653" y="543"/>
                  <a:pt x="1653" y="543"/>
                  <a:pt x="1653" y="543"/>
                </a:cubicBezTo>
                <a:cubicBezTo>
                  <a:pt x="1623" y="543"/>
                  <a:pt x="1623" y="543"/>
                  <a:pt x="1623" y="543"/>
                </a:cubicBezTo>
                <a:cubicBezTo>
                  <a:pt x="1623" y="545"/>
                  <a:pt x="1623" y="545"/>
                  <a:pt x="1623" y="545"/>
                </a:cubicBezTo>
                <a:moveTo>
                  <a:pt x="1635" y="544"/>
                </a:moveTo>
                <a:cubicBezTo>
                  <a:pt x="1642" y="553"/>
                  <a:pt x="1642" y="553"/>
                  <a:pt x="1642" y="553"/>
                </a:cubicBezTo>
                <a:cubicBezTo>
                  <a:pt x="1642" y="640"/>
                  <a:pt x="1642" y="640"/>
                  <a:pt x="1642" y="640"/>
                </a:cubicBezTo>
                <a:cubicBezTo>
                  <a:pt x="1644" y="640"/>
                  <a:pt x="1644" y="640"/>
                  <a:pt x="1644" y="640"/>
                </a:cubicBezTo>
                <a:cubicBezTo>
                  <a:pt x="1644" y="552"/>
                  <a:pt x="1644" y="552"/>
                  <a:pt x="1644" y="552"/>
                </a:cubicBezTo>
                <a:cubicBezTo>
                  <a:pt x="1637" y="543"/>
                  <a:pt x="1637" y="543"/>
                  <a:pt x="1637" y="543"/>
                </a:cubicBezTo>
                <a:cubicBezTo>
                  <a:pt x="1635" y="544"/>
                  <a:pt x="1635" y="544"/>
                  <a:pt x="1635" y="544"/>
                </a:cubicBezTo>
                <a:moveTo>
                  <a:pt x="1675" y="671"/>
                </a:moveTo>
                <a:cubicBezTo>
                  <a:pt x="1675" y="570"/>
                  <a:pt x="1675" y="570"/>
                  <a:pt x="1675" y="570"/>
                </a:cubicBezTo>
                <a:cubicBezTo>
                  <a:pt x="1746" y="570"/>
                  <a:pt x="1746" y="570"/>
                  <a:pt x="1746" y="570"/>
                </a:cubicBezTo>
                <a:cubicBezTo>
                  <a:pt x="1746" y="623"/>
                  <a:pt x="1746" y="623"/>
                  <a:pt x="1746" y="623"/>
                </a:cubicBezTo>
                <a:cubicBezTo>
                  <a:pt x="1749" y="623"/>
                  <a:pt x="1749" y="623"/>
                  <a:pt x="1749" y="623"/>
                </a:cubicBezTo>
                <a:cubicBezTo>
                  <a:pt x="1748" y="568"/>
                  <a:pt x="1748" y="568"/>
                  <a:pt x="1748" y="568"/>
                </a:cubicBezTo>
                <a:cubicBezTo>
                  <a:pt x="1672" y="568"/>
                  <a:pt x="1672" y="568"/>
                  <a:pt x="1672" y="568"/>
                </a:cubicBezTo>
                <a:cubicBezTo>
                  <a:pt x="1672" y="671"/>
                  <a:pt x="1672" y="671"/>
                  <a:pt x="1672" y="671"/>
                </a:cubicBezTo>
                <a:cubicBezTo>
                  <a:pt x="1675" y="671"/>
                  <a:pt x="1675" y="671"/>
                  <a:pt x="1675" y="671"/>
                </a:cubicBezTo>
                <a:moveTo>
                  <a:pt x="1685" y="631"/>
                </a:moveTo>
                <a:cubicBezTo>
                  <a:pt x="1740" y="631"/>
                  <a:pt x="1740" y="631"/>
                  <a:pt x="1740" y="631"/>
                </a:cubicBezTo>
                <a:cubicBezTo>
                  <a:pt x="1740" y="624"/>
                  <a:pt x="1740" y="624"/>
                  <a:pt x="1740" y="624"/>
                </a:cubicBezTo>
                <a:cubicBezTo>
                  <a:pt x="1769" y="624"/>
                  <a:pt x="1769" y="624"/>
                  <a:pt x="1769" y="624"/>
                </a:cubicBezTo>
                <a:cubicBezTo>
                  <a:pt x="1769" y="671"/>
                  <a:pt x="1769" y="671"/>
                  <a:pt x="1769" y="671"/>
                </a:cubicBezTo>
                <a:cubicBezTo>
                  <a:pt x="1771" y="671"/>
                  <a:pt x="1771" y="671"/>
                  <a:pt x="1771" y="671"/>
                </a:cubicBezTo>
                <a:cubicBezTo>
                  <a:pt x="1771" y="622"/>
                  <a:pt x="1771" y="622"/>
                  <a:pt x="1771" y="622"/>
                </a:cubicBezTo>
                <a:cubicBezTo>
                  <a:pt x="1738" y="622"/>
                  <a:pt x="1738" y="622"/>
                  <a:pt x="1738" y="622"/>
                </a:cubicBezTo>
                <a:cubicBezTo>
                  <a:pt x="1738" y="628"/>
                  <a:pt x="1738" y="628"/>
                  <a:pt x="1738" y="628"/>
                </a:cubicBezTo>
                <a:cubicBezTo>
                  <a:pt x="1685" y="628"/>
                  <a:pt x="1685" y="628"/>
                  <a:pt x="1685" y="628"/>
                </a:cubicBezTo>
                <a:cubicBezTo>
                  <a:pt x="1685" y="631"/>
                  <a:pt x="1685" y="631"/>
                  <a:pt x="1685" y="631"/>
                </a:cubicBezTo>
                <a:moveTo>
                  <a:pt x="1413" y="577"/>
                </a:moveTo>
                <a:cubicBezTo>
                  <a:pt x="1427" y="577"/>
                  <a:pt x="1427" y="577"/>
                  <a:pt x="1427" y="577"/>
                </a:cubicBezTo>
                <a:cubicBezTo>
                  <a:pt x="1427" y="606"/>
                  <a:pt x="1427" y="606"/>
                  <a:pt x="1427" y="606"/>
                </a:cubicBezTo>
                <a:cubicBezTo>
                  <a:pt x="1436" y="606"/>
                  <a:pt x="1436" y="606"/>
                  <a:pt x="1436" y="606"/>
                </a:cubicBezTo>
                <a:cubicBezTo>
                  <a:pt x="1436" y="604"/>
                  <a:pt x="1436" y="604"/>
                  <a:pt x="1436" y="604"/>
                </a:cubicBezTo>
                <a:cubicBezTo>
                  <a:pt x="1429" y="604"/>
                  <a:pt x="1429" y="604"/>
                  <a:pt x="1429" y="604"/>
                </a:cubicBezTo>
                <a:cubicBezTo>
                  <a:pt x="1429" y="574"/>
                  <a:pt x="1429" y="574"/>
                  <a:pt x="1429" y="574"/>
                </a:cubicBezTo>
                <a:cubicBezTo>
                  <a:pt x="1413" y="574"/>
                  <a:pt x="1413" y="574"/>
                  <a:pt x="1413" y="574"/>
                </a:cubicBezTo>
                <a:cubicBezTo>
                  <a:pt x="1413" y="577"/>
                  <a:pt x="1413" y="577"/>
                  <a:pt x="1413" y="577"/>
                </a:cubicBezTo>
                <a:moveTo>
                  <a:pt x="1732" y="569"/>
                </a:moveTo>
                <a:cubicBezTo>
                  <a:pt x="1732" y="422"/>
                  <a:pt x="1732" y="422"/>
                  <a:pt x="1732" y="422"/>
                </a:cubicBezTo>
                <a:cubicBezTo>
                  <a:pt x="1747" y="422"/>
                  <a:pt x="1747" y="422"/>
                  <a:pt x="1747" y="422"/>
                </a:cubicBezTo>
                <a:cubicBezTo>
                  <a:pt x="1747" y="402"/>
                  <a:pt x="1747" y="402"/>
                  <a:pt x="1747" y="402"/>
                </a:cubicBezTo>
                <a:cubicBezTo>
                  <a:pt x="1753" y="395"/>
                  <a:pt x="1753" y="395"/>
                  <a:pt x="1753" y="395"/>
                </a:cubicBezTo>
                <a:cubicBezTo>
                  <a:pt x="1808" y="395"/>
                  <a:pt x="1808" y="395"/>
                  <a:pt x="1808" y="395"/>
                </a:cubicBezTo>
                <a:cubicBezTo>
                  <a:pt x="1808" y="611"/>
                  <a:pt x="1808" y="611"/>
                  <a:pt x="1808" y="611"/>
                </a:cubicBezTo>
                <a:cubicBezTo>
                  <a:pt x="1748" y="611"/>
                  <a:pt x="1748" y="611"/>
                  <a:pt x="1748" y="611"/>
                </a:cubicBezTo>
                <a:cubicBezTo>
                  <a:pt x="1748" y="613"/>
                  <a:pt x="1748" y="613"/>
                  <a:pt x="1748" y="613"/>
                </a:cubicBezTo>
                <a:cubicBezTo>
                  <a:pt x="1810" y="613"/>
                  <a:pt x="1810" y="613"/>
                  <a:pt x="1810" y="613"/>
                </a:cubicBezTo>
                <a:cubicBezTo>
                  <a:pt x="1810" y="393"/>
                  <a:pt x="1810" y="393"/>
                  <a:pt x="1810" y="393"/>
                </a:cubicBezTo>
                <a:cubicBezTo>
                  <a:pt x="1752" y="393"/>
                  <a:pt x="1752" y="393"/>
                  <a:pt x="1752" y="393"/>
                </a:cubicBezTo>
                <a:cubicBezTo>
                  <a:pt x="1745" y="401"/>
                  <a:pt x="1745" y="401"/>
                  <a:pt x="1745" y="401"/>
                </a:cubicBezTo>
                <a:cubicBezTo>
                  <a:pt x="1745" y="420"/>
                  <a:pt x="1745" y="420"/>
                  <a:pt x="1745" y="420"/>
                </a:cubicBezTo>
                <a:cubicBezTo>
                  <a:pt x="1729" y="420"/>
                  <a:pt x="1729" y="420"/>
                  <a:pt x="1729" y="420"/>
                </a:cubicBezTo>
                <a:cubicBezTo>
                  <a:pt x="1729" y="569"/>
                  <a:pt x="1729" y="569"/>
                  <a:pt x="1729" y="569"/>
                </a:cubicBezTo>
                <a:cubicBezTo>
                  <a:pt x="1732" y="569"/>
                  <a:pt x="1732" y="569"/>
                  <a:pt x="1732" y="569"/>
                </a:cubicBezTo>
                <a:moveTo>
                  <a:pt x="1744" y="527"/>
                </a:moveTo>
                <a:cubicBezTo>
                  <a:pt x="1746" y="527"/>
                  <a:pt x="1746" y="527"/>
                  <a:pt x="1746" y="527"/>
                </a:cubicBezTo>
                <a:cubicBezTo>
                  <a:pt x="1746" y="434"/>
                  <a:pt x="1746" y="434"/>
                  <a:pt x="1746" y="434"/>
                </a:cubicBezTo>
                <a:cubicBezTo>
                  <a:pt x="1744" y="434"/>
                  <a:pt x="1744" y="434"/>
                  <a:pt x="1744" y="434"/>
                </a:cubicBezTo>
                <a:lnTo>
                  <a:pt x="1744" y="527"/>
                </a:lnTo>
                <a:close/>
                <a:moveTo>
                  <a:pt x="1798" y="631"/>
                </a:moveTo>
                <a:cubicBezTo>
                  <a:pt x="1800" y="631"/>
                  <a:pt x="1800" y="631"/>
                  <a:pt x="1800" y="631"/>
                </a:cubicBezTo>
                <a:cubicBezTo>
                  <a:pt x="1800" y="612"/>
                  <a:pt x="1800" y="612"/>
                  <a:pt x="1800" y="612"/>
                </a:cubicBezTo>
                <a:cubicBezTo>
                  <a:pt x="1798" y="612"/>
                  <a:pt x="1798" y="612"/>
                  <a:pt x="1798" y="612"/>
                </a:cubicBezTo>
                <a:lnTo>
                  <a:pt x="1798" y="631"/>
                </a:lnTo>
                <a:close/>
                <a:moveTo>
                  <a:pt x="1770" y="632"/>
                </a:moveTo>
                <a:cubicBezTo>
                  <a:pt x="1806" y="632"/>
                  <a:pt x="1806" y="632"/>
                  <a:pt x="1806" y="632"/>
                </a:cubicBezTo>
                <a:cubicBezTo>
                  <a:pt x="1806" y="660"/>
                  <a:pt x="1806" y="660"/>
                  <a:pt x="1806" y="660"/>
                </a:cubicBezTo>
                <a:cubicBezTo>
                  <a:pt x="1808" y="660"/>
                  <a:pt x="1808" y="660"/>
                  <a:pt x="1808" y="660"/>
                </a:cubicBezTo>
                <a:cubicBezTo>
                  <a:pt x="1808" y="630"/>
                  <a:pt x="1808" y="630"/>
                  <a:pt x="1808" y="630"/>
                </a:cubicBezTo>
                <a:cubicBezTo>
                  <a:pt x="1770" y="630"/>
                  <a:pt x="1770" y="630"/>
                  <a:pt x="1770" y="630"/>
                </a:cubicBezTo>
                <a:cubicBezTo>
                  <a:pt x="1770" y="632"/>
                  <a:pt x="1770" y="632"/>
                  <a:pt x="1770" y="632"/>
                </a:cubicBezTo>
                <a:moveTo>
                  <a:pt x="1707" y="568"/>
                </a:moveTo>
                <a:cubicBezTo>
                  <a:pt x="1707" y="491"/>
                  <a:pt x="1707" y="491"/>
                  <a:pt x="1707" y="491"/>
                </a:cubicBezTo>
                <a:cubicBezTo>
                  <a:pt x="1730" y="491"/>
                  <a:pt x="1730" y="491"/>
                  <a:pt x="1730" y="491"/>
                </a:cubicBezTo>
                <a:cubicBezTo>
                  <a:pt x="1730" y="488"/>
                  <a:pt x="1730" y="488"/>
                  <a:pt x="1730" y="488"/>
                </a:cubicBezTo>
                <a:cubicBezTo>
                  <a:pt x="1705" y="488"/>
                  <a:pt x="1705" y="488"/>
                  <a:pt x="1705" y="488"/>
                </a:cubicBezTo>
                <a:cubicBezTo>
                  <a:pt x="1705" y="568"/>
                  <a:pt x="1705" y="568"/>
                  <a:pt x="1705" y="568"/>
                </a:cubicBezTo>
                <a:cubicBezTo>
                  <a:pt x="1707" y="568"/>
                  <a:pt x="1707" y="568"/>
                  <a:pt x="1707" y="568"/>
                </a:cubicBezTo>
                <a:moveTo>
                  <a:pt x="1668" y="560"/>
                </a:moveTo>
                <a:cubicBezTo>
                  <a:pt x="1668" y="486"/>
                  <a:pt x="1668" y="486"/>
                  <a:pt x="1668" y="486"/>
                </a:cubicBezTo>
                <a:cubicBezTo>
                  <a:pt x="1684" y="486"/>
                  <a:pt x="1684" y="486"/>
                  <a:pt x="1684" y="486"/>
                </a:cubicBezTo>
                <a:cubicBezTo>
                  <a:pt x="1684" y="502"/>
                  <a:pt x="1684" y="502"/>
                  <a:pt x="1684" y="502"/>
                </a:cubicBezTo>
                <a:cubicBezTo>
                  <a:pt x="1706" y="502"/>
                  <a:pt x="1706" y="502"/>
                  <a:pt x="1706" y="502"/>
                </a:cubicBezTo>
                <a:cubicBezTo>
                  <a:pt x="1706" y="499"/>
                  <a:pt x="1706" y="499"/>
                  <a:pt x="1706" y="499"/>
                </a:cubicBezTo>
                <a:cubicBezTo>
                  <a:pt x="1687" y="499"/>
                  <a:pt x="1687" y="499"/>
                  <a:pt x="1687" y="499"/>
                </a:cubicBezTo>
                <a:cubicBezTo>
                  <a:pt x="1687" y="484"/>
                  <a:pt x="1687" y="484"/>
                  <a:pt x="1687" y="484"/>
                </a:cubicBezTo>
                <a:cubicBezTo>
                  <a:pt x="1665" y="484"/>
                  <a:pt x="1665" y="484"/>
                  <a:pt x="1665" y="484"/>
                </a:cubicBezTo>
                <a:cubicBezTo>
                  <a:pt x="1665" y="560"/>
                  <a:pt x="1665" y="560"/>
                  <a:pt x="1665" y="560"/>
                </a:cubicBezTo>
                <a:cubicBezTo>
                  <a:pt x="1668" y="560"/>
                  <a:pt x="1668" y="560"/>
                  <a:pt x="1668" y="560"/>
                </a:cubicBezTo>
                <a:moveTo>
                  <a:pt x="1699" y="671"/>
                </a:moveTo>
                <a:cubicBezTo>
                  <a:pt x="1699" y="642"/>
                  <a:pt x="1699" y="642"/>
                  <a:pt x="1699" y="642"/>
                </a:cubicBezTo>
                <a:cubicBezTo>
                  <a:pt x="1736" y="642"/>
                  <a:pt x="1736" y="642"/>
                  <a:pt x="1736" y="642"/>
                </a:cubicBezTo>
                <a:cubicBezTo>
                  <a:pt x="1736" y="671"/>
                  <a:pt x="1736" y="671"/>
                  <a:pt x="1736" y="671"/>
                </a:cubicBezTo>
                <a:cubicBezTo>
                  <a:pt x="1738" y="671"/>
                  <a:pt x="1738" y="671"/>
                  <a:pt x="1738" y="671"/>
                </a:cubicBezTo>
                <a:cubicBezTo>
                  <a:pt x="1738" y="640"/>
                  <a:pt x="1738" y="640"/>
                  <a:pt x="1738" y="640"/>
                </a:cubicBezTo>
                <a:cubicBezTo>
                  <a:pt x="1697" y="640"/>
                  <a:pt x="1697" y="640"/>
                  <a:pt x="1697" y="640"/>
                </a:cubicBezTo>
                <a:cubicBezTo>
                  <a:pt x="1697" y="671"/>
                  <a:pt x="1697" y="671"/>
                  <a:pt x="1697" y="671"/>
                </a:cubicBezTo>
                <a:cubicBezTo>
                  <a:pt x="1699" y="671"/>
                  <a:pt x="1699" y="671"/>
                  <a:pt x="1699" y="671"/>
                </a:cubicBezTo>
                <a:moveTo>
                  <a:pt x="1807" y="646"/>
                </a:moveTo>
                <a:cubicBezTo>
                  <a:pt x="1838" y="646"/>
                  <a:pt x="1838" y="646"/>
                  <a:pt x="1838" y="646"/>
                </a:cubicBezTo>
                <a:cubicBezTo>
                  <a:pt x="1838" y="492"/>
                  <a:pt x="1838" y="492"/>
                  <a:pt x="1838" y="492"/>
                </a:cubicBezTo>
                <a:cubicBezTo>
                  <a:pt x="1881" y="492"/>
                  <a:pt x="1881" y="492"/>
                  <a:pt x="1881" y="492"/>
                </a:cubicBezTo>
                <a:cubicBezTo>
                  <a:pt x="1881" y="658"/>
                  <a:pt x="1881" y="658"/>
                  <a:pt x="1881" y="658"/>
                </a:cubicBezTo>
                <a:cubicBezTo>
                  <a:pt x="1884" y="658"/>
                  <a:pt x="1884" y="658"/>
                  <a:pt x="1884" y="658"/>
                </a:cubicBezTo>
                <a:cubicBezTo>
                  <a:pt x="1884" y="490"/>
                  <a:pt x="1884" y="490"/>
                  <a:pt x="1884" y="490"/>
                </a:cubicBezTo>
                <a:cubicBezTo>
                  <a:pt x="1836" y="490"/>
                  <a:pt x="1836" y="490"/>
                  <a:pt x="1836" y="490"/>
                </a:cubicBezTo>
                <a:cubicBezTo>
                  <a:pt x="1836" y="643"/>
                  <a:pt x="1836" y="643"/>
                  <a:pt x="1836" y="643"/>
                </a:cubicBezTo>
                <a:cubicBezTo>
                  <a:pt x="1807" y="643"/>
                  <a:pt x="1807" y="643"/>
                  <a:pt x="1807" y="643"/>
                </a:cubicBezTo>
                <a:cubicBezTo>
                  <a:pt x="1807" y="646"/>
                  <a:pt x="1807" y="646"/>
                  <a:pt x="1807" y="646"/>
                </a:cubicBezTo>
                <a:moveTo>
                  <a:pt x="1809" y="507"/>
                </a:moveTo>
                <a:cubicBezTo>
                  <a:pt x="1817" y="507"/>
                  <a:pt x="1817" y="507"/>
                  <a:pt x="1817" y="507"/>
                </a:cubicBezTo>
                <a:cubicBezTo>
                  <a:pt x="1817" y="500"/>
                  <a:pt x="1817" y="500"/>
                  <a:pt x="1817" y="500"/>
                </a:cubicBezTo>
                <a:cubicBezTo>
                  <a:pt x="1837" y="500"/>
                  <a:pt x="1837" y="500"/>
                  <a:pt x="1837" y="500"/>
                </a:cubicBezTo>
                <a:cubicBezTo>
                  <a:pt x="1837" y="498"/>
                  <a:pt x="1837" y="498"/>
                  <a:pt x="1837" y="498"/>
                </a:cubicBezTo>
                <a:cubicBezTo>
                  <a:pt x="1815" y="498"/>
                  <a:pt x="1815" y="498"/>
                  <a:pt x="1815" y="498"/>
                </a:cubicBezTo>
                <a:cubicBezTo>
                  <a:pt x="1815" y="504"/>
                  <a:pt x="1815" y="504"/>
                  <a:pt x="1815" y="504"/>
                </a:cubicBezTo>
                <a:cubicBezTo>
                  <a:pt x="1809" y="504"/>
                  <a:pt x="1809" y="504"/>
                  <a:pt x="1809" y="504"/>
                </a:cubicBezTo>
                <a:cubicBezTo>
                  <a:pt x="1809" y="507"/>
                  <a:pt x="1809" y="507"/>
                  <a:pt x="1809" y="507"/>
                </a:cubicBezTo>
                <a:moveTo>
                  <a:pt x="1846" y="491"/>
                </a:moveTo>
                <a:cubicBezTo>
                  <a:pt x="1846" y="468"/>
                  <a:pt x="1846" y="468"/>
                  <a:pt x="1846" y="468"/>
                </a:cubicBezTo>
                <a:cubicBezTo>
                  <a:pt x="1861" y="468"/>
                  <a:pt x="1861" y="468"/>
                  <a:pt x="1861" y="468"/>
                </a:cubicBezTo>
                <a:cubicBezTo>
                  <a:pt x="1861" y="472"/>
                  <a:pt x="1861" y="472"/>
                  <a:pt x="1861" y="472"/>
                </a:cubicBezTo>
                <a:cubicBezTo>
                  <a:pt x="1869" y="472"/>
                  <a:pt x="1869" y="472"/>
                  <a:pt x="1869" y="472"/>
                </a:cubicBezTo>
                <a:cubicBezTo>
                  <a:pt x="1869" y="490"/>
                  <a:pt x="1869" y="490"/>
                  <a:pt x="1869" y="490"/>
                </a:cubicBezTo>
                <a:cubicBezTo>
                  <a:pt x="1871" y="490"/>
                  <a:pt x="1871" y="490"/>
                  <a:pt x="1871" y="490"/>
                </a:cubicBezTo>
                <a:cubicBezTo>
                  <a:pt x="1871" y="470"/>
                  <a:pt x="1871" y="470"/>
                  <a:pt x="1871" y="470"/>
                </a:cubicBezTo>
                <a:cubicBezTo>
                  <a:pt x="1863" y="470"/>
                  <a:pt x="1863" y="470"/>
                  <a:pt x="1863" y="470"/>
                </a:cubicBezTo>
                <a:cubicBezTo>
                  <a:pt x="1863" y="466"/>
                  <a:pt x="1863" y="466"/>
                  <a:pt x="1863" y="466"/>
                </a:cubicBezTo>
                <a:cubicBezTo>
                  <a:pt x="1844" y="466"/>
                  <a:pt x="1844" y="466"/>
                  <a:pt x="1844" y="466"/>
                </a:cubicBezTo>
                <a:cubicBezTo>
                  <a:pt x="1844" y="491"/>
                  <a:pt x="1844" y="491"/>
                  <a:pt x="1844" y="491"/>
                </a:cubicBezTo>
                <a:cubicBezTo>
                  <a:pt x="1846" y="491"/>
                  <a:pt x="1846" y="491"/>
                  <a:pt x="1846" y="491"/>
                </a:cubicBezTo>
                <a:moveTo>
                  <a:pt x="1853" y="671"/>
                </a:moveTo>
                <a:cubicBezTo>
                  <a:pt x="1855" y="671"/>
                  <a:pt x="1855" y="671"/>
                  <a:pt x="1855" y="671"/>
                </a:cubicBezTo>
                <a:cubicBezTo>
                  <a:pt x="1855" y="505"/>
                  <a:pt x="1855" y="505"/>
                  <a:pt x="1855" y="505"/>
                </a:cubicBezTo>
                <a:cubicBezTo>
                  <a:pt x="1853" y="505"/>
                  <a:pt x="1853" y="505"/>
                  <a:pt x="1853" y="505"/>
                </a:cubicBezTo>
                <a:lnTo>
                  <a:pt x="1853" y="671"/>
                </a:lnTo>
                <a:close/>
                <a:moveTo>
                  <a:pt x="1872" y="634"/>
                </a:moveTo>
                <a:cubicBezTo>
                  <a:pt x="1874" y="634"/>
                  <a:pt x="1874" y="634"/>
                  <a:pt x="1874" y="634"/>
                </a:cubicBezTo>
                <a:cubicBezTo>
                  <a:pt x="1874" y="491"/>
                  <a:pt x="1874" y="491"/>
                  <a:pt x="1874" y="491"/>
                </a:cubicBezTo>
                <a:cubicBezTo>
                  <a:pt x="1872" y="491"/>
                  <a:pt x="1872" y="491"/>
                  <a:pt x="1872" y="491"/>
                </a:cubicBezTo>
                <a:lnTo>
                  <a:pt x="1872" y="634"/>
                </a:lnTo>
                <a:close/>
                <a:moveTo>
                  <a:pt x="1753" y="580"/>
                </a:moveTo>
                <a:cubicBezTo>
                  <a:pt x="1755" y="580"/>
                  <a:pt x="1755" y="580"/>
                  <a:pt x="1755" y="580"/>
                </a:cubicBezTo>
                <a:cubicBezTo>
                  <a:pt x="1755" y="394"/>
                  <a:pt x="1755" y="394"/>
                  <a:pt x="1755" y="394"/>
                </a:cubicBezTo>
                <a:cubicBezTo>
                  <a:pt x="1753" y="394"/>
                  <a:pt x="1753" y="394"/>
                  <a:pt x="1753" y="394"/>
                </a:cubicBezTo>
                <a:lnTo>
                  <a:pt x="1753" y="580"/>
                </a:lnTo>
                <a:close/>
                <a:moveTo>
                  <a:pt x="1855" y="671"/>
                </a:moveTo>
                <a:cubicBezTo>
                  <a:pt x="1855" y="662"/>
                  <a:pt x="1855" y="662"/>
                  <a:pt x="1855" y="662"/>
                </a:cubicBezTo>
                <a:cubicBezTo>
                  <a:pt x="1859" y="659"/>
                  <a:pt x="1859" y="659"/>
                  <a:pt x="1859" y="659"/>
                </a:cubicBezTo>
                <a:cubicBezTo>
                  <a:pt x="1920" y="659"/>
                  <a:pt x="1920" y="659"/>
                  <a:pt x="1920" y="659"/>
                </a:cubicBezTo>
                <a:cubicBezTo>
                  <a:pt x="1924" y="662"/>
                  <a:pt x="1924" y="662"/>
                  <a:pt x="1924" y="662"/>
                </a:cubicBezTo>
                <a:cubicBezTo>
                  <a:pt x="1924" y="671"/>
                  <a:pt x="1924" y="671"/>
                  <a:pt x="1924" y="671"/>
                </a:cubicBezTo>
                <a:cubicBezTo>
                  <a:pt x="1927" y="671"/>
                  <a:pt x="1927" y="671"/>
                  <a:pt x="1927" y="671"/>
                </a:cubicBezTo>
                <a:cubicBezTo>
                  <a:pt x="1927" y="661"/>
                  <a:pt x="1927" y="661"/>
                  <a:pt x="1927" y="661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858" y="657"/>
                  <a:pt x="1858" y="657"/>
                  <a:pt x="1858" y="657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71"/>
                  <a:pt x="1853" y="671"/>
                  <a:pt x="1853" y="671"/>
                </a:cubicBezTo>
                <a:cubicBezTo>
                  <a:pt x="1855" y="671"/>
                  <a:pt x="1855" y="671"/>
                  <a:pt x="1855" y="671"/>
                </a:cubicBezTo>
                <a:moveTo>
                  <a:pt x="1894" y="658"/>
                </a:moveTo>
                <a:cubicBezTo>
                  <a:pt x="1894" y="644"/>
                  <a:pt x="1894" y="644"/>
                  <a:pt x="1894" y="644"/>
                </a:cubicBezTo>
                <a:cubicBezTo>
                  <a:pt x="1908" y="644"/>
                  <a:pt x="1908" y="644"/>
                  <a:pt x="1908" y="644"/>
                </a:cubicBezTo>
                <a:cubicBezTo>
                  <a:pt x="1908" y="605"/>
                  <a:pt x="1908" y="605"/>
                  <a:pt x="1908" y="605"/>
                </a:cubicBezTo>
                <a:cubicBezTo>
                  <a:pt x="1909" y="605"/>
                  <a:pt x="1909" y="605"/>
                  <a:pt x="1909" y="605"/>
                </a:cubicBezTo>
                <a:cubicBezTo>
                  <a:pt x="1911" y="605"/>
                  <a:pt x="1911" y="605"/>
                  <a:pt x="1911" y="605"/>
                </a:cubicBezTo>
                <a:cubicBezTo>
                  <a:pt x="1911" y="465"/>
                  <a:pt x="1911" y="465"/>
                  <a:pt x="1911" y="465"/>
                </a:cubicBezTo>
                <a:cubicBezTo>
                  <a:pt x="1997" y="465"/>
                  <a:pt x="1997" y="465"/>
                  <a:pt x="1997" y="465"/>
                </a:cubicBezTo>
                <a:cubicBezTo>
                  <a:pt x="1997" y="671"/>
                  <a:pt x="1997" y="671"/>
                  <a:pt x="1997" y="671"/>
                </a:cubicBezTo>
                <a:cubicBezTo>
                  <a:pt x="1999" y="671"/>
                  <a:pt x="1999" y="671"/>
                  <a:pt x="1999" y="671"/>
                </a:cubicBezTo>
                <a:cubicBezTo>
                  <a:pt x="1999" y="463"/>
                  <a:pt x="1999" y="463"/>
                  <a:pt x="1999" y="463"/>
                </a:cubicBezTo>
                <a:cubicBezTo>
                  <a:pt x="1908" y="463"/>
                  <a:pt x="1908" y="463"/>
                  <a:pt x="1908" y="463"/>
                </a:cubicBezTo>
                <a:cubicBezTo>
                  <a:pt x="1908" y="603"/>
                  <a:pt x="1908" y="603"/>
                  <a:pt x="1908" y="603"/>
                </a:cubicBezTo>
                <a:cubicBezTo>
                  <a:pt x="1907" y="603"/>
                  <a:pt x="1907" y="603"/>
                  <a:pt x="1907" y="603"/>
                </a:cubicBezTo>
                <a:cubicBezTo>
                  <a:pt x="1906" y="603"/>
                  <a:pt x="1906" y="603"/>
                  <a:pt x="1906" y="603"/>
                </a:cubicBezTo>
                <a:cubicBezTo>
                  <a:pt x="1906" y="642"/>
                  <a:pt x="1906" y="642"/>
                  <a:pt x="1906" y="642"/>
                </a:cubicBezTo>
                <a:cubicBezTo>
                  <a:pt x="1892" y="642"/>
                  <a:pt x="1892" y="642"/>
                  <a:pt x="1892" y="642"/>
                </a:cubicBezTo>
                <a:cubicBezTo>
                  <a:pt x="1892" y="658"/>
                  <a:pt x="1892" y="658"/>
                  <a:pt x="1892" y="658"/>
                </a:cubicBezTo>
                <a:cubicBezTo>
                  <a:pt x="1894" y="658"/>
                  <a:pt x="1894" y="658"/>
                  <a:pt x="1894" y="658"/>
                </a:cubicBezTo>
                <a:moveTo>
                  <a:pt x="1953" y="464"/>
                </a:moveTo>
                <a:cubicBezTo>
                  <a:pt x="1953" y="452"/>
                  <a:pt x="1953" y="452"/>
                  <a:pt x="1953" y="452"/>
                </a:cubicBezTo>
                <a:cubicBezTo>
                  <a:pt x="2005" y="452"/>
                  <a:pt x="2005" y="452"/>
                  <a:pt x="2005" y="452"/>
                </a:cubicBezTo>
                <a:cubicBezTo>
                  <a:pt x="2005" y="555"/>
                  <a:pt x="2005" y="555"/>
                  <a:pt x="2005" y="555"/>
                </a:cubicBezTo>
                <a:cubicBezTo>
                  <a:pt x="2011" y="555"/>
                  <a:pt x="2011" y="555"/>
                  <a:pt x="2011" y="555"/>
                </a:cubicBezTo>
                <a:cubicBezTo>
                  <a:pt x="2011" y="608"/>
                  <a:pt x="2011" y="608"/>
                  <a:pt x="2011" y="608"/>
                </a:cubicBezTo>
                <a:cubicBezTo>
                  <a:pt x="2013" y="608"/>
                  <a:pt x="2013" y="608"/>
                  <a:pt x="2013" y="608"/>
                </a:cubicBezTo>
                <a:cubicBezTo>
                  <a:pt x="2013" y="552"/>
                  <a:pt x="2013" y="552"/>
                  <a:pt x="2013" y="552"/>
                </a:cubicBezTo>
                <a:cubicBezTo>
                  <a:pt x="2007" y="552"/>
                  <a:pt x="2007" y="552"/>
                  <a:pt x="2007" y="552"/>
                </a:cubicBezTo>
                <a:cubicBezTo>
                  <a:pt x="2007" y="450"/>
                  <a:pt x="2007" y="450"/>
                  <a:pt x="2007" y="450"/>
                </a:cubicBezTo>
                <a:cubicBezTo>
                  <a:pt x="1950" y="450"/>
                  <a:pt x="1950" y="450"/>
                  <a:pt x="1950" y="450"/>
                </a:cubicBezTo>
                <a:cubicBezTo>
                  <a:pt x="1950" y="464"/>
                  <a:pt x="1950" y="464"/>
                  <a:pt x="1950" y="464"/>
                </a:cubicBezTo>
                <a:cubicBezTo>
                  <a:pt x="1953" y="464"/>
                  <a:pt x="1953" y="464"/>
                  <a:pt x="1953" y="464"/>
                </a:cubicBezTo>
                <a:moveTo>
                  <a:pt x="1909" y="494"/>
                </a:moveTo>
                <a:cubicBezTo>
                  <a:pt x="1998" y="494"/>
                  <a:pt x="1998" y="494"/>
                  <a:pt x="1998" y="494"/>
                </a:cubicBezTo>
                <a:cubicBezTo>
                  <a:pt x="1998" y="492"/>
                  <a:pt x="1998" y="492"/>
                  <a:pt x="1998" y="492"/>
                </a:cubicBezTo>
                <a:cubicBezTo>
                  <a:pt x="1909" y="492"/>
                  <a:pt x="1909" y="492"/>
                  <a:pt x="1909" y="492"/>
                </a:cubicBezTo>
                <a:lnTo>
                  <a:pt x="1909" y="494"/>
                </a:lnTo>
                <a:close/>
                <a:moveTo>
                  <a:pt x="1910" y="518"/>
                </a:moveTo>
                <a:cubicBezTo>
                  <a:pt x="1997" y="518"/>
                  <a:pt x="1997" y="518"/>
                  <a:pt x="1997" y="518"/>
                </a:cubicBezTo>
                <a:cubicBezTo>
                  <a:pt x="1997" y="515"/>
                  <a:pt x="1997" y="515"/>
                  <a:pt x="1997" y="515"/>
                </a:cubicBezTo>
                <a:cubicBezTo>
                  <a:pt x="1910" y="515"/>
                  <a:pt x="1910" y="515"/>
                  <a:pt x="1910" y="515"/>
                </a:cubicBezTo>
                <a:lnTo>
                  <a:pt x="1910" y="518"/>
                </a:lnTo>
                <a:close/>
                <a:moveTo>
                  <a:pt x="1909" y="541"/>
                </a:moveTo>
                <a:cubicBezTo>
                  <a:pt x="1998" y="541"/>
                  <a:pt x="1998" y="541"/>
                  <a:pt x="1998" y="541"/>
                </a:cubicBezTo>
                <a:cubicBezTo>
                  <a:pt x="1998" y="539"/>
                  <a:pt x="1998" y="539"/>
                  <a:pt x="1998" y="539"/>
                </a:cubicBezTo>
                <a:cubicBezTo>
                  <a:pt x="1909" y="539"/>
                  <a:pt x="1909" y="539"/>
                  <a:pt x="1909" y="539"/>
                </a:cubicBezTo>
                <a:lnTo>
                  <a:pt x="1909" y="541"/>
                </a:lnTo>
                <a:close/>
                <a:moveTo>
                  <a:pt x="1910" y="566"/>
                </a:moveTo>
                <a:cubicBezTo>
                  <a:pt x="1998" y="566"/>
                  <a:pt x="1998" y="566"/>
                  <a:pt x="1998" y="566"/>
                </a:cubicBezTo>
                <a:cubicBezTo>
                  <a:pt x="1998" y="564"/>
                  <a:pt x="1998" y="564"/>
                  <a:pt x="1998" y="564"/>
                </a:cubicBezTo>
                <a:cubicBezTo>
                  <a:pt x="1910" y="564"/>
                  <a:pt x="1910" y="564"/>
                  <a:pt x="1910" y="564"/>
                </a:cubicBezTo>
                <a:lnTo>
                  <a:pt x="1910" y="566"/>
                </a:lnTo>
                <a:close/>
                <a:moveTo>
                  <a:pt x="1909" y="591"/>
                </a:moveTo>
                <a:cubicBezTo>
                  <a:pt x="1997" y="591"/>
                  <a:pt x="1997" y="591"/>
                  <a:pt x="1997" y="591"/>
                </a:cubicBezTo>
                <a:cubicBezTo>
                  <a:pt x="1997" y="589"/>
                  <a:pt x="1997" y="589"/>
                  <a:pt x="1997" y="589"/>
                </a:cubicBezTo>
                <a:cubicBezTo>
                  <a:pt x="1909" y="589"/>
                  <a:pt x="1909" y="589"/>
                  <a:pt x="1909" y="589"/>
                </a:cubicBezTo>
                <a:lnTo>
                  <a:pt x="1909" y="591"/>
                </a:lnTo>
                <a:close/>
                <a:moveTo>
                  <a:pt x="1907" y="614"/>
                </a:moveTo>
                <a:cubicBezTo>
                  <a:pt x="1998" y="614"/>
                  <a:pt x="1998" y="614"/>
                  <a:pt x="1998" y="614"/>
                </a:cubicBezTo>
                <a:cubicBezTo>
                  <a:pt x="1998" y="612"/>
                  <a:pt x="1998" y="612"/>
                  <a:pt x="1998" y="612"/>
                </a:cubicBezTo>
                <a:cubicBezTo>
                  <a:pt x="1907" y="612"/>
                  <a:pt x="1907" y="612"/>
                  <a:pt x="1907" y="612"/>
                </a:cubicBezTo>
                <a:lnTo>
                  <a:pt x="1907" y="614"/>
                </a:lnTo>
                <a:close/>
                <a:moveTo>
                  <a:pt x="1906" y="639"/>
                </a:moveTo>
                <a:cubicBezTo>
                  <a:pt x="1997" y="639"/>
                  <a:pt x="1997" y="639"/>
                  <a:pt x="1997" y="639"/>
                </a:cubicBezTo>
                <a:cubicBezTo>
                  <a:pt x="1997" y="637"/>
                  <a:pt x="1997" y="637"/>
                  <a:pt x="1997" y="637"/>
                </a:cubicBezTo>
                <a:cubicBezTo>
                  <a:pt x="1906" y="637"/>
                  <a:pt x="1906" y="637"/>
                  <a:pt x="1906" y="637"/>
                </a:cubicBezTo>
                <a:lnTo>
                  <a:pt x="1906" y="639"/>
                </a:lnTo>
                <a:close/>
                <a:moveTo>
                  <a:pt x="2007" y="547"/>
                </a:moveTo>
                <a:cubicBezTo>
                  <a:pt x="2034" y="547"/>
                  <a:pt x="2034" y="547"/>
                  <a:pt x="2034" y="547"/>
                </a:cubicBezTo>
                <a:cubicBezTo>
                  <a:pt x="2034" y="640"/>
                  <a:pt x="2034" y="640"/>
                  <a:pt x="2034" y="640"/>
                </a:cubicBezTo>
                <a:cubicBezTo>
                  <a:pt x="2036" y="640"/>
                  <a:pt x="2036" y="640"/>
                  <a:pt x="2036" y="640"/>
                </a:cubicBezTo>
                <a:cubicBezTo>
                  <a:pt x="2036" y="545"/>
                  <a:pt x="2036" y="545"/>
                  <a:pt x="2036" y="545"/>
                </a:cubicBezTo>
                <a:cubicBezTo>
                  <a:pt x="2007" y="545"/>
                  <a:pt x="2007" y="545"/>
                  <a:pt x="2007" y="545"/>
                </a:cubicBezTo>
                <a:cubicBezTo>
                  <a:pt x="2007" y="547"/>
                  <a:pt x="2007" y="547"/>
                  <a:pt x="2007" y="547"/>
                </a:cubicBezTo>
                <a:moveTo>
                  <a:pt x="2061" y="640"/>
                </a:moveTo>
                <a:cubicBezTo>
                  <a:pt x="2061" y="610"/>
                  <a:pt x="2061" y="610"/>
                  <a:pt x="2061" y="610"/>
                </a:cubicBezTo>
                <a:cubicBezTo>
                  <a:pt x="2049" y="610"/>
                  <a:pt x="2049" y="610"/>
                  <a:pt x="2049" y="610"/>
                </a:cubicBezTo>
                <a:cubicBezTo>
                  <a:pt x="2049" y="405"/>
                  <a:pt x="2049" y="405"/>
                  <a:pt x="2049" y="405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2"/>
                  <a:pt x="2052" y="402"/>
                  <a:pt x="2052" y="402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3"/>
                  <a:pt x="2062" y="403"/>
                  <a:pt x="2075" y="403"/>
                </a:cubicBezTo>
                <a:cubicBezTo>
                  <a:pt x="2086" y="403"/>
                  <a:pt x="2099" y="403"/>
                  <a:pt x="2110" y="404"/>
                </a:cubicBezTo>
                <a:cubicBezTo>
                  <a:pt x="2115" y="404"/>
                  <a:pt x="2120" y="405"/>
                  <a:pt x="2123" y="405"/>
                </a:cubicBezTo>
                <a:cubicBezTo>
                  <a:pt x="2125" y="406"/>
                  <a:pt x="2126" y="406"/>
                  <a:pt x="2127" y="407"/>
                </a:cubicBezTo>
                <a:cubicBezTo>
                  <a:pt x="2128" y="407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9"/>
                  <a:pt x="2128" y="411"/>
                </a:cubicBezTo>
                <a:cubicBezTo>
                  <a:pt x="2128" y="413"/>
                  <a:pt x="2128" y="416"/>
                  <a:pt x="2128" y="419"/>
                </a:cubicBezTo>
                <a:cubicBezTo>
                  <a:pt x="2128" y="432"/>
                  <a:pt x="2128" y="450"/>
                  <a:pt x="2128" y="450"/>
                </a:cubicBezTo>
                <a:cubicBezTo>
                  <a:pt x="2130" y="450"/>
                  <a:pt x="2130" y="450"/>
                  <a:pt x="2130" y="450"/>
                </a:cubicBezTo>
                <a:cubicBezTo>
                  <a:pt x="2130" y="450"/>
                  <a:pt x="2131" y="432"/>
                  <a:pt x="2131" y="419"/>
                </a:cubicBezTo>
                <a:cubicBezTo>
                  <a:pt x="2131" y="416"/>
                  <a:pt x="2131" y="413"/>
                  <a:pt x="2131" y="411"/>
                </a:cubicBezTo>
                <a:cubicBezTo>
                  <a:pt x="2131" y="410"/>
                  <a:pt x="2131" y="409"/>
                  <a:pt x="2131" y="408"/>
                </a:cubicBezTo>
                <a:cubicBezTo>
                  <a:pt x="2131" y="408"/>
                  <a:pt x="2131" y="408"/>
                  <a:pt x="2131" y="408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29" y="407"/>
                  <a:pt x="2129" y="407"/>
                  <a:pt x="2129" y="407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30" y="406"/>
                  <a:pt x="2129" y="405"/>
                  <a:pt x="2128" y="405"/>
                </a:cubicBezTo>
                <a:cubicBezTo>
                  <a:pt x="2124" y="403"/>
                  <a:pt x="2116" y="402"/>
                  <a:pt x="2106" y="401"/>
                </a:cubicBezTo>
                <a:cubicBezTo>
                  <a:pt x="2096" y="401"/>
                  <a:pt x="2085" y="400"/>
                  <a:pt x="2075" y="400"/>
                </a:cubicBezTo>
                <a:cubicBezTo>
                  <a:pt x="2062" y="400"/>
                  <a:pt x="2052" y="401"/>
                  <a:pt x="2052" y="401"/>
                </a:cubicBezTo>
                <a:cubicBezTo>
                  <a:pt x="2052" y="401"/>
                  <a:pt x="2052" y="401"/>
                  <a:pt x="2052" y="401"/>
                </a:cubicBezTo>
                <a:cubicBezTo>
                  <a:pt x="2047" y="403"/>
                  <a:pt x="2047" y="403"/>
                  <a:pt x="2047" y="403"/>
                </a:cubicBezTo>
                <a:cubicBezTo>
                  <a:pt x="2046" y="403"/>
                  <a:pt x="2046" y="403"/>
                  <a:pt x="2046" y="403"/>
                </a:cubicBezTo>
                <a:cubicBezTo>
                  <a:pt x="2046" y="612"/>
                  <a:pt x="2046" y="612"/>
                  <a:pt x="2046" y="612"/>
                </a:cubicBezTo>
                <a:cubicBezTo>
                  <a:pt x="2059" y="612"/>
                  <a:pt x="2059" y="612"/>
                  <a:pt x="2059" y="612"/>
                </a:cubicBezTo>
                <a:cubicBezTo>
                  <a:pt x="2059" y="640"/>
                  <a:pt x="2059" y="640"/>
                  <a:pt x="2059" y="640"/>
                </a:cubicBezTo>
                <a:cubicBezTo>
                  <a:pt x="2061" y="640"/>
                  <a:pt x="2061" y="640"/>
                  <a:pt x="2061" y="640"/>
                </a:cubicBezTo>
                <a:moveTo>
                  <a:pt x="2047" y="420"/>
                </a:moveTo>
                <a:cubicBezTo>
                  <a:pt x="2047" y="420"/>
                  <a:pt x="2060" y="419"/>
                  <a:pt x="2076" y="419"/>
                </a:cubicBezTo>
                <a:cubicBezTo>
                  <a:pt x="2086" y="419"/>
                  <a:pt x="2097" y="419"/>
                  <a:pt x="2107" y="420"/>
                </a:cubicBezTo>
                <a:cubicBezTo>
                  <a:pt x="2117" y="421"/>
                  <a:pt x="2125" y="422"/>
                  <a:pt x="2128" y="424"/>
                </a:cubicBezTo>
                <a:cubicBezTo>
                  <a:pt x="2129" y="422"/>
                  <a:pt x="2129" y="422"/>
                  <a:pt x="2129" y="422"/>
                </a:cubicBezTo>
                <a:cubicBezTo>
                  <a:pt x="2125" y="420"/>
                  <a:pt x="2117" y="418"/>
                  <a:pt x="2107" y="418"/>
                </a:cubicBezTo>
                <a:cubicBezTo>
                  <a:pt x="2097" y="417"/>
                  <a:pt x="2086" y="417"/>
                  <a:pt x="2076" y="417"/>
                </a:cubicBezTo>
                <a:cubicBezTo>
                  <a:pt x="2060" y="417"/>
                  <a:pt x="2047" y="417"/>
                  <a:pt x="2047" y="417"/>
                </a:cubicBezTo>
                <a:cubicBezTo>
                  <a:pt x="2047" y="420"/>
                  <a:pt x="2047" y="420"/>
                  <a:pt x="2047" y="420"/>
                </a:cubicBezTo>
                <a:moveTo>
                  <a:pt x="2062" y="581"/>
                </a:moveTo>
                <a:cubicBezTo>
                  <a:pt x="2062" y="455"/>
                  <a:pt x="2062" y="455"/>
                  <a:pt x="2062" y="455"/>
                </a:cubicBezTo>
                <a:cubicBezTo>
                  <a:pt x="2072" y="455"/>
                  <a:pt x="2072" y="455"/>
                  <a:pt x="2072" y="455"/>
                </a:cubicBezTo>
                <a:cubicBezTo>
                  <a:pt x="2076" y="452"/>
                  <a:pt x="2076" y="452"/>
                  <a:pt x="2076" y="452"/>
                </a:cubicBezTo>
                <a:cubicBezTo>
                  <a:pt x="2142" y="452"/>
                  <a:pt x="2142" y="452"/>
                  <a:pt x="2142" y="452"/>
                </a:cubicBezTo>
                <a:cubicBezTo>
                  <a:pt x="2150" y="455"/>
                  <a:pt x="2150" y="455"/>
                  <a:pt x="2150" y="455"/>
                </a:cubicBezTo>
                <a:cubicBezTo>
                  <a:pt x="2150" y="470"/>
                  <a:pt x="2150" y="470"/>
                  <a:pt x="2150" y="470"/>
                </a:cubicBezTo>
                <a:cubicBezTo>
                  <a:pt x="2152" y="470"/>
                  <a:pt x="2152" y="470"/>
                  <a:pt x="2152" y="470"/>
                </a:cubicBezTo>
                <a:cubicBezTo>
                  <a:pt x="2152" y="454"/>
                  <a:pt x="2152" y="454"/>
                  <a:pt x="2152" y="454"/>
                </a:cubicBezTo>
                <a:cubicBezTo>
                  <a:pt x="2142" y="449"/>
                  <a:pt x="2142" y="449"/>
                  <a:pt x="2142" y="449"/>
                </a:cubicBezTo>
                <a:cubicBezTo>
                  <a:pt x="2075" y="449"/>
                  <a:pt x="2075" y="449"/>
                  <a:pt x="2075" y="449"/>
                </a:cubicBezTo>
                <a:cubicBezTo>
                  <a:pt x="2071" y="453"/>
                  <a:pt x="2071" y="453"/>
                  <a:pt x="2071" y="453"/>
                </a:cubicBezTo>
                <a:cubicBezTo>
                  <a:pt x="2060" y="453"/>
                  <a:pt x="2060" y="453"/>
                  <a:pt x="2060" y="453"/>
                </a:cubicBezTo>
                <a:cubicBezTo>
                  <a:pt x="2060" y="581"/>
                  <a:pt x="2060" y="581"/>
                  <a:pt x="2060" y="581"/>
                </a:cubicBezTo>
                <a:cubicBezTo>
                  <a:pt x="2062" y="581"/>
                  <a:pt x="2062" y="581"/>
                  <a:pt x="2062" y="581"/>
                </a:cubicBezTo>
                <a:moveTo>
                  <a:pt x="2019" y="642"/>
                </a:moveTo>
                <a:cubicBezTo>
                  <a:pt x="2052" y="642"/>
                  <a:pt x="2052" y="642"/>
                  <a:pt x="2052" y="642"/>
                </a:cubicBezTo>
                <a:cubicBezTo>
                  <a:pt x="2052" y="671"/>
                  <a:pt x="2052" y="671"/>
                  <a:pt x="2052" y="671"/>
                </a:cubicBezTo>
                <a:cubicBezTo>
                  <a:pt x="2055" y="671"/>
                  <a:pt x="2055" y="671"/>
                  <a:pt x="2055" y="671"/>
                </a:cubicBezTo>
                <a:cubicBezTo>
                  <a:pt x="2055" y="639"/>
                  <a:pt x="2055" y="639"/>
                  <a:pt x="2055" y="639"/>
                </a:cubicBezTo>
                <a:cubicBezTo>
                  <a:pt x="2019" y="639"/>
                  <a:pt x="2019" y="639"/>
                  <a:pt x="2019" y="639"/>
                </a:cubicBezTo>
                <a:cubicBezTo>
                  <a:pt x="2019" y="642"/>
                  <a:pt x="2019" y="642"/>
                  <a:pt x="2019" y="642"/>
                </a:cubicBezTo>
                <a:moveTo>
                  <a:pt x="2117" y="671"/>
                </a:moveTo>
                <a:cubicBezTo>
                  <a:pt x="2117" y="520"/>
                  <a:pt x="2117" y="520"/>
                  <a:pt x="2117" y="520"/>
                </a:cubicBezTo>
                <a:cubicBezTo>
                  <a:pt x="2154" y="520"/>
                  <a:pt x="2154" y="520"/>
                  <a:pt x="2154" y="520"/>
                </a:cubicBezTo>
                <a:cubicBezTo>
                  <a:pt x="2168" y="523"/>
                  <a:pt x="2168" y="523"/>
                  <a:pt x="2168" y="523"/>
                </a:cubicBezTo>
                <a:cubicBezTo>
                  <a:pt x="2168" y="645"/>
                  <a:pt x="2168" y="645"/>
                  <a:pt x="2168" y="645"/>
                </a:cubicBezTo>
                <a:cubicBezTo>
                  <a:pt x="2170" y="645"/>
                  <a:pt x="2170" y="645"/>
                  <a:pt x="2170" y="645"/>
                </a:cubicBezTo>
                <a:cubicBezTo>
                  <a:pt x="2170" y="521"/>
                  <a:pt x="2170" y="521"/>
                  <a:pt x="2170" y="521"/>
                </a:cubicBezTo>
                <a:cubicBezTo>
                  <a:pt x="2154" y="517"/>
                  <a:pt x="2154" y="517"/>
                  <a:pt x="2154" y="517"/>
                </a:cubicBezTo>
                <a:cubicBezTo>
                  <a:pt x="2115" y="517"/>
                  <a:pt x="2115" y="517"/>
                  <a:pt x="2115" y="517"/>
                </a:cubicBezTo>
                <a:cubicBezTo>
                  <a:pt x="2115" y="671"/>
                  <a:pt x="2115" y="671"/>
                  <a:pt x="2115" y="671"/>
                </a:cubicBezTo>
                <a:cubicBezTo>
                  <a:pt x="2117" y="671"/>
                  <a:pt x="2117" y="671"/>
                  <a:pt x="2117" y="671"/>
                </a:cubicBezTo>
                <a:moveTo>
                  <a:pt x="2153" y="646"/>
                </a:moveTo>
                <a:cubicBezTo>
                  <a:pt x="2155" y="646"/>
                  <a:pt x="2155" y="646"/>
                  <a:pt x="2155" y="646"/>
                </a:cubicBezTo>
                <a:cubicBezTo>
                  <a:pt x="2155" y="519"/>
                  <a:pt x="2155" y="519"/>
                  <a:pt x="2155" y="519"/>
                </a:cubicBezTo>
                <a:cubicBezTo>
                  <a:pt x="2153" y="519"/>
                  <a:pt x="2153" y="519"/>
                  <a:pt x="2153" y="519"/>
                </a:cubicBezTo>
                <a:lnTo>
                  <a:pt x="2153" y="646"/>
                </a:lnTo>
                <a:close/>
                <a:moveTo>
                  <a:pt x="2116" y="528"/>
                </a:moveTo>
                <a:cubicBezTo>
                  <a:pt x="2153" y="528"/>
                  <a:pt x="2153" y="528"/>
                  <a:pt x="2153" y="528"/>
                </a:cubicBezTo>
                <a:cubicBezTo>
                  <a:pt x="2168" y="531"/>
                  <a:pt x="2168" y="531"/>
                  <a:pt x="2168" y="531"/>
                </a:cubicBezTo>
                <a:cubicBezTo>
                  <a:pt x="2169" y="529"/>
                  <a:pt x="2169" y="529"/>
                  <a:pt x="2169" y="529"/>
                </a:cubicBezTo>
                <a:cubicBezTo>
                  <a:pt x="2153" y="526"/>
                  <a:pt x="2153" y="526"/>
                  <a:pt x="2153" y="526"/>
                </a:cubicBezTo>
                <a:cubicBezTo>
                  <a:pt x="2116" y="526"/>
                  <a:pt x="2116" y="526"/>
                  <a:pt x="2116" y="526"/>
                </a:cubicBezTo>
                <a:cubicBezTo>
                  <a:pt x="2116" y="528"/>
                  <a:pt x="2116" y="528"/>
                  <a:pt x="2116" y="528"/>
                </a:cubicBezTo>
                <a:moveTo>
                  <a:pt x="2129" y="518"/>
                </a:moveTo>
                <a:cubicBezTo>
                  <a:pt x="2129" y="490"/>
                  <a:pt x="2129" y="490"/>
                  <a:pt x="2129" y="490"/>
                </a:cubicBezTo>
                <a:cubicBezTo>
                  <a:pt x="2137" y="483"/>
                  <a:pt x="2137" y="483"/>
                  <a:pt x="2137" y="483"/>
                </a:cubicBezTo>
                <a:cubicBezTo>
                  <a:pt x="2190" y="483"/>
                  <a:pt x="2190" y="483"/>
                  <a:pt x="2190" y="483"/>
                </a:cubicBezTo>
                <a:cubicBezTo>
                  <a:pt x="2190" y="633"/>
                  <a:pt x="2190" y="633"/>
                  <a:pt x="2190" y="633"/>
                </a:cubicBezTo>
                <a:cubicBezTo>
                  <a:pt x="2193" y="633"/>
                  <a:pt x="2193" y="633"/>
                  <a:pt x="2193" y="633"/>
                </a:cubicBezTo>
                <a:cubicBezTo>
                  <a:pt x="2193" y="480"/>
                  <a:pt x="2193" y="480"/>
                  <a:pt x="2193" y="480"/>
                </a:cubicBezTo>
                <a:cubicBezTo>
                  <a:pt x="2136" y="480"/>
                  <a:pt x="2136" y="480"/>
                  <a:pt x="2136" y="480"/>
                </a:cubicBezTo>
                <a:cubicBezTo>
                  <a:pt x="2127" y="489"/>
                  <a:pt x="2127" y="489"/>
                  <a:pt x="2127" y="489"/>
                </a:cubicBezTo>
                <a:cubicBezTo>
                  <a:pt x="2127" y="518"/>
                  <a:pt x="2127" y="518"/>
                  <a:pt x="2127" y="518"/>
                </a:cubicBezTo>
                <a:cubicBezTo>
                  <a:pt x="2129" y="518"/>
                  <a:pt x="2129" y="518"/>
                  <a:pt x="2129" y="518"/>
                </a:cubicBezTo>
                <a:moveTo>
                  <a:pt x="2070" y="671"/>
                </a:moveTo>
                <a:cubicBezTo>
                  <a:pt x="2072" y="671"/>
                  <a:pt x="2072" y="671"/>
                  <a:pt x="2072" y="671"/>
                </a:cubicBezTo>
                <a:cubicBezTo>
                  <a:pt x="2072" y="454"/>
                  <a:pt x="2072" y="454"/>
                  <a:pt x="2072" y="454"/>
                </a:cubicBezTo>
                <a:cubicBezTo>
                  <a:pt x="2070" y="454"/>
                  <a:pt x="2070" y="454"/>
                  <a:pt x="2070" y="454"/>
                </a:cubicBezTo>
                <a:lnTo>
                  <a:pt x="2070" y="671"/>
                </a:lnTo>
                <a:close/>
                <a:moveTo>
                  <a:pt x="2132" y="487"/>
                </a:moveTo>
                <a:cubicBezTo>
                  <a:pt x="2132" y="478"/>
                  <a:pt x="2132" y="478"/>
                  <a:pt x="2132" y="478"/>
                </a:cubicBezTo>
                <a:cubicBezTo>
                  <a:pt x="2140" y="472"/>
                  <a:pt x="2140" y="472"/>
                  <a:pt x="2140" y="472"/>
                </a:cubicBezTo>
                <a:cubicBezTo>
                  <a:pt x="2187" y="472"/>
                  <a:pt x="2187" y="472"/>
                  <a:pt x="2187" y="472"/>
                </a:cubicBezTo>
                <a:cubicBezTo>
                  <a:pt x="2187" y="481"/>
                  <a:pt x="2187" y="481"/>
                  <a:pt x="2187" y="481"/>
                </a:cubicBezTo>
                <a:cubicBezTo>
                  <a:pt x="2189" y="481"/>
                  <a:pt x="2189" y="481"/>
                  <a:pt x="2189" y="481"/>
                </a:cubicBezTo>
                <a:cubicBezTo>
                  <a:pt x="2189" y="470"/>
                  <a:pt x="2189" y="470"/>
                  <a:pt x="2189" y="470"/>
                </a:cubicBezTo>
                <a:cubicBezTo>
                  <a:pt x="2139" y="470"/>
                  <a:pt x="2139" y="470"/>
                  <a:pt x="2139" y="470"/>
                </a:cubicBezTo>
                <a:cubicBezTo>
                  <a:pt x="2130" y="477"/>
                  <a:pt x="2130" y="477"/>
                  <a:pt x="2130" y="477"/>
                </a:cubicBezTo>
                <a:cubicBezTo>
                  <a:pt x="2130" y="487"/>
                  <a:pt x="2130" y="487"/>
                  <a:pt x="2130" y="487"/>
                </a:cubicBezTo>
                <a:cubicBezTo>
                  <a:pt x="2132" y="487"/>
                  <a:pt x="2132" y="487"/>
                  <a:pt x="2132" y="487"/>
                </a:cubicBezTo>
                <a:moveTo>
                  <a:pt x="2173" y="470"/>
                </a:moveTo>
                <a:cubicBezTo>
                  <a:pt x="2173" y="389"/>
                  <a:pt x="2173" y="389"/>
                  <a:pt x="2173" y="389"/>
                </a:cubicBezTo>
                <a:cubicBezTo>
                  <a:pt x="2172" y="389"/>
                  <a:pt x="2172" y="389"/>
                  <a:pt x="2172" y="389"/>
                </a:cubicBezTo>
                <a:cubicBezTo>
                  <a:pt x="2173" y="390"/>
                  <a:pt x="2173" y="390"/>
                  <a:pt x="2173" y="390"/>
                </a:cubicBezTo>
                <a:cubicBezTo>
                  <a:pt x="2173" y="390"/>
                  <a:pt x="2174" y="389"/>
                  <a:pt x="2176" y="388"/>
                </a:cubicBezTo>
                <a:cubicBezTo>
                  <a:pt x="2178" y="388"/>
                  <a:pt x="2181" y="387"/>
                  <a:pt x="2183" y="386"/>
                </a:cubicBezTo>
                <a:cubicBezTo>
                  <a:pt x="2202" y="383"/>
                  <a:pt x="2216" y="383"/>
                  <a:pt x="2224" y="383"/>
                </a:cubicBezTo>
                <a:cubicBezTo>
                  <a:pt x="2229" y="383"/>
                  <a:pt x="2231" y="383"/>
                  <a:pt x="2231" y="383"/>
                </a:cubicBezTo>
                <a:cubicBezTo>
                  <a:pt x="2232" y="382"/>
                  <a:pt x="2232" y="382"/>
                  <a:pt x="2232" y="382"/>
                </a:cubicBezTo>
                <a:cubicBezTo>
                  <a:pt x="2230" y="382"/>
                  <a:pt x="2230" y="382"/>
                  <a:pt x="2230" y="382"/>
                </a:cubicBezTo>
                <a:cubicBezTo>
                  <a:pt x="2230" y="487"/>
                  <a:pt x="2230" y="487"/>
                  <a:pt x="2230" y="487"/>
                </a:cubicBezTo>
                <a:cubicBezTo>
                  <a:pt x="2233" y="487"/>
                  <a:pt x="2233" y="487"/>
                  <a:pt x="2233" y="487"/>
                </a:cubicBezTo>
                <a:cubicBezTo>
                  <a:pt x="2233" y="381"/>
                  <a:pt x="2233" y="381"/>
                  <a:pt x="2233" y="381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1"/>
                  <a:pt x="2229" y="380"/>
                  <a:pt x="2224" y="380"/>
                </a:cubicBezTo>
                <a:cubicBezTo>
                  <a:pt x="2216" y="380"/>
                  <a:pt x="2202" y="381"/>
                  <a:pt x="2183" y="384"/>
                </a:cubicBezTo>
                <a:cubicBezTo>
                  <a:pt x="2178" y="385"/>
                  <a:pt x="2172" y="388"/>
                  <a:pt x="2172" y="388"/>
                </a:cubicBezTo>
                <a:cubicBezTo>
                  <a:pt x="2171" y="389"/>
                  <a:pt x="2171" y="389"/>
                  <a:pt x="2171" y="389"/>
                </a:cubicBezTo>
                <a:cubicBezTo>
                  <a:pt x="2171" y="470"/>
                  <a:pt x="2171" y="470"/>
                  <a:pt x="2171" y="470"/>
                </a:cubicBezTo>
                <a:cubicBezTo>
                  <a:pt x="2173" y="470"/>
                  <a:pt x="2173" y="470"/>
                  <a:pt x="2173" y="470"/>
                </a:cubicBezTo>
                <a:moveTo>
                  <a:pt x="2232" y="383"/>
                </a:moveTo>
                <a:cubicBezTo>
                  <a:pt x="2238" y="385"/>
                  <a:pt x="2238" y="385"/>
                  <a:pt x="2238" y="385"/>
                </a:cubicBezTo>
                <a:cubicBezTo>
                  <a:pt x="2238" y="487"/>
                  <a:pt x="2238" y="487"/>
                  <a:pt x="2238" y="487"/>
                </a:cubicBezTo>
                <a:cubicBezTo>
                  <a:pt x="2240" y="487"/>
                  <a:pt x="2240" y="487"/>
                  <a:pt x="2240" y="487"/>
                </a:cubicBezTo>
                <a:cubicBezTo>
                  <a:pt x="2240" y="384"/>
                  <a:pt x="2240" y="384"/>
                  <a:pt x="2240" y="384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3"/>
                  <a:pt x="2232" y="383"/>
                  <a:pt x="2232" y="383"/>
                </a:cubicBezTo>
                <a:moveTo>
                  <a:pt x="2173" y="405"/>
                </a:moveTo>
                <a:cubicBezTo>
                  <a:pt x="2173" y="405"/>
                  <a:pt x="2173" y="405"/>
                  <a:pt x="2173" y="405"/>
                </a:cubicBezTo>
                <a:cubicBezTo>
                  <a:pt x="2174" y="404"/>
                  <a:pt x="2182" y="398"/>
                  <a:pt x="2209" y="398"/>
                </a:cubicBezTo>
                <a:cubicBezTo>
                  <a:pt x="2229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1" y="395"/>
                  <a:pt x="2231" y="395"/>
                  <a:pt x="2231" y="395"/>
                </a:cubicBezTo>
                <a:cubicBezTo>
                  <a:pt x="2231" y="398"/>
                  <a:pt x="2231" y="398"/>
                  <a:pt x="2231" y="398"/>
                </a:cubicBezTo>
                <a:cubicBezTo>
                  <a:pt x="2232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2" y="395"/>
                  <a:pt x="2229" y="395"/>
                  <a:pt x="2209" y="395"/>
                </a:cubicBezTo>
                <a:cubicBezTo>
                  <a:pt x="2180" y="395"/>
                  <a:pt x="2172" y="403"/>
                  <a:pt x="2172" y="403"/>
                </a:cubicBezTo>
                <a:cubicBezTo>
                  <a:pt x="2173" y="405"/>
                  <a:pt x="2173" y="405"/>
                  <a:pt x="2173" y="405"/>
                </a:cubicBezTo>
                <a:moveTo>
                  <a:pt x="2216" y="645"/>
                </a:moveTo>
                <a:cubicBezTo>
                  <a:pt x="2216" y="488"/>
                  <a:pt x="2216" y="488"/>
                  <a:pt x="2216" y="488"/>
                </a:cubicBezTo>
                <a:cubicBezTo>
                  <a:pt x="2268" y="488"/>
                  <a:pt x="2268" y="488"/>
                  <a:pt x="2268" y="488"/>
                </a:cubicBezTo>
                <a:cubicBezTo>
                  <a:pt x="2268" y="645"/>
                  <a:pt x="2268" y="645"/>
                  <a:pt x="2268" y="645"/>
                </a:cubicBezTo>
                <a:cubicBezTo>
                  <a:pt x="2271" y="645"/>
                  <a:pt x="2271" y="645"/>
                  <a:pt x="2271" y="645"/>
                </a:cubicBezTo>
                <a:cubicBezTo>
                  <a:pt x="2271" y="485"/>
                  <a:pt x="2271" y="485"/>
                  <a:pt x="2271" y="485"/>
                </a:cubicBezTo>
                <a:cubicBezTo>
                  <a:pt x="2214" y="485"/>
                  <a:pt x="2214" y="485"/>
                  <a:pt x="2214" y="485"/>
                </a:cubicBezTo>
                <a:cubicBezTo>
                  <a:pt x="2214" y="645"/>
                  <a:pt x="2214" y="645"/>
                  <a:pt x="2214" y="645"/>
                </a:cubicBezTo>
                <a:cubicBezTo>
                  <a:pt x="2216" y="645"/>
                  <a:pt x="2216" y="645"/>
                  <a:pt x="2216" y="645"/>
                </a:cubicBezTo>
                <a:moveTo>
                  <a:pt x="2269" y="488"/>
                </a:moveTo>
                <a:cubicBezTo>
                  <a:pt x="2286" y="492"/>
                  <a:pt x="2286" y="492"/>
                  <a:pt x="2286" y="492"/>
                </a:cubicBezTo>
                <a:cubicBezTo>
                  <a:pt x="2286" y="645"/>
                  <a:pt x="2286" y="645"/>
                  <a:pt x="2286" y="645"/>
                </a:cubicBezTo>
                <a:cubicBezTo>
                  <a:pt x="2289" y="645"/>
                  <a:pt x="2289" y="645"/>
                  <a:pt x="2289" y="645"/>
                </a:cubicBezTo>
                <a:cubicBezTo>
                  <a:pt x="2289" y="490"/>
                  <a:pt x="2289" y="490"/>
                  <a:pt x="2289" y="490"/>
                </a:cubicBezTo>
                <a:cubicBezTo>
                  <a:pt x="2270" y="485"/>
                  <a:pt x="2270" y="485"/>
                  <a:pt x="2270" y="485"/>
                </a:cubicBezTo>
                <a:cubicBezTo>
                  <a:pt x="2269" y="488"/>
                  <a:pt x="2269" y="488"/>
                  <a:pt x="2269" y="488"/>
                </a:cubicBezTo>
                <a:moveTo>
                  <a:pt x="2192" y="616"/>
                </a:moveTo>
                <a:cubicBezTo>
                  <a:pt x="2215" y="616"/>
                  <a:pt x="2215" y="616"/>
                  <a:pt x="2215" y="616"/>
                </a:cubicBezTo>
                <a:cubicBezTo>
                  <a:pt x="2215" y="613"/>
                  <a:pt x="2215" y="613"/>
                  <a:pt x="2215" y="613"/>
                </a:cubicBezTo>
                <a:cubicBezTo>
                  <a:pt x="2192" y="613"/>
                  <a:pt x="2192" y="613"/>
                  <a:pt x="2192" y="613"/>
                </a:cubicBezTo>
                <a:lnTo>
                  <a:pt x="2192" y="616"/>
                </a:lnTo>
                <a:close/>
                <a:moveTo>
                  <a:pt x="2215" y="567"/>
                </a:moveTo>
                <a:cubicBezTo>
                  <a:pt x="2269" y="567"/>
                  <a:pt x="2269" y="567"/>
                  <a:pt x="2269" y="567"/>
                </a:cubicBezTo>
                <a:cubicBezTo>
                  <a:pt x="2269" y="565"/>
                  <a:pt x="2269" y="565"/>
                  <a:pt x="2269" y="565"/>
                </a:cubicBezTo>
                <a:cubicBezTo>
                  <a:pt x="2215" y="565"/>
                  <a:pt x="2215" y="565"/>
                  <a:pt x="2215" y="565"/>
                </a:cubicBezTo>
                <a:lnTo>
                  <a:pt x="2215" y="567"/>
                </a:lnTo>
                <a:close/>
                <a:moveTo>
                  <a:pt x="2215" y="498"/>
                </a:moveTo>
                <a:cubicBezTo>
                  <a:pt x="2270" y="498"/>
                  <a:pt x="2270" y="498"/>
                  <a:pt x="2270" y="498"/>
                </a:cubicBezTo>
                <a:cubicBezTo>
                  <a:pt x="2270" y="496"/>
                  <a:pt x="2270" y="496"/>
                  <a:pt x="2270" y="496"/>
                </a:cubicBezTo>
                <a:cubicBezTo>
                  <a:pt x="2215" y="496"/>
                  <a:pt x="2215" y="496"/>
                  <a:pt x="2215" y="496"/>
                </a:cubicBezTo>
                <a:lnTo>
                  <a:pt x="2215" y="498"/>
                </a:lnTo>
                <a:close/>
                <a:moveTo>
                  <a:pt x="2128" y="646"/>
                </a:moveTo>
                <a:cubicBezTo>
                  <a:pt x="2297" y="646"/>
                  <a:pt x="2297" y="646"/>
                  <a:pt x="2297" y="646"/>
                </a:cubicBezTo>
                <a:cubicBezTo>
                  <a:pt x="2296" y="671"/>
                  <a:pt x="2296" y="671"/>
                  <a:pt x="2296" y="671"/>
                </a:cubicBezTo>
                <a:cubicBezTo>
                  <a:pt x="2299" y="671"/>
                  <a:pt x="2299" y="671"/>
                  <a:pt x="2299" y="671"/>
                </a:cubicBezTo>
                <a:cubicBezTo>
                  <a:pt x="2299" y="644"/>
                  <a:pt x="2299" y="644"/>
                  <a:pt x="2299" y="644"/>
                </a:cubicBezTo>
                <a:cubicBezTo>
                  <a:pt x="2128" y="644"/>
                  <a:pt x="2128" y="644"/>
                  <a:pt x="2128" y="644"/>
                </a:cubicBezTo>
                <a:cubicBezTo>
                  <a:pt x="2128" y="646"/>
                  <a:pt x="2128" y="646"/>
                  <a:pt x="2128" y="646"/>
                </a:cubicBezTo>
                <a:moveTo>
                  <a:pt x="2203" y="660"/>
                </a:moveTo>
                <a:cubicBezTo>
                  <a:pt x="2205" y="660"/>
                  <a:pt x="2205" y="660"/>
                  <a:pt x="2205" y="660"/>
                </a:cubicBezTo>
                <a:cubicBezTo>
                  <a:pt x="2205" y="645"/>
                  <a:pt x="2205" y="645"/>
                  <a:pt x="2205" y="645"/>
                </a:cubicBezTo>
                <a:cubicBezTo>
                  <a:pt x="2203" y="645"/>
                  <a:pt x="2203" y="645"/>
                  <a:pt x="2203" y="645"/>
                </a:cubicBezTo>
                <a:lnTo>
                  <a:pt x="2203" y="660"/>
                </a:lnTo>
                <a:close/>
                <a:moveTo>
                  <a:pt x="2278" y="671"/>
                </a:moveTo>
                <a:cubicBezTo>
                  <a:pt x="2280" y="671"/>
                  <a:pt x="2280" y="671"/>
                  <a:pt x="2280" y="671"/>
                </a:cubicBezTo>
                <a:cubicBezTo>
                  <a:pt x="2280" y="646"/>
                  <a:pt x="2280" y="646"/>
                  <a:pt x="2280" y="646"/>
                </a:cubicBezTo>
                <a:cubicBezTo>
                  <a:pt x="2278" y="646"/>
                  <a:pt x="2278" y="646"/>
                  <a:pt x="2278" y="646"/>
                </a:cubicBezTo>
                <a:lnTo>
                  <a:pt x="2278" y="671"/>
                </a:lnTo>
                <a:close/>
                <a:moveTo>
                  <a:pt x="2212" y="671"/>
                </a:moveTo>
                <a:cubicBezTo>
                  <a:pt x="2214" y="671"/>
                  <a:pt x="2214" y="671"/>
                  <a:pt x="2214" y="671"/>
                </a:cubicBezTo>
                <a:cubicBezTo>
                  <a:pt x="2214" y="646"/>
                  <a:pt x="2214" y="646"/>
                  <a:pt x="2214" y="646"/>
                </a:cubicBezTo>
                <a:cubicBezTo>
                  <a:pt x="2212" y="646"/>
                  <a:pt x="2212" y="646"/>
                  <a:pt x="2212" y="646"/>
                </a:cubicBezTo>
                <a:lnTo>
                  <a:pt x="2212" y="671"/>
                </a:lnTo>
                <a:close/>
                <a:moveTo>
                  <a:pt x="2260" y="487"/>
                </a:moveTo>
                <a:cubicBezTo>
                  <a:pt x="2260" y="408"/>
                  <a:pt x="2260" y="408"/>
                  <a:pt x="2260" y="408"/>
                </a:cubicBezTo>
                <a:cubicBezTo>
                  <a:pt x="2315" y="408"/>
                  <a:pt x="2315" y="408"/>
                  <a:pt x="2315" y="408"/>
                </a:cubicBezTo>
                <a:cubicBezTo>
                  <a:pt x="2331" y="413"/>
                  <a:pt x="2331" y="413"/>
                  <a:pt x="2331" y="413"/>
                </a:cubicBezTo>
                <a:cubicBezTo>
                  <a:pt x="2331" y="632"/>
                  <a:pt x="2331" y="632"/>
                  <a:pt x="2331" y="632"/>
                </a:cubicBezTo>
                <a:cubicBezTo>
                  <a:pt x="2333" y="632"/>
                  <a:pt x="2333" y="632"/>
                  <a:pt x="2333" y="632"/>
                </a:cubicBezTo>
                <a:cubicBezTo>
                  <a:pt x="2333" y="412"/>
                  <a:pt x="2333" y="412"/>
                  <a:pt x="2333" y="412"/>
                </a:cubicBezTo>
                <a:cubicBezTo>
                  <a:pt x="2316" y="405"/>
                  <a:pt x="2316" y="405"/>
                  <a:pt x="2316" y="405"/>
                </a:cubicBezTo>
                <a:cubicBezTo>
                  <a:pt x="2258" y="406"/>
                  <a:pt x="2258" y="406"/>
                  <a:pt x="2258" y="406"/>
                </a:cubicBezTo>
                <a:cubicBezTo>
                  <a:pt x="2258" y="487"/>
                  <a:pt x="2258" y="487"/>
                  <a:pt x="2258" y="487"/>
                </a:cubicBezTo>
                <a:cubicBezTo>
                  <a:pt x="2260" y="487"/>
                  <a:pt x="2260" y="487"/>
                  <a:pt x="2260" y="487"/>
                </a:cubicBezTo>
                <a:moveTo>
                  <a:pt x="2315" y="580"/>
                </a:moveTo>
                <a:cubicBezTo>
                  <a:pt x="2317" y="580"/>
                  <a:pt x="2317" y="580"/>
                  <a:pt x="2317" y="580"/>
                </a:cubicBezTo>
                <a:cubicBezTo>
                  <a:pt x="2317" y="407"/>
                  <a:pt x="2317" y="407"/>
                  <a:pt x="2317" y="407"/>
                </a:cubicBezTo>
                <a:cubicBezTo>
                  <a:pt x="2315" y="407"/>
                  <a:pt x="2315" y="407"/>
                  <a:pt x="2315" y="407"/>
                </a:cubicBezTo>
                <a:lnTo>
                  <a:pt x="2315" y="580"/>
                </a:lnTo>
                <a:close/>
                <a:moveTo>
                  <a:pt x="2264" y="407"/>
                </a:moveTo>
                <a:cubicBezTo>
                  <a:pt x="2267" y="401"/>
                  <a:pt x="2267" y="401"/>
                  <a:pt x="2267" y="401"/>
                </a:cubicBezTo>
                <a:cubicBezTo>
                  <a:pt x="2316" y="401"/>
                  <a:pt x="2316" y="401"/>
                  <a:pt x="2316" y="401"/>
                </a:cubicBezTo>
                <a:cubicBezTo>
                  <a:pt x="2322" y="410"/>
                  <a:pt x="2322" y="410"/>
                  <a:pt x="2322" y="410"/>
                </a:cubicBezTo>
                <a:cubicBezTo>
                  <a:pt x="2324" y="409"/>
                  <a:pt x="2324" y="409"/>
                  <a:pt x="2324" y="409"/>
                </a:cubicBezTo>
                <a:cubicBezTo>
                  <a:pt x="2318" y="398"/>
                  <a:pt x="2318" y="398"/>
                  <a:pt x="2318" y="398"/>
                </a:cubicBezTo>
                <a:cubicBezTo>
                  <a:pt x="2265" y="398"/>
                  <a:pt x="2265" y="398"/>
                  <a:pt x="2265" y="398"/>
                </a:cubicBezTo>
                <a:cubicBezTo>
                  <a:pt x="2262" y="406"/>
                  <a:pt x="2262" y="406"/>
                  <a:pt x="2262" y="406"/>
                </a:cubicBezTo>
                <a:cubicBezTo>
                  <a:pt x="2264" y="407"/>
                  <a:pt x="2264" y="407"/>
                  <a:pt x="2264" y="407"/>
                </a:cubicBezTo>
                <a:moveTo>
                  <a:pt x="2288" y="623"/>
                </a:moveTo>
                <a:cubicBezTo>
                  <a:pt x="2309" y="623"/>
                  <a:pt x="2309" y="623"/>
                  <a:pt x="2309" y="623"/>
                </a:cubicBezTo>
                <a:cubicBezTo>
                  <a:pt x="2309" y="632"/>
                  <a:pt x="2309" y="632"/>
                  <a:pt x="2309" y="632"/>
                </a:cubicBezTo>
                <a:cubicBezTo>
                  <a:pt x="2309" y="633"/>
                  <a:pt x="2309" y="633"/>
                  <a:pt x="2309" y="633"/>
                </a:cubicBezTo>
                <a:cubicBezTo>
                  <a:pt x="2353" y="633"/>
                  <a:pt x="2353" y="633"/>
                  <a:pt x="2353" y="633"/>
                </a:cubicBezTo>
                <a:cubicBezTo>
                  <a:pt x="2353" y="671"/>
                  <a:pt x="2353" y="671"/>
                  <a:pt x="2353" y="671"/>
                </a:cubicBezTo>
                <a:cubicBezTo>
                  <a:pt x="2355" y="671"/>
                  <a:pt x="2355" y="671"/>
                  <a:pt x="2355" y="671"/>
                </a:cubicBezTo>
                <a:cubicBezTo>
                  <a:pt x="2355" y="631"/>
                  <a:pt x="2355" y="631"/>
                  <a:pt x="2355" y="631"/>
                </a:cubicBezTo>
                <a:cubicBezTo>
                  <a:pt x="2311" y="631"/>
                  <a:pt x="2311" y="631"/>
                  <a:pt x="2311" y="631"/>
                </a:cubicBezTo>
                <a:cubicBezTo>
                  <a:pt x="2311" y="622"/>
                  <a:pt x="2311" y="622"/>
                  <a:pt x="2311" y="622"/>
                </a:cubicBezTo>
                <a:cubicBezTo>
                  <a:pt x="2311" y="621"/>
                  <a:pt x="2311" y="621"/>
                  <a:pt x="2311" y="621"/>
                </a:cubicBezTo>
                <a:cubicBezTo>
                  <a:pt x="2288" y="621"/>
                  <a:pt x="2288" y="621"/>
                  <a:pt x="2288" y="621"/>
                </a:cubicBezTo>
                <a:cubicBezTo>
                  <a:pt x="2288" y="623"/>
                  <a:pt x="2288" y="623"/>
                  <a:pt x="2288" y="623"/>
                </a:cubicBezTo>
                <a:moveTo>
                  <a:pt x="2373" y="672"/>
                </a:moveTo>
                <a:cubicBezTo>
                  <a:pt x="2373" y="424"/>
                  <a:pt x="2373" y="424"/>
                  <a:pt x="2373" y="424"/>
                </a:cubicBezTo>
                <a:cubicBezTo>
                  <a:pt x="2425" y="424"/>
                  <a:pt x="2425" y="424"/>
                  <a:pt x="2425" y="424"/>
                </a:cubicBezTo>
                <a:cubicBezTo>
                  <a:pt x="2425" y="672"/>
                  <a:pt x="2425" y="672"/>
                  <a:pt x="2425" y="672"/>
                </a:cubicBezTo>
                <a:cubicBezTo>
                  <a:pt x="2427" y="672"/>
                  <a:pt x="2427" y="672"/>
                  <a:pt x="2427" y="672"/>
                </a:cubicBezTo>
                <a:cubicBezTo>
                  <a:pt x="2427" y="421"/>
                  <a:pt x="2427" y="421"/>
                  <a:pt x="2427" y="421"/>
                </a:cubicBezTo>
                <a:cubicBezTo>
                  <a:pt x="2371" y="421"/>
                  <a:pt x="2371" y="421"/>
                  <a:pt x="2371" y="421"/>
                </a:cubicBezTo>
                <a:cubicBezTo>
                  <a:pt x="2371" y="672"/>
                  <a:pt x="2371" y="672"/>
                  <a:pt x="2371" y="672"/>
                </a:cubicBezTo>
                <a:cubicBezTo>
                  <a:pt x="2373" y="672"/>
                  <a:pt x="2373" y="672"/>
                  <a:pt x="2373" y="672"/>
                </a:cubicBezTo>
                <a:moveTo>
                  <a:pt x="2377" y="406"/>
                </a:moveTo>
                <a:cubicBezTo>
                  <a:pt x="2377" y="407"/>
                  <a:pt x="2377" y="407"/>
                  <a:pt x="2377" y="407"/>
                </a:cubicBezTo>
                <a:cubicBezTo>
                  <a:pt x="2422" y="407"/>
                  <a:pt x="2422" y="407"/>
                  <a:pt x="2422" y="407"/>
                </a:cubicBezTo>
                <a:cubicBezTo>
                  <a:pt x="2422" y="417"/>
                  <a:pt x="2422" y="417"/>
                  <a:pt x="2422" y="417"/>
                </a:cubicBezTo>
                <a:cubicBezTo>
                  <a:pt x="2379" y="417"/>
                  <a:pt x="2379" y="417"/>
                  <a:pt x="2379" y="417"/>
                </a:cubicBezTo>
                <a:cubicBezTo>
                  <a:pt x="2379" y="406"/>
                  <a:pt x="2379" y="406"/>
                  <a:pt x="2379" y="406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7" y="407"/>
                  <a:pt x="2377" y="407"/>
                  <a:pt x="2377" y="407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6" y="420"/>
                  <a:pt x="2376" y="420"/>
                  <a:pt x="2376" y="420"/>
                </a:cubicBezTo>
                <a:cubicBezTo>
                  <a:pt x="2424" y="420"/>
                  <a:pt x="2424" y="420"/>
                  <a:pt x="2424" y="420"/>
                </a:cubicBezTo>
                <a:cubicBezTo>
                  <a:pt x="2424" y="405"/>
                  <a:pt x="2424" y="405"/>
                  <a:pt x="2424" y="405"/>
                </a:cubicBezTo>
                <a:cubicBezTo>
                  <a:pt x="2376" y="405"/>
                  <a:pt x="2376" y="405"/>
                  <a:pt x="2376" y="405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7" y="406"/>
                  <a:pt x="2377" y="406"/>
                  <a:pt x="2377" y="406"/>
                </a:cubicBezTo>
                <a:moveTo>
                  <a:pt x="2426" y="424"/>
                </a:moveTo>
                <a:cubicBezTo>
                  <a:pt x="2435" y="428"/>
                  <a:pt x="2435" y="428"/>
                  <a:pt x="2435" y="428"/>
                </a:cubicBezTo>
                <a:cubicBezTo>
                  <a:pt x="2435" y="612"/>
                  <a:pt x="2435" y="612"/>
                  <a:pt x="2435" y="612"/>
                </a:cubicBezTo>
                <a:cubicBezTo>
                  <a:pt x="2438" y="612"/>
                  <a:pt x="2438" y="612"/>
                  <a:pt x="2438" y="612"/>
                </a:cubicBezTo>
                <a:cubicBezTo>
                  <a:pt x="2438" y="426"/>
                  <a:pt x="2438" y="426"/>
                  <a:pt x="2438" y="426"/>
                </a:cubicBezTo>
                <a:cubicBezTo>
                  <a:pt x="2427" y="422"/>
                  <a:pt x="2427" y="422"/>
                  <a:pt x="2427" y="422"/>
                </a:cubicBezTo>
                <a:cubicBezTo>
                  <a:pt x="2426" y="424"/>
                  <a:pt x="2426" y="424"/>
                  <a:pt x="2426" y="424"/>
                </a:cubicBezTo>
                <a:moveTo>
                  <a:pt x="2331" y="468"/>
                </a:moveTo>
                <a:cubicBezTo>
                  <a:pt x="2358" y="468"/>
                  <a:pt x="2358" y="468"/>
                  <a:pt x="2358" y="468"/>
                </a:cubicBezTo>
                <a:cubicBezTo>
                  <a:pt x="2358" y="531"/>
                  <a:pt x="2358" y="531"/>
                  <a:pt x="2358" y="531"/>
                </a:cubicBezTo>
                <a:cubicBezTo>
                  <a:pt x="2360" y="531"/>
                  <a:pt x="2360" y="531"/>
                  <a:pt x="2360" y="531"/>
                </a:cubicBezTo>
                <a:cubicBezTo>
                  <a:pt x="2360" y="466"/>
                  <a:pt x="2360" y="466"/>
                  <a:pt x="2360" y="466"/>
                </a:cubicBezTo>
                <a:cubicBezTo>
                  <a:pt x="2331" y="466"/>
                  <a:pt x="2331" y="466"/>
                  <a:pt x="2331" y="466"/>
                </a:cubicBezTo>
                <a:cubicBezTo>
                  <a:pt x="2331" y="468"/>
                  <a:pt x="2331" y="468"/>
                  <a:pt x="2331" y="468"/>
                </a:cubicBezTo>
                <a:moveTo>
                  <a:pt x="2372" y="446"/>
                </a:moveTo>
                <a:cubicBezTo>
                  <a:pt x="2364" y="446"/>
                  <a:pt x="2364" y="446"/>
                  <a:pt x="2364" y="446"/>
                </a:cubicBezTo>
                <a:cubicBezTo>
                  <a:pt x="2364" y="529"/>
                  <a:pt x="2364" y="529"/>
                  <a:pt x="2364" y="529"/>
                </a:cubicBezTo>
                <a:cubicBezTo>
                  <a:pt x="2347" y="529"/>
                  <a:pt x="2347" y="529"/>
                  <a:pt x="2347" y="529"/>
                </a:cubicBezTo>
                <a:cubicBezTo>
                  <a:pt x="2347" y="624"/>
                  <a:pt x="2347" y="624"/>
                  <a:pt x="2347" y="624"/>
                </a:cubicBezTo>
                <a:cubicBezTo>
                  <a:pt x="2349" y="624"/>
                  <a:pt x="2349" y="624"/>
                  <a:pt x="2349" y="624"/>
                </a:cubicBezTo>
                <a:cubicBezTo>
                  <a:pt x="2349" y="531"/>
                  <a:pt x="2349" y="531"/>
                  <a:pt x="2349" y="531"/>
                </a:cubicBezTo>
                <a:cubicBezTo>
                  <a:pt x="2366" y="531"/>
                  <a:pt x="2366" y="531"/>
                  <a:pt x="2366" y="531"/>
                </a:cubicBezTo>
                <a:cubicBezTo>
                  <a:pt x="2367" y="448"/>
                  <a:pt x="2367" y="448"/>
                  <a:pt x="2367" y="448"/>
                </a:cubicBezTo>
                <a:cubicBezTo>
                  <a:pt x="2372" y="448"/>
                  <a:pt x="2372" y="448"/>
                  <a:pt x="2372" y="448"/>
                </a:cubicBezTo>
                <a:cubicBezTo>
                  <a:pt x="2372" y="446"/>
                  <a:pt x="2372" y="446"/>
                  <a:pt x="2372" y="446"/>
                </a:cubicBezTo>
                <a:moveTo>
                  <a:pt x="2461" y="671"/>
                </a:moveTo>
                <a:cubicBezTo>
                  <a:pt x="2461" y="635"/>
                  <a:pt x="2461" y="635"/>
                  <a:pt x="2461" y="635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495"/>
                  <a:pt x="2465" y="495"/>
                  <a:pt x="2465" y="495"/>
                </a:cubicBezTo>
                <a:cubicBezTo>
                  <a:pt x="2529" y="495"/>
                  <a:pt x="2529" y="495"/>
                  <a:pt x="2529" y="495"/>
                </a:cubicBezTo>
                <a:cubicBezTo>
                  <a:pt x="2529" y="631"/>
                  <a:pt x="2529" y="631"/>
                  <a:pt x="2529" y="631"/>
                </a:cubicBezTo>
                <a:cubicBezTo>
                  <a:pt x="2534" y="631"/>
                  <a:pt x="2534" y="631"/>
                  <a:pt x="2534" y="631"/>
                </a:cubicBezTo>
                <a:cubicBezTo>
                  <a:pt x="2534" y="654"/>
                  <a:pt x="2534" y="654"/>
                  <a:pt x="2534" y="654"/>
                </a:cubicBezTo>
                <a:cubicBezTo>
                  <a:pt x="2536" y="654"/>
                  <a:pt x="2536" y="654"/>
                  <a:pt x="2536" y="654"/>
                </a:cubicBezTo>
                <a:cubicBezTo>
                  <a:pt x="2536" y="629"/>
                  <a:pt x="2536" y="629"/>
                  <a:pt x="2536" y="629"/>
                </a:cubicBezTo>
                <a:cubicBezTo>
                  <a:pt x="2531" y="629"/>
                  <a:pt x="2531" y="629"/>
                  <a:pt x="2531" y="629"/>
                </a:cubicBezTo>
                <a:cubicBezTo>
                  <a:pt x="2531" y="493"/>
                  <a:pt x="2531" y="493"/>
                  <a:pt x="2531" y="493"/>
                </a:cubicBezTo>
                <a:cubicBezTo>
                  <a:pt x="2463" y="493"/>
                  <a:pt x="2463" y="493"/>
                  <a:pt x="2463" y="493"/>
                </a:cubicBezTo>
                <a:cubicBezTo>
                  <a:pt x="2463" y="631"/>
                  <a:pt x="2463" y="631"/>
                  <a:pt x="2463" y="631"/>
                </a:cubicBezTo>
                <a:cubicBezTo>
                  <a:pt x="2458" y="633"/>
                  <a:pt x="2458" y="633"/>
                  <a:pt x="2458" y="633"/>
                </a:cubicBezTo>
                <a:cubicBezTo>
                  <a:pt x="2458" y="671"/>
                  <a:pt x="2458" y="671"/>
                  <a:pt x="2458" y="671"/>
                </a:cubicBezTo>
                <a:cubicBezTo>
                  <a:pt x="2461" y="671"/>
                  <a:pt x="2461" y="671"/>
                  <a:pt x="2461" y="671"/>
                </a:cubicBezTo>
                <a:moveTo>
                  <a:pt x="2464" y="492"/>
                </a:moveTo>
                <a:cubicBezTo>
                  <a:pt x="2455" y="501"/>
                  <a:pt x="2455" y="501"/>
                  <a:pt x="2455" y="501"/>
                </a:cubicBezTo>
                <a:cubicBezTo>
                  <a:pt x="2455" y="629"/>
                  <a:pt x="2455" y="629"/>
                  <a:pt x="2455" y="629"/>
                </a:cubicBezTo>
                <a:cubicBezTo>
                  <a:pt x="2444" y="629"/>
                  <a:pt x="2444" y="629"/>
                  <a:pt x="2444" y="629"/>
                </a:cubicBezTo>
                <a:cubicBezTo>
                  <a:pt x="2444" y="670"/>
                  <a:pt x="2444" y="670"/>
                  <a:pt x="2444" y="670"/>
                </a:cubicBezTo>
                <a:cubicBezTo>
                  <a:pt x="2447" y="670"/>
                  <a:pt x="2447" y="670"/>
                  <a:pt x="2447" y="670"/>
                </a:cubicBezTo>
                <a:cubicBezTo>
                  <a:pt x="2447" y="631"/>
                  <a:pt x="2447" y="631"/>
                  <a:pt x="2447" y="631"/>
                </a:cubicBezTo>
                <a:cubicBezTo>
                  <a:pt x="2457" y="631"/>
                  <a:pt x="2457" y="631"/>
                  <a:pt x="2457" y="631"/>
                </a:cubicBezTo>
                <a:cubicBezTo>
                  <a:pt x="2457" y="501"/>
                  <a:pt x="2457" y="501"/>
                  <a:pt x="2457" y="501"/>
                </a:cubicBezTo>
                <a:cubicBezTo>
                  <a:pt x="2465" y="494"/>
                  <a:pt x="2465" y="494"/>
                  <a:pt x="2465" y="494"/>
                </a:cubicBezTo>
                <a:cubicBezTo>
                  <a:pt x="2464" y="492"/>
                  <a:pt x="2464" y="492"/>
                  <a:pt x="2464" y="492"/>
                </a:cubicBezTo>
                <a:moveTo>
                  <a:pt x="2372" y="512"/>
                </a:moveTo>
                <a:cubicBezTo>
                  <a:pt x="2426" y="512"/>
                  <a:pt x="2426" y="512"/>
                  <a:pt x="2426" y="512"/>
                </a:cubicBezTo>
                <a:cubicBezTo>
                  <a:pt x="2426" y="510"/>
                  <a:pt x="2426" y="510"/>
                  <a:pt x="2426" y="510"/>
                </a:cubicBezTo>
                <a:cubicBezTo>
                  <a:pt x="2372" y="510"/>
                  <a:pt x="2372" y="510"/>
                  <a:pt x="2372" y="510"/>
                </a:cubicBezTo>
                <a:lnTo>
                  <a:pt x="2372" y="512"/>
                </a:lnTo>
                <a:close/>
                <a:moveTo>
                  <a:pt x="2372" y="595"/>
                </a:moveTo>
                <a:cubicBezTo>
                  <a:pt x="2426" y="595"/>
                  <a:pt x="2426" y="595"/>
                  <a:pt x="2426" y="595"/>
                </a:cubicBezTo>
                <a:cubicBezTo>
                  <a:pt x="2426" y="593"/>
                  <a:pt x="2426" y="593"/>
                  <a:pt x="2426" y="593"/>
                </a:cubicBezTo>
                <a:cubicBezTo>
                  <a:pt x="2372" y="593"/>
                  <a:pt x="2372" y="593"/>
                  <a:pt x="2372" y="593"/>
                </a:cubicBezTo>
                <a:lnTo>
                  <a:pt x="2372" y="595"/>
                </a:lnTo>
                <a:close/>
                <a:moveTo>
                  <a:pt x="2372" y="433"/>
                </a:moveTo>
                <a:cubicBezTo>
                  <a:pt x="2426" y="433"/>
                  <a:pt x="2426" y="433"/>
                  <a:pt x="2426" y="433"/>
                </a:cubicBezTo>
                <a:cubicBezTo>
                  <a:pt x="2426" y="431"/>
                  <a:pt x="2426" y="431"/>
                  <a:pt x="2426" y="431"/>
                </a:cubicBezTo>
                <a:cubicBezTo>
                  <a:pt x="2372" y="431"/>
                  <a:pt x="2372" y="431"/>
                  <a:pt x="2372" y="431"/>
                </a:cubicBezTo>
                <a:lnTo>
                  <a:pt x="2372" y="433"/>
                </a:lnTo>
                <a:close/>
                <a:moveTo>
                  <a:pt x="2263" y="420"/>
                </a:moveTo>
                <a:cubicBezTo>
                  <a:pt x="2310" y="420"/>
                  <a:pt x="2310" y="420"/>
                  <a:pt x="2310" y="420"/>
                </a:cubicBezTo>
                <a:cubicBezTo>
                  <a:pt x="2310" y="417"/>
                  <a:pt x="2310" y="417"/>
                  <a:pt x="2310" y="417"/>
                </a:cubicBezTo>
                <a:cubicBezTo>
                  <a:pt x="2263" y="417"/>
                  <a:pt x="2263" y="417"/>
                  <a:pt x="2263" y="417"/>
                </a:cubicBezTo>
                <a:lnTo>
                  <a:pt x="2263" y="420"/>
                </a:lnTo>
                <a:close/>
                <a:moveTo>
                  <a:pt x="2437" y="434"/>
                </a:moveTo>
                <a:cubicBezTo>
                  <a:pt x="2437" y="434"/>
                  <a:pt x="2439" y="434"/>
                  <a:pt x="2441" y="434"/>
                </a:cubicBezTo>
                <a:cubicBezTo>
                  <a:pt x="2447" y="433"/>
                  <a:pt x="2458" y="431"/>
                  <a:pt x="2458" y="431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1"/>
                  <a:pt x="2458" y="431"/>
                  <a:pt x="2458" y="431"/>
                </a:cubicBezTo>
                <a:cubicBezTo>
                  <a:pt x="2478" y="433"/>
                  <a:pt x="2478" y="433"/>
                  <a:pt x="2478" y="433"/>
                </a:cubicBezTo>
                <a:cubicBezTo>
                  <a:pt x="2478" y="446"/>
                  <a:pt x="2478" y="446"/>
                  <a:pt x="2478" y="446"/>
                </a:cubicBezTo>
                <a:cubicBezTo>
                  <a:pt x="2482" y="450"/>
                  <a:pt x="2482" y="450"/>
                  <a:pt x="2482" y="450"/>
                </a:cubicBezTo>
                <a:cubicBezTo>
                  <a:pt x="2482" y="465"/>
                  <a:pt x="2482" y="465"/>
                  <a:pt x="2482" y="465"/>
                </a:cubicBezTo>
                <a:cubicBezTo>
                  <a:pt x="2486" y="468"/>
                  <a:pt x="2486" y="468"/>
                  <a:pt x="2486" y="468"/>
                </a:cubicBezTo>
                <a:cubicBezTo>
                  <a:pt x="2486" y="493"/>
                  <a:pt x="2486" y="493"/>
                  <a:pt x="2486" y="493"/>
                </a:cubicBezTo>
                <a:cubicBezTo>
                  <a:pt x="2488" y="493"/>
                  <a:pt x="2488" y="493"/>
                  <a:pt x="2488" y="493"/>
                </a:cubicBezTo>
                <a:cubicBezTo>
                  <a:pt x="2488" y="467"/>
                  <a:pt x="2488" y="467"/>
                  <a:pt x="2488" y="467"/>
                </a:cubicBezTo>
                <a:cubicBezTo>
                  <a:pt x="2484" y="464"/>
                  <a:pt x="2484" y="464"/>
                  <a:pt x="2484" y="464"/>
                </a:cubicBezTo>
                <a:cubicBezTo>
                  <a:pt x="2484" y="449"/>
                  <a:pt x="2484" y="449"/>
                  <a:pt x="2484" y="449"/>
                </a:cubicBezTo>
                <a:cubicBezTo>
                  <a:pt x="2481" y="446"/>
                  <a:pt x="2481" y="446"/>
                  <a:pt x="2481" y="446"/>
                </a:cubicBezTo>
                <a:cubicBezTo>
                  <a:pt x="2481" y="431"/>
                  <a:pt x="2481" y="431"/>
                  <a:pt x="2481" y="431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7" y="429"/>
                  <a:pt x="2453" y="429"/>
                  <a:pt x="2448" y="430"/>
                </a:cubicBezTo>
                <a:cubicBezTo>
                  <a:pt x="2445" y="431"/>
                  <a:pt x="2443" y="431"/>
                  <a:pt x="2440" y="431"/>
                </a:cubicBezTo>
                <a:cubicBezTo>
                  <a:pt x="2438" y="432"/>
                  <a:pt x="2437" y="432"/>
                  <a:pt x="2437" y="432"/>
                </a:cubicBezTo>
                <a:cubicBezTo>
                  <a:pt x="2437" y="434"/>
                  <a:pt x="2437" y="434"/>
                  <a:pt x="2437" y="434"/>
                </a:cubicBezTo>
                <a:moveTo>
                  <a:pt x="2540" y="653"/>
                </a:moveTo>
                <a:cubicBezTo>
                  <a:pt x="2540" y="476"/>
                  <a:pt x="2540" y="476"/>
                  <a:pt x="2540" y="476"/>
                </a:cubicBezTo>
                <a:cubicBezTo>
                  <a:pt x="2547" y="471"/>
                  <a:pt x="2547" y="471"/>
                  <a:pt x="2547" y="471"/>
                </a:cubicBezTo>
                <a:cubicBezTo>
                  <a:pt x="2606" y="471"/>
                  <a:pt x="2606" y="471"/>
                  <a:pt x="2606" y="471"/>
                </a:cubicBezTo>
                <a:cubicBezTo>
                  <a:pt x="2606" y="645"/>
                  <a:pt x="2606" y="645"/>
                  <a:pt x="2606" y="645"/>
                </a:cubicBezTo>
                <a:cubicBezTo>
                  <a:pt x="2608" y="645"/>
                  <a:pt x="2608" y="645"/>
                  <a:pt x="2608" y="645"/>
                </a:cubicBezTo>
                <a:cubicBezTo>
                  <a:pt x="2608" y="469"/>
                  <a:pt x="2608" y="469"/>
                  <a:pt x="2608" y="469"/>
                </a:cubicBezTo>
                <a:cubicBezTo>
                  <a:pt x="2547" y="469"/>
                  <a:pt x="2547" y="469"/>
                  <a:pt x="2547" y="469"/>
                </a:cubicBezTo>
                <a:cubicBezTo>
                  <a:pt x="2538" y="475"/>
                  <a:pt x="2538" y="475"/>
                  <a:pt x="2538" y="475"/>
                </a:cubicBezTo>
                <a:cubicBezTo>
                  <a:pt x="2538" y="653"/>
                  <a:pt x="2538" y="653"/>
                  <a:pt x="2538" y="653"/>
                </a:cubicBezTo>
                <a:cubicBezTo>
                  <a:pt x="2540" y="653"/>
                  <a:pt x="2540" y="653"/>
                  <a:pt x="2540" y="653"/>
                </a:cubicBezTo>
                <a:moveTo>
                  <a:pt x="2539" y="633"/>
                </a:moveTo>
                <a:cubicBezTo>
                  <a:pt x="2607" y="633"/>
                  <a:pt x="2607" y="633"/>
                  <a:pt x="2607" y="633"/>
                </a:cubicBezTo>
                <a:cubicBezTo>
                  <a:pt x="2607" y="631"/>
                  <a:pt x="2607" y="631"/>
                  <a:pt x="2607" y="631"/>
                </a:cubicBezTo>
                <a:cubicBezTo>
                  <a:pt x="2539" y="631"/>
                  <a:pt x="2539" y="631"/>
                  <a:pt x="2539" y="631"/>
                </a:cubicBezTo>
                <a:lnTo>
                  <a:pt x="2539" y="633"/>
                </a:lnTo>
                <a:close/>
                <a:moveTo>
                  <a:pt x="2546" y="643"/>
                </a:moveTo>
                <a:cubicBezTo>
                  <a:pt x="2548" y="643"/>
                  <a:pt x="2548" y="643"/>
                  <a:pt x="2548" y="64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46" y="470"/>
                  <a:pt x="2546" y="470"/>
                  <a:pt x="2546" y="470"/>
                </a:cubicBezTo>
                <a:lnTo>
                  <a:pt x="2546" y="643"/>
                </a:lnTo>
                <a:close/>
                <a:moveTo>
                  <a:pt x="2457" y="526"/>
                </a:moveTo>
                <a:cubicBezTo>
                  <a:pt x="2464" y="521"/>
                  <a:pt x="2464" y="521"/>
                  <a:pt x="2464" y="521"/>
                </a:cubicBezTo>
                <a:cubicBezTo>
                  <a:pt x="2529" y="521"/>
                  <a:pt x="2529" y="521"/>
                  <a:pt x="2529" y="521"/>
                </a:cubicBezTo>
                <a:cubicBezTo>
                  <a:pt x="2529" y="519"/>
                  <a:pt x="2529" y="519"/>
                  <a:pt x="2529" y="519"/>
                </a:cubicBezTo>
                <a:cubicBezTo>
                  <a:pt x="2463" y="519"/>
                  <a:pt x="2463" y="519"/>
                  <a:pt x="2463" y="519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7" y="526"/>
                  <a:pt x="2457" y="526"/>
                  <a:pt x="2457" y="526"/>
                </a:cubicBezTo>
                <a:moveTo>
                  <a:pt x="2457" y="555"/>
                </a:moveTo>
                <a:cubicBezTo>
                  <a:pt x="2464" y="551"/>
                  <a:pt x="2464" y="551"/>
                  <a:pt x="2464" y="551"/>
                </a:cubicBezTo>
                <a:cubicBezTo>
                  <a:pt x="2530" y="551"/>
                  <a:pt x="2530" y="551"/>
                  <a:pt x="2530" y="551"/>
                </a:cubicBezTo>
                <a:cubicBezTo>
                  <a:pt x="2530" y="549"/>
                  <a:pt x="2530" y="549"/>
                  <a:pt x="2530" y="549"/>
                </a:cubicBezTo>
                <a:cubicBezTo>
                  <a:pt x="2464" y="549"/>
                  <a:pt x="2464" y="549"/>
                  <a:pt x="2464" y="549"/>
                </a:cubicBezTo>
                <a:cubicBezTo>
                  <a:pt x="2456" y="553"/>
                  <a:pt x="2456" y="553"/>
                  <a:pt x="2456" y="553"/>
                </a:cubicBezTo>
                <a:cubicBezTo>
                  <a:pt x="2457" y="555"/>
                  <a:pt x="2457" y="555"/>
                  <a:pt x="2457" y="555"/>
                </a:cubicBezTo>
                <a:moveTo>
                  <a:pt x="2457" y="583"/>
                </a:moveTo>
                <a:cubicBezTo>
                  <a:pt x="2464" y="579"/>
                  <a:pt x="2464" y="579"/>
                  <a:pt x="2464" y="579"/>
                </a:cubicBezTo>
                <a:cubicBezTo>
                  <a:pt x="2529" y="579"/>
                  <a:pt x="2529" y="579"/>
                  <a:pt x="2529" y="579"/>
                </a:cubicBezTo>
                <a:cubicBezTo>
                  <a:pt x="2529" y="577"/>
                  <a:pt x="2529" y="577"/>
                  <a:pt x="2529" y="577"/>
                </a:cubicBezTo>
                <a:cubicBezTo>
                  <a:pt x="2463" y="577"/>
                  <a:pt x="2463" y="577"/>
                  <a:pt x="2463" y="577"/>
                </a:cubicBezTo>
                <a:cubicBezTo>
                  <a:pt x="2456" y="581"/>
                  <a:pt x="2456" y="581"/>
                  <a:pt x="2456" y="581"/>
                </a:cubicBezTo>
                <a:cubicBezTo>
                  <a:pt x="2457" y="583"/>
                  <a:pt x="2457" y="583"/>
                  <a:pt x="2457" y="583"/>
                </a:cubicBezTo>
                <a:moveTo>
                  <a:pt x="2456" y="614"/>
                </a:moveTo>
                <a:cubicBezTo>
                  <a:pt x="2465" y="611"/>
                  <a:pt x="2465" y="611"/>
                  <a:pt x="2465" y="611"/>
                </a:cubicBezTo>
                <a:cubicBezTo>
                  <a:pt x="2529" y="611"/>
                  <a:pt x="2529" y="611"/>
                  <a:pt x="2529" y="611"/>
                </a:cubicBezTo>
                <a:cubicBezTo>
                  <a:pt x="2529" y="609"/>
                  <a:pt x="2529" y="609"/>
                  <a:pt x="2529" y="609"/>
                </a:cubicBezTo>
                <a:cubicBezTo>
                  <a:pt x="2464" y="609"/>
                  <a:pt x="2464" y="609"/>
                  <a:pt x="2464" y="609"/>
                </a:cubicBezTo>
                <a:cubicBezTo>
                  <a:pt x="2455" y="612"/>
                  <a:pt x="2455" y="612"/>
                  <a:pt x="2455" y="612"/>
                </a:cubicBezTo>
                <a:cubicBezTo>
                  <a:pt x="2456" y="614"/>
                  <a:pt x="2456" y="614"/>
                  <a:pt x="2456" y="614"/>
                </a:cubicBezTo>
                <a:moveTo>
                  <a:pt x="2468" y="669"/>
                </a:moveTo>
                <a:cubicBezTo>
                  <a:pt x="2468" y="655"/>
                  <a:pt x="2468" y="655"/>
                  <a:pt x="2468" y="655"/>
                </a:cubicBezTo>
                <a:cubicBezTo>
                  <a:pt x="2475" y="655"/>
                  <a:pt x="2475" y="655"/>
                  <a:pt x="2475" y="655"/>
                </a:cubicBezTo>
                <a:cubicBezTo>
                  <a:pt x="2475" y="626"/>
                  <a:pt x="2475" y="626"/>
                  <a:pt x="2475" y="626"/>
                </a:cubicBezTo>
                <a:cubicBezTo>
                  <a:pt x="2512" y="626"/>
                  <a:pt x="2512" y="626"/>
                  <a:pt x="2512" y="626"/>
                </a:cubicBezTo>
                <a:cubicBezTo>
                  <a:pt x="2512" y="655"/>
                  <a:pt x="2512" y="655"/>
                  <a:pt x="2512" y="655"/>
                </a:cubicBezTo>
                <a:cubicBezTo>
                  <a:pt x="2550" y="655"/>
                  <a:pt x="2550" y="655"/>
                  <a:pt x="2550" y="655"/>
                </a:cubicBezTo>
                <a:cubicBezTo>
                  <a:pt x="2550" y="671"/>
                  <a:pt x="2550" y="671"/>
                  <a:pt x="2550" y="671"/>
                </a:cubicBezTo>
                <a:cubicBezTo>
                  <a:pt x="2553" y="671"/>
                  <a:pt x="2553" y="671"/>
                  <a:pt x="2553" y="671"/>
                </a:cubicBezTo>
                <a:cubicBezTo>
                  <a:pt x="2553" y="652"/>
                  <a:pt x="2553" y="652"/>
                  <a:pt x="2553" y="652"/>
                </a:cubicBezTo>
                <a:cubicBezTo>
                  <a:pt x="2514" y="652"/>
                  <a:pt x="2514" y="652"/>
                  <a:pt x="2514" y="652"/>
                </a:cubicBezTo>
                <a:cubicBezTo>
                  <a:pt x="2514" y="624"/>
                  <a:pt x="2514" y="624"/>
                  <a:pt x="2514" y="624"/>
                </a:cubicBezTo>
                <a:cubicBezTo>
                  <a:pt x="2473" y="624"/>
                  <a:pt x="2473" y="624"/>
                  <a:pt x="2473" y="624"/>
                </a:cubicBezTo>
                <a:cubicBezTo>
                  <a:pt x="2473" y="653"/>
                  <a:pt x="2473" y="653"/>
                  <a:pt x="2473" y="653"/>
                </a:cubicBezTo>
                <a:cubicBezTo>
                  <a:pt x="2465" y="653"/>
                  <a:pt x="2465" y="653"/>
                  <a:pt x="2465" y="653"/>
                </a:cubicBezTo>
                <a:cubicBezTo>
                  <a:pt x="2465" y="669"/>
                  <a:pt x="2465" y="669"/>
                  <a:pt x="2465" y="669"/>
                </a:cubicBezTo>
                <a:cubicBezTo>
                  <a:pt x="2468" y="669"/>
                  <a:pt x="2468" y="669"/>
                  <a:pt x="2468" y="669"/>
                </a:cubicBezTo>
                <a:moveTo>
                  <a:pt x="2539" y="499"/>
                </a:moveTo>
                <a:cubicBezTo>
                  <a:pt x="2547" y="495"/>
                  <a:pt x="2547" y="495"/>
                  <a:pt x="2547" y="495"/>
                </a:cubicBezTo>
                <a:cubicBezTo>
                  <a:pt x="2607" y="495"/>
                  <a:pt x="2607" y="495"/>
                  <a:pt x="2607" y="495"/>
                </a:cubicBezTo>
                <a:cubicBezTo>
                  <a:pt x="2607" y="493"/>
                  <a:pt x="2607" y="493"/>
                  <a:pt x="2607" y="493"/>
                </a:cubicBezTo>
                <a:cubicBezTo>
                  <a:pt x="2546" y="493"/>
                  <a:pt x="2546" y="493"/>
                  <a:pt x="2546" y="493"/>
                </a:cubicBezTo>
                <a:cubicBezTo>
                  <a:pt x="2538" y="497"/>
                  <a:pt x="2538" y="497"/>
                  <a:pt x="2538" y="497"/>
                </a:cubicBezTo>
                <a:cubicBezTo>
                  <a:pt x="2539" y="499"/>
                  <a:pt x="2539" y="499"/>
                  <a:pt x="2539" y="499"/>
                </a:cubicBezTo>
                <a:moveTo>
                  <a:pt x="2620" y="551"/>
                </a:moveTo>
                <a:cubicBezTo>
                  <a:pt x="2633" y="547"/>
                  <a:pt x="2633" y="547"/>
                  <a:pt x="2633" y="547"/>
                </a:cubicBezTo>
                <a:cubicBezTo>
                  <a:pt x="2705" y="547"/>
                  <a:pt x="2705" y="547"/>
                  <a:pt x="2705" y="547"/>
                </a:cubicBezTo>
                <a:cubicBezTo>
                  <a:pt x="2705" y="638"/>
                  <a:pt x="2705" y="638"/>
                  <a:pt x="2705" y="638"/>
                </a:cubicBezTo>
                <a:cubicBezTo>
                  <a:pt x="2707" y="638"/>
                  <a:pt x="2707" y="638"/>
                  <a:pt x="2707" y="638"/>
                </a:cubicBezTo>
                <a:cubicBezTo>
                  <a:pt x="2707" y="544"/>
                  <a:pt x="2707" y="544"/>
                  <a:pt x="2707" y="544"/>
                </a:cubicBezTo>
                <a:cubicBezTo>
                  <a:pt x="2633" y="544"/>
                  <a:pt x="2633" y="544"/>
                  <a:pt x="2633" y="544"/>
                </a:cubicBezTo>
                <a:cubicBezTo>
                  <a:pt x="2620" y="548"/>
                  <a:pt x="2620" y="548"/>
                  <a:pt x="2620" y="548"/>
                </a:cubicBezTo>
                <a:cubicBezTo>
                  <a:pt x="2620" y="551"/>
                  <a:pt x="2620" y="551"/>
                  <a:pt x="2620" y="551"/>
                </a:cubicBezTo>
                <a:moveTo>
                  <a:pt x="2652" y="671"/>
                </a:moveTo>
                <a:cubicBezTo>
                  <a:pt x="2652" y="640"/>
                  <a:pt x="2652" y="640"/>
                  <a:pt x="2652" y="640"/>
                </a:cubicBezTo>
                <a:cubicBezTo>
                  <a:pt x="2735" y="640"/>
                  <a:pt x="2735" y="640"/>
                  <a:pt x="2735" y="640"/>
                </a:cubicBezTo>
                <a:cubicBezTo>
                  <a:pt x="2735" y="672"/>
                  <a:pt x="2735" y="672"/>
                  <a:pt x="2735" y="672"/>
                </a:cubicBezTo>
                <a:cubicBezTo>
                  <a:pt x="2737" y="672"/>
                  <a:pt x="2737" y="672"/>
                  <a:pt x="2737" y="672"/>
                </a:cubicBezTo>
                <a:cubicBezTo>
                  <a:pt x="2737" y="638"/>
                  <a:pt x="2737" y="638"/>
                  <a:pt x="2737" y="638"/>
                </a:cubicBezTo>
                <a:cubicBezTo>
                  <a:pt x="2649" y="638"/>
                  <a:pt x="2649" y="638"/>
                  <a:pt x="2649" y="638"/>
                </a:cubicBezTo>
                <a:cubicBezTo>
                  <a:pt x="2649" y="671"/>
                  <a:pt x="2649" y="671"/>
                  <a:pt x="2649" y="671"/>
                </a:cubicBezTo>
                <a:cubicBezTo>
                  <a:pt x="2652" y="671"/>
                  <a:pt x="2652" y="671"/>
                  <a:pt x="2652" y="671"/>
                </a:cubicBezTo>
                <a:moveTo>
                  <a:pt x="2564" y="646"/>
                </a:moveTo>
                <a:cubicBezTo>
                  <a:pt x="2626" y="646"/>
                  <a:pt x="2626" y="646"/>
                  <a:pt x="2626" y="646"/>
                </a:cubicBezTo>
                <a:cubicBezTo>
                  <a:pt x="2626" y="671"/>
                  <a:pt x="2626" y="671"/>
                  <a:pt x="2626" y="671"/>
                </a:cubicBezTo>
                <a:cubicBezTo>
                  <a:pt x="2628" y="671"/>
                  <a:pt x="2628" y="671"/>
                  <a:pt x="2628" y="671"/>
                </a:cubicBezTo>
                <a:cubicBezTo>
                  <a:pt x="2628" y="643"/>
                  <a:pt x="2628" y="643"/>
                  <a:pt x="2628" y="643"/>
                </a:cubicBezTo>
                <a:cubicBezTo>
                  <a:pt x="2564" y="643"/>
                  <a:pt x="2564" y="643"/>
                  <a:pt x="2564" y="643"/>
                </a:cubicBezTo>
                <a:cubicBezTo>
                  <a:pt x="2564" y="646"/>
                  <a:pt x="2564" y="646"/>
                  <a:pt x="2564" y="646"/>
                </a:cubicBezTo>
                <a:moveTo>
                  <a:pt x="2480" y="441"/>
                </a:moveTo>
                <a:cubicBezTo>
                  <a:pt x="2459" y="438"/>
                  <a:pt x="2459" y="438"/>
                  <a:pt x="2459" y="438"/>
                </a:cubicBezTo>
                <a:cubicBezTo>
                  <a:pt x="2459" y="469"/>
                  <a:pt x="2459" y="469"/>
                  <a:pt x="2459" y="469"/>
                </a:cubicBezTo>
                <a:cubicBezTo>
                  <a:pt x="2463" y="469"/>
                  <a:pt x="2463" y="469"/>
                  <a:pt x="2463" y="469"/>
                </a:cubicBezTo>
                <a:cubicBezTo>
                  <a:pt x="2463" y="489"/>
                  <a:pt x="2463" y="489"/>
                  <a:pt x="2463" y="489"/>
                </a:cubicBezTo>
                <a:cubicBezTo>
                  <a:pt x="2465" y="489"/>
                  <a:pt x="2465" y="489"/>
                  <a:pt x="2465" y="489"/>
                </a:cubicBezTo>
                <a:cubicBezTo>
                  <a:pt x="2465" y="467"/>
                  <a:pt x="2465" y="467"/>
                  <a:pt x="2465" y="467"/>
                </a:cubicBezTo>
                <a:cubicBezTo>
                  <a:pt x="2461" y="467"/>
                  <a:pt x="2461" y="467"/>
                  <a:pt x="2461" y="467"/>
                </a:cubicBezTo>
                <a:cubicBezTo>
                  <a:pt x="2461" y="441"/>
                  <a:pt x="2461" y="441"/>
                  <a:pt x="2461" y="441"/>
                </a:cubicBezTo>
                <a:cubicBezTo>
                  <a:pt x="2480" y="443"/>
                  <a:pt x="2480" y="443"/>
                  <a:pt x="2480" y="443"/>
                </a:cubicBezTo>
                <a:cubicBezTo>
                  <a:pt x="2480" y="441"/>
                  <a:pt x="2480" y="441"/>
                  <a:pt x="2480" y="441"/>
                </a:cubicBezTo>
                <a:moveTo>
                  <a:pt x="2473" y="431"/>
                </a:moveTo>
                <a:cubicBezTo>
                  <a:pt x="2473" y="417"/>
                  <a:pt x="2473" y="417"/>
                  <a:pt x="2473" y="417"/>
                </a:cubicBezTo>
                <a:cubicBezTo>
                  <a:pt x="2492" y="417"/>
                  <a:pt x="2492" y="417"/>
                  <a:pt x="2492" y="417"/>
                </a:cubicBezTo>
                <a:cubicBezTo>
                  <a:pt x="2492" y="428"/>
                  <a:pt x="2492" y="428"/>
                  <a:pt x="2492" y="428"/>
                </a:cubicBezTo>
                <a:cubicBezTo>
                  <a:pt x="2500" y="428"/>
                  <a:pt x="2500" y="428"/>
                  <a:pt x="2500" y="428"/>
                </a:cubicBezTo>
                <a:cubicBezTo>
                  <a:pt x="2500" y="493"/>
                  <a:pt x="2500" y="493"/>
                  <a:pt x="2500" y="493"/>
                </a:cubicBezTo>
                <a:cubicBezTo>
                  <a:pt x="2502" y="493"/>
                  <a:pt x="2502" y="493"/>
                  <a:pt x="2502" y="493"/>
                </a:cubicBezTo>
                <a:cubicBezTo>
                  <a:pt x="2502" y="425"/>
                  <a:pt x="2502" y="425"/>
                  <a:pt x="2502" y="425"/>
                </a:cubicBezTo>
                <a:cubicBezTo>
                  <a:pt x="2494" y="425"/>
                  <a:pt x="2494" y="425"/>
                  <a:pt x="2494" y="425"/>
                </a:cubicBezTo>
                <a:cubicBezTo>
                  <a:pt x="2494" y="415"/>
                  <a:pt x="2494" y="415"/>
                  <a:pt x="2494" y="415"/>
                </a:cubicBezTo>
                <a:cubicBezTo>
                  <a:pt x="2471" y="415"/>
                  <a:pt x="2471" y="415"/>
                  <a:pt x="2471" y="415"/>
                </a:cubicBezTo>
                <a:cubicBezTo>
                  <a:pt x="2471" y="431"/>
                  <a:pt x="2471" y="431"/>
                  <a:pt x="2471" y="431"/>
                </a:cubicBezTo>
                <a:cubicBezTo>
                  <a:pt x="2473" y="431"/>
                  <a:pt x="2473" y="431"/>
                  <a:pt x="2473" y="431"/>
                </a:cubicBezTo>
                <a:moveTo>
                  <a:pt x="2416" y="406"/>
                </a:moveTo>
                <a:cubicBezTo>
                  <a:pt x="2416" y="383"/>
                  <a:pt x="2416" y="383"/>
                  <a:pt x="2416" y="383"/>
                </a:cubicBezTo>
                <a:cubicBezTo>
                  <a:pt x="2439" y="374"/>
                  <a:pt x="2439" y="374"/>
                  <a:pt x="2439" y="374"/>
                </a:cubicBezTo>
                <a:cubicBezTo>
                  <a:pt x="2439" y="383"/>
                  <a:pt x="2439" y="383"/>
                  <a:pt x="2439" y="383"/>
                </a:cubicBezTo>
                <a:cubicBezTo>
                  <a:pt x="2449" y="383"/>
                  <a:pt x="2449" y="383"/>
                  <a:pt x="2449" y="383"/>
                </a:cubicBezTo>
                <a:cubicBezTo>
                  <a:pt x="2449" y="431"/>
                  <a:pt x="2449" y="431"/>
                  <a:pt x="2449" y="431"/>
                </a:cubicBezTo>
                <a:cubicBezTo>
                  <a:pt x="2451" y="431"/>
                  <a:pt x="2451" y="431"/>
                  <a:pt x="2451" y="431"/>
                </a:cubicBezTo>
                <a:cubicBezTo>
                  <a:pt x="2451" y="381"/>
                  <a:pt x="2451" y="381"/>
                  <a:pt x="2451" y="381"/>
                </a:cubicBezTo>
                <a:cubicBezTo>
                  <a:pt x="2441" y="381"/>
                  <a:pt x="2441" y="381"/>
                  <a:pt x="2441" y="381"/>
                </a:cubicBezTo>
                <a:cubicBezTo>
                  <a:pt x="2441" y="371"/>
                  <a:pt x="2441" y="371"/>
                  <a:pt x="2441" y="371"/>
                </a:cubicBezTo>
                <a:cubicBezTo>
                  <a:pt x="2413" y="381"/>
                  <a:pt x="2413" y="381"/>
                  <a:pt x="2413" y="381"/>
                </a:cubicBezTo>
                <a:cubicBezTo>
                  <a:pt x="2413" y="406"/>
                  <a:pt x="2413" y="406"/>
                  <a:pt x="2413" y="406"/>
                </a:cubicBezTo>
                <a:cubicBezTo>
                  <a:pt x="2416" y="406"/>
                  <a:pt x="2416" y="406"/>
                  <a:pt x="2416" y="406"/>
                </a:cubicBezTo>
                <a:moveTo>
                  <a:pt x="2556" y="470"/>
                </a:moveTo>
                <a:cubicBezTo>
                  <a:pt x="2556" y="443"/>
                  <a:pt x="2556" y="443"/>
                  <a:pt x="2556" y="443"/>
                </a:cubicBezTo>
                <a:cubicBezTo>
                  <a:pt x="2561" y="443"/>
                  <a:pt x="2561" y="443"/>
                  <a:pt x="2561" y="443"/>
                </a:cubicBezTo>
                <a:cubicBezTo>
                  <a:pt x="2562" y="443"/>
                  <a:pt x="2562" y="443"/>
                  <a:pt x="2562" y="443"/>
                </a:cubicBezTo>
                <a:cubicBezTo>
                  <a:pt x="2562" y="424"/>
                  <a:pt x="2562" y="424"/>
                  <a:pt x="2562" y="424"/>
                </a:cubicBezTo>
                <a:cubicBezTo>
                  <a:pt x="2569" y="424"/>
                  <a:pt x="2569" y="424"/>
                  <a:pt x="2569" y="424"/>
                </a:cubicBezTo>
                <a:cubicBezTo>
                  <a:pt x="2569" y="415"/>
                  <a:pt x="2569" y="415"/>
                  <a:pt x="2569" y="415"/>
                </a:cubicBezTo>
                <a:cubicBezTo>
                  <a:pt x="2586" y="415"/>
                  <a:pt x="2586" y="415"/>
                  <a:pt x="2586" y="415"/>
                </a:cubicBezTo>
                <a:cubicBezTo>
                  <a:pt x="2586" y="422"/>
                  <a:pt x="2586" y="422"/>
                  <a:pt x="2586" y="422"/>
                </a:cubicBezTo>
                <a:cubicBezTo>
                  <a:pt x="2586" y="423"/>
                  <a:pt x="2586" y="423"/>
                  <a:pt x="2586" y="423"/>
                </a:cubicBezTo>
                <a:cubicBezTo>
                  <a:pt x="2619" y="422"/>
                  <a:pt x="2619" y="422"/>
                  <a:pt x="2619" y="422"/>
                </a:cubicBezTo>
                <a:cubicBezTo>
                  <a:pt x="2619" y="420"/>
                  <a:pt x="2619" y="420"/>
                  <a:pt x="2619" y="420"/>
                </a:cubicBezTo>
                <a:cubicBezTo>
                  <a:pt x="2588" y="420"/>
                  <a:pt x="2588" y="420"/>
                  <a:pt x="2588" y="420"/>
                </a:cubicBezTo>
                <a:cubicBezTo>
                  <a:pt x="2588" y="414"/>
                  <a:pt x="2588" y="414"/>
                  <a:pt x="2588" y="414"/>
                </a:cubicBezTo>
                <a:cubicBezTo>
                  <a:pt x="2588" y="413"/>
                  <a:pt x="2588" y="413"/>
                  <a:pt x="2588" y="413"/>
                </a:cubicBezTo>
                <a:cubicBezTo>
                  <a:pt x="2567" y="413"/>
                  <a:pt x="2567" y="413"/>
                  <a:pt x="2567" y="413"/>
                </a:cubicBezTo>
                <a:cubicBezTo>
                  <a:pt x="2567" y="422"/>
                  <a:pt x="2567" y="422"/>
                  <a:pt x="2567" y="422"/>
                </a:cubicBezTo>
                <a:cubicBezTo>
                  <a:pt x="2560" y="422"/>
                  <a:pt x="2560" y="422"/>
                  <a:pt x="2560" y="422"/>
                </a:cubicBezTo>
                <a:cubicBezTo>
                  <a:pt x="2560" y="441"/>
                  <a:pt x="2560" y="441"/>
                  <a:pt x="2560" y="441"/>
                </a:cubicBezTo>
                <a:cubicBezTo>
                  <a:pt x="2555" y="441"/>
                  <a:pt x="2555" y="441"/>
                  <a:pt x="2555" y="441"/>
                </a:cubicBezTo>
                <a:cubicBezTo>
                  <a:pt x="2554" y="441"/>
                  <a:pt x="2554" y="441"/>
                  <a:pt x="2554" y="441"/>
                </a:cubicBezTo>
                <a:cubicBezTo>
                  <a:pt x="2554" y="470"/>
                  <a:pt x="2554" y="470"/>
                  <a:pt x="2554" y="470"/>
                </a:cubicBezTo>
                <a:cubicBezTo>
                  <a:pt x="2556" y="470"/>
                  <a:pt x="2556" y="470"/>
                  <a:pt x="2556" y="470"/>
                </a:cubicBezTo>
                <a:moveTo>
                  <a:pt x="2621" y="645"/>
                </a:moveTo>
                <a:cubicBezTo>
                  <a:pt x="2621" y="301"/>
                  <a:pt x="2621" y="301"/>
                  <a:pt x="2621" y="301"/>
                </a:cubicBezTo>
                <a:cubicBezTo>
                  <a:pt x="2658" y="263"/>
                  <a:pt x="2658" y="263"/>
                  <a:pt x="2658" y="263"/>
                </a:cubicBezTo>
                <a:cubicBezTo>
                  <a:pt x="2682" y="304"/>
                  <a:pt x="2682" y="304"/>
                  <a:pt x="2682" y="304"/>
                </a:cubicBezTo>
                <a:cubicBezTo>
                  <a:pt x="2682" y="481"/>
                  <a:pt x="2682" y="481"/>
                  <a:pt x="2682" y="481"/>
                </a:cubicBezTo>
                <a:cubicBezTo>
                  <a:pt x="2698" y="493"/>
                  <a:pt x="2698" y="493"/>
                  <a:pt x="2698" y="493"/>
                </a:cubicBezTo>
                <a:cubicBezTo>
                  <a:pt x="2698" y="546"/>
                  <a:pt x="2698" y="546"/>
                  <a:pt x="2698" y="546"/>
                </a:cubicBezTo>
                <a:cubicBezTo>
                  <a:pt x="2700" y="546"/>
                  <a:pt x="2700" y="546"/>
                  <a:pt x="2700" y="546"/>
                </a:cubicBezTo>
                <a:cubicBezTo>
                  <a:pt x="2700" y="492"/>
                  <a:pt x="2700" y="492"/>
                  <a:pt x="2700" y="492"/>
                </a:cubicBezTo>
                <a:cubicBezTo>
                  <a:pt x="2685" y="480"/>
                  <a:pt x="2685" y="480"/>
                  <a:pt x="2685" y="480"/>
                </a:cubicBezTo>
                <a:cubicBezTo>
                  <a:pt x="2685" y="303"/>
                  <a:pt x="2685" y="303"/>
                  <a:pt x="2685" y="303"/>
                </a:cubicBezTo>
                <a:cubicBezTo>
                  <a:pt x="2659" y="260"/>
                  <a:pt x="2659" y="260"/>
                  <a:pt x="2659" y="260"/>
                </a:cubicBezTo>
                <a:cubicBezTo>
                  <a:pt x="2619" y="300"/>
                  <a:pt x="2619" y="300"/>
                  <a:pt x="2619" y="300"/>
                </a:cubicBezTo>
                <a:cubicBezTo>
                  <a:pt x="2619" y="645"/>
                  <a:pt x="2619" y="645"/>
                  <a:pt x="2619" y="645"/>
                </a:cubicBezTo>
                <a:cubicBezTo>
                  <a:pt x="2621" y="645"/>
                  <a:pt x="2621" y="645"/>
                  <a:pt x="2621" y="645"/>
                </a:cubicBezTo>
                <a:moveTo>
                  <a:pt x="2619" y="302"/>
                </a:moveTo>
                <a:cubicBezTo>
                  <a:pt x="2656" y="328"/>
                  <a:pt x="2656" y="328"/>
                  <a:pt x="2656" y="328"/>
                </a:cubicBezTo>
                <a:cubicBezTo>
                  <a:pt x="2618" y="365"/>
                  <a:pt x="2618" y="365"/>
                  <a:pt x="2618" y="365"/>
                </a:cubicBezTo>
                <a:cubicBezTo>
                  <a:pt x="2655" y="394"/>
                  <a:pt x="2655" y="394"/>
                  <a:pt x="2655" y="394"/>
                </a:cubicBezTo>
                <a:cubicBezTo>
                  <a:pt x="2619" y="429"/>
                  <a:pt x="2619" y="429"/>
                  <a:pt x="2619" y="429"/>
                </a:cubicBezTo>
                <a:cubicBezTo>
                  <a:pt x="2620" y="431"/>
                  <a:pt x="2620" y="431"/>
                  <a:pt x="2620" y="431"/>
                </a:cubicBezTo>
                <a:cubicBezTo>
                  <a:pt x="2632" y="425"/>
                  <a:pt x="2632" y="425"/>
                  <a:pt x="2632" y="425"/>
                </a:cubicBezTo>
                <a:cubicBezTo>
                  <a:pt x="2657" y="462"/>
                  <a:pt x="2657" y="462"/>
                  <a:pt x="2657" y="462"/>
                </a:cubicBezTo>
                <a:cubicBezTo>
                  <a:pt x="2632" y="491"/>
                  <a:pt x="2632" y="491"/>
                  <a:pt x="2632" y="491"/>
                </a:cubicBezTo>
                <a:cubicBezTo>
                  <a:pt x="2659" y="531"/>
                  <a:pt x="2659" y="531"/>
                  <a:pt x="2659" y="531"/>
                </a:cubicBezTo>
                <a:cubicBezTo>
                  <a:pt x="2659" y="263"/>
                  <a:pt x="2659" y="263"/>
                  <a:pt x="2659" y="263"/>
                </a:cubicBezTo>
                <a:cubicBezTo>
                  <a:pt x="2657" y="263"/>
                  <a:pt x="2657" y="263"/>
                  <a:pt x="2657" y="263"/>
                </a:cubicBezTo>
                <a:cubicBezTo>
                  <a:pt x="2657" y="524"/>
                  <a:pt x="2657" y="524"/>
                  <a:pt x="2657" y="524"/>
                </a:cubicBezTo>
                <a:cubicBezTo>
                  <a:pt x="2635" y="491"/>
                  <a:pt x="2635" y="491"/>
                  <a:pt x="2635" y="491"/>
                </a:cubicBezTo>
                <a:cubicBezTo>
                  <a:pt x="2659" y="462"/>
                  <a:pt x="2659" y="462"/>
                  <a:pt x="2659" y="462"/>
                </a:cubicBezTo>
                <a:cubicBezTo>
                  <a:pt x="2633" y="423"/>
                  <a:pt x="2633" y="423"/>
                  <a:pt x="2633" y="423"/>
                </a:cubicBezTo>
                <a:cubicBezTo>
                  <a:pt x="2624" y="426"/>
                  <a:pt x="2624" y="426"/>
                  <a:pt x="2624" y="426"/>
                </a:cubicBezTo>
                <a:cubicBezTo>
                  <a:pt x="2659" y="393"/>
                  <a:pt x="2659" y="393"/>
                  <a:pt x="2659" y="393"/>
                </a:cubicBezTo>
                <a:cubicBezTo>
                  <a:pt x="2621" y="365"/>
                  <a:pt x="2621" y="365"/>
                  <a:pt x="2621" y="365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20" y="300"/>
                  <a:pt x="2620" y="300"/>
                  <a:pt x="2620" y="300"/>
                </a:cubicBezTo>
                <a:cubicBezTo>
                  <a:pt x="2619" y="302"/>
                  <a:pt x="2619" y="302"/>
                  <a:pt x="2619" y="302"/>
                </a:cubicBezTo>
                <a:moveTo>
                  <a:pt x="2619" y="431"/>
                </a:moveTo>
                <a:cubicBezTo>
                  <a:pt x="2632" y="489"/>
                  <a:pt x="2632" y="489"/>
                  <a:pt x="2632" y="489"/>
                </a:cubicBezTo>
                <a:cubicBezTo>
                  <a:pt x="2619" y="549"/>
                  <a:pt x="2619" y="549"/>
                  <a:pt x="2619" y="549"/>
                </a:cubicBezTo>
                <a:cubicBezTo>
                  <a:pt x="2621" y="549"/>
                  <a:pt x="2621" y="549"/>
                  <a:pt x="2621" y="549"/>
                </a:cubicBezTo>
                <a:cubicBezTo>
                  <a:pt x="2635" y="489"/>
                  <a:pt x="2635" y="489"/>
                  <a:pt x="2635" y="489"/>
                </a:cubicBezTo>
                <a:cubicBezTo>
                  <a:pt x="2621" y="430"/>
                  <a:pt x="2621" y="430"/>
                  <a:pt x="2621" y="430"/>
                </a:cubicBezTo>
                <a:cubicBezTo>
                  <a:pt x="2619" y="431"/>
                  <a:pt x="2619" y="431"/>
                  <a:pt x="2619" y="431"/>
                </a:cubicBezTo>
                <a:moveTo>
                  <a:pt x="2631" y="425"/>
                </a:moveTo>
                <a:cubicBezTo>
                  <a:pt x="2619" y="494"/>
                  <a:pt x="2619" y="494"/>
                  <a:pt x="2619" y="494"/>
                </a:cubicBezTo>
                <a:cubicBezTo>
                  <a:pt x="2631" y="545"/>
                  <a:pt x="2631" y="545"/>
                  <a:pt x="2631" y="545"/>
                </a:cubicBezTo>
                <a:cubicBezTo>
                  <a:pt x="2633" y="545"/>
                  <a:pt x="2633" y="545"/>
                  <a:pt x="2633" y="545"/>
                </a:cubicBezTo>
                <a:cubicBezTo>
                  <a:pt x="2621" y="494"/>
                  <a:pt x="2621" y="494"/>
                  <a:pt x="2621" y="494"/>
                </a:cubicBezTo>
                <a:cubicBezTo>
                  <a:pt x="2633" y="425"/>
                  <a:pt x="2633" y="425"/>
                  <a:pt x="2633" y="425"/>
                </a:cubicBezTo>
                <a:cubicBezTo>
                  <a:pt x="2631" y="425"/>
                  <a:pt x="2631" y="425"/>
                  <a:pt x="2631" y="425"/>
                </a:cubicBezTo>
                <a:moveTo>
                  <a:pt x="2682" y="302"/>
                </a:moveTo>
                <a:cubicBezTo>
                  <a:pt x="2657" y="328"/>
                  <a:pt x="2657" y="328"/>
                  <a:pt x="2657" y="328"/>
                </a:cubicBezTo>
                <a:cubicBezTo>
                  <a:pt x="2682" y="367"/>
                  <a:pt x="2682" y="367"/>
                  <a:pt x="2682" y="367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32" y="423"/>
                  <a:pt x="2632" y="423"/>
                  <a:pt x="2632" y="423"/>
                </a:cubicBezTo>
                <a:cubicBezTo>
                  <a:pt x="2632" y="545"/>
                  <a:pt x="2632" y="545"/>
                  <a:pt x="2632" y="545"/>
                </a:cubicBezTo>
                <a:cubicBezTo>
                  <a:pt x="2632" y="671"/>
                  <a:pt x="2632" y="671"/>
                  <a:pt x="2632" y="671"/>
                </a:cubicBezTo>
                <a:cubicBezTo>
                  <a:pt x="2634" y="671"/>
                  <a:pt x="2634" y="671"/>
                  <a:pt x="2634" y="671"/>
                </a:cubicBezTo>
                <a:cubicBezTo>
                  <a:pt x="2634" y="545"/>
                  <a:pt x="2634" y="545"/>
                  <a:pt x="2634" y="545"/>
                </a:cubicBezTo>
                <a:cubicBezTo>
                  <a:pt x="2634" y="424"/>
                  <a:pt x="2634" y="424"/>
                  <a:pt x="2634" y="42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84" y="367"/>
                  <a:pt x="2684" y="367"/>
                  <a:pt x="2684" y="367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84" y="304"/>
                  <a:pt x="2684" y="304"/>
                  <a:pt x="2684" y="304"/>
                </a:cubicBezTo>
                <a:cubicBezTo>
                  <a:pt x="2682" y="302"/>
                  <a:pt x="2682" y="302"/>
                  <a:pt x="2682" y="302"/>
                </a:cubicBezTo>
                <a:moveTo>
                  <a:pt x="2657" y="395"/>
                </a:moveTo>
                <a:cubicBezTo>
                  <a:pt x="2682" y="429"/>
                  <a:pt x="2682" y="429"/>
                  <a:pt x="2682" y="429"/>
                </a:cubicBezTo>
                <a:cubicBezTo>
                  <a:pt x="2656" y="461"/>
                  <a:pt x="2656" y="461"/>
                  <a:pt x="2656" y="461"/>
                </a:cubicBezTo>
                <a:cubicBezTo>
                  <a:pt x="2682" y="482"/>
                  <a:pt x="2682" y="482"/>
                  <a:pt x="2682" y="482"/>
                </a:cubicBezTo>
                <a:cubicBezTo>
                  <a:pt x="2684" y="480"/>
                  <a:pt x="2684" y="480"/>
                  <a:pt x="2684" y="480"/>
                </a:cubicBezTo>
                <a:cubicBezTo>
                  <a:pt x="2659" y="461"/>
                  <a:pt x="2659" y="461"/>
                  <a:pt x="2659" y="461"/>
                </a:cubicBezTo>
                <a:cubicBezTo>
                  <a:pt x="2685" y="429"/>
                  <a:pt x="2685" y="429"/>
                  <a:pt x="2685" y="429"/>
                </a:cubicBezTo>
                <a:cubicBezTo>
                  <a:pt x="2659" y="394"/>
                  <a:pt x="2659" y="394"/>
                  <a:pt x="2659" y="394"/>
                </a:cubicBezTo>
                <a:cubicBezTo>
                  <a:pt x="2657" y="395"/>
                  <a:pt x="2657" y="395"/>
                  <a:pt x="2657" y="395"/>
                </a:cubicBezTo>
                <a:moveTo>
                  <a:pt x="2698" y="493"/>
                </a:moveTo>
                <a:cubicBezTo>
                  <a:pt x="2657" y="528"/>
                  <a:pt x="2657" y="528"/>
                  <a:pt x="2657" y="528"/>
                </a:cubicBezTo>
                <a:cubicBezTo>
                  <a:pt x="2670" y="546"/>
                  <a:pt x="2670" y="546"/>
                  <a:pt x="2670" y="546"/>
                </a:cubicBezTo>
                <a:cubicBezTo>
                  <a:pt x="2672" y="545"/>
                  <a:pt x="2672" y="545"/>
                  <a:pt x="2672" y="545"/>
                </a:cubicBezTo>
                <a:cubicBezTo>
                  <a:pt x="2660" y="528"/>
                  <a:pt x="2660" y="528"/>
                  <a:pt x="2660" y="528"/>
                </a:cubicBezTo>
                <a:cubicBezTo>
                  <a:pt x="2699" y="494"/>
                  <a:pt x="2699" y="494"/>
                  <a:pt x="2699" y="494"/>
                </a:cubicBezTo>
                <a:cubicBezTo>
                  <a:pt x="2698" y="493"/>
                  <a:pt x="2698" y="493"/>
                  <a:pt x="2698" y="493"/>
                </a:cubicBezTo>
                <a:moveTo>
                  <a:pt x="2620" y="564"/>
                </a:moveTo>
                <a:cubicBezTo>
                  <a:pt x="2633" y="559"/>
                  <a:pt x="2633" y="559"/>
                  <a:pt x="2633" y="559"/>
                </a:cubicBezTo>
                <a:cubicBezTo>
                  <a:pt x="2706" y="559"/>
                  <a:pt x="2706" y="559"/>
                  <a:pt x="2706" y="559"/>
                </a:cubicBezTo>
                <a:cubicBezTo>
                  <a:pt x="2706" y="557"/>
                  <a:pt x="2706" y="557"/>
                  <a:pt x="2706" y="557"/>
                </a:cubicBezTo>
                <a:cubicBezTo>
                  <a:pt x="2633" y="557"/>
                  <a:pt x="2633" y="557"/>
                  <a:pt x="2633" y="557"/>
                </a:cubicBezTo>
                <a:cubicBezTo>
                  <a:pt x="2619" y="562"/>
                  <a:pt x="2619" y="562"/>
                  <a:pt x="2619" y="562"/>
                </a:cubicBezTo>
                <a:cubicBezTo>
                  <a:pt x="2620" y="564"/>
                  <a:pt x="2620" y="564"/>
                  <a:pt x="2620" y="564"/>
                </a:cubicBezTo>
                <a:moveTo>
                  <a:pt x="2645" y="274"/>
                </a:moveTo>
                <a:cubicBezTo>
                  <a:pt x="2647" y="274"/>
                  <a:pt x="2647" y="274"/>
                  <a:pt x="2647" y="274"/>
                </a:cubicBezTo>
                <a:cubicBezTo>
                  <a:pt x="2647" y="198"/>
                  <a:pt x="2647" y="198"/>
                  <a:pt x="2647" y="198"/>
                </a:cubicBezTo>
                <a:cubicBezTo>
                  <a:pt x="2645" y="198"/>
                  <a:pt x="2645" y="198"/>
                  <a:pt x="2645" y="198"/>
                </a:cubicBezTo>
                <a:lnTo>
                  <a:pt x="2645" y="274"/>
                </a:lnTo>
                <a:close/>
                <a:moveTo>
                  <a:pt x="2665" y="275"/>
                </a:moveTo>
                <a:cubicBezTo>
                  <a:pt x="2667" y="275"/>
                  <a:pt x="2667" y="275"/>
                  <a:pt x="2667" y="275"/>
                </a:cubicBezTo>
                <a:cubicBezTo>
                  <a:pt x="2667" y="198"/>
                  <a:pt x="2667" y="198"/>
                  <a:pt x="2667" y="198"/>
                </a:cubicBezTo>
                <a:cubicBezTo>
                  <a:pt x="2665" y="198"/>
                  <a:pt x="2665" y="198"/>
                  <a:pt x="2665" y="198"/>
                </a:cubicBezTo>
                <a:lnTo>
                  <a:pt x="2665" y="275"/>
                </a:lnTo>
                <a:close/>
                <a:moveTo>
                  <a:pt x="2646" y="260"/>
                </a:moveTo>
                <a:cubicBezTo>
                  <a:pt x="2663" y="260"/>
                  <a:pt x="2663" y="260"/>
                  <a:pt x="2663" y="260"/>
                </a:cubicBezTo>
                <a:cubicBezTo>
                  <a:pt x="2659" y="264"/>
                  <a:pt x="2659" y="264"/>
                  <a:pt x="2659" y="264"/>
                </a:cubicBezTo>
                <a:cubicBezTo>
                  <a:pt x="2661" y="265"/>
                  <a:pt x="2661" y="265"/>
                  <a:pt x="2661" y="265"/>
                </a:cubicBezTo>
                <a:cubicBezTo>
                  <a:pt x="2667" y="257"/>
                  <a:pt x="2667" y="257"/>
                  <a:pt x="2667" y="257"/>
                </a:cubicBezTo>
                <a:cubicBezTo>
                  <a:pt x="2646" y="257"/>
                  <a:pt x="2646" y="257"/>
                  <a:pt x="2646" y="257"/>
                </a:cubicBezTo>
                <a:cubicBezTo>
                  <a:pt x="2646" y="260"/>
                  <a:pt x="2646" y="260"/>
                  <a:pt x="2646" y="260"/>
                </a:cubicBezTo>
                <a:moveTo>
                  <a:pt x="2645" y="259"/>
                </a:moveTo>
                <a:cubicBezTo>
                  <a:pt x="2654" y="266"/>
                  <a:pt x="2654" y="266"/>
                  <a:pt x="2654" y="266"/>
                </a:cubicBezTo>
                <a:cubicBezTo>
                  <a:pt x="2655" y="264"/>
                  <a:pt x="2655" y="264"/>
                  <a:pt x="2655" y="264"/>
                </a:cubicBezTo>
                <a:cubicBezTo>
                  <a:pt x="2646" y="258"/>
                  <a:pt x="2646" y="258"/>
                  <a:pt x="2646" y="258"/>
                </a:cubicBezTo>
                <a:moveTo>
                  <a:pt x="2697" y="491"/>
                </a:moveTo>
                <a:cubicBezTo>
                  <a:pt x="2697" y="409"/>
                  <a:pt x="2697" y="409"/>
                  <a:pt x="2697" y="409"/>
                </a:cubicBezTo>
                <a:cubicBezTo>
                  <a:pt x="2743" y="409"/>
                  <a:pt x="2743" y="409"/>
                  <a:pt x="2743" y="409"/>
                </a:cubicBezTo>
                <a:cubicBezTo>
                  <a:pt x="2743" y="670"/>
                  <a:pt x="2743" y="670"/>
                  <a:pt x="2743" y="670"/>
                </a:cubicBezTo>
                <a:cubicBezTo>
                  <a:pt x="2745" y="670"/>
                  <a:pt x="2745" y="670"/>
                  <a:pt x="2745" y="670"/>
                </a:cubicBezTo>
                <a:cubicBezTo>
                  <a:pt x="2745" y="407"/>
                  <a:pt x="2745" y="407"/>
                  <a:pt x="2745" y="407"/>
                </a:cubicBezTo>
                <a:cubicBezTo>
                  <a:pt x="2695" y="407"/>
                  <a:pt x="2695" y="407"/>
                  <a:pt x="2695" y="407"/>
                </a:cubicBezTo>
                <a:cubicBezTo>
                  <a:pt x="2695" y="491"/>
                  <a:pt x="2695" y="491"/>
                  <a:pt x="2695" y="491"/>
                </a:cubicBezTo>
                <a:cubicBezTo>
                  <a:pt x="2697" y="491"/>
                  <a:pt x="2697" y="491"/>
                  <a:pt x="2697" y="491"/>
                </a:cubicBezTo>
                <a:moveTo>
                  <a:pt x="2744" y="435"/>
                </a:moveTo>
                <a:cubicBezTo>
                  <a:pt x="2751" y="435"/>
                  <a:pt x="2751" y="435"/>
                  <a:pt x="2751" y="435"/>
                </a:cubicBezTo>
                <a:cubicBezTo>
                  <a:pt x="2751" y="504"/>
                  <a:pt x="2751" y="504"/>
                  <a:pt x="2751" y="504"/>
                </a:cubicBezTo>
                <a:cubicBezTo>
                  <a:pt x="2759" y="504"/>
                  <a:pt x="2759" y="504"/>
                  <a:pt x="2759" y="504"/>
                </a:cubicBezTo>
                <a:cubicBezTo>
                  <a:pt x="2759" y="502"/>
                  <a:pt x="2759" y="502"/>
                  <a:pt x="2759" y="502"/>
                </a:cubicBezTo>
                <a:cubicBezTo>
                  <a:pt x="2754" y="502"/>
                  <a:pt x="2754" y="502"/>
                  <a:pt x="2754" y="502"/>
                </a:cubicBezTo>
                <a:cubicBezTo>
                  <a:pt x="2754" y="432"/>
                  <a:pt x="2754" y="432"/>
                  <a:pt x="2754" y="432"/>
                </a:cubicBezTo>
                <a:cubicBezTo>
                  <a:pt x="2744" y="432"/>
                  <a:pt x="2744" y="432"/>
                  <a:pt x="2744" y="432"/>
                </a:cubicBezTo>
                <a:cubicBezTo>
                  <a:pt x="2744" y="435"/>
                  <a:pt x="2744" y="435"/>
                  <a:pt x="2744" y="435"/>
                </a:cubicBezTo>
                <a:moveTo>
                  <a:pt x="2760" y="671"/>
                </a:moveTo>
                <a:cubicBezTo>
                  <a:pt x="2760" y="309"/>
                  <a:pt x="2760" y="309"/>
                  <a:pt x="2760" y="309"/>
                </a:cubicBezTo>
                <a:cubicBezTo>
                  <a:pt x="2815" y="306"/>
                  <a:pt x="2815" y="306"/>
                  <a:pt x="2815" y="306"/>
                </a:cubicBezTo>
                <a:cubicBezTo>
                  <a:pt x="2830" y="316"/>
                  <a:pt x="2830" y="316"/>
                  <a:pt x="2830" y="316"/>
                </a:cubicBezTo>
                <a:cubicBezTo>
                  <a:pt x="2830" y="465"/>
                  <a:pt x="2830" y="465"/>
                  <a:pt x="2830" y="465"/>
                </a:cubicBezTo>
                <a:cubicBezTo>
                  <a:pt x="2832" y="465"/>
                  <a:pt x="2832" y="465"/>
                  <a:pt x="2832" y="465"/>
                </a:cubicBezTo>
                <a:cubicBezTo>
                  <a:pt x="2832" y="315"/>
                  <a:pt x="2832" y="315"/>
                  <a:pt x="2832" y="315"/>
                </a:cubicBezTo>
                <a:cubicBezTo>
                  <a:pt x="2815" y="304"/>
                  <a:pt x="2815" y="304"/>
                  <a:pt x="2815" y="304"/>
                </a:cubicBezTo>
                <a:cubicBezTo>
                  <a:pt x="2758" y="307"/>
                  <a:pt x="2758" y="307"/>
                  <a:pt x="2758" y="307"/>
                </a:cubicBezTo>
                <a:cubicBezTo>
                  <a:pt x="2758" y="671"/>
                  <a:pt x="2758" y="671"/>
                  <a:pt x="2758" y="671"/>
                </a:cubicBezTo>
                <a:cubicBezTo>
                  <a:pt x="2760" y="671"/>
                  <a:pt x="2760" y="671"/>
                  <a:pt x="2760" y="671"/>
                </a:cubicBezTo>
                <a:moveTo>
                  <a:pt x="2815" y="305"/>
                </a:moveTo>
                <a:cubicBezTo>
                  <a:pt x="2815" y="649"/>
                  <a:pt x="2815" y="649"/>
                  <a:pt x="2815" y="649"/>
                </a:cubicBezTo>
                <a:cubicBezTo>
                  <a:pt x="2822" y="649"/>
                  <a:pt x="2822" y="649"/>
                  <a:pt x="2822" y="649"/>
                </a:cubicBezTo>
                <a:cubicBezTo>
                  <a:pt x="2823" y="649"/>
                  <a:pt x="2823" y="649"/>
                  <a:pt x="2823" y="649"/>
                </a:cubicBezTo>
                <a:cubicBezTo>
                  <a:pt x="2823" y="524"/>
                  <a:pt x="2823" y="524"/>
                  <a:pt x="2823" y="524"/>
                </a:cubicBezTo>
                <a:cubicBezTo>
                  <a:pt x="2826" y="524"/>
                  <a:pt x="2826" y="524"/>
                  <a:pt x="2826" y="524"/>
                </a:cubicBezTo>
                <a:cubicBezTo>
                  <a:pt x="2827" y="524"/>
                  <a:pt x="2827" y="524"/>
                  <a:pt x="2827" y="524"/>
                </a:cubicBezTo>
                <a:cubicBezTo>
                  <a:pt x="2827" y="516"/>
                  <a:pt x="2827" y="516"/>
                  <a:pt x="2827" y="516"/>
                </a:cubicBezTo>
                <a:cubicBezTo>
                  <a:pt x="2830" y="516"/>
                  <a:pt x="2830" y="516"/>
                  <a:pt x="2830" y="516"/>
                </a:cubicBezTo>
                <a:cubicBezTo>
                  <a:pt x="2831" y="516"/>
                  <a:pt x="2831" y="516"/>
                  <a:pt x="2831" y="516"/>
                </a:cubicBezTo>
                <a:cubicBezTo>
                  <a:pt x="2831" y="504"/>
                  <a:pt x="2831" y="504"/>
                  <a:pt x="2831" y="504"/>
                </a:cubicBezTo>
                <a:cubicBezTo>
                  <a:pt x="2845" y="486"/>
                  <a:pt x="2845" y="486"/>
                  <a:pt x="2845" y="486"/>
                </a:cubicBezTo>
                <a:cubicBezTo>
                  <a:pt x="2859" y="500"/>
                  <a:pt x="2859" y="500"/>
                  <a:pt x="2859" y="500"/>
                </a:cubicBezTo>
                <a:cubicBezTo>
                  <a:pt x="2859" y="516"/>
                  <a:pt x="2859" y="516"/>
                  <a:pt x="2859" y="516"/>
                </a:cubicBezTo>
                <a:cubicBezTo>
                  <a:pt x="2862" y="516"/>
                  <a:pt x="2862" y="516"/>
                  <a:pt x="2862" y="516"/>
                </a:cubicBezTo>
                <a:cubicBezTo>
                  <a:pt x="2862" y="528"/>
                  <a:pt x="2862" y="528"/>
                  <a:pt x="2862" y="528"/>
                </a:cubicBezTo>
                <a:cubicBezTo>
                  <a:pt x="2866" y="528"/>
                  <a:pt x="2866" y="528"/>
                  <a:pt x="2866" y="528"/>
                </a:cubicBezTo>
                <a:cubicBezTo>
                  <a:pt x="2866" y="577"/>
                  <a:pt x="2866" y="577"/>
                  <a:pt x="2866" y="577"/>
                </a:cubicBezTo>
                <a:cubicBezTo>
                  <a:pt x="2868" y="577"/>
                  <a:pt x="2868" y="577"/>
                  <a:pt x="2868" y="577"/>
                </a:cubicBezTo>
                <a:cubicBezTo>
                  <a:pt x="2868" y="526"/>
                  <a:pt x="2868" y="526"/>
                  <a:pt x="2868" y="526"/>
                </a:cubicBezTo>
                <a:cubicBezTo>
                  <a:pt x="2865" y="526"/>
                  <a:pt x="2865" y="526"/>
                  <a:pt x="2865" y="526"/>
                </a:cubicBezTo>
                <a:cubicBezTo>
                  <a:pt x="2865" y="513"/>
                  <a:pt x="2865" y="513"/>
                  <a:pt x="2865" y="513"/>
                </a:cubicBezTo>
                <a:cubicBezTo>
                  <a:pt x="2861" y="513"/>
                  <a:pt x="2861" y="513"/>
                  <a:pt x="2861" y="513"/>
                </a:cubicBezTo>
                <a:cubicBezTo>
                  <a:pt x="2861" y="499"/>
                  <a:pt x="2861" y="499"/>
                  <a:pt x="2861" y="499"/>
                </a:cubicBezTo>
                <a:cubicBezTo>
                  <a:pt x="2845" y="482"/>
                  <a:pt x="2845" y="482"/>
                  <a:pt x="2845" y="482"/>
                </a:cubicBezTo>
                <a:cubicBezTo>
                  <a:pt x="2829" y="503"/>
                  <a:pt x="2829" y="503"/>
                  <a:pt x="2829" y="503"/>
                </a:cubicBezTo>
                <a:cubicBezTo>
                  <a:pt x="2829" y="514"/>
                  <a:pt x="2829" y="514"/>
                  <a:pt x="2829" y="514"/>
                </a:cubicBezTo>
                <a:cubicBezTo>
                  <a:pt x="2826" y="514"/>
                  <a:pt x="2826" y="514"/>
                  <a:pt x="2826" y="514"/>
                </a:cubicBezTo>
                <a:cubicBezTo>
                  <a:pt x="2825" y="514"/>
                  <a:pt x="2825" y="514"/>
                  <a:pt x="2825" y="514"/>
                </a:cubicBezTo>
                <a:cubicBezTo>
                  <a:pt x="2825" y="522"/>
                  <a:pt x="2825" y="522"/>
                  <a:pt x="2825" y="522"/>
                </a:cubicBezTo>
                <a:cubicBezTo>
                  <a:pt x="2822" y="522"/>
                  <a:pt x="2822" y="522"/>
                  <a:pt x="2822" y="522"/>
                </a:cubicBezTo>
                <a:cubicBezTo>
                  <a:pt x="2821" y="522"/>
                  <a:pt x="2821" y="522"/>
                  <a:pt x="2821" y="522"/>
                </a:cubicBezTo>
                <a:cubicBezTo>
                  <a:pt x="2821" y="647"/>
                  <a:pt x="2821" y="647"/>
                  <a:pt x="2821" y="647"/>
                </a:cubicBezTo>
                <a:cubicBezTo>
                  <a:pt x="2817" y="647"/>
                  <a:pt x="2817" y="647"/>
                  <a:pt x="2817" y="647"/>
                </a:cubicBezTo>
                <a:cubicBezTo>
                  <a:pt x="2818" y="305"/>
                  <a:pt x="2818" y="305"/>
                  <a:pt x="2818" y="305"/>
                </a:cubicBezTo>
                <a:cubicBezTo>
                  <a:pt x="2815" y="305"/>
                  <a:pt x="2815" y="305"/>
                  <a:pt x="2815" y="305"/>
                </a:cubicBezTo>
                <a:moveTo>
                  <a:pt x="2844" y="484"/>
                </a:moveTo>
                <a:cubicBezTo>
                  <a:pt x="2840" y="498"/>
                  <a:pt x="2840" y="498"/>
                  <a:pt x="2840" y="498"/>
                </a:cubicBezTo>
                <a:cubicBezTo>
                  <a:pt x="2840" y="511"/>
                  <a:pt x="2840" y="511"/>
                  <a:pt x="2840" y="511"/>
                </a:cubicBezTo>
                <a:cubicBezTo>
                  <a:pt x="2835" y="511"/>
                  <a:pt x="2835" y="511"/>
                  <a:pt x="2835" y="511"/>
                </a:cubicBezTo>
                <a:cubicBezTo>
                  <a:pt x="2835" y="624"/>
                  <a:pt x="2835" y="624"/>
                  <a:pt x="2835" y="624"/>
                </a:cubicBezTo>
                <a:cubicBezTo>
                  <a:pt x="2837" y="624"/>
                  <a:pt x="2837" y="624"/>
                  <a:pt x="2837" y="624"/>
                </a:cubicBezTo>
                <a:cubicBezTo>
                  <a:pt x="2837" y="514"/>
                  <a:pt x="2837" y="514"/>
                  <a:pt x="2837" y="514"/>
                </a:cubicBezTo>
                <a:cubicBezTo>
                  <a:pt x="2842" y="514"/>
                  <a:pt x="2842" y="514"/>
                  <a:pt x="2842" y="514"/>
                </a:cubicBezTo>
                <a:cubicBezTo>
                  <a:pt x="2842" y="499"/>
                  <a:pt x="2842" y="499"/>
                  <a:pt x="2842" y="499"/>
                </a:cubicBezTo>
                <a:cubicBezTo>
                  <a:pt x="2846" y="484"/>
                  <a:pt x="2846" y="484"/>
                  <a:pt x="2846" y="484"/>
                </a:cubicBezTo>
                <a:cubicBezTo>
                  <a:pt x="2844" y="484"/>
                  <a:pt x="2844" y="484"/>
                  <a:pt x="2844" y="484"/>
                </a:cubicBezTo>
                <a:moveTo>
                  <a:pt x="2801" y="671"/>
                </a:moveTo>
                <a:cubicBezTo>
                  <a:pt x="2801" y="649"/>
                  <a:pt x="2801" y="649"/>
                  <a:pt x="2801" y="649"/>
                </a:cubicBezTo>
                <a:cubicBezTo>
                  <a:pt x="2885" y="649"/>
                  <a:pt x="2885" y="649"/>
                  <a:pt x="2885" y="649"/>
                </a:cubicBezTo>
                <a:cubicBezTo>
                  <a:pt x="2885" y="645"/>
                  <a:pt x="2885" y="645"/>
                  <a:pt x="2885" y="645"/>
                </a:cubicBezTo>
                <a:cubicBezTo>
                  <a:pt x="2959" y="645"/>
                  <a:pt x="2959" y="645"/>
                  <a:pt x="2959" y="645"/>
                </a:cubicBezTo>
                <a:cubicBezTo>
                  <a:pt x="2959" y="671"/>
                  <a:pt x="2959" y="671"/>
                  <a:pt x="2959" y="671"/>
                </a:cubicBezTo>
                <a:cubicBezTo>
                  <a:pt x="2961" y="671"/>
                  <a:pt x="2961" y="671"/>
                  <a:pt x="2961" y="671"/>
                </a:cubicBezTo>
                <a:cubicBezTo>
                  <a:pt x="2961" y="643"/>
                  <a:pt x="2961" y="643"/>
                  <a:pt x="2961" y="643"/>
                </a:cubicBezTo>
                <a:cubicBezTo>
                  <a:pt x="2883" y="643"/>
                  <a:pt x="2883" y="643"/>
                  <a:pt x="2883" y="643"/>
                </a:cubicBezTo>
                <a:cubicBezTo>
                  <a:pt x="2883" y="647"/>
                  <a:pt x="2883" y="647"/>
                  <a:pt x="2883" y="647"/>
                </a:cubicBezTo>
                <a:cubicBezTo>
                  <a:pt x="2799" y="647"/>
                  <a:pt x="2799" y="647"/>
                  <a:pt x="2799" y="647"/>
                </a:cubicBezTo>
                <a:cubicBezTo>
                  <a:pt x="2799" y="671"/>
                  <a:pt x="2799" y="671"/>
                  <a:pt x="2799" y="671"/>
                </a:cubicBezTo>
                <a:cubicBezTo>
                  <a:pt x="2801" y="671"/>
                  <a:pt x="2801" y="671"/>
                  <a:pt x="2801" y="671"/>
                </a:cubicBezTo>
                <a:moveTo>
                  <a:pt x="2808" y="672"/>
                </a:moveTo>
                <a:cubicBezTo>
                  <a:pt x="2811" y="672"/>
                  <a:pt x="2811" y="672"/>
                  <a:pt x="2811" y="672"/>
                </a:cubicBezTo>
                <a:cubicBezTo>
                  <a:pt x="2811" y="649"/>
                  <a:pt x="2811" y="649"/>
                  <a:pt x="2811" y="649"/>
                </a:cubicBezTo>
                <a:cubicBezTo>
                  <a:pt x="2808" y="649"/>
                  <a:pt x="2808" y="649"/>
                  <a:pt x="2808" y="649"/>
                </a:cubicBezTo>
                <a:lnTo>
                  <a:pt x="2808" y="672"/>
                </a:lnTo>
                <a:close/>
                <a:moveTo>
                  <a:pt x="2901" y="671"/>
                </a:moveTo>
                <a:cubicBezTo>
                  <a:pt x="2901" y="656"/>
                  <a:pt x="2901" y="656"/>
                  <a:pt x="2901" y="656"/>
                </a:cubicBezTo>
                <a:cubicBezTo>
                  <a:pt x="2940" y="656"/>
                  <a:pt x="2940" y="656"/>
                  <a:pt x="2940" y="656"/>
                </a:cubicBezTo>
                <a:cubicBezTo>
                  <a:pt x="2940" y="654"/>
                  <a:pt x="2940" y="654"/>
                  <a:pt x="2940" y="654"/>
                </a:cubicBezTo>
                <a:cubicBezTo>
                  <a:pt x="2899" y="654"/>
                  <a:pt x="2899" y="654"/>
                  <a:pt x="2899" y="654"/>
                </a:cubicBezTo>
                <a:cubicBezTo>
                  <a:pt x="2899" y="671"/>
                  <a:pt x="2899" y="671"/>
                  <a:pt x="2899" y="671"/>
                </a:cubicBezTo>
                <a:cubicBezTo>
                  <a:pt x="2901" y="671"/>
                  <a:pt x="2901" y="671"/>
                  <a:pt x="2901" y="671"/>
                </a:cubicBezTo>
                <a:moveTo>
                  <a:pt x="2821" y="624"/>
                </a:moveTo>
                <a:cubicBezTo>
                  <a:pt x="2868" y="624"/>
                  <a:pt x="2868" y="624"/>
                  <a:pt x="2868" y="624"/>
                </a:cubicBezTo>
                <a:cubicBezTo>
                  <a:pt x="2868" y="622"/>
                  <a:pt x="2868" y="622"/>
                  <a:pt x="2868" y="622"/>
                </a:cubicBezTo>
                <a:cubicBezTo>
                  <a:pt x="2821" y="622"/>
                  <a:pt x="2821" y="622"/>
                  <a:pt x="2821" y="622"/>
                </a:cubicBezTo>
                <a:moveTo>
                  <a:pt x="2880" y="648"/>
                </a:moveTo>
                <a:cubicBezTo>
                  <a:pt x="2880" y="543"/>
                  <a:pt x="2880" y="543"/>
                  <a:pt x="2880" y="543"/>
                </a:cubicBezTo>
                <a:cubicBezTo>
                  <a:pt x="2897" y="543"/>
                  <a:pt x="2897" y="543"/>
                  <a:pt x="2897" y="543"/>
                </a:cubicBezTo>
                <a:cubicBezTo>
                  <a:pt x="2901" y="539"/>
                  <a:pt x="2901" y="539"/>
                  <a:pt x="2901" y="539"/>
                </a:cubicBezTo>
                <a:cubicBezTo>
                  <a:pt x="2931" y="539"/>
                  <a:pt x="2931" y="539"/>
                  <a:pt x="2931" y="539"/>
                </a:cubicBezTo>
                <a:cubicBezTo>
                  <a:pt x="2931" y="644"/>
                  <a:pt x="2931" y="644"/>
                  <a:pt x="2931" y="644"/>
                </a:cubicBezTo>
                <a:cubicBezTo>
                  <a:pt x="2933" y="644"/>
                  <a:pt x="2933" y="644"/>
                  <a:pt x="2933" y="644"/>
                </a:cubicBezTo>
                <a:cubicBezTo>
                  <a:pt x="2933" y="537"/>
                  <a:pt x="2933" y="537"/>
                  <a:pt x="2933" y="537"/>
                </a:cubicBezTo>
                <a:cubicBezTo>
                  <a:pt x="2900" y="537"/>
                  <a:pt x="2900" y="537"/>
                  <a:pt x="2900" y="537"/>
                </a:cubicBezTo>
                <a:cubicBezTo>
                  <a:pt x="2896" y="541"/>
                  <a:pt x="2896" y="541"/>
                  <a:pt x="2896" y="541"/>
                </a:cubicBezTo>
                <a:cubicBezTo>
                  <a:pt x="2878" y="541"/>
                  <a:pt x="2878" y="541"/>
                  <a:pt x="2878" y="541"/>
                </a:cubicBezTo>
                <a:cubicBezTo>
                  <a:pt x="2878" y="648"/>
                  <a:pt x="2878" y="648"/>
                  <a:pt x="2878" y="648"/>
                </a:cubicBezTo>
                <a:cubicBezTo>
                  <a:pt x="2880" y="648"/>
                  <a:pt x="2880" y="648"/>
                  <a:pt x="2880" y="648"/>
                </a:cubicBezTo>
                <a:moveTo>
                  <a:pt x="2901" y="644"/>
                </a:moveTo>
                <a:cubicBezTo>
                  <a:pt x="2903" y="644"/>
                  <a:pt x="2903" y="644"/>
                  <a:pt x="2903" y="644"/>
                </a:cubicBezTo>
                <a:cubicBezTo>
                  <a:pt x="2903" y="538"/>
                  <a:pt x="2903" y="538"/>
                  <a:pt x="2903" y="538"/>
                </a:cubicBezTo>
                <a:cubicBezTo>
                  <a:pt x="2901" y="538"/>
                  <a:pt x="2901" y="538"/>
                  <a:pt x="2901" y="538"/>
                </a:cubicBezTo>
                <a:lnTo>
                  <a:pt x="2901" y="644"/>
                </a:lnTo>
                <a:close/>
                <a:moveTo>
                  <a:pt x="2977" y="671"/>
                </a:moveTo>
                <a:cubicBezTo>
                  <a:pt x="2977" y="592"/>
                  <a:pt x="2977" y="592"/>
                  <a:pt x="2977" y="592"/>
                </a:cubicBezTo>
                <a:cubicBezTo>
                  <a:pt x="3021" y="592"/>
                  <a:pt x="3021" y="592"/>
                  <a:pt x="3021" y="592"/>
                </a:cubicBezTo>
                <a:cubicBezTo>
                  <a:pt x="3021" y="670"/>
                  <a:pt x="3021" y="670"/>
                  <a:pt x="3021" y="670"/>
                </a:cubicBezTo>
                <a:cubicBezTo>
                  <a:pt x="3023" y="670"/>
                  <a:pt x="3023" y="670"/>
                  <a:pt x="3023" y="670"/>
                </a:cubicBezTo>
                <a:cubicBezTo>
                  <a:pt x="3023" y="590"/>
                  <a:pt x="3023" y="590"/>
                  <a:pt x="3023" y="590"/>
                </a:cubicBezTo>
                <a:cubicBezTo>
                  <a:pt x="2975" y="590"/>
                  <a:pt x="2975" y="590"/>
                  <a:pt x="2975" y="590"/>
                </a:cubicBezTo>
                <a:cubicBezTo>
                  <a:pt x="2975" y="671"/>
                  <a:pt x="2975" y="671"/>
                  <a:pt x="2975" y="671"/>
                </a:cubicBezTo>
                <a:cubicBezTo>
                  <a:pt x="2977" y="671"/>
                  <a:pt x="2977" y="671"/>
                  <a:pt x="2977" y="671"/>
                </a:cubicBezTo>
                <a:moveTo>
                  <a:pt x="2935" y="535"/>
                </a:moveTo>
                <a:cubicBezTo>
                  <a:pt x="2935" y="494"/>
                  <a:pt x="2935" y="494"/>
                  <a:pt x="2935" y="494"/>
                </a:cubicBezTo>
                <a:cubicBezTo>
                  <a:pt x="2953" y="483"/>
                  <a:pt x="2953" y="483"/>
                  <a:pt x="2953" y="483"/>
                </a:cubicBezTo>
                <a:cubicBezTo>
                  <a:pt x="2953" y="644"/>
                  <a:pt x="2953" y="644"/>
                  <a:pt x="2953" y="644"/>
                </a:cubicBezTo>
                <a:cubicBezTo>
                  <a:pt x="2955" y="644"/>
                  <a:pt x="2955" y="644"/>
                  <a:pt x="2955" y="644"/>
                </a:cubicBezTo>
                <a:cubicBezTo>
                  <a:pt x="2955" y="479"/>
                  <a:pt x="2955" y="479"/>
                  <a:pt x="2955" y="479"/>
                </a:cubicBezTo>
                <a:cubicBezTo>
                  <a:pt x="2933" y="493"/>
                  <a:pt x="2933" y="493"/>
                  <a:pt x="2933" y="493"/>
                </a:cubicBezTo>
                <a:cubicBezTo>
                  <a:pt x="2933" y="535"/>
                  <a:pt x="2933" y="535"/>
                  <a:pt x="2933" y="535"/>
                </a:cubicBezTo>
                <a:cubicBezTo>
                  <a:pt x="2935" y="535"/>
                  <a:pt x="2935" y="535"/>
                  <a:pt x="2935" y="535"/>
                </a:cubicBezTo>
                <a:moveTo>
                  <a:pt x="3012" y="591"/>
                </a:moveTo>
                <a:cubicBezTo>
                  <a:pt x="3015" y="591"/>
                  <a:pt x="3015" y="591"/>
                  <a:pt x="3015" y="591"/>
                </a:cubicBezTo>
                <a:cubicBezTo>
                  <a:pt x="3015" y="491"/>
                  <a:pt x="3015" y="491"/>
                  <a:pt x="3015" y="491"/>
                </a:cubicBezTo>
                <a:cubicBezTo>
                  <a:pt x="3012" y="491"/>
                  <a:pt x="3012" y="491"/>
                  <a:pt x="3012" y="491"/>
                </a:cubicBezTo>
                <a:lnTo>
                  <a:pt x="3012" y="591"/>
                </a:lnTo>
                <a:close/>
                <a:moveTo>
                  <a:pt x="2997" y="516"/>
                </a:moveTo>
                <a:cubicBezTo>
                  <a:pt x="2996" y="515"/>
                  <a:pt x="2996" y="515"/>
                  <a:pt x="2996" y="515"/>
                </a:cubicBezTo>
                <a:cubicBezTo>
                  <a:pt x="2975" y="528"/>
                  <a:pt x="2975" y="528"/>
                  <a:pt x="2975" y="528"/>
                </a:cubicBezTo>
                <a:cubicBezTo>
                  <a:pt x="2954" y="515"/>
                  <a:pt x="2954" y="515"/>
                  <a:pt x="2954" y="515"/>
                </a:cubicBezTo>
                <a:cubicBezTo>
                  <a:pt x="2931" y="530"/>
                  <a:pt x="2931" y="530"/>
                  <a:pt x="2931" y="530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3016" y="529"/>
                  <a:pt x="3016" y="529"/>
                  <a:pt x="3016" y="529"/>
                </a:cubicBezTo>
                <a:cubicBezTo>
                  <a:pt x="2997" y="515"/>
                  <a:pt x="2997" y="515"/>
                  <a:pt x="2997" y="515"/>
                </a:cubicBezTo>
                <a:cubicBezTo>
                  <a:pt x="2996" y="515"/>
                  <a:pt x="2996" y="515"/>
                  <a:pt x="2996" y="515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3009" y="527"/>
                  <a:pt x="3009" y="527"/>
                  <a:pt x="3009" y="527"/>
                </a:cubicBezTo>
                <a:cubicBezTo>
                  <a:pt x="2975" y="527"/>
                  <a:pt x="2975" y="527"/>
                  <a:pt x="2975" y="527"/>
                </a:cubicBezTo>
                <a:cubicBezTo>
                  <a:pt x="2938" y="528"/>
                  <a:pt x="2938" y="528"/>
                  <a:pt x="2938" y="528"/>
                </a:cubicBezTo>
                <a:cubicBezTo>
                  <a:pt x="2954" y="517"/>
                  <a:pt x="2954" y="517"/>
                  <a:pt x="2954" y="517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2997" y="517"/>
                  <a:pt x="2997" y="517"/>
                  <a:pt x="2997" y="517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2997" y="516"/>
                  <a:pt x="2997" y="516"/>
                  <a:pt x="2997" y="516"/>
                </a:cubicBezTo>
                <a:moveTo>
                  <a:pt x="2935" y="494"/>
                </a:moveTo>
                <a:cubicBezTo>
                  <a:pt x="3014" y="494"/>
                  <a:pt x="3014" y="494"/>
                  <a:pt x="3014" y="494"/>
                </a:cubicBezTo>
                <a:cubicBezTo>
                  <a:pt x="3014" y="492"/>
                  <a:pt x="3014" y="492"/>
                  <a:pt x="3014" y="492"/>
                </a:cubicBezTo>
                <a:cubicBezTo>
                  <a:pt x="2935" y="492"/>
                  <a:pt x="2935" y="492"/>
                  <a:pt x="2935" y="492"/>
                </a:cubicBezTo>
                <a:lnTo>
                  <a:pt x="2935" y="494"/>
                </a:lnTo>
                <a:close/>
                <a:moveTo>
                  <a:pt x="2933" y="618"/>
                </a:moveTo>
                <a:cubicBezTo>
                  <a:pt x="2965" y="618"/>
                  <a:pt x="2965" y="618"/>
                  <a:pt x="2965" y="618"/>
                </a:cubicBezTo>
                <a:cubicBezTo>
                  <a:pt x="2965" y="616"/>
                  <a:pt x="2965" y="616"/>
                  <a:pt x="2965" y="616"/>
                </a:cubicBezTo>
                <a:cubicBezTo>
                  <a:pt x="2933" y="616"/>
                  <a:pt x="2933" y="616"/>
                  <a:pt x="2933" y="616"/>
                </a:cubicBezTo>
                <a:lnTo>
                  <a:pt x="2933" y="618"/>
                </a:lnTo>
                <a:close/>
                <a:moveTo>
                  <a:pt x="2974" y="561"/>
                </a:moveTo>
                <a:cubicBezTo>
                  <a:pt x="2976" y="561"/>
                  <a:pt x="2976" y="561"/>
                  <a:pt x="2976" y="561"/>
                </a:cubicBezTo>
                <a:cubicBezTo>
                  <a:pt x="2976" y="529"/>
                  <a:pt x="2976" y="529"/>
                  <a:pt x="2976" y="529"/>
                </a:cubicBezTo>
                <a:cubicBezTo>
                  <a:pt x="2974" y="529"/>
                  <a:pt x="2974" y="529"/>
                  <a:pt x="2974" y="529"/>
                </a:cubicBezTo>
                <a:lnTo>
                  <a:pt x="2974" y="561"/>
                </a:lnTo>
                <a:close/>
                <a:moveTo>
                  <a:pt x="2975" y="591"/>
                </a:moveTo>
                <a:cubicBezTo>
                  <a:pt x="2977" y="591"/>
                  <a:pt x="2977" y="591"/>
                  <a:pt x="2977" y="591"/>
                </a:cubicBezTo>
                <a:cubicBezTo>
                  <a:pt x="2977" y="571"/>
                  <a:pt x="2977" y="571"/>
                  <a:pt x="2977" y="571"/>
                </a:cubicBezTo>
                <a:cubicBezTo>
                  <a:pt x="2975" y="571"/>
                  <a:pt x="2975" y="571"/>
                  <a:pt x="2975" y="571"/>
                </a:cubicBezTo>
                <a:lnTo>
                  <a:pt x="2975" y="591"/>
                </a:lnTo>
                <a:close/>
                <a:moveTo>
                  <a:pt x="2997" y="559"/>
                </a:moveTo>
                <a:cubicBezTo>
                  <a:pt x="2996" y="558"/>
                  <a:pt x="2996" y="558"/>
                  <a:pt x="2996" y="558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53" y="557"/>
                  <a:pt x="2953" y="557"/>
                  <a:pt x="2953" y="557"/>
                </a:cubicBezTo>
                <a:cubicBezTo>
                  <a:pt x="2929" y="571"/>
                  <a:pt x="2929" y="571"/>
                  <a:pt x="2929" y="571"/>
                </a:cubicBezTo>
                <a:cubicBezTo>
                  <a:pt x="2976" y="571"/>
                  <a:pt x="2976" y="571"/>
                  <a:pt x="2976" y="571"/>
                </a:cubicBezTo>
                <a:cubicBezTo>
                  <a:pt x="3015" y="571"/>
                  <a:pt x="3015" y="571"/>
                  <a:pt x="3015" y="571"/>
                </a:cubicBezTo>
                <a:cubicBezTo>
                  <a:pt x="2997" y="557"/>
                  <a:pt x="2997" y="557"/>
                  <a:pt x="2997" y="557"/>
                </a:cubicBezTo>
                <a:cubicBezTo>
                  <a:pt x="2996" y="558"/>
                  <a:pt x="2996" y="558"/>
                  <a:pt x="2996" y="558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3009" y="569"/>
                  <a:pt x="3009" y="569"/>
                  <a:pt x="3009" y="569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37" y="569"/>
                  <a:pt x="2937" y="569"/>
                  <a:pt x="2937" y="569"/>
                </a:cubicBezTo>
                <a:cubicBezTo>
                  <a:pt x="2953" y="559"/>
                  <a:pt x="2953" y="559"/>
                  <a:pt x="2953" y="559"/>
                </a:cubicBezTo>
                <a:cubicBezTo>
                  <a:pt x="2976" y="572"/>
                  <a:pt x="2976" y="572"/>
                  <a:pt x="2976" y="572"/>
                </a:cubicBezTo>
                <a:cubicBezTo>
                  <a:pt x="2997" y="560"/>
                  <a:pt x="2997" y="560"/>
                  <a:pt x="2997" y="560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2997" y="559"/>
                  <a:pt x="2997" y="559"/>
                  <a:pt x="2997" y="559"/>
                </a:cubicBezTo>
                <a:moveTo>
                  <a:pt x="2933" y="617"/>
                </a:moveTo>
                <a:cubicBezTo>
                  <a:pt x="2953" y="605"/>
                  <a:pt x="2953" y="605"/>
                  <a:pt x="2953" y="605"/>
                </a:cubicBezTo>
                <a:cubicBezTo>
                  <a:pt x="2964" y="613"/>
                  <a:pt x="2964" y="613"/>
                  <a:pt x="2964" y="613"/>
                </a:cubicBezTo>
                <a:cubicBezTo>
                  <a:pt x="2965" y="611"/>
                  <a:pt x="2965" y="611"/>
                  <a:pt x="2965" y="611"/>
                </a:cubicBezTo>
                <a:cubicBezTo>
                  <a:pt x="2953" y="603"/>
                  <a:pt x="2953" y="603"/>
                  <a:pt x="2953" y="603"/>
                </a:cubicBezTo>
                <a:cubicBezTo>
                  <a:pt x="2932" y="615"/>
                  <a:pt x="2932" y="615"/>
                  <a:pt x="2932" y="615"/>
                </a:cubicBezTo>
                <a:cubicBezTo>
                  <a:pt x="2933" y="617"/>
                  <a:pt x="2933" y="617"/>
                  <a:pt x="2933" y="617"/>
                </a:cubicBezTo>
                <a:moveTo>
                  <a:pt x="2955" y="481"/>
                </a:moveTo>
                <a:cubicBezTo>
                  <a:pt x="2955" y="481"/>
                  <a:pt x="2955" y="481"/>
                  <a:pt x="2955" y="481"/>
                </a:cubicBezTo>
                <a:cubicBezTo>
                  <a:pt x="2954" y="483"/>
                  <a:pt x="2954" y="483"/>
                  <a:pt x="2954" y="483"/>
                </a:cubicBezTo>
                <a:cubicBezTo>
                  <a:pt x="2974" y="494"/>
                  <a:pt x="2974" y="494"/>
                  <a:pt x="2974" y="494"/>
                </a:cubicBezTo>
                <a:cubicBezTo>
                  <a:pt x="2974" y="520"/>
                  <a:pt x="2974" y="520"/>
                  <a:pt x="2974" y="520"/>
                </a:cubicBezTo>
                <a:cubicBezTo>
                  <a:pt x="2976" y="520"/>
                  <a:pt x="2976" y="520"/>
                  <a:pt x="2976" y="520"/>
                </a:cubicBezTo>
                <a:cubicBezTo>
                  <a:pt x="2976" y="493"/>
                  <a:pt x="2976" y="493"/>
                  <a:pt x="2976" y="493"/>
                </a:cubicBezTo>
                <a:cubicBezTo>
                  <a:pt x="2955" y="481"/>
                  <a:pt x="2955" y="481"/>
                  <a:pt x="2955" y="481"/>
                </a:cubicBezTo>
                <a:cubicBezTo>
                  <a:pt x="2955" y="482"/>
                  <a:pt x="2955" y="482"/>
                  <a:pt x="2955" y="482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1"/>
                  <a:pt x="2955" y="481"/>
                  <a:pt x="2955" y="481"/>
                </a:cubicBezTo>
                <a:moveTo>
                  <a:pt x="2997" y="590"/>
                </a:moveTo>
                <a:cubicBezTo>
                  <a:pt x="2998" y="478"/>
                  <a:pt x="2998" y="478"/>
                  <a:pt x="2998" y="478"/>
                </a:cubicBezTo>
                <a:cubicBezTo>
                  <a:pt x="2975" y="492"/>
                  <a:pt x="2975" y="492"/>
                  <a:pt x="2975" y="492"/>
                </a:cubicBezTo>
                <a:cubicBezTo>
                  <a:pt x="2976" y="494"/>
                  <a:pt x="2976" y="494"/>
                  <a:pt x="2976" y="494"/>
                </a:cubicBezTo>
                <a:cubicBezTo>
                  <a:pt x="2995" y="482"/>
                  <a:pt x="2995" y="482"/>
                  <a:pt x="2995" y="482"/>
                </a:cubicBezTo>
                <a:cubicBezTo>
                  <a:pt x="2995" y="590"/>
                  <a:pt x="2995" y="590"/>
                  <a:pt x="2995" y="590"/>
                </a:cubicBezTo>
                <a:cubicBezTo>
                  <a:pt x="2997" y="590"/>
                  <a:pt x="2997" y="590"/>
                  <a:pt x="2997" y="590"/>
                </a:cubicBezTo>
                <a:moveTo>
                  <a:pt x="2960" y="440"/>
                </a:moveTo>
                <a:cubicBezTo>
                  <a:pt x="2960" y="441"/>
                  <a:pt x="2960" y="441"/>
                  <a:pt x="2960" y="441"/>
                </a:cubicBezTo>
                <a:cubicBezTo>
                  <a:pt x="3009" y="441"/>
                  <a:pt x="3009" y="441"/>
                  <a:pt x="3009" y="441"/>
                </a:cubicBezTo>
                <a:cubicBezTo>
                  <a:pt x="3009" y="446"/>
                  <a:pt x="3009" y="446"/>
                  <a:pt x="3009" y="446"/>
                </a:cubicBezTo>
                <a:cubicBezTo>
                  <a:pt x="2961" y="446"/>
                  <a:pt x="2961" y="446"/>
                  <a:pt x="2961" y="446"/>
                </a:cubicBezTo>
                <a:cubicBezTo>
                  <a:pt x="2961" y="440"/>
                  <a:pt x="2961" y="440"/>
                  <a:pt x="2961" y="440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60" y="441"/>
                  <a:pt x="2960" y="441"/>
                  <a:pt x="2960" y="441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59" y="448"/>
                  <a:pt x="2959" y="448"/>
                  <a:pt x="2959" y="448"/>
                </a:cubicBezTo>
                <a:cubicBezTo>
                  <a:pt x="3011" y="448"/>
                  <a:pt x="3011" y="448"/>
                  <a:pt x="3011" y="448"/>
                </a:cubicBezTo>
                <a:cubicBezTo>
                  <a:pt x="3011" y="438"/>
                  <a:pt x="3011" y="438"/>
                  <a:pt x="3011" y="438"/>
                </a:cubicBezTo>
                <a:cubicBezTo>
                  <a:pt x="2959" y="438"/>
                  <a:pt x="2959" y="438"/>
                  <a:pt x="2959" y="438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60" y="440"/>
                  <a:pt x="2960" y="440"/>
                  <a:pt x="2960" y="440"/>
                </a:cubicBezTo>
                <a:moveTo>
                  <a:pt x="2995" y="457"/>
                </a:moveTo>
                <a:cubicBezTo>
                  <a:pt x="2995" y="456"/>
                  <a:pt x="2995" y="456"/>
                  <a:pt x="2995" y="456"/>
                </a:cubicBezTo>
                <a:cubicBezTo>
                  <a:pt x="2970" y="463"/>
                  <a:pt x="2970" y="463"/>
                  <a:pt x="2970" y="463"/>
                </a:cubicBezTo>
                <a:cubicBezTo>
                  <a:pt x="2949" y="451"/>
                  <a:pt x="2949" y="451"/>
                  <a:pt x="2949" y="451"/>
                </a:cubicBezTo>
                <a:cubicBezTo>
                  <a:pt x="2927" y="466"/>
                  <a:pt x="2927" y="466"/>
                  <a:pt x="2927" y="466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3016" y="466"/>
                  <a:pt x="3016" y="466"/>
                  <a:pt x="3016" y="466"/>
                </a:cubicBezTo>
                <a:cubicBezTo>
                  <a:pt x="3016" y="464"/>
                  <a:pt x="3016" y="464"/>
                  <a:pt x="3016" y="464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3010" y="464"/>
                  <a:pt x="3010" y="464"/>
                  <a:pt x="3010" y="464"/>
                </a:cubicBezTo>
                <a:cubicBezTo>
                  <a:pt x="2970" y="464"/>
                  <a:pt x="2970" y="464"/>
                  <a:pt x="2970" y="464"/>
                </a:cubicBezTo>
                <a:cubicBezTo>
                  <a:pt x="2934" y="464"/>
                  <a:pt x="2934" y="464"/>
                  <a:pt x="2934" y="464"/>
                </a:cubicBezTo>
                <a:cubicBezTo>
                  <a:pt x="2949" y="454"/>
                  <a:pt x="2949" y="454"/>
                  <a:pt x="2949" y="454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moveTo>
                  <a:pt x="2996" y="457"/>
                </a:moveTo>
                <a:cubicBezTo>
                  <a:pt x="2996" y="481"/>
                  <a:pt x="2996" y="481"/>
                  <a:pt x="2996" y="481"/>
                </a:cubicBezTo>
                <a:cubicBezTo>
                  <a:pt x="2998" y="481"/>
                  <a:pt x="2998" y="481"/>
                  <a:pt x="2998" y="481"/>
                </a:cubicBezTo>
                <a:cubicBezTo>
                  <a:pt x="2998" y="457"/>
                  <a:pt x="2998" y="457"/>
                  <a:pt x="2998" y="457"/>
                </a:cubicBezTo>
                <a:moveTo>
                  <a:pt x="2965" y="481"/>
                </a:moveTo>
                <a:cubicBezTo>
                  <a:pt x="2967" y="481"/>
                  <a:pt x="2967" y="481"/>
                  <a:pt x="2967" y="481"/>
                </a:cubicBezTo>
                <a:cubicBezTo>
                  <a:pt x="2967" y="465"/>
                  <a:pt x="2967" y="465"/>
                  <a:pt x="2967" y="465"/>
                </a:cubicBezTo>
                <a:cubicBezTo>
                  <a:pt x="2965" y="465"/>
                  <a:pt x="2965" y="465"/>
                  <a:pt x="2965" y="465"/>
                </a:cubicBezTo>
                <a:lnTo>
                  <a:pt x="2965" y="481"/>
                </a:lnTo>
                <a:close/>
                <a:moveTo>
                  <a:pt x="2950" y="482"/>
                </a:moveTo>
                <a:cubicBezTo>
                  <a:pt x="2997" y="482"/>
                  <a:pt x="2997" y="482"/>
                  <a:pt x="2997" y="482"/>
                </a:cubicBezTo>
                <a:cubicBezTo>
                  <a:pt x="3013" y="494"/>
                  <a:pt x="3013" y="494"/>
                  <a:pt x="3013" y="494"/>
                </a:cubicBezTo>
                <a:cubicBezTo>
                  <a:pt x="3015" y="492"/>
                  <a:pt x="3015" y="492"/>
                  <a:pt x="3015" y="492"/>
                </a:cubicBezTo>
                <a:cubicBezTo>
                  <a:pt x="2997" y="480"/>
                  <a:pt x="2997" y="480"/>
                  <a:pt x="2997" y="480"/>
                </a:cubicBezTo>
                <a:cubicBezTo>
                  <a:pt x="2950" y="480"/>
                  <a:pt x="2950" y="480"/>
                  <a:pt x="2950" y="480"/>
                </a:cubicBezTo>
                <a:cubicBezTo>
                  <a:pt x="2950" y="482"/>
                  <a:pt x="2950" y="482"/>
                  <a:pt x="2950" y="482"/>
                </a:cubicBezTo>
                <a:moveTo>
                  <a:pt x="2929" y="490"/>
                </a:moveTo>
                <a:cubicBezTo>
                  <a:pt x="2932" y="490"/>
                  <a:pt x="2932" y="490"/>
                  <a:pt x="2932" y="490"/>
                </a:cubicBezTo>
                <a:cubicBezTo>
                  <a:pt x="2932" y="465"/>
                  <a:pt x="2932" y="465"/>
                  <a:pt x="2932" y="465"/>
                </a:cubicBezTo>
                <a:cubicBezTo>
                  <a:pt x="2929" y="465"/>
                  <a:pt x="2929" y="465"/>
                  <a:pt x="2929" y="465"/>
                </a:cubicBezTo>
                <a:lnTo>
                  <a:pt x="2929" y="490"/>
                </a:lnTo>
                <a:close/>
                <a:moveTo>
                  <a:pt x="3006" y="478"/>
                </a:moveTo>
                <a:cubicBezTo>
                  <a:pt x="3008" y="478"/>
                  <a:pt x="3008" y="478"/>
                  <a:pt x="3008" y="478"/>
                </a:cubicBezTo>
                <a:cubicBezTo>
                  <a:pt x="3008" y="465"/>
                  <a:pt x="3008" y="465"/>
                  <a:pt x="3008" y="465"/>
                </a:cubicBezTo>
                <a:cubicBezTo>
                  <a:pt x="3006" y="465"/>
                  <a:pt x="3006" y="465"/>
                  <a:pt x="3006" y="465"/>
                </a:cubicBezTo>
                <a:lnTo>
                  <a:pt x="3006" y="478"/>
                </a:lnTo>
                <a:close/>
                <a:moveTo>
                  <a:pt x="2974" y="448"/>
                </a:moveTo>
                <a:cubicBezTo>
                  <a:pt x="2991" y="459"/>
                  <a:pt x="2991" y="459"/>
                  <a:pt x="2991" y="459"/>
                </a:cubicBezTo>
                <a:cubicBezTo>
                  <a:pt x="2992" y="457"/>
                  <a:pt x="2992" y="457"/>
                  <a:pt x="2992" y="457"/>
                </a:cubicBezTo>
                <a:cubicBezTo>
                  <a:pt x="2976" y="446"/>
                  <a:pt x="2976" y="446"/>
                  <a:pt x="2976" y="446"/>
                </a:cubicBezTo>
                <a:moveTo>
                  <a:pt x="3008" y="446"/>
                </a:moveTo>
                <a:cubicBezTo>
                  <a:pt x="2993" y="456"/>
                  <a:pt x="2993" y="456"/>
                  <a:pt x="2993" y="456"/>
                </a:cubicBezTo>
                <a:cubicBezTo>
                  <a:pt x="2994" y="458"/>
                  <a:pt x="2994" y="458"/>
                  <a:pt x="2994" y="458"/>
                </a:cubicBezTo>
                <a:cubicBezTo>
                  <a:pt x="3009" y="448"/>
                  <a:pt x="3009" y="448"/>
                  <a:pt x="3009" y="448"/>
                </a:cubicBezTo>
                <a:moveTo>
                  <a:pt x="2965" y="463"/>
                </a:moveTo>
                <a:cubicBezTo>
                  <a:pt x="2967" y="463"/>
                  <a:pt x="2967" y="463"/>
                  <a:pt x="2967" y="463"/>
                </a:cubicBezTo>
                <a:cubicBezTo>
                  <a:pt x="2967" y="448"/>
                  <a:pt x="2967" y="448"/>
                  <a:pt x="2967" y="448"/>
                </a:cubicBezTo>
                <a:cubicBezTo>
                  <a:pt x="2965" y="448"/>
                  <a:pt x="2965" y="448"/>
                  <a:pt x="2965" y="448"/>
                </a:cubicBezTo>
                <a:lnTo>
                  <a:pt x="2965" y="463"/>
                </a:lnTo>
                <a:close/>
                <a:moveTo>
                  <a:pt x="2855" y="480"/>
                </a:moveTo>
                <a:cubicBezTo>
                  <a:pt x="2855" y="458"/>
                  <a:pt x="2855" y="458"/>
                  <a:pt x="2855" y="458"/>
                </a:cubicBezTo>
                <a:cubicBezTo>
                  <a:pt x="2894" y="458"/>
                  <a:pt x="2894" y="458"/>
                  <a:pt x="2894" y="458"/>
                </a:cubicBezTo>
                <a:cubicBezTo>
                  <a:pt x="2894" y="506"/>
                  <a:pt x="2894" y="506"/>
                  <a:pt x="2894" y="506"/>
                </a:cubicBezTo>
                <a:cubicBezTo>
                  <a:pt x="2896" y="506"/>
                  <a:pt x="2896" y="506"/>
                  <a:pt x="2896" y="506"/>
                </a:cubicBezTo>
                <a:cubicBezTo>
                  <a:pt x="2896" y="456"/>
                  <a:pt x="2896" y="456"/>
                  <a:pt x="2896" y="456"/>
                </a:cubicBezTo>
                <a:cubicBezTo>
                  <a:pt x="2853" y="456"/>
                  <a:pt x="2853" y="456"/>
                  <a:pt x="2853" y="456"/>
                </a:cubicBezTo>
                <a:cubicBezTo>
                  <a:pt x="2853" y="480"/>
                  <a:pt x="2853" y="480"/>
                  <a:pt x="2853" y="480"/>
                </a:cubicBezTo>
                <a:cubicBezTo>
                  <a:pt x="2855" y="480"/>
                  <a:pt x="2855" y="480"/>
                  <a:pt x="2855" y="480"/>
                </a:cubicBezTo>
                <a:moveTo>
                  <a:pt x="2871" y="504"/>
                </a:moveTo>
                <a:cubicBezTo>
                  <a:pt x="2871" y="487"/>
                  <a:pt x="2871" y="487"/>
                  <a:pt x="2871" y="487"/>
                </a:cubicBezTo>
                <a:cubicBezTo>
                  <a:pt x="2887" y="487"/>
                  <a:pt x="2887" y="487"/>
                  <a:pt x="2887" y="487"/>
                </a:cubicBezTo>
                <a:cubicBezTo>
                  <a:pt x="2887" y="506"/>
                  <a:pt x="2887" y="506"/>
                  <a:pt x="2887" y="506"/>
                </a:cubicBezTo>
                <a:cubicBezTo>
                  <a:pt x="2905" y="506"/>
                  <a:pt x="2905" y="506"/>
                  <a:pt x="2905" y="506"/>
                </a:cubicBezTo>
                <a:cubicBezTo>
                  <a:pt x="2905" y="538"/>
                  <a:pt x="2905" y="538"/>
                  <a:pt x="2905" y="538"/>
                </a:cubicBezTo>
                <a:cubicBezTo>
                  <a:pt x="2907" y="538"/>
                  <a:pt x="2907" y="538"/>
                  <a:pt x="2907" y="538"/>
                </a:cubicBezTo>
                <a:cubicBezTo>
                  <a:pt x="2907" y="504"/>
                  <a:pt x="2907" y="504"/>
                  <a:pt x="2907" y="504"/>
                </a:cubicBezTo>
                <a:cubicBezTo>
                  <a:pt x="2889" y="504"/>
                  <a:pt x="2889" y="504"/>
                  <a:pt x="2889" y="504"/>
                </a:cubicBezTo>
                <a:cubicBezTo>
                  <a:pt x="2889" y="484"/>
                  <a:pt x="2889" y="484"/>
                  <a:pt x="2889" y="484"/>
                </a:cubicBezTo>
                <a:cubicBezTo>
                  <a:pt x="2869" y="484"/>
                  <a:pt x="2869" y="484"/>
                  <a:pt x="2869" y="484"/>
                </a:cubicBezTo>
                <a:cubicBezTo>
                  <a:pt x="2869" y="504"/>
                  <a:pt x="2869" y="504"/>
                  <a:pt x="2869" y="504"/>
                </a:cubicBezTo>
                <a:cubicBezTo>
                  <a:pt x="2871" y="504"/>
                  <a:pt x="2871" y="504"/>
                  <a:pt x="2871" y="504"/>
                </a:cubicBezTo>
                <a:moveTo>
                  <a:pt x="2831" y="433"/>
                </a:moveTo>
                <a:cubicBezTo>
                  <a:pt x="2843" y="433"/>
                  <a:pt x="2843" y="433"/>
                  <a:pt x="2843" y="433"/>
                </a:cubicBezTo>
                <a:cubicBezTo>
                  <a:pt x="2843" y="418"/>
                  <a:pt x="2843" y="418"/>
                  <a:pt x="2843" y="418"/>
                </a:cubicBezTo>
                <a:cubicBezTo>
                  <a:pt x="2863" y="418"/>
                  <a:pt x="2863" y="418"/>
                  <a:pt x="2863" y="418"/>
                </a:cubicBezTo>
                <a:cubicBezTo>
                  <a:pt x="2863" y="457"/>
                  <a:pt x="2863" y="457"/>
                  <a:pt x="2863" y="457"/>
                </a:cubicBezTo>
                <a:cubicBezTo>
                  <a:pt x="2865" y="457"/>
                  <a:pt x="2865" y="457"/>
                  <a:pt x="2865" y="457"/>
                </a:cubicBezTo>
                <a:cubicBezTo>
                  <a:pt x="2865" y="416"/>
                  <a:pt x="2865" y="416"/>
                  <a:pt x="2865" y="416"/>
                </a:cubicBezTo>
                <a:cubicBezTo>
                  <a:pt x="2840" y="416"/>
                  <a:pt x="2840" y="416"/>
                  <a:pt x="2840" y="416"/>
                </a:cubicBezTo>
                <a:cubicBezTo>
                  <a:pt x="2840" y="430"/>
                  <a:pt x="2840" y="430"/>
                  <a:pt x="2840" y="430"/>
                </a:cubicBezTo>
                <a:cubicBezTo>
                  <a:pt x="2831" y="430"/>
                  <a:pt x="2831" y="430"/>
                  <a:pt x="2831" y="430"/>
                </a:cubicBezTo>
                <a:cubicBezTo>
                  <a:pt x="2831" y="433"/>
                  <a:pt x="2831" y="433"/>
                  <a:pt x="2831" y="433"/>
                </a:cubicBezTo>
                <a:moveTo>
                  <a:pt x="3049" y="650"/>
                </a:moveTo>
                <a:cubicBezTo>
                  <a:pt x="3049" y="568"/>
                  <a:pt x="3049" y="568"/>
                  <a:pt x="3049" y="568"/>
                </a:cubicBezTo>
                <a:cubicBezTo>
                  <a:pt x="3077" y="564"/>
                  <a:pt x="3077" y="564"/>
                  <a:pt x="3077" y="564"/>
                </a:cubicBezTo>
                <a:cubicBezTo>
                  <a:pt x="3077" y="651"/>
                  <a:pt x="3077" y="651"/>
                  <a:pt x="3077" y="651"/>
                </a:cubicBezTo>
                <a:cubicBezTo>
                  <a:pt x="3079" y="651"/>
                  <a:pt x="3079" y="651"/>
                  <a:pt x="3079" y="651"/>
                </a:cubicBezTo>
                <a:cubicBezTo>
                  <a:pt x="3079" y="561"/>
                  <a:pt x="3079" y="561"/>
                  <a:pt x="3079" y="561"/>
                </a:cubicBezTo>
                <a:cubicBezTo>
                  <a:pt x="3047" y="566"/>
                  <a:pt x="3047" y="566"/>
                  <a:pt x="3047" y="566"/>
                </a:cubicBezTo>
                <a:cubicBezTo>
                  <a:pt x="3047" y="650"/>
                  <a:pt x="3047" y="650"/>
                  <a:pt x="3047" y="650"/>
                </a:cubicBezTo>
                <a:cubicBezTo>
                  <a:pt x="3049" y="650"/>
                  <a:pt x="3049" y="650"/>
                  <a:pt x="3049" y="650"/>
                </a:cubicBezTo>
                <a:moveTo>
                  <a:pt x="3061" y="566"/>
                </a:moveTo>
                <a:cubicBezTo>
                  <a:pt x="3061" y="554"/>
                  <a:pt x="3061" y="554"/>
                  <a:pt x="3061" y="554"/>
                </a:cubicBezTo>
                <a:cubicBezTo>
                  <a:pt x="3081" y="549"/>
                  <a:pt x="3081" y="549"/>
                  <a:pt x="3081" y="549"/>
                </a:cubicBezTo>
                <a:cubicBezTo>
                  <a:pt x="3105" y="551"/>
                  <a:pt x="3105" y="551"/>
                  <a:pt x="3105" y="551"/>
                </a:cubicBezTo>
                <a:cubicBezTo>
                  <a:pt x="3105" y="561"/>
                  <a:pt x="3105" y="561"/>
                  <a:pt x="3105" y="561"/>
                </a:cubicBezTo>
                <a:cubicBezTo>
                  <a:pt x="3107" y="561"/>
                  <a:pt x="3107" y="561"/>
                  <a:pt x="3107" y="561"/>
                </a:cubicBezTo>
                <a:cubicBezTo>
                  <a:pt x="3107" y="549"/>
                  <a:pt x="3107" y="549"/>
                  <a:pt x="3107" y="549"/>
                </a:cubicBezTo>
                <a:cubicBezTo>
                  <a:pt x="3081" y="547"/>
                  <a:pt x="3081" y="547"/>
                  <a:pt x="3081" y="547"/>
                </a:cubicBezTo>
                <a:cubicBezTo>
                  <a:pt x="3059" y="552"/>
                  <a:pt x="3059" y="552"/>
                  <a:pt x="3059" y="552"/>
                </a:cubicBezTo>
                <a:cubicBezTo>
                  <a:pt x="3059" y="566"/>
                  <a:pt x="3059" y="566"/>
                  <a:pt x="3059" y="566"/>
                </a:cubicBezTo>
                <a:cubicBezTo>
                  <a:pt x="3061" y="566"/>
                  <a:pt x="3061" y="566"/>
                  <a:pt x="3061" y="566"/>
                </a:cubicBezTo>
                <a:moveTo>
                  <a:pt x="3093" y="652"/>
                </a:moveTo>
                <a:cubicBezTo>
                  <a:pt x="3094" y="575"/>
                  <a:pt x="3094" y="575"/>
                  <a:pt x="3094" y="575"/>
                </a:cubicBezTo>
                <a:cubicBezTo>
                  <a:pt x="3099" y="563"/>
                  <a:pt x="3099" y="563"/>
                  <a:pt x="3099" y="563"/>
                </a:cubicBezTo>
                <a:cubicBezTo>
                  <a:pt x="3117" y="561"/>
                  <a:pt x="3117" y="561"/>
                  <a:pt x="3117" y="561"/>
                </a:cubicBezTo>
                <a:cubicBezTo>
                  <a:pt x="3117" y="650"/>
                  <a:pt x="3117" y="650"/>
                  <a:pt x="3117" y="650"/>
                </a:cubicBezTo>
                <a:cubicBezTo>
                  <a:pt x="3119" y="650"/>
                  <a:pt x="3119" y="650"/>
                  <a:pt x="3119" y="650"/>
                </a:cubicBezTo>
                <a:cubicBezTo>
                  <a:pt x="3119" y="558"/>
                  <a:pt x="3119" y="558"/>
                  <a:pt x="3119" y="558"/>
                </a:cubicBezTo>
                <a:cubicBezTo>
                  <a:pt x="3098" y="561"/>
                  <a:pt x="3098" y="561"/>
                  <a:pt x="3098" y="561"/>
                </a:cubicBezTo>
                <a:cubicBezTo>
                  <a:pt x="3091" y="574"/>
                  <a:pt x="3091" y="574"/>
                  <a:pt x="3091" y="574"/>
                </a:cubicBezTo>
                <a:cubicBezTo>
                  <a:pt x="3091" y="652"/>
                  <a:pt x="3091" y="652"/>
                  <a:pt x="3091" y="652"/>
                </a:cubicBezTo>
                <a:cubicBezTo>
                  <a:pt x="3093" y="652"/>
                  <a:pt x="3093" y="652"/>
                  <a:pt x="3093" y="652"/>
                </a:cubicBezTo>
                <a:moveTo>
                  <a:pt x="3118" y="561"/>
                </a:moveTo>
                <a:cubicBezTo>
                  <a:pt x="3163" y="561"/>
                  <a:pt x="3163" y="561"/>
                  <a:pt x="3163" y="561"/>
                </a:cubicBezTo>
                <a:cubicBezTo>
                  <a:pt x="3163" y="572"/>
                  <a:pt x="3163" y="572"/>
                  <a:pt x="3163" y="572"/>
                </a:cubicBezTo>
                <a:cubicBezTo>
                  <a:pt x="3168" y="572"/>
                  <a:pt x="3168" y="572"/>
                  <a:pt x="3168" y="572"/>
                </a:cubicBezTo>
                <a:cubicBezTo>
                  <a:pt x="3168" y="671"/>
                  <a:pt x="3168" y="671"/>
                  <a:pt x="3168" y="671"/>
                </a:cubicBezTo>
                <a:cubicBezTo>
                  <a:pt x="3170" y="671"/>
                  <a:pt x="3170" y="671"/>
                  <a:pt x="3170" y="671"/>
                </a:cubicBezTo>
                <a:cubicBezTo>
                  <a:pt x="3170" y="570"/>
                  <a:pt x="3170" y="570"/>
                  <a:pt x="3170" y="570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65" y="558"/>
                  <a:pt x="3165" y="558"/>
                  <a:pt x="3165" y="558"/>
                </a:cubicBezTo>
                <a:cubicBezTo>
                  <a:pt x="3118" y="558"/>
                  <a:pt x="3118" y="558"/>
                  <a:pt x="3118" y="558"/>
                </a:cubicBezTo>
                <a:cubicBezTo>
                  <a:pt x="3118" y="561"/>
                  <a:pt x="3118" y="561"/>
                  <a:pt x="3118" y="561"/>
                </a:cubicBezTo>
                <a:moveTo>
                  <a:pt x="3093" y="575"/>
                </a:moveTo>
                <a:cubicBezTo>
                  <a:pt x="3118" y="571"/>
                  <a:pt x="3118" y="571"/>
                  <a:pt x="3118" y="571"/>
                </a:cubicBezTo>
                <a:cubicBezTo>
                  <a:pt x="3165" y="572"/>
                  <a:pt x="3165" y="572"/>
                  <a:pt x="3165" y="572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18" y="569"/>
                  <a:pt x="3118" y="569"/>
                  <a:pt x="3118" y="569"/>
                </a:cubicBezTo>
                <a:cubicBezTo>
                  <a:pt x="3093" y="573"/>
                  <a:pt x="3093" y="573"/>
                  <a:pt x="3093" y="573"/>
                </a:cubicBezTo>
                <a:cubicBezTo>
                  <a:pt x="3093" y="575"/>
                  <a:pt x="3093" y="575"/>
                  <a:pt x="3093" y="575"/>
                </a:cubicBezTo>
                <a:moveTo>
                  <a:pt x="3023" y="459"/>
                </a:moveTo>
                <a:cubicBezTo>
                  <a:pt x="3023" y="432"/>
                  <a:pt x="3023" y="432"/>
                  <a:pt x="3023" y="432"/>
                </a:cubicBezTo>
                <a:cubicBezTo>
                  <a:pt x="3037" y="432"/>
                  <a:pt x="3037" y="432"/>
                  <a:pt x="3037" y="432"/>
                </a:cubicBezTo>
                <a:cubicBezTo>
                  <a:pt x="3037" y="460"/>
                  <a:pt x="3037" y="460"/>
                  <a:pt x="3037" y="460"/>
                </a:cubicBezTo>
                <a:cubicBezTo>
                  <a:pt x="3042" y="460"/>
                  <a:pt x="3042" y="460"/>
                  <a:pt x="3042" y="460"/>
                </a:cubicBezTo>
                <a:cubicBezTo>
                  <a:pt x="3042" y="486"/>
                  <a:pt x="3042" y="486"/>
                  <a:pt x="3042" y="486"/>
                </a:cubicBezTo>
                <a:cubicBezTo>
                  <a:pt x="3049" y="486"/>
                  <a:pt x="3049" y="486"/>
                  <a:pt x="3049" y="486"/>
                </a:cubicBezTo>
                <a:cubicBezTo>
                  <a:pt x="3050" y="536"/>
                  <a:pt x="3050" y="536"/>
                  <a:pt x="3050" y="536"/>
                </a:cubicBezTo>
                <a:cubicBezTo>
                  <a:pt x="3052" y="536"/>
                  <a:pt x="3052" y="536"/>
                  <a:pt x="3052" y="536"/>
                </a:cubicBezTo>
                <a:cubicBezTo>
                  <a:pt x="3052" y="484"/>
                  <a:pt x="3052" y="484"/>
                  <a:pt x="3052" y="484"/>
                </a:cubicBezTo>
                <a:cubicBezTo>
                  <a:pt x="3045" y="484"/>
                  <a:pt x="3045" y="484"/>
                  <a:pt x="3045" y="484"/>
                </a:cubicBezTo>
                <a:cubicBezTo>
                  <a:pt x="3045" y="458"/>
                  <a:pt x="3045" y="458"/>
                  <a:pt x="3045" y="458"/>
                </a:cubicBezTo>
                <a:cubicBezTo>
                  <a:pt x="3039" y="458"/>
                  <a:pt x="3039" y="458"/>
                  <a:pt x="3039" y="458"/>
                </a:cubicBezTo>
                <a:cubicBezTo>
                  <a:pt x="3039" y="430"/>
                  <a:pt x="3039" y="430"/>
                  <a:pt x="3039" y="430"/>
                </a:cubicBezTo>
                <a:cubicBezTo>
                  <a:pt x="3020" y="430"/>
                  <a:pt x="3020" y="430"/>
                  <a:pt x="3020" y="430"/>
                </a:cubicBezTo>
                <a:cubicBezTo>
                  <a:pt x="3020" y="459"/>
                  <a:pt x="3020" y="459"/>
                  <a:pt x="3020" y="459"/>
                </a:cubicBezTo>
                <a:cubicBezTo>
                  <a:pt x="3023" y="459"/>
                  <a:pt x="3023" y="459"/>
                  <a:pt x="3023" y="459"/>
                </a:cubicBezTo>
                <a:moveTo>
                  <a:pt x="3044" y="464"/>
                </a:moveTo>
                <a:cubicBezTo>
                  <a:pt x="3025" y="464"/>
                  <a:pt x="3025" y="464"/>
                  <a:pt x="3025" y="464"/>
                </a:cubicBezTo>
                <a:cubicBezTo>
                  <a:pt x="3014" y="469"/>
                  <a:pt x="3014" y="469"/>
                  <a:pt x="3014" y="469"/>
                </a:cubicBezTo>
                <a:cubicBezTo>
                  <a:pt x="3015" y="471"/>
                  <a:pt x="3015" y="471"/>
                  <a:pt x="3015" y="471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44" y="466"/>
                  <a:pt x="3044" y="466"/>
                  <a:pt x="3044" y="466"/>
                </a:cubicBezTo>
                <a:cubicBezTo>
                  <a:pt x="3044" y="464"/>
                  <a:pt x="3044" y="464"/>
                  <a:pt x="3044" y="464"/>
                </a:cubicBezTo>
                <a:moveTo>
                  <a:pt x="3023" y="466"/>
                </a:moveTo>
                <a:cubicBezTo>
                  <a:pt x="3023" y="488"/>
                  <a:pt x="3023" y="488"/>
                  <a:pt x="3023" y="488"/>
                </a:cubicBezTo>
                <a:cubicBezTo>
                  <a:pt x="3027" y="487"/>
                  <a:pt x="3027" y="487"/>
                  <a:pt x="3027" y="487"/>
                </a:cubicBezTo>
                <a:cubicBezTo>
                  <a:pt x="3027" y="515"/>
                  <a:pt x="3027" y="515"/>
                  <a:pt x="3027" y="515"/>
                </a:cubicBezTo>
                <a:cubicBezTo>
                  <a:pt x="3030" y="515"/>
                  <a:pt x="3030" y="515"/>
                  <a:pt x="3030" y="515"/>
                </a:cubicBezTo>
                <a:cubicBezTo>
                  <a:pt x="3030" y="543"/>
                  <a:pt x="3030" y="543"/>
                  <a:pt x="3030" y="543"/>
                </a:cubicBezTo>
                <a:cubicBezTo>
                  <a:pt x="3038" y="543"/>
                  <a:pt x="3038" y="543"/>
                  <a:pt x="3038" y="543"/>
                </a:cubicBezTo>
                <a:cubicBezTo>
                  <a:pt x="3038" y="651"/>
                  <a:pt x="3038" y="651"/>
                  <a:pt x="3038" y="651"/>
                </a:cubicBezTo>
                <a:cubicBezTo>
                  <a:pt x="3041" y="651"/>
                  <a:pt x="3041" y="651"/>
                  <a:pt x="3041" y="651"/>
                </a:cubicBezTo>
                <a:cubicBezTo>
                  <a:pt x="3040" y="541"/>
                  <a:pt x="3040" y="541"/>
                  <a:pt x="3040" y="541"/>
                </a:cubicBezTo>
                <a:cubicBezTo>
                  <a:pt x="3032" y="541"/>
                  <a:pt x="3032" y="541"/>
                  <a:pt x="3032" y="541"/>
                </a:cubicBezTo>
                <a:cubicBezTo>
                  <a:pt x="3033" y="513"/>
                  <a:pt x="3033" y="513"/>
                  <a:pt x="3033" y="513"/>
                </a:cubicBezTo>
                <a:cubicBezTo>
                  <a:pt x="3029" y="513"/>
                  <a:pt x="3029" y="513"/>
                  <a:pt x="3029" y="513"/>
                </a:cubicBezTo>
                <a:cubicBezTo>
                  <a:pt x="3029" y="485"/>
                  <a:pt x="3029" y="485"/>
                  <a:pt x="3029" y="485"/>
                </a:cubicBezTo>
                <a:cubicBezTo>
                  <a:pt x="3025" y="485"/>
                  <a:pt x="3025" y="485"/>
                  <a:pt x="3025" y="485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23" y="466"/>
                  <a:pt x="3023" y="466"/>
                  <a:pt x="3023" y="466"/>
                </a:cubicBezTo>
                <a:moveTo>
                  <a:pt x="3015" y="491"/>
                </a:moveTo>
                <a:cubicBezTo>
                  <a:pt x="3023" y="487"/>
                  <a:pt x="3023" y="487"/>
                  <a:pt x="3023" y="487"/>
                </a:cubicBezTo>
                <a:cubicBezTo>
                  <a:pt x="3039" y="487"/>
                  <a:pt x="3039" y="487"/>
                  <a:pt x="3039" y="487"/>
                </a:cubicBezTo>
                <a:cubicBezTo>
                  <a:pt x="3039" y="485"/>
                  <a:pt x="3039" y="485"/>
                  <a:pt x="3039" y="485"/>
                </a:cubicBezTo>
                <a:cubicBezTo>
                  <a:pt x="3023" y="485"/>
                  <a:pt x="3023" y="485"/>
                  <a:pt x="3023" y="485"/>
                </a:cubicBezTo>
                <a:cubicBezTo>
                  <a:pt x="3014" y="489"/>
                  <a:pt x="3014" y="489"/>
                  <a:pt x="3014" y="489"/>
                </a:cubicBezTo>
                <a:cubicBezTo>
                  <a:pt x="3015" y="491"/>
                  <a:pt x="3015" y="491"/>
                  <a:pt x="3015" y="491"/>
                </a:cubicBezTo>
                <a:moveTo>
                  <a:pt x="3014" y="522"/>
                </a:moveTo>
                <a:cubicBezTo>
                  <a:pt x="3026" y="515"/>
                  <a:pt x="3026" y="515"/>
                  <a:pt x="3026" y="515"/>
                </a:cubicBezTo>
                <a:cubicBezTo>
                  <a:pt x="3050" y="515"/>
                  <a:pt x="3050" y="515"/>
                  <a:pt x="3050" y="515"/>
                </a:cubicBezTo>
                <a:cubicBezTo>
                  <a:pt x="3050" y="513"/>
                  <a:pt x="3050" y="513"/>
                  <a:pt x="3050" y="513"/>
                </a:cubicBezTo>
                <a:cubicBezTo>
                  <a:pt x="3026" y="513"/>
                  <a:pt x="3026" y="513"/>
                  <a:pt x="3026" y="513"/>
                </a:cubicBezTo>
                <a:cubicBezTo>
                  <a:pt x="3013" y="520"/>
                  <a:pt x="3013" y="520"/>
                  <a:pt x="3013" y="520"/>
                </a:cubicBezTo>
                <a:cubicBezTo>
                  <a:pt x="3014" y="522"/>
                  <a:pt x="3014" y="522"/>
                  <a:pt x="3014" y="522"/>
                </a:cubicBezTo>
                <a:moveTo>
                  <a:pt x="3014" y="551"/>
                </a:moveTo>
                <a:cubicBezTo>
                  <a:pt x="3029" y="543"/>
                  <a:pt x="3029" y="543"/>
                  <a:pt x="3029" y="543"/>
                </a:cubicBezTo>
                <a:cubicBezTo>
                  <a:pt x="3059" y="543"/>
                  <a:pt x="3059" y="543"/>
                  <a:pt x="3059" y="543"/>
                </a:cubicBezTo>
                <a:cubicBezTo>
                  <a:pt x="3059" y="541"/>
                  <a:pt x="3059" y="541"/>
                  <a:pt x="3059" y="541"/>
                </a:cubicBezTo>
                <a:cubicBezTo>
                  <a:pt x="3028" y="541"/>
                  <a:pt x="3028" y="541"/>
                  <a:pt x="3028" y="541"/>
                </a:cubicBezTo>
                <a:cubicBezTo>
                  <a:pt x="3013" y="549"/>
                  <a:pt x="3013" y="549"/>
                  <a:pt x="3013" y="549"/>
                </a:cubicBezTo>
                <a:cubicBezTo>
                  <a:pt x="3014" y="551"/>
                  <a:pt x="3014" y="551"/>
                  <a:pt x="3014" y="551"/>
                </a:cubicBezTo>
                <a:moveTo>
                  <a:pt x="3078" y="563"/>
                </a:moveTo>
                <a:cubicBezTo>
                  <a:pt x="3098" y="565"/>
                  <a:pt x="3098" y="565"/>
                  <a:pt x="3098" y="565"/>
                </a:cubicBezTo>
                <a:cubicBezTo>
                  <a:pt x="3098" y="562"/>
                  <a:pt x="3098" y="562"/>
                  <a:pt x="3098" y="562"/>
                </a:cubicBezTo>
                <a:cubicBezTo>
                  <a:pt x="3079" y="561"/>
                  <a:pt x="3079" y="561"/>
                  <a:pt x="3079" y="561"/>
                </a:cubicBezTo>
                <a:moveTo>
                  <a:pt x="3081" y="562"/>
                </a:moveTo>
                <a:cubicBezTo>
                  <a:pt x="3083" y="562"/>
                  <a:pt x="3083" y="562"/>
                  <a:pt x="3083" y="562"/>
                </a:cubicBezTo>
                <a:cubicBezTo>
                  <a:pt x="3083" y="548"/>
                  <a:pt x="3083" y="548"/>
                  <a:pt x="3083" y="548"/>
                </a:cubicBezTo>
                <a:cubicBezTo>
                  <a:pt x="3081" y="548"/>
                  <a:pt x="3081" y="548"/>
                  <a:pt x="3081" y="548"/>
                </a:cubicBezTo>
                <a:lnTo>
                  <a:pt x="3081" y="562"/>
                </a:lnTo>
                <a:close/>
                <a:moveTo>
                  <a:pt x="3022" y="652"/>
                </a:moveTo>
                <a:cubicBezTo>
                  <a:pt x="3081" y="652"/>
                  <a:pt x="3081" y="652"/>
                  <a:pt x="3081" y="652"/>
                </a:cubicBezTo>
                <a:cubicBezTo>
                  <a:pt x="3081" y="671"/>
                  <a:pt x="3081" y="671"/>
                  <a:pt x="3081" y="671"/>
                </a:cubicBezTo>
                <a:cubicBezTo>
                  <a:pt x="3083" y="671"/>
                  <a:pt x="3083" y="671"/>
                  <a:pt x="3083" y="671"/>
                </a:cubicBezTo>
                <a:cubicBezTo>
                  <a:pt x="3083" y="649"/>
                  <a:pt x="3083" y="649"/>
                  <a:pt x="3083" y="649"/>
                </a:cubicBezTo>
                <a:cubicBezTo>
                  <a:pt x="3022" y="649"/>
                  <a:pt x="3022" y="649"/>
                  <a:pt x="3022" y="649"/>
                </a:cubicBezTo>
                <a:cubicBezTo>
                  <a:pt x="3022" y="652"/>
                  <a:pt x="3022" y="652"/>
                  <a:pt x="3022" y="652"/>
                </a:cubicBezTo>
                <a:moveTo>
                  <a:pt x="3082" y="654"/>
                </a:moveTo>
                <a:cubicBezTo>
                  <a:pt x="3113" y="651"/>
                  <a:pt x="3113" y="651"/>
                  <a:pt x="3113" y="651"/>
                </a:cubicBezTo>
                <a:cubicBezTo>
                  <a:pt x="3168" y="651"/>
                  <a:pt x="3168" y="651"/>
                  <a:pt x="3168" y="651"/>
                </a:cubicBezTo>
                <a:cubicBezTo>
                  <a:pt x="3168" y="649"/>
                  <a:pt x="3168" y="649"/>
                  <a:pt x="3168" y="649"/>
                </a:cubicBezTo>
                <a:cubicBezTo>
                  <a:pt x="3113" y="649"/>
                  <a:pt x="3113" y="649"/>
                  <a:pt x="3113" y="649"/>
                </a:cubicBezTo>
                <a:cubicBezTo>
                  <a:pt x="3082" y="652"/>
                  <a:pt x="3082" y="652"/>
                  <a:pt x="3082" y="652"/>
                </a:cubicBezTo>
                <a:cubicBezTo>
                  <a:pt x="3082" y="654"/>
                  <a:pt x="3082" y="654"/>
                  <a:pt x="3082" y="654"/>
                </a:cubicBezTo>
                <a:moveTo>
                  <a:pt x="3169" y="616"/>
                </a:moveTo>
                <a:cubicBezTo>
                  <a:pt x="3189" y="616"/>
                  <a:pt x="3189" y="616"/>
                  <a:pt x="3189" y="616"/>
                </a:cubicBezTo>
                <a:cubicBezTo>
                  <a:pt x="3189" y="657"/>
                  <a:pt x="3189" y="657"/>
                  <a:pt x="3189" y="657"/>
                </a:cubicBezTo>
                <a:cubicBezTo>
                  <a:pt x="3191" y="657"/>
                  <a:pt x="3191" y="657"/>
                  <a:pt x="3191" y="657"/>
                </a:cubicBezTo>
                <a:cubicBezTo>
                  <a:pt x="3191" y="613"/>
                  <a:pt x="3191" y="613"/>
                  <a:pt x="3191" y="613"/>
                </a:cubicBezTo>
                <a:cubicBezTo>
                  <a:pt x="3169" y="613"/>
                  <a:pt x="3169" y="613"/>
                  <a:pt x="3169" y="613"/>
                </a:cubicBezTo>
                <a:cubicBezTo>
                  <a:pt x="3169" y="616"/>
                  <a:pt x="3169" y="616"/>
                  <a:pt x="3169" y="616"/>
                </a:cubicBezTo>
                <a:moveTo>
                  <a:pt x="3227" y="632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35" y="427"/>
                  <a:pt x="3235" y="427"/>
                  <a:pt x="3235" y="427"/>
                </a:cubicBezTo>
                <a:cubicBezTo>
                  <a:pt x="3235" y="631"/>
                  <a:pt x="3235" y="631"/>
                  <a:pt x="3235" y="631"/>
                </a:cubicBezTo>
                <a:cubicBezTo>
                  <a:pt x="3312" y="631"/>
                  <a:pt x="3312" y="631"/>
                  <a:pt x="3312" y="631"/>
                </a:cubicBezTo>
                <a:cubicBezTo>
                  <a:pt x="3312" y="424"/>
                  <a:pt x="3312" y="424"/>
                  <a:pt x="3312" y="424"/>
                </a:cubicBezTo>
                <a:cubicBezTo>
                  <a:pt x="3236" y="424"/>
                  <a:pt x="3236" y="424"/>
                  <a:pt x="3236" y="424"/>
                </a:cubicBezTo>
                <a:cubicBezTo>
                  <a:pt x="3236" y="426"/>
                  <a:pt x="3236" y="426"/>
                  <a:pt x="3236" y="426"/>
                </a:cubicBezTo>
                <a:cubicBezTo>
                  <a:pt x="3310" y="426"/>
                  <a:pt x="3310" y="426"/>
                  <a:pt x="3310" y="426"/>
                </a:cubicBezTo>
                <a:cubicBezTo>
                  <a:pt x="3310" y="629"/>
                  <a:pt x="3310" y="629"/>
                  <a:pt x="3310" y="629"/>
                </a:cubicBezTo>
                <a:cubicBezTo>
                  <a:pt x="3237" y="629"/>
                  <a:pt x="3237" y="629"/>
                  <a:pt x="3237" y="629"/>
                </a:cubicBezTo>
                <a:cubicBezTo>
                  <a:pt x="3237" y="423"/>
                  <a:pt x="3237" y="423"/>
                  <a:pt x="3237" y="423"/>
                </a:cubicBezTo>
                <a:cubicBezTo>
                  <a:pt x="3225" y="430"/>
                  <a:pt x="3225" y="430"/>
                  <a:pt x="3225" y="430"/>
                </a:cubicBezTo>
                <a:cubicBezTo>
                  <a:pt x="3225" y="632"/>
                  <a:pt x="3225" y="632"/>
                  <a:pt x="3225" y="632"/>
                </a:cubicBezTo>
                <a:cubicBezTo>
                  <a:pt x="3227" y="632"/>
                  <a:pt x="3227" y="632"/>
                  <a:pt x="3227" y="632"/>
                </a:cubicBezTo>
                <a:moveTo>
                  <a:pt x="3226" y="430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47" y="413"/>
                  <a:pt x="3247" y="413"/>
                  <a:pt x="3247" y="413"/>
                </a:cubicBezTo>
                <a:cubicBezTo>
                  <a:pt x="3300" y="413"/>
                  <a:pt x="3300" y="413"/>
                  <a:pt x="3300" y="413"/>
                </a:cubicBezTo>
                <a:cubicBezTo>
                  <a:pt x="3306" y="420"/>
                  <a:pt x="3306" y="420"/>
                  <a:pt x="3306" y="420"/>
                </a:cubicBezTo>
                <a:cubicBezTo>
                  <a:pt x="3242" y="420"/>
                  <a:pt x="3242" y="420"/>
                  <a:pt x="3242" y="42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7" y="431"/>
                  <a:pt x="3227" y="431"/>
                  <a:pt x="3227" y="431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42" y="422"/>
                  <a:pt x="3242" y="422"/>
                  <a:pt x="3242" y="422"/>
                </a:cubicBezTo>
                <a:cubicBezTo>
                  <a:pt x="3311" y="422"/>
                  <a:pt x="3311" y="422"/>
                  <a:pt x="3311" y="422"/>
                </a:cubicBezTo>
                <a:cubicBezTo>
                  <a:pt x="3301" y="410"/>
                  <a:pt x="3301" y="410"/>
                  <a:pt x="3301" y="410"/>
                </a:cubicBezTo>
                <a:cubicBezTo>
                  <a:pt x="3246" y="410"/>
                  <a:pt x="3246" y="410"/>
                  <a:pt x="3246" y="41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26" y="430"/>
                  <a:pt x="3226" y="430"/>
                  <a:pt x="3226" y="430"/>
                </a:cubicBezTo>
                <a:moveTo>
                  <a:pt x="3236" y="629"/>
                </a:moveTo>
                <a:cubicBezTo>
                  <a:pt x="3228" y="629"/>
                  <a:pt x="3228" y="629"/>
                  <a:pt x="3228" y="629"/>
                </a:cubicBezTo>
                <a:cubicBezTo>
                  <a:pt x="3218" y="635"/>
                  <a:pt x="3218" y="635"/>
                  <a:pt x="3218" y="635"/>
                </a:cubicBezTo>
                <a:cubicBezTo>
                  <a:pt x="3218" y="671"/>
                  <a:pt x="3218" y="671"/>
                  <a:pt x="3218" y="671"/>
                </a:cubicBezTo>
                <a:cubicBezTo>
                  <a:pt x="3220" y="671"/>
                  <a:pt x="3220" y="671"/>
                  <a:pt x="3220" y="671"/>
                </a:cubicBezTo>
                <a:cubicBezTo>
                  <a:pt x="3220" y="637"/>
                  <a:pt x="3220" y="637"/>
                  <a:pt x="3220" y="637"/>
                </a:cubicBezTo>
                <a:cubicBezTo>
                  <a:pt x="3229" y="632"/>
                  <a:pt x="3229" y="632"/>
                  <a:pt x="3229" y="632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236" y="629"/>
                  <a:pt x="3236" y="629"/>
                  <a:pt x="3236" y="629"/>
                </a:cubicBezTo>
                <a:moveTo>
                  <a:pt x="3316" y="631"/>
                </a:moveTo>
                <a:cubicBezTo>
                  <a:pt x="3336" y="631"/>
                  <a:pt x="3336" y="631"/>
                  <a:pt x="3336" y="631"/>
                </a:cubicBezTo>
                <a:cubicBezTo>
                  <a:pt x="3336" y="626"/>
                  <a:pt x="3336" y="626"/>
                  <a:pt x="3336" y="626"/>
                </a:cubicBezTo>
                <a:cubicBezTo>
                  <a:pt x="3346" y="626"/>
                  <a:pt x="3346" y="626"/>
                  <a:pt x="3346" y="626"/>
                </a:cubicBezTo>
                <a:cubicBezTo>
                  <a:pt x="3346" y="632"/>
                  <a:pt x="3346" y="632"/>
                  <a:pt x="3346" y="632"/>
                </a:cubicBezTo>
                <a:cubicBezTo>
                  <a:pt x="3352" y="632"/>
                  <a:pt x="3352" y="632"/>
                  <a:pt x="3352" y="632"/>
                </a:cubicBezTo>
                <a:cubicBezTo>
                  <a:pt x="3352" y="648"/>
                  <a:pt x="3352" y="648"/>
                  <a:pt x="3352" y="648"/>
                </a:cubicBezTo>
                <a:cubicBezTo>
                  <a:pt x="3354" y="651"/>
                  <a:pt x="3354" y="651"/>
                  <a:pt x="3354" y="651"/>
                </a:cubicBezTo>
                <a:cubicBezTo>
                  <a:pt x="3354" y="671"/>
                  <a:pt x="3354" y="671"/>
                  <a:pt x="3354" y="671"/>
                </a:cubicBezTo>
                <a:cubicBezTo>
                  <a:pt x="3357" y="671"/>
                  <a:pt x="3357" y="671"/>
                  <a:pt x="3357" y="671"/>
                </a:cubicBezTo>
                <a:cubicBezTo>
                  <a:pt x="3357" y="650"/>
                  <a:pt x="3357" y="650"/>
                  <a:pt x="3357" y="650"/>
                </a:cubicBezTo>
                <a:cubicBezTo>
                  <a:pt x="3354" y="647"/>
                  <a:pt x="3354" y="647"/>
                  <a:pt x="3354" y="647"/>
                </a:cubicBezTo>
                <a:cubicBezTo>
                  <a:pt x="3354" y="630"/>
                  <a:pt x="3354" y="630"/>
                  <a:pt x="3354" y="630"/>
                </a:cubicBezTo>
                <a:cubicBezTo>
                  <a:pt x="3348" y="630"/>
                  <a:pt x="3348" y="630"/>
                  <a:pt x="3348" y="630"/>
                </a:cubicBezTo>
                <a:cubicBezTo>
                  <a:pt x="3348" y="624"/>
                  <a:pt x="3348" y="624"/>
                  <a:pt x="3348" y="624"/>
                </a:cubicBezTo>
                <a:cubicBezTo>
                  <a:pt x="3334" y="624"/>
                  <a:pt x="3334" y="624"/>
                  <a:pt x="3334" y="624"/>
                </a:cubicBezTo>
                <a:cubicBezTo>
                  <a:pt x="3334" y="629"/>
                  <a:pt x="3334" y="629"/>
                  <a:pt x="3334" y="629"/>
                </a:cubicBezTo>
                <a:cubicBezTo>
                  <a:pt x="3316" y="629"/>
                  <a:pt x="3316" y="629"/>
                  <a:pt x="3316" y="629"/>
                </a:cubicBezTo>
                <a:cubicBezTo>
                  <a:pt x="3316" y="631"/>
                  <a:pt x="3316" y="631"/>
                  <a:pt x="3316" y="631"/>
                </a:cubicBezTo>
                <a:moveTo>
                  <a:pt x="3182" y="615"/>
                </a:moveTo>
                <a:cubicBezTo>
                  <a:pt x="3182" y="562"/>
                  <a:pt x="3182" y="562"/>
                  <a:pt x="3182" y="562"/>
                </a:cubicBezTo>
                <a:cubicBezTo>
                  <a:pt x="3197" y="559"/>
                  <a:pt x="3197" y="559"/>
                  <a:pt x="3197" y="559"/>
                </a:cubicBezTo>
                <a:cubicBezTo>
                  <a:pt x="3197" y="663"/>
                  <a:pt x="3197" y="663"/>
                  <a:pt x="3197" y="663"/>
                </a:cubicBezTo>
                <a:cubicBezTo>
                  <a:pt x="3200" y="663"/>
                  <a:pt x="3200" y="663"/>
                  <a:pt x="3200" y="663"/>
                </a:cubicBezTo>
                <a:cubicBezTo>
                  <a:pt x="3200" y="556"/>
                  <a:pt x="3200" y="556"/>
                  <a:pt x="3200" y="556"/>
                </a:cubicBezTo>
                <a:cubicBezTo>
                  <a:pt x="3180" y="560"/>
                  <a:pt x="3180" y="560"/>
                  <a:pt x="3180" y="560"/>
                </a:cubicBezTo>
                <a:cubicBezTo>
                  <a:pt x="3180" y="615"/>
                  <a:pt x="3180" y="615"/>
                  <a:pt x="3180" y="615"/>
                </a:cubicBezTo>
                <a:cubicBezTo>
                  <a:pt x="3182" y="615"/>
                  <a:pt x="3182" y="615"/>
                  <a:pt x="3182" y="615"/>
                </a:cubicBezTo>
                <a:moveTo>
                  <a:pt x="3199" y="559"/>
                </a:moveTo>
                <a:cubicBezTo>
                  <a:pt x="3226" y="559"/>
                  <a:pt x="3226" y="559"/>
                  <a:pt x="3226" y="559"/>
                </a:cubicBezTo>
                <a:cubicBezTo>
                  <a:pt x="3226" y="557"/>
                  <a:pt x="3226" y="557"/>
                  <a:pt x="3226" y="557"/>
                </a:cubicBezTo>
                <a:cubicBezTo>
                  <a:pt x="3199" y="557"/>
                  <a:pt x="3199" y="557"/>
                  <a:pt x="3199" y="557"/>
                </a:cubicBezTo>
                <a:lnTo>
                  <a:pt x="3199" y="559"/>
                </a:lnTo>
                <a:close/>
                <a:moveTo>
                  <a:pt x="3143" y="559"/>
                </a:moveTo>
                <a:cubicBezTo>
                  <a:pt x="3143" y="508"/>
                  <a:pt x="3143" y="508"/>
                  <a:pt x="3143" y="508"/>
                </a:cubicBezTo>
                <a:cubicBezTo>
                  <a:pt x="3201" y="508"/>
                  <a:pt x="3201" y="508"/>
                  <a:pt x="3201" y="508"/>
                </a:cubicBezTo>
                <a:cubicBezTo>
                  <a:pt x="3201" y="545"/>
                  <a:pt x="3201" y="545"/>
                  <a:pt x="3201" y="545"/>
                </a:cubicBezTo>
                <a:cubicBezTo>
                  <a:pt x="3203" y="545"/>
                  <a:pt x="3203" y="545"/>
                  <a:pt x="3203" y="545"/>
                </a:cubicBezTo>
                <a:cubicBezTo>
                  <a:pt x="3203" y="505"/>
                  <a:pt x="3203" y="505"/>
                  <a:pt x="3203" y="505"/>
                </a:cubicBezTo>
                <a:cubicBezTo>
                  <a:pt x="3141" y="505"/>
                  <a:pt x="3141" y="505"/>
                  <a:pt x="3141" y="505"/>
                </a:cubicBezTo>
                <a:cubicBezTo>
                  <a:pt x="3141" y="559"/>
                  <a:pt x="3141" y="559"/>
                  <a:pt x="3141" y="559"/>
                </a:cubicBezTo>
                <a:cubicBezTo>
                  <a:pt x="3143" y="559"/>
                  <a:pt x="3143" y="559"/>
                  <a:pt x="3143" y="559"/>
                </a:cubicBezTo>
                <a:moveTo>
                  <a:pt x="3177" y="506"/>
                </a:moveTo>
                <a:cubicBezTo>
                  <a:pt x="3177" y="475"/>
                  <a:pt x="3177" y="475"/>
                  <a:pt x="3177" y="475"/>
                </a:cubicBezTo>
                <a:cubicBezTo>
                  <a:pt x="3226" y="475"/>
                  <a:pt x="3226" y="475"/>
                  <a:pt x="3226" y="475"/>
                </a:cubicBezTo>
                <a:cubicBezTo>
                  <a:pt x="3226" y="472"/>
                  <a:pt x="3226" y="472"/>
                  <a:pt x="3226" y="472"/>
                </a:cubicBezTo>
                <a:cubicBezTo>
                  <a:pt x="3175" y="472"/>
                  <a:pt x="3175" y="472"/>
                  <a:pt x="3175" y="472"/>
                </a:cubicBezTo>
                <a:cubicBezTo>
                  <a:pt x="3175" y="506"/>
                  <a:pt x="3175" y="506"/>
                  <a:pt x="3175" y="506"/>
                </a:cubicBezTo>
                <a:cubicBezTo>
                  <a:pt x="3177" y="506"/>
                  <a:pt x="3177" y="506"/>
                  <a:pt x="3177" y="506"/>
                </a:cubicBezTo>
                <a:moveTo>
                  <a:pt x="3158" y="507"/>
                </a:moveTo>
                <a:cubicBezTo>
                  <a:pt x="3158" y="461"/>
                  <a:pt x="3158" y="461"/>
                  <a:pt x="3158" y="461"/>
                </a:cubicBezTo>
                <a:cubicBezTo>
                  <a:pt x="3169" y="461"/>
                  <a:pt x="3169" y="461"/>
                  <a:pt x="3169" y="461"/>
                </a:cubicBezTo>
                <a:cubicBezTo>
                  <a:pt x="3169" y="450"/>
                  <a:pt x="3169" y="450"/>
                  <a:pt x="3169" y="450"/>
                </a:cubicBezTo>
                <a:cubicBezTo>
                  <a:pt x="3182" y="450"/>
                  <a:pt x="3182" y="450"/>
                  <a:pt x="3182" y="450"/>
                </a:cubicBezTo>
                <a:cubicBezTo>
                  <a:pt x="3182" y="458"/>
                  <a:pt x="3182" y="458"/>
                  <a:pt x="3182" y="458"/>
                </a:cubicBezTo>
                <a:cubicBezTo>
                  <a:pt x="3199" y="458"/>
                  <a:pt x="3199" y="458"/>
                  <a:pt x="3199" y="458"/>
                </a:cubicBezTo>
                <a:cubicBezTo>
                  <a:pt x="3199" y="473"/>
                  <a:pt x="3199" y="473"/>
                  <a:pt x="3199" y="473"/>
                </a:cubicBezTo>
                <a:cubicBezTo>
                  <a:pt x="3201" y="473"/>
                  <a:pt x="3201" y="473"/>
                  <a:pt x="3201" y="473"/>
                </a:cubicBezTo>
                <a:cubicBezTo>
                  <a:pt x="3201" y="456"/>
                  <a:pt x="3201" y="456"/>
                  <a:pt x="3201" y="456"/>
                </a:cubicBezTo>
                <a:cubicBezTo>
                  <a:pt x="3184" y="456"/>
                  <a:pt x="3184" y="456"/>
                  <a:pt x="3184" y="456"/>
                </a:cubicBezTo>
                <a:cubicBezTo>
                  <a:pt x="3184" y="449"/>
                  <a:pt x="3184" y="449"/>
                  <a:pt x="3184" y="449"/>
                </a:cubicBezTo>
                <a:cubicBezTo>
                  <a:pt x="3184" y="448"/>
                  <a:pt x="3184" y="448"/>
                  <a:pt x="3184" y="448"/>
                </a:cubicBezTo>
                <a:cubicBezTo>
                  <a:pt x="3167" y="448"/>
                  <a:pt x="3167" y="448"/>
                  <a:pt x="3167" y="448"/>
                </a:cubicBezTo>
                <a:cubicBezTo>
                  <a:pt x="3167" y="459"/>
                  <a:pt x="3167" y="459"/>
                  <a:pt x="3167" y="459"/>
                </a:cubicBezTo>
                <a:cubicBezTo>
                  <a:pt x="3156" y="459"/>
                  <a:pt x="3156" y="459"/>
                  <a:pt x="3156" y="459"/>
                </a:cubicBezTo>
                <a:cubicBezTo>
                  <a:pt x="3156" y="507"/>
                  <a:pt x="3156" y="507"/>
                  <a:pt x="3156" y="507"/>
                </a:cubicBezTo>
                <a:cubicBezTo>
                  <a:pt x="3158" y="507"/>
                  <a:pt x="3158" y="507"/>
                  <a:pt x="3158" y="507"/>
                </a:cubicBezTo>
                <a:moveTo>
                  <a:pt x="3067" y="551"/>
                </a:moveTo>
                <a:cubicBezTo>
                  <a:pt x="3067" y="492"/>
                  <a:pt x="3067" y="492"/>
                  <a:pt x="3067" y="492"/>
                </a:cubicBezTo>
                <a:cubicBezTo>
                  <a:pt x="3077" y="486"/>
                  <a:pt x="3077" y="486"/>
                  <a:pt x="3077" y="486"/>
                </a:cubicBezTo>
                <a:cubicBezTo>
                  <a:pt x="3077" y="480"/>
                  <a:pt x="3077" y="480"/>
                  <a:pt x="3077" y="480"/>
                </a:cubicBezTo>
                <a:cubicBezTo>
                  <a:pt x="3091" y="461"/>
                  <a:pt x="3091" y="461"/>
                  <a:pt x="3091" y="461"/>
                </a:cubicBezTo>
                <a:cubicBezTo>
                  <a:pt x="3106" y="479"/>
                  <a:pt x="3106" y="479"/>
                  <a:pt x="3106" y="479"/>
                </a:cubicBezTo>
                <a:cubicBezTo>
                  <a:pt x="3106" y="487"/>
                  <a:pt x="3106" y="487"/>
                  <a:pt x="3106" y="487"/>
                </a:cubicBezTo>
                <a:cubicBezTo>
                  <a:pt x="3106" y="488"/>
                  <a:pt x="3106" y="488"/>
                  <a:pt x="3106" y="488"/>
                </a:cubicBezTo>
                <a:cubicBezTo>
                  <a:pt x="3112" y="491"/>
                  <a:pt x="3112" y="491"/>
                  <a:pt x="3112" y="491"/>
                </a:cubicBezTo>
                <a:cubicBezTo>
                  <a:pt x="3112" y="559"/>
                  <a:pt x="3112" y="559"/>
                  <a:pt x="3112" y="559"/>
                </a:cubicBezTo>
                <a:cubicBezTo>
                  <a:pt x="3114" y="559"/>
                  <a:pt x="3114" y="559"/>
                  <a:pt x="3114" y="559"/>
                </a:cubicBezTo>
                <a:cubicBezTo>
                  <a:pt x="3114" y="489"/>
                  <a:pt x="3114" y="489"/>
                  <a:pt x="3114" y="489"/>
                </a:cubicBezTo>
                <a:cubicBezTo>
                  <a:pt x="3108" y="487"/>
                  <a:pt x="3108" y="487"/>
                  <a:pt x="3108" y="487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091" y="458"/>
                  <a:pt x="3091" y="458"/>
                  <a:pt x="3091" y="458"/>
                </a:cubicBezTo>
                <a:cubicBezTo>
                  <a:pt x="3075" y="480"/>
                  <a:pt x="3075" y="480"/>
                  <a:pt x="3075" y="480"/>
                </a:cubicBezTo>
                <a:cubicBezTo>
                  <a:pt x="3075" y="485"/>
                  <a:pt x="3075" y="485"/>
                  <a:pt x="3075" y="485"/>
                </a:cubicBezTo>
                <a:cubicBezTo>
                  <a:pt x="3065" y="491"/>
                  <a:pt x="3065" y="491"/>
                  <a:pt x="3065" y="491"/>
                </a:cubicBezTo>
                <a:cubicBezTo>
                  <a:pt x="3065" y="551"/>
                  <a:pt x="3065" y="551"/>
                  <a:pt x="3065" y="551"/>
                </a:cubicBezTo>
                <a:cubicBezTo>
                  <a:pt x="3067" y="551"/>
                  <a:pt x="3067" y="551"/>
                  <a:pt x="3067" y="551"/>
                </a:cubicBezTo>
                <a:moveTo>
                  <a:pt x="3077" y="483"/>
                </a:moveTo>
                <a:cubicBezTo>
                  <a:pt x="3086" y="480"/>
                  <a:pt x="3086" y="480"/>
                  <a:pt x="3086" y="480"/>
                </a:cubicBezTo>
                <a:cubicBezTo>
                  <a:pt x="3107" y="481"/>
                  <a:pt x="3107" y="481"/>
                  <a:pt x="3107" y="481"/>
                </a:cubicBezTo>
                <a:cubicBezTo>
                  <a:pt x="3107" y="479"/>
                  <a:pt x="3107" y="479"/>
                  <a:pt x="3107" y="479"/>
                </a:cubicBezTo>
                <a:cubicBezTo>
                  <a:pt x="3086" y="478"/>
                  <a:pt x="3086" y="478"/>
                  <a:pt x="3086" y="478"/>
                </a:cubicBezTo>
                <a:cubicBezTo>
                  <a:pt x="3076" y="481"/>
                  <a:pt x="3076" y="481"/>
                  <a:pt x="3076" y="481"/>
                </a:cubicBezTo>
                <a:cubicBezTo>
                  <a:pt x="3077" y="483"/>
                  <a:pt x="3077" y="483"/>
                  <a:pt x="3077" y="483"/>
                </a:cubicBezTo>
                <a:moveTo>
                  <a:pt x="3004" y="439"/>
                </a:moveTo>
                <a:cubicBezTo>
                  <a:pt x="3004" y="423"/>
                  <a:pt x="3004" y="423"/>
                  <a:pt x="3004" y="423"/>
                </a:cubicBezTo>
                <a:cubicBezTo>
                  <a:pt x="3015" y="423"/>
                  <a:pt x="3015" y="423"/>
                  <a:pt x="3015" y="423"/>
                </a:cubicBezTo>
                <a:cubicBezTo>
                  <a:pt x="3015" y="410"/>
                  <a:pt x="3015" y="410"/>
                  <a:pt x="3015" y="410"/>
                </a:cubicBezTo>
                <a:cubicBezTo>
                  <a:pt x="3020" y="410"/>
                  <a:pt x="3020" y="410"/>
                  <a:pt x="3020" y="410"/>
                </a:cubicBezTo>
                <a:cubicBezTo>
                  <a:pt x="3020" y="397"/>
                  <a:pt x="3020" y="397"/>
                  <a:pt x="3020" y="397"/>
                </a:cubicBezTo>
                <a:cubicBezTo>
                  <a:pt x="3028" y="388"/>
                  <a:pt x="3028" y="388"/>
                  <a:pt x="3028" y="388"/>
                </a:cubicBezTo>
                <a:cubicBezTo>
                  <a:pt x="3037" y="397"/>
                  <a:pt x="3037" y="397"/>
                  <a:pt x="3037" y="397"/>
                </a:cubicBezTo>
                <a:cubicBezTo>
                  <a:pt x="3037" y="406"/>
                  <a:pt x="3037" y="406"/>
                  <a:pt x="3037" y="406"/>
                </a:cubicBezTo>
                <a:cubicBezTo>
                  <a:pt x="3037" y="407"/>
                  <a:pt x="3037" y="407"/>
                  <a:pt x="3037" y="407"/>
                </a:cubicBezTo>
                <a:cubicBezTo>
                  <a:pt x="3046" y="407"/>
                  <a:pt x="3046" y="407"/>
                  <a:pt x="3046" y="407"/>
                </a:cubicBezTo>
                <a:cubicBezTo>
                  <a:pt x="3046" y="450"/>
                  <a:pt x="3046" y="450"/>
                  <a:pt x="3046" y="450"/>
                </a:cubicBezTo>
                <a:cubicBezTo>
                  <a:pt x="3049" y="450"/>
                  <a:pt x="3049" y="450"/>
                  <a:pt x="3049" y="450"/>
                </a:cubicBezTo>
                <a:cubicBezTo>
                  <a:pt x="3049" y="404"/>
                  <a:pt x="3049" y="404"/>
                  <a:pt x="3049" y="404"/>
                </a:cubicBezTo>
                <a:cubicBezTo>
                  <a:pt x="3039" y="405"/>
                  <a:pt x="3039" y="405"/>
                  <a:pt x="3039" y="405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28" y="385"/>
                  <a:pt x="3028" y="385"/>
                  <a:pt x="3028" y="385"/>
                </a:cubicBezTo>
                <a:cubicBezTo>
                  <a:pt x="3018" y="397"/>
                  <a:pt x="3018" y="397"/>
                  <a:pt x="3018" y="397"/>
                </a:cubicBezTo>
                <a:cubicBezTo>
                  <a:pt x="3018" y="407"/>
                  <a:pt x="3018" y="407"/>
                  <a:pt x="3018" y="407"/>
                </a:cubicBezTo>
                <a:cubicBezTo>
                  <a:pt x="3012" y="407"/>
                  <a:pt x="3012" y="407"/>
                  <a:pt x="3012" y="407"/>
                </a:cubicBezTo>
                <a:cubicBezTo>
                  <a:pt x="3012" y="420"/>
                  <a:pt x="3012" y="420"/>
                  <a:pt x="3012" y="420"/>
                </a:cubicBezTo>
                <a:cubicBezTo>
                  <a:pt x="3002" y="420"/>
                  <a:pt x="3002" y="420"/>
                  <a:pt x="3002" y="420"/>
                </a:cubicBezTo>
                <a:cubicBezTo>
                  <a:pt x="3002" y="439"/>
                  <a:pt x="3002" y="439"/>
                  <a:pt x="3002" y="439"/>
                </a:cubicBezTo>
                <a:cubicBezTo>
                  <a:pt x="3004" y="439"/>
                  <a:pt x="3004" y="439"/>
                  <a:pt x="3004" y="439"/>
                </a:cubicBezTo>
                <a:moveTo>
                  <a:pt x="2853" y="417"/>
                </a:moveTo>
                <a:cubicBezTo>
                  <a:pt x="2853" y="401"/>
                  <a:pt x="2853" y="401"/>
                  <a:pt x="2853" y="401"/>
                </a:cubicBezTo>
                <a:cubicBezTo>
                  <a:pt x="2870" y="401"/>
                  <a:pt x="2870" y="401"/>
                  <a:pt x="2870" y="401"/>
                </a:cubicBezTo>
                <a:cubicBezTo>
                  <a:pt x="2870" y="428"/>
                  <a:pt x="2870" y="428"/>
                  <a:pt x="2870" y="428"/>
                </a:cubicBezTo>
                <a:cubicBezTo>
                  <a:pt x="2873" y="428"/>
                  <a:pt x="2873" y="428"/>
                  <a:pt x="2873" y="428"/>
                </a:cubicBezTo>
                <a:cubicBezTo>
                  <a:pt x="2873" y="398"/>
                  <a:pt x="2873" y="398"/>
                  <a:pt x="2873" y="398"/>
                </a:cubicBezTo>
                <a:cubicBezTo>
                  <a:pt x="2850" y="398"/>
                  <a:pt x="2850" y="398"/>
                  <a:pt x="2850" y="398"/>
                </a:cubicBezTo>
                <a:cubicBezTo>
                  <a:pt x="2850" y="417"/>
                  <a:pt x="2850" y="417"/>
                  <a:pt x="2850" y="417"/>
                </a:cubicBezTo>
                <a:cubicBezTo>
                  <a:pt x="2853" y="417"/>
                  <a:pt x="2853" y="417"/>
                  <a:pt x="2853" y="417"/>
                </a:cubicBezTo>
                <a:moveTo>
                  <a:pt x="2864" y="443"/>
                </a:moveTo>
                <a:cubicBezTo>
                  <a:pt x="2883" y="443"/>
                  <a:pt x="2883" y="443"/>
                  <a:pt x="2883" y="443"/>
                </a:cubicBezTo>
                <a:cubicBezTo>
                  <a:pt x="2883" y="428"/>
                  <a:pt x="2883" y="428"/>
                  <a:pt x="2883" y="428"/>
                </a:cubicBezTo>
                <a:cubicBezTo>
                  <a:pt x="2921" y="428"/>
                  <a:pt x="2921" y="428"/>
                  <a:pt x="2921" y="428"/>
                </a:cubicBezTo>
                <a:cubicBezTo>
                  <a:pt x="2921" y="437"/>
                  <a:pt x="2921" y="437"/>
                  <a:pt x="2921" y="437"/>
                </a:cubicBezTo>
                <a:cubicBezTo>
                  <a:pt x="2921" y="438"/>
                  <a:pt x="2921" y="438"/>
                  <a:pt x="2921" y="438"/>
                </a:cubicBezTo>
                <a:cubicBezTo>
                  <a:pt x="2937" y="438"/>
                  <a:pt x="2937" y="438"/>
                  <a:pt x="2937" y="438"/>
                </a:cubicBezTo>
                <a:cubicBezTo>
                  <a:pt x="2937" y="443"/>
                  <a:pt x="2937" y="443"/>
                  <a:pt x="2937" y="443"/>
                </a:cubicBezTo>
                <a:cubicBezTo>
                  <a:pt x="2949" y="443"/>
                  <a:pt x="2949" y="443"/>
                  <a:pt x="2949" y="443"/>
                </a:cubicBezTo>
                <a:cubicBezTo>
                  <a:pt x="2949" y="483"/>
                  <a:pt x="2949" y="483"/>
                  <a:pt x="2949" y="483"/>
                </a:cubicBezTo>
                <a:cubicBezTo>
                  <a:pt x="2951" y="483"/>
                  <a:pt x="2951" y="483"/>
                  <a:pt x="2951" y="483"/>
                </a:cubicBezTo>
                <a:cubicBezTo>
                  <a:pt x="2951" y="441"/>
                  <a:pt x="2951" y="441"/>
                  <a:pt x="2951" y="441"/>
                </a:cubicBezTo>
                <a:cubicBezTo>
                  <a:pt x="2939" y="441"/>
                  <a:pt x="2939" y="441"/>
                  <a:pt x="2939" y="441"/>
                </a:cubicBezTo>
                <a:cubicBezTo>
                  <a:pt x="2940" y="437"/>
                  <a:pt x="2940" y="437"/>
                  <a:pt x="2940" y="437"/>
                </a:cubicBezTo>
                <a:cubicBezTo>
                  <a:pt x="2940" y="436"/>
                  <a:pt x="2940" y="436"/>
                  <a:pt x="2940" y="436"/>
                </a:cubicBezTo>
                <a:cubicBezTo>
                  <a:pt x="2923" y="436"/>
                  <a:pt x="2923" y="436"/>
                  <a:pt x="2923" y="436"/>
                </a:cubicBezTo>
                <a:cubicBezTo>
                  <a:pt x="2923" y="425"/>
                  <a:pt x="2923" y="425"/>
                  <a:pt x="2923" y="425"/>
                </a:cubicBezTo>
                <a:cubicBezTo>
                  <a:pt x="2880" y="425"/>
                  <a:pt x="2880" y="425"/>
                  <a:pt x="2880" y="425"/>
                </a:cubicBezTo>
                <a:cubicBezTo>
                  <a:pt x="2880" y="441"/>
                  <a:pt x="2880" y="441"/>
                  <a:pt x="2880" y="441"/>
                </a:cubicBezTo>
                <a:cubicBezTo>
                  <a:pt x="2864" y="441"/>
                  <a:pt x="2864" y="441"/>
                  <a:pt x="2864" y="441"/>
                </a:cubicBezTo>
                <a:cubicBezTo>
                  <a:pt x="2864" y="443"/>
                  <a:pt x="2864" y="443"/>
                  <a:pt x="2864" y="443"/>
                </a:cubicBezTo>
                <a:moveTo>
                  <a:pt x="3048" y="423"/>
                </a:moveTo>
                <a:cubicBezTo>
                  <a:pt x="3063" y="423"/>
                  <a:pt x="3063" y="423"/>
                  <a:pt x="3063" y="423"/>
                </a:cubicBezTo>
                <a:cubicBezTo>
                  <a:pt x="3063" y="417"/>
                  <a:pt x="3063" y="417"/>
                  <a:pt x="3063" y="417"/>
                </a:cubicBezTo>
                <a:cubicBezTo>
                  <a:pt x="3078" y="417"/>
                  <a:pt x="3078" y="417"/>
                  <a:pt x="3078" y="417"/>
                </a:cubicBezTo>
                <a:cubicBezTo>
                  <a:pt x="3078" y="421"/>
                  <a:pt x="3078" y="421"/>
                  <a:pt x="3078" y="421"/>
                </a:cubicBezTo>
                <a:cubicBezTo>
                  <a:pt x="3088" y="421"/>
                  <a:pt x="3088" y="421"/>
                  <a:pt x="3088" y="421"/>
                </a:cubicBezTo>
                <a:cubicBezTo>
                  <a:pt x="3088" y="440"/>
                  <a:pt x="3088" y="440"/>
                  <a:pt x="3088" y="440"/>
                </a:cubicBezTo>
                <a:cubicBezTo>
                  <a:pt x="3102" y="440"/>
                  <a:pt x="3102" y="440"/>
                  <a:pt x="3102" y="440"/>
                </a:cubicBezTo>
                <a:cubicBezTo>
                  <a:pt x="3102" y="411"/>
                  <a:pt x="3102" y="411"/>
                  <a:pt x="3102" y="411"/>
                </a:cubicBezTo>
                <a:cubicBezTo>
                  <a:pt x="3107" y="411"/>
                  <a:pt x="3107" y="411"/>
                  <a:pt x="3107" y="411"/>
                </a:cubicBezTo>
                <a:cubicBezTo>
                  <a:pt x="3107" y="362"/>
                  <a:pt x="3107" y="362"/>
                  <a:pt x="3107" y="362"/>
                </a:cubicBezTo>
                <a:cubicBezTo>
                  <a:pt x="3125" y="362"/>
                  <a:pt x="3125" y="362"/>
                  <a:pt x="3125" y="362"/>
                </a:cubicBezTo>
                <a:cubicBezTo>
                  <a:pt x="3125" y="391"/>
                  <a:pt x="3125" y="391"/>
                  <a:pt x="3125" y="391"/>
                </a:cubicBezTo>
                <a:cubicBezTo>
                  <a:pt x="3152" y="391"/>
                  <a:pt x="3152" y="391"/>
                  <a:pt x="3152" y="391"/>
                </a:cubicBezTo>
                <a:cubicBezTo>
                  <a:pt x="3152" y="401"/>
                  <a:pt x="3152" y="401"/>
                  <a:pt x="3152" y="401"/>
                </a:cubicBezTo>
                <a:cubicBezTo>
                  <a:pt x="3154" y="401"/>
                  <a:pt x="3154" y="401"/>
                  <a:pt x="3154" y="401"/>
                </a:cubicBezTo>
                <a:cubicBezTo>
                  <a:pt x="3154" y="389"/>
                  <a:pt x="3154" y="389"/>
                  <a:pt x="3154" y="389"/>
                </a:cubicBezTo>
                <a:cubicBezTo>
                  <a:pt x="3127" y="389"/>
                  <a:pt x="3127" y="389"/>
                  <a:pt x="3127" y="389"/>
                </a:cubicBezTo>
                <a:cubicBezTo>
                  <a:pt x="3127" y="359"/>
                  <a:pt x="3127" y="359"/>
                  <a:pt x="3127" y="359"/>
                </a:cubicBezTo>
                <a:cubicBezTo>
                  <a:pt x="3104" y="359"/>
                  <a:pt x="3104" y="359"/>
                  <a:pt x="3104" y="359"/>
                </a:cubicBezTo>
                <a:cubicBezTo>
                  <a:pt x="3104" y="408"/>
                  <a:pt x="3104" y="408"/>
                  <a:pt x="3104" y="408"/>
                </a:cubicBezTo>
                <a:cubicBezTo>
                  <a:pt x="3100" y="408"/>
                  <a:pt x="3100" y="408"/>
                  <a:pt x="3100" y="408"/>
                </a:cubicBezTo>
                <a:cubicBezTo>
                  <a:pt x="3100" y="438"/>
                  <a:pt x="3100" y="438"/>
                  <a:pt x="3100" y="438"/>
                </a:cubicBezTo>
                <a:cubicBezTo>
                  <a:pt x="3090" y="438"/>
                  <a:pt x="3090" y="438"/>
                  <a:pt x="3090" y="438"/>
                </a:cubicBezTo>
                <a:cubicBezTo>
                  <a:pt x="3090" y="419"/>
                  <a:pt x="3090" y="419"/>
                  <a:pt x="3090" y="419"/>
                </a:cubicBezTo>
                <a:cubicBezTo>
                  <a:pt x="3080" y="419"/>
                  <a:pt x="3080" y="419"/>
                  <a:pt x="3080" y="419"/>
                </a:cubicBezTo>
                <a:cubicBezTo>
                  <a:pt x="3080" y="415"/>
                  <a:pt x="3080" y="415"/>
                  <a:pt x="3080" y="415"/>
                </a:cubicBezTo>
                <a:cubicBezTo>
                  <a:pt x="3060" y="415"/>
                  <a:pt x="3060" y="415"/>
                  <a:pt x="3060" y="415"/>
                </a:cubicBezTo>
                <a:cubicBezTo>
                  <a:pt x="3060" y="420"/>
                  <a:pt x="3060" y="420"/>
                  <a:pt x="3060" y="420"/>
                </a:cubicBezTo>
                <a:cubicBezTo>
                  <a:pt x="3048" y="420"/>
                  <a:pt x="3048" y="420"/>
                  <a:pt x="3048" y="420"/>
                </a:cubicBezTo>
                <a:cubicBezTo>
                  <a:pt x="3048" y="423"/>
                  <a:pt x="3048" y="423"/>
                  <a:pt x="3048" y="423"/>
                </a:cubicBezTo>
                <a:moveTo>
                  <a:pt x="3113" y="499"/>
                </a:moveTo>
                <a:cubicBezTo>
                  <a:pt x="3134" y="499"/>
                  <a:pt x="3134" y="499"/>
                  <a:pt x="3134" y="499"/>
                </a:cubicBezTo>
                <a:cubicBezTo>
                  <a:pt x="3134" y="483"/>
                  <a:pt x="3134" y="483"/>
                  <a:pt x="3134" y="483"/>
                </a:cubicBezTo>
                <a:cubicBezTo>
                  <a:pt x="3157" y="483"/>
                  <a:pt x="3157" y="483"/>
                  <a:pt x="3157" y="483"/>
                </a:cubicBezTo>
                <a:cubicBezTo>
                  <a:pt x="3157" y="481"/>
                  <a:pt x="3157" y="481"/>
                  <a:pt x="3157" y="481"/>
                </a:cubicBezTo>
                <a:cubicBezTo>
                  <a:pt x="3131" y="481"/>
                  <a:pt x="3131" y="481"/>
                  <a:pt x="3131" y="481"/>
                </a:cubicBezTo>
                <a:cubicBezTo>
                  <a:pt x="3131" y="497"/>
                  <a:pt x="3131" y="497"/>
                  <a:pt x="3131" y="497"/>
                </a:cubicBezTo>
                <a:cubicBezTo>
                  <a:pt x="3113" y="497"/>
                  <a:pt x="3113" y="497"/>
                  <a:pt x="3113" y="497"/>
                </a:cubicBezTo>
                <a:cubicBezTo>
                  <a:pt x="3113" y="499"/>
                  <a:pt x="3113" y="499"/>
                  <a:pt x="3113" y="499"/>
                </a:cubicBezTo>
                <a:moveTo>
                  <a:pt x="3143" y="478"/>
                </a:moveTo>
                <a:cubicBezTo>
                  <a:pt x="3143" y="405"/>
                  <a:pt x="3143" y="405"/>
                  <a:pt x="3143" y="405"/>
                </a:cubicBezTo>
                <a:cubicBezTo>
                  <a:pt x="3167" y="406"/>
                  <a:pt x="3167" y="406"/>
                  <a:pt x="3167" y="406"/>
                </a:cubicBezTo>
                <a:cubicBezTo>
                  <a:pt x="3167" y="392"/>
                  <a:pt x="3167" y="392"/>
                  <a:pt x="3167" y="392"/>
                </a:cubicBezTo>
                <a:cubicBezTo>
                  <a:pt x="3192" y="392"/>
                  <a:pt x="3192" y="392"/>
                  <a:pt x="3192" y="392"/>
                </a:cubicBezTo>
                <a:cubicBezTo>
                  <a:pt x="3192" y="406"/>
                  <a:pt x="3192" y="406"/>
                  <a:pt x="3192" y="406"/>
                </a:cubicBezTo>
                <a:cubicBezTo>
                  <a:pt x="3211" y="406"/>
                  <a:pt x="3211" y="406"/>
                  <a:pt x="3211" y="406"/>
                </a:cubicBezTo>
                <a:cubicBezTo>
                  <a:pt x="3211" y="473"/>
                  <a:pt x="3211" y="473"/>
                  <a:pt x="3211" y="473"/>
                </a:cubicBezTo>
                <a:cubicBezTo>
                  <a:pt x="3213" y="473"/>
                  <a:pt x="3213" y="473"/>
                  <a:pt x="3213" y="473"/>
                </a:cubicBezTo>
                <a:cubicBezTo>
                  <a:pt x="3213" y="404"/>
                  <a:pt x="3213" y="404"/>
                  <a:pt x="3213" y="404"/>
                </a:cubicBezTo>
                <a:cubicBezTo>
                  <a:pt x="3194" y="404"/>
                  <a:pt x="3194" y="404"/>
                  <a:pt x="3194" y="404"/>
                </a:cubicBezTo>
                <a:cubicBezTo>
                  <a:pt x="3194" y="390"/>
                  <a:pt x="3194" y="390"/>
                  <a:pt x="3194" y="390"/>
                </a:cubicBezTo>
                <a:cubicBezTo>
                  <a:pt x="3164" y="390"/>
                  <a:pt x="3164" y="390"/>
                  <a:pt x="3164" y="390"/>
                </a:cubicBezTo>
                <a:cubicBezTo>
                  <a:pt x="3164" y="403"/>
                  <a:pt x="3164" y="403"/>
                  <a:pt x="3164" y="403"/>
                </a:cubicBezTo>
                <a:cubicBezTo>
                  <a:pt x="3140" y="403"/>
                  <a:pt x="3140" y="403"/>
                  <a:pt x="3140" y="403"/>
                </a:cubicBezTo>
                <a:cubicBezTo>
                  <a:pt x="3140" y="478"/>
                  <a:pt x="3140" y="478"/>
                  <a:pt x="3140" y="478"/>
                </a:cubicBezTo>
                <a:cubicBezTo>
                  <a:pt x="3143" y="478"/>
                  <a:pt x="3143" y="478"/>
                  <a:pt x="3143" y="478"/>
                </a:cubicBezTo>
                <a:moveTo>
                  <a:pt x="3210" y="404"/>
                </a:moveTo>
                <a:cubicBezTo>
                  <a:pt x="3210" y="389"/>
                  <a:pt x="3210" y="389"/>
                  <a:pt x="3210" y="389"/>
                </a:cubicBezTo>
                <a:cubicBezTo>
                  <a:pt x="3226" y="389"/>
                  <a:pt x="3226" y="389"/>
                  <a:pt x="3226" y="389"/>
                </a:cubicBezTo>
                <a:cubicBezTo>
                  <a:pt x="3226" y="382"/>
                  <a:pt x="3226" y="382"/>
                  <a:pt x="3226" y="382"/>
                </a:cubicBezTo>
                <a:cubicBezTo>
                  <a:pt x="3256" y="382"/>
                  <a:pt x="3256" y="382"/>
                  <a:pt x="3256" y="382"/>
                </a:cubicBezTo>
                <a:cubicBezTo>
                  <a:pt x="3256" y="411"/>
                  <a:pt x="3256" y="411"/>
                  <a:pt x="3256" y="411"/>
                </a:cubicBezTo>
                <a:cubicBezTo>
                  <a:pt x="3258" y="411"/>
                  <a:pt x="3258" y="411"/>
                  <a:pt x="3258" y="411"/>
                </a:cubicBezTo>
                <a:cubicBezTo>
                  <a:pt x="3258" y="379"/>
                  <a:pt x="3258" y="379"/>
                  <a:pt x="3258" y="379"/>
                </a:cubicBezTo>
                <a:cubicBezTo>
                  <a:pt x="3223" y="379"/>
                  <a:pt x="3223" y="379"/>
                  <a:pt x="3223" y="379"/>
                </a:cubicBezTo>
                <a:cubicBezTo>
                  <a:pt x="3223" y="387"/>
                  <a:pt x="3223" y="387"/>
                  <a:pt x="3223" y="387"/>
                </a:cubicBezTo>
                <a:cubicBezTo>
                  <a:pt x="3208" y="387"/>
                  <a:pt x="3208" y="387"/>
                  <a:pt x="3208" y="387"/>
                </a:cubicBezTo>
                <a:cubicBezTo>
                  <a:pt x="3208" y="404"/>
                  <a:pt x="3208" y="404"/>
                  <a:pt x="3208" y="404"/>
                </a:cubicBezTo>
                <a:cubicBezTo>
                  <a:pt x="3210" y="404"/>
                  <a:pt x="3210" y="404"/>
                  <a:pt x="3210" y="404"/>
                </a:cubicBezTo>
                <a:moveTo>
                  <a:pt x="3311" y="513"/>
                </a:moveTo>
                <a:cubicBezTo>
                  <a:pt x="3328" y="513"/>
                  <a:pt x="3328" y="513"/>
                  <a:pt x="3328" y="513"/>
                </a:cubicBezTo>
                <a:cubicBezTo>
                  <a:pt x="3328" y="544"/>
                  <a:pt x="3328" y="544"/>
                  <a:pt x="3328" y="544"/>
                </a:cubicBezTo>
                <a:cubicBezTo>
                  <a:pt x="3338" y="544"/>
                  <a:pt x="3338" y="544"/>
                  <a:pt x="3338" y="544"/>
                </a:cubicBezTo>
                <a:cubicBezTo>
                  <a:pt x="3338" y="524"/>
                  <a:pt x="3338" y="524"/>
                  <a:pt x="3338" y="524"/>
                </a:cubicBezTo>
                <a:cubicBezTo>
                  <a:pt x="3360" y="524"/>
                  <a:pt x="3360" y="524"/>
                  <a:pt x="3360" y="524"/>
                </a:cubicBezTo>
                <a:cubicBezTo>
                  <a:pt x="3360" y="659"/>
                  <a:pt x="3360" y="659"/>
                  <a:pt x="3360" y="659"/>
                </a:cubicBezTo>
                <a:cubicBezTo>
                  <a:pt x="3362" y="659"/>
                  <a:pt x="3362" y="659"/>
                  <a:pt x="3362" y="659"/>
                </a:cubicBezTo>
                <a:cubicBezTo>
                  <a:pt x="3362" y="522"/>
                  <a:pt x="3362" y="522"/>
                  <a:pt x="3362" y="522"/>
                </a:cubicBezTo>
                <a:cubicBezTo>
                  <a:pt x="3336" y="522"/>
                  <a:pt x="3336" y="522"/>
                  <a:pt x="3336" y="522"/>
                </a:cubicBezTo>
                <a:cubicBezTo>
                  <a:pt x="3336" y="541"/>
                  <a:pt x="3336" y="541"/>
                  <a:pt x="3336" y="541"/>
                </a:cubicBezTo>
                <a:cubicBezTo>
                  <a:pt x="3330" y="541"/>
                  <a:pt x="3330" y="541"/>
                  <a:pt x="3330" y="541"/>
                </a:cubicBezTo>
                <a:cubicBezTo>
                  <a:pt x="3330" y="511"/>
                  <a:pt x="3330" y="511"/>
                  <a:pt x="3330" y="511"/>
                </a:cubicBezTo>
                <a:cubicBezTo>
                  <a:pt x="3311" y="511"/>
                  <a:pt x="3311" y="511"/>
                  <a:pt x="3311" y="511"/>
                </a:cubicBezTo>
                <a:cubicBezTo>
                  <a:pt x="3311" y="513"/>
                  <a:pt x="3311" y="513"/>
                  <a:pt x="3311" y="513"/>
                </a:cubicBezTo>
                <a:moveTo>
                  <a:pt x="3363" y="519"/>
                </a:moveTo>
                <a:cubicBezTo>
                  <a:pt x="3363" y="421"/>
                  <a:pt x="3363" y="421"/>
                  <a:pt x="3363" y="421"/>
                </a:cubicBezTo>
                <a:cubicBezTo>
                  <a:pt x="3366" y="418"/>
                  <a:pt x="3366" y="418"/>
                  <a:pt x="3366" y="418"/>
                </a:cubicBezTo>
                <a:cubicBezTo>
                  <a:pt x="3366" y="417"/>
                  <a:pt x="3366" y="417"/>
                  <a:pt x="3366" y="417"/>
                </a:cubicBezTo>
                <a:cubicBezTo>
                  <a:pt x="3366" y="412"/>
                  <a:pt x="3366" y="412"/>
                  <a:pt x="3366" y="412"/>
                </a:cubicBezTo>
                <a:cubicBezTo>
                  <a:pt x="3371" y="410"/>
                  <a:pt x="3371" y="410"/>
                  <a:pt x="3371" y="410"/>
                </a:cubicBezTo>
                <a:cubicBezTo>
                  <a:pt x="3379" y="410"/>
                  <a:pt x="3379" y="410"/>
                  <a:pt x="3379" y="410"/>
                </a:cubicBezTo>
                <a:cubicBezTo>
                  <a:pt x="3380" y="410"/>
                  <a:pt x="3380" y="410"/>
                  <a:pt x="3380" y="410"/>
                </a:cubicBezTo>
                <a:cubicBezTo>
                  <a:pt x="3380" y="404"/>
                  <a:pt x="3380" y="404"/>
                  <a:pt x="3380" y="404"/>
                </a:cubicBezTo>
                <a:cubicBezTo>
                  <a:pt x="3393" y="404"/>
                  <a:pt x="3393" y="404"/>
                  <a:pt x="3393" y="404"/>
                </a:cubicBezTo>
                <a:cubicBezTo>
                  <a:pt x="3393" y="412"/>
                  <a:pt x="3393" y="412"/>
                  <a:pt x="3393" y="412"/>
                </a:cubicBezTo>
                <a:cubicBezTo>
                  <a:pt x="3408" y="412"/>
                  <a:pt x="3408" y="412"/>
                  <a:pt x="3408" y="412"/>
                </a:cubicBezTo>
                <a:cubicBezTo>
                  <a:pt x="3408" y="404"/>
                  <a:pt x="3408" y="404"/>
                  <a:pt x="3408" y="404"/>
                </a:cubicBezTo>
                <a:cubicBezTo>
                  <a:pt x="3422" y="404"/>
                  <a:pt x="3422" y="404"/>
                  <a:pt x="3422" y="404"/>
                </a:cubicBezTo>
                <a:cubicBezTo>
                  <a:pt x="3423" y="411"/>
                  <a:pt x="3423" y="411"/>
                  <a:pt x="3423" y="411"/>
                </a:cubicBezTo>
                <a:cubicBezTo>
                  <a:pt x="3423" y="412"/>
                  <a:pt x="3423" y="412"/>
                  <a:pt x="3423" y="412"/>
                </a:cubicBezTo>
                <a:cubicBezTo>
                  <a:pt x="3447" y="412"/>
                  <a:pt x="3447" y="412"/>
                  <a:pt x="3447" y="412"/>
                </a:cubicBezTo>
                <a:cubicBezTo>
                  <a:pt x="3456" y="405"/>
                  <a:pt x="3456" y="405"/>
                  <a:pt x="3456" y="405"/>
                </a:cubicBezTo>
                <a:cubicBezTo>
                  <a:pt x="3456" y="400"/>
                  <a:pt x="3456" y="400"/>
                  <a:pt x="3456" y="400"/>
                </a:cubicBezTo>
                <a:cubicBezTo>
                  <a:pt x="3474" y="400"/>
                  <a:pt x="3474" y="400"/>
                  <a:pt x="3474" y="400"/>
                </a:cubicBezTo>
                <a:cubicBezTo>
                  <a:pt x="3473" y="408"/>
                  <a:pt x="3473" y="408"/>
                  <a:pt x="3473" y="408"/>
                </a:cubicBezTo>
                <a:cubicBezTo>
                  <a:pt x="3473" y="409"/>
                  <a:pt x="3473" y="409"/>
                  <a:pt x="3473" y="409"/>
                </a:cubicBezTo>
                <a:cubicBezTo>
                  <a:pt x="3495" y="409"/>
                  <a:pt x="3495" y="409"/>
                  <a:pt x="3495" y="409"/>
                </a:cubicBezTo>
                <a:cubicBezTo>
                  <a:pt x="3495" y="407"/>
                  <a:pt x="3495" y="407"/>
                  <a:pt x="3495" y="407"/>
                </a:cubicBezTo>
                <a:cubicBezTo>
                  <a:pt x="3476" y="407"/>
                  <a:pt x="3476" y="407"/>
                  <a:pt x="3476" y="407"/>
                </a:cubicBezTo>
                <a:cubicBezTo>
                  <a:pt x="3476" y="399"/>
                  <a:pt x="3476" y="399"/>
                  <a:pt x="3476" y="399"/>
                </a:cubicBezTo>
                <a:cubicBezTo>
                  <a:pt x="3476" y="398"/>
                  <a:pt x="3476" y="398"/>
                  <a:pt x="3476" y="398"/>
                </a:cubicBezTo>
                <a:cubicBezTo>
                  <a:pt x="3454" y="398"/>
                  <a:pt x="3454" y="398"/>
                  <a:pt x="3454" y="398"/>
                </a:cubicBezTo>
                <a:cubicBezTo>
                  <a:pt x="3454" y="404"/>
                  <a:pt x="3454" y="404"/>
                  <a:pt x="3454" y="404"/>
                </a:cubicBezTo>
                <a:cubicBezTo>
                  <a:pt x="3447" y="410"/>
                  <a:pt x="3447" y="410"/>
                  <a:pt x="3447" y="410"/>
                </a:cubicBezTo>
                <a:cubicBezTo>
                  <a:pt x="3425" y="410"/>
                  <a:pt x="3425" y="410"/>
                  <a:pt x="3425" y="410"/>
                </a:cubicBezTo>
                <a:cubicBezTo>
                  <a:pt x="3425" y="403"/>
                  <a:pt x="3425" y="403"/>
                  <a:pt x="3425" y="403"/>
                </a:cubicBezTo>
                <a:cubicBezTo>
                  <a:pt x="3424" y="402"/>
                  <a:pt x="3424" y="402"/>
                  <a:pt x="3424" y="402"/>
                </a:cubicBezTo>
                <a:cubicBezTo>
                  <a:pt x="3406" y="402"/>
                  <a:pt x="3406" y="402"/>
                  <a:pt x="3406" y="402"/>
                </a:cubicBezTo>
                <a:cubicBezTo>
                  <a:pt x="3406" y="410"/>
                  <a:pt x="3406" y="410"/>
                  <a:pt x="3406" y="410"/>
                </a:cubicBezTo>
                <a:cubicBezTo>
                  <a:pt x="3395" y="410"/>
                  <a:pt x="3395" y="410"/>
                  <a:pt x="3395" y="410"/>
                </a:cubicBezTo>
                <a:cubicBezTo>
                  <a:pt x="3395" y="402"/>
                  <a:pt x="3395" y="402"/>
                  <a:pt x="3395" y="402"/>
                </a:cubicBezTo>
                <a:cubicBezTo>
                  <a:pt x="3378" y="402"/>
                  <a:pt x="3378" y="402"/>
                  <a:pt x="3378" y="402"/>
                </a:cubicBezTo>
                <a:cubicBezTo>
                  <a:pt x="3378" y="408"/>
                  <a:pt x="3378" y="408"/>
                  <a:pt x="3378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7"/>
                  <a:pt x="3364" y="417"/>
                  <a:pt x="3364" y="417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519"/>
                  <a:pt x="3361" y="519"/>
                  <a:pt x="3361" y="519"/>
                </a:cubicBezTo>
                <a:cubicBezTo>
                  <a:pt x="3363" y="519"/>
                  <a:pt x="3363" y="519"/>
                  <a:pt x="3363" y="519"/>
                </a:cubicBezTo>
                <a:moveTo>
                  <a:pt x="3393" y="660"/>
                </a:moveTo>
                <a:cubicBezTo>
                  <a:pt x="3395" y="660"/>
                  <a:pt x="3395" y="660"/>
                  <a:pt x="3395" y="660"/>
                </a:cubicBezTo>
                <a:cubicBezTo>
                  <a:pt x="3395" y="416"/>
                  <a:pt x="3395" y="416"/>
                  <a:pt x="3395" y="416"/>
                </a:cubicBezTo>
                <a:cubicBezTo>
                  <a:pt x="3393" y="416"/>
                  <a:pt x="3393" y="416"/>
                  <a:pt x="3393" y="416"/>
                </a:cubicBezTo>
                <a:lnTo>
                  <a:pt x="3393" y="660"/>
                </a:lnTo>
                <a:close/>
                <a:moveTo>
                  <a:pt x="3428" y="616"/>
                </a:moveTo>
                <a:cubicBezTo>
                  <a:pt x="3431" y="616"/>
                  <a:pt x="3431" y="616"/>
                  <a:pt x="3431" y="616"/>
                </a:cubicBezTo>
                <a:cubicBezTo>
                  <a:pt x="3431" y="423"/>
                  <a:pt x="3431" y="423"/>
                  <a:pt x="3431" y="423"/>
                </a:cubicBezTo>
                <a:cubicBezTo>
                  <a:pt x="3428" y="423"/>
                  <a:pt x="3428" y="423"/>
                  <a:pt x="3428" y="423"/>
                </a:cubicBezTo>
                <a:lnTo>
                  <a:pt x="3428" y="616"/>
                </a:lnTo>
                <a:close/>
                <a:moveTo>
                  <a:pt x="3369" y="659"/>
                </a:moveTo>
                <a:cubicBezTo>
                  <a:pt x="3372" y="659"/>
                  <a:pt x="3372" y="659"/>
                  <a:pt x="3372" y="659"/>
                </a:cubicBezTo>
                <a:cubicBezTo>
                  <a:pt x="3372" y="410"/>
                  <a:pt x="3372" y="410"/>
                  <a:pt x="3372" y="410"/>
                </a:cubicBezTo>
                <a:cubicBezTo>
                  <a:pt x="3369" y="410"/>
                  <a:pt x="3369" y="410"/>
                  <a:pt x="3369" y="410"/>
                </a:cubicBezTo>
                <a:lnTo>
                  <a:pt x="3369" y="659"/>
                </a:lnTo>
                <a:close/>
                <a:moveTo>
                  <a:pt x="3496" y="418"/>
                </a:moveTo>
                <a:cubicBezTo>
                  <a:pt x="3474" y="418"/>
                  <a:pt x="3474" y="418"/>
                  <a:pt x="3474" y="418"/>
                </a:cubicBezTo>
                <a:cubicBezTo>
                  <a:pt x="3474" y="622"/>
                  <a:pt x="3474" y="622"/>
                  <a:pt x="3474" y="622"/>
                </a:cubicBezTo>
                <a:cubicBezTo>
                  <a:pt x="3476" y="622"/>
                  <a:pt x="3476" y="622"/>
                  <a:pt x="3476" y="622"/>
                </a:cubicBezTo>
                <a:cubicBezTo>
                  <a:pt x="3476" y="420"/>
                  <a:pt x="3476" y="420"/>
                  <a:pt x="3476" y="420"/>
                </a:cubicBezTo>
                <a:cubicBezTo>
                  <a:pt x="3496" y="420"/>
                  <a:pt x="3496" y="420"/>
                  <a:pt x="3496" y="420"/>
                </a:cubicBezTo>
                <a:cubicBezTo>
                  <a:pt x="3496" y="418"/>
                  <a:pt x="3496" y="418"/>
                  <a:pt x="3496" y="418"/>
                </a:cubicBezTo>
                <a:moveTo>
                  <a:pt x="3355" y="661"/>
                </a:moveTo>
                <a:cubicBezTo>
                  <a:pt x="3413" y="661"/>
                  <a:pt x="3413" y="661"/>
                  <a:pt x="3413" y="661"/>
                </a:cubicBezTo>
                <a:cubicBezTo>
                  <a:pt x="3413" y="630"/>
                  <a:pt x="3413" y="630"/>
                  <a:pt x="3413" y="630"/>
                </a:cubicBezTo>
                <a:cubicBezTo>
                  <a:pt x="3435" y="630"/>
                  <a:pt x="3435" y="630"/>
                  <a:pt x="3435" y="630"/>
                </a:cubicBezTo>
                <a:cubicBezTo>
                  <a:pt x="3448" y="618"/>
                  <a:pt x="3448" y="618"/>
                  <a:pt x="3448" y="618"/>
                </a:cubicBezTo>
                <a:cubicBezTo>
                  <a:pt x="3448" y="412"/>
                  <a:pt x="3448" y="412"/>
                  <a:pt x="3448" y="412"/>
                </a:cubicBezTo>
                <a:cubicBezTo>
                  <a:pt x="3445" y="412"/>
                  <a:pt x="3445" y="412"/>
                  <a:pt x="3445" y="412"/>
                </a:cubicBezTo>
                <a:cubicBezTo>
                  <a:pt x="3445" y="617"/>
                  <a:pt x="3445" y="617"/>
                  <a:pt x="3445" y="617"/>
                </a:cubicBezTo>
                <a:cubicBezTo>
                  <a:pt x="3434" y="628"/>
                  <a:pt x="3434" y="628"/>
                  <a:pt x="3434" y="628"/>
                </a:cubicBezTo>
                <a:cubicBezTo>
                  <a:pt x="3411" y="628"/>
                  <a:pt x="3411" y="628"/>
                  <a:pt x="3411" y="628"/>
                </a:cubicBezTo>
                <a:cubicBezTo>
                  <a:pt x="3411" y="659"/>
                  <a:pt x="3411" y="659"/>
                  <a:pt x="3411" y="659"/>
                </a:cubicBezTo>
                <a:cubicBezTo>
                  <a:pt x="3355" y="659"/>
                  <a:pt x="3355" y="659"/>
                  <a:pt x="3355" y="659"/>
                </a:cubicBezTo>
                <a:cubicBezTo>
                  <a:pt x="3355" y="661"/>
                  <a:pt x="3355" y="661"/>
                  <a:pt x="3355" y="661"/>
                </a:cubicBezTo>
                <a:moveTo>
                  <a:pt x="3497" y="671"/>
                </a:moveTo>
                <a:cubicBezTo>
                  <a:pt x="3497" y="188"/>
                  <a:pt x="3497" y="188"/>
                  <a:pt x="3497" y="188"/>
                </a:cubicBezTo>
                <a:cubicBezTo>
                  <a:pt x="3498" y="186"/>
                  <a:pt x="3498" y="186"/>
                  <a:pt x="3498" y="186"/>
                </a:cubicBezTo>
                <a:cubicBezTo>
                  <a:pt x="3498" y="185"/>
                  <a:pt x="3498" y="185"/>
                  <a:pt x="3498" y="185"/>
                </a:cubicBezTo>
                <a:cubicBezTo>
                  <a:pt x="3498" y="119"/>
                  <a:pt x="3498" y="119"/>
                  <a:pt x="3498" y="119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2" y="70"/>
                  <a:pt x="3502" y="70"/>
                  <a:pt x="3502" y="70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10" y="37"/>
                  <a:pt x="3510" y="37"/>
                  <a:pt x="3510" y="37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8" y="22"/>
                  <a:pt x="3518" y="22"/>
                  <a:pt x="3518" y="22"/>
                </a:cubicBezTo>
                <a:cubicBezTo>
                  <a:pt x="3523" y="14"/>
                  <a:pt x="3523" y="14"/>
                  <a:pt x="3523" y="14"/>
                </a:cubicBezTo>
                <a:cubicBezTo>
                  <a:pt x="3530" y="8"/>
                  <a:pt x="3530" y="8"/>
                  <a:pt x="3530" y="8"/>
                </a:cubicBezTo>
                <a:cubicBezTo>
                  <a:pt x="3538" y="4"/>
                  <a:pt x="3538" y="4"/>
                  <a:pt x="3538" y="4"/>
                </a:cubicBezTo>
                <a:cubicBezTo>
                  <a:pt x="3542" y="10"/>
                  <a:pt x="3542" y="10"/>
                  <a:pt x="3542" y="10"/>
                </a:cubicBezTo>
                <a:cubicBezTo>
                  <a:pt x="3543" y="12"/>
                  <a:pt x="3543" y="12"/>
                  <a:pt x="3543" y="12"/>
                </a:cubicBezTo>
                <a:cubicBezTo>
                  <a:pt x="3546" y="6"/>
                  <a:pt x="3546" y="6"/>
                  <a:pt x="3546" y="6"/>
                </a:cubicBezTo>
                <a:cubicBezTo>
                  <a:pt x="3548" y="10"/>
                  <a:pt x="3548" y="10"/>
                  <a:pt x="3548" y="10"/>
                </a:cubicBezTo>
                <a:cubicBezTo>
                  <a:pt x="3549" y="12"/>
                  <a:pt x="3549" y="12"/>
                  <a:pt x="3549" y="12"/>
                </a:cubicBezTo>
                <a:cubicBezTo>
                  <a:pt x="3551" y="8"/>
                  <a:pt x="3551" y="8"/>
                  <a:pt x="3551" y="8"/>
                </a:cubicBezTo>
                <a:cubicBezTo>
                  <a:pt x="3552" y="10"/>
                  <a:pt x="3552" y="10"/>
                  <a:pt x="3552" y="10"/>
                </a:cubicBezTo>
                <a:cubicBezTo>
                  <a:pt x="3553" y="13"/>
                  <a:pt x="3553" y="13"/>
                  <a:pt x="3553" y="13"/>
                </a:cubicBezTo>
                <a:cubicBezTo>
                  <a:pt x="3556" y="7"/>
                  <a:pt x="3556" y="7"/>
                  <a:pt x="3556" y="7"/>
                </a:cubicBezTo>
                <a:cubicBezTo>
                  <a:pt x="3557" y="11"/>
                  <a:pt x="3557" y="11"/>
                  <a:pt x="3557" y="11"/>
                </a:cubicBezTo>
                <a:cubicBezTo>
                  <a:pt x="3558" y="14"/>
                  <a:pt x="3558" y="14"/>
                  <a:pt x="3558" y="14"/>
                </a:cubicBezTo>
                <a:cubicBezTo>
                  <a:pt x="3560" y="7"/>
                  <a:pt x="3560" y="7"/>
                  <a:pt x="3560" y="7"/>
                </a:cubicBezTo>
                <a:cubicBezTo>
                  <a:pt x="3561" y="8"/>
                  <a:pt x="3561" y="8"/>
                  <a:pt x="3561" y="8"/>
                </a:cubicBezTo>
                <a:cubicBezTo>
                  <a:pt x="3562" y="10"/>
                  <a:pt x="3562" y="10"/>
                  <a:pt x="3562" y="10"/>
                </a:cubicBezTo>
                <a:cubicBezTo>
                  <a:pt x="3564" y="6"/>
                  <a:pt x="3564" y="6"/>
                  <a:pt x="3564" y="6"/>
                </a:cubicBezTo>
                <a:cubicBezTo>
                  <a:pt x="3572" y="15"/>
                  <a:pt x="3572" y="15"/>
                  <a:pt x="3572" y="15"/>
                </a:cubicBezTo>
                <a:cubicBezTo>
                  <a:pt x="3583" y="39"/>
                  <a:pt x="3583" y="39"/>
                  <a:pt x="3583" y="39"/>
                </a:cubicBezTo>
                <a:cubicBezTo>
                  <a:pt x="3586" y="62"/>
                  <a:pt x="3586" y="62"/>
                  <a:pt x="3586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113"/>
                  <a:pt x="3590" y="113"/>
                  <a:pt x="3590" y="113"/>
                </a:cubicBezTo>
                <a:cubicBezTo>
                  <a:pt x="3593" y="115"/>
                  <a:pt x="3593" y="115"/>
                  <a:pt x="3593" y="115"/>
                </a:cubicBezTo>
                <a:cubicBezTo>
                  <a:pt x="3593" y="181"/>
                  <a:pt x="3593" y="181"/>
                  <a:pt x="3593" y="181"/>
                </a:cubicBezTo>
                <a:cubicBezTo>
                  <a:pt x="3594" y="184"/>
                  <a:pt x="3594" y="184"/>
                  <a:pt x="3594" y="184"/>
                </a:cubicBezTo>
                <a:cubicBezTo>
                  <a:pt x="3594" y="271"/>
                  <a:pt x="3594" y="271"/>
                  <a:pt x="3594" y="271"/>
                </a:cubicBezTo>
                <a:cubicBezTo>
                  <a:pt x="3596" y="274"/>
                  <a:pt x="3596" y="274"/>
                  <a:pt x="3596" y="274"/>
                </a:cubicBezTo>
                <a:cubicBezTo>
                  <a:pt x="3596" y="656"/>
                  <a:pt x="3596" y="656"/>
                  <a:pt x="3596" y="656"/>
                </a:cubicBezTo>
                <a:cubicBezTo>
                  <a:pt x="3672" y="656"/>
                  <a:pt x="3672" y="656"/>
                  <a:pt x="3672" y="656"/>
                </a:cubicBezTo>
                <a:cubicBezTo>
                  <a:pt x="3685" y="664"/>
                  <a:pt x="3685" y="664"/>
                  <a:pt x="3685" y="664"/>
                </a:cubicBezTo>
                <a:cubicBezTo>
                  <a:pt x="3685" y="671"/>
                  <a:pt x="3685" y="671"/>
                  <a:pt x="3685" y="671"/>
                </a:cubicBezTo>
                <a:cubicBezTo>
                  <a:pt x="3687" y="671"/>
                  <a:pt x="3687" y="671"/>
                  <a:pt x="3687" y="671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73" y="654"/>
                  <a:pt x="3673" y="654"/>
                  <a:pt x="3673" y="654"/>
                </a:cubicBezTo>
                <a:cubicBezTo>
                  <a:pt x="3598" y="654"/>
                  <a:pt x="3598" y="654"/>
                  <a:pt x="3598" y="654"/>
                </a:cubicBezTo>
                <a:cubicBezTo>
                  <a:pt x="3598" y="274"/>
                  <a:pt x="3598" y="274"/>
                  <a:pt x="3598" y="274"/>
                </a:cubicBezTo>
                <a:cubicBezTo>
                  <a:pt x="3596" y="271"/>
                  <a:pt x="3596" y="271"/>
                  <a:pt x="3596" y="271"/>
                </a:cubicBezTo>
                <a:cubicBezTo>
                  <a:pt x="3596" y="184"/>
                  <a:pt x="3596" y="184"/>
                  <a:pt x="3596" y="184"/>
                </a:cubicBezTo>
                <a:cubicBezTo>
                  <a:pt x="3595" y="181"/>
                  <a:pt x="3595" y="181"/>
                  <a:pt x="3595" y="181"/>
                </a:cubicBezTo>
                <a:cubicBezTo>
                  <a:pt x="3595" y="114"/>
                  <a:pt x="3595" y="114"/>
                  <a:pt x="3595" y="114"/>
                </a:cubicBezTo>
                <a:cubicBezTo>
                  <a:pt x="3593" y="112"/>
                  <a:pt x="3593" y="112"/>
                  <a:pt x="3593" y="112"/>
                </a:cubicBezTo>
                <a:cubicBezTo>
                  <a:pt x="3591" y="65"/>
                  <a:pt x="3591" y="65"/>
                  <a:pt x="3591" y="65"/>
                </a:cubicBezTo>
                <a:cubicBezTo>
                  <a:pt x="3588" y="61"/>
                  <a:pt x="3588" y="61"/>
                  <a:pt x="3588" y="61"/>
                </a:cubicBezTo>
                <a:cubicBezTo>
                  <a:pt x="3585" y="38"/>
                  <a:pt x="3585" y="38"/>
                  <a:pt x="3585" y="38"/>
                </a:cubicBezTo>
                <a:cubicBezTo>
                  <a:pt x="3574" y="13"/>
                  <a:pt x="3574" y="13"/>
                  <a:pt x="3574" y="13"/>
                </a:cubicBezTo>
                <a:cubicBezTo>
                  <a:pt x="3563" y="3"/>
                  <a:pt x="3563" y="3"/>
                  <a:pt x="3563" y="3"/>
                </a:cubicBezTo>
                <a:cubicBezTo>
                  <a:pt x="3562" y="5"/>
                  <a:pt x="3562" y="5"/>
                  <a:pt x="3562" y="5"/>
                </a:cubicBezTo>
                <a:cubicBezTo>
                  <a:pt x="3561" y="3"/>
                  <a:pt x="3561" y="3"/>
                  <a:pt x="3561" y="3"/>
                </a:cubicBezTo>
                <a:cubicBezTo>
                  <a:pt x="3560" y="1"/>
                  <a:pt x="3560" y="1"/>
                  <a:pt x="3560" y="1"/>
                </a:cubicBezTo>
                <a:cubicBezTo>
                  <a:pt x="3558" y="7"/>
                  <a:pt x="3558" y="7"/>
                  <a:pt x="3558" y="7"/>
                </a:cubicBezTo>
                <a:cubicBezTo>
                  <a:pt x="3557" y="4"/>
                  <a:pt x="3557" y="4"/>
                  <a:pt x="3557" y="4"/>
                </a:cubicBezTo>
                <a:cubicBezTo>
                  <a:pt x="3556" y="0"/>
                  <a:pt x="3556" y="0"/>
                  <a:pt x="3556" y="0"/>
                </a:cubicBezTo>
                <a:cubicBezTo>
                  <a:pt x="3553" y="7"/>
                  <a:pt x="3553" y="7"/>
                  <a:pt x="3553" y="7"/>
                </a:cubicBezTo>
                <a:cubicBezTo>
                  <a:pt x="3552" y="4"/>
                  <a:pt x="3552" y="4"/>
                  <a:pt x="3552" y="4"/>
                </a:cubicBezTo>
                <a:cubicBezTo>
                  <a:pt x="3551" y="1"/>
                  <a:pt x="3551" y="1"/>
                  <a:pt x="3551" y="1"/>
                </a:cubicBezTo>
                <a:cubicBezTo>
                  <a:pt x="3549" y="7"/>
                  <a:pt x="3549" y="7"/>
                  <a:pt x="3549" y="7"/>
                </a:cubicBezTo>
                <a:cubicBezTo>
                  <a:pt x="3547" y="3"/>
                  <a:pt x="3547" y="3"/>
                  <a:pt x="3547" y="3"/>
                </a:cubicBezTo>
                <a:cubicBezTo>
                  <a:pt x="3546" y="1"/>
                  <a:pt x="3546" y="1"/>
                  <a:pt x="3546" y="1"/>
                </a:cubicBezTo>
                <a:cubicBezTo>
                  <a:pt x="3543" y="7"/>
                  <a:pt x="3543" y="7"/>
                  <a:pt x="3543" y="7"/>
                </a:cubicBezTo>
                <a:cubicBezTo>
                  <a:pt x="3540" y="2"/>
                  <a:pt x="3540" y="2"/>
                  <a:pt x="3540" y="2"/>
                </a:cubicBezTo>
                <a:cubicBezTo>
                  <a:pt x="3539" y="1"/>
                  <a:pt x="3539" y="1"/>
                  <a:pt x="3539" y="1"/>
                </a:cubicBezTo>
                <a:cubicBezTo>
                  <a:pt x="3529" y="7"/>
                  <a:pt x="3529" y="7"/>
                  <a:pt x="3529" y="7"/>
                </a:cubicBezTo>
                <a:cubicBezTo>
                  <a:pt x="3521" y="13"/>
                  <a:pt x="3521" y="13"/>
                  <a:pt x="3521" y="13"/>
                </a:cubicBezTo>
                <a:cubicBezTo>
                  <a:pt x="3516" y="21"/>
                  <a:pt x="3516" y="21"/>
                  <a:pt x="3516" y="21"/>
                </a:cubicBezTo>
                <a:cubicBezTo>
                  <a:pt x="3511" y="33"/>
                  <a:pt x="3511" y="33"/>
                  <a:pt x="3511" y="33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3" y="65"/>
                  <a:pt x="3503" y="65"/>
                  <a:pt x="3503" y="65"/>
                </a:cubicBezTo>
                <a:cubicBezTo>
                  <a:pt x="3500" y="69"/>
                  <a:pt x="3500" y="69"/>
                  <a:pt x="3500" y="69"/>
                </a:cubicBezTo>
                <a:cubicBezTo>
                  <a:pt x="3500" y="70"/>
                  <a:pt x="3500" y="70"/>
                  <a:pt x="3500" y="70"/>
                </a:cubicBezTo>
                <a:cubicBezTo>
                  <a:pt x="3498" y="115"/>
                  <a:pt x="3498" y="115"/>
                  <a:pt x="3498" y="115"/>
                </a:cubicBezTo>
                <a:cubicBezTo>
                  <a:pt x="3496" y="118"/>
                  <a:pt x="3496" y="118"/>
                  <a:pt x="3496" y="118"/>
                </a:cubicBezTo>
                <a:cubicBezTo>
                  <a:pt x="3496" y="119"/>
                  <a:pt x="3496" y="119"/>
                  <a:pt x="3496" y="119"/>
                </a:cubicBezTo>
                <a:cubicBezTo>
                  <a:pt x="3496" y="185"/>
                  <a:pt x="3496" y="185"/>
                  <a:pt x="3496" y="185"/>
                </a:cubicBezTo>
                <a:cubicBezTo>
                  <a:pt x="3495" y="187"/>
                  <a:pt x="3495" y="187"/>
                  <a:pt x="3495" y="187"/>
                </a:cubicBezTo>
                <a:cubicBezTo>
                  <a:pt x="3494" y="187"/>
                  <a:pt x="3494" y="187"/>
                  <a:pt x="3494" y="187"/>
                </a:cubicBezTo>
                <a:cubicBezTo>
                  <a:pt x="3494" y="671"/>
                  <a:pt x="3494" y="671"/>
                  <a:pt x="3494" y="671"/>
                </a:cubicBezTo>
                <a:cubicBezTo>
                  <a:pt x="3497" y="671"/>
                  <a:pt x="3497" y="671"/>
                  <a:pt x="3497" y="671"/>
                </a:cubicBezTo>
                <a:moveTo>
                  <a:pt x="3458" y="621"/>
                </a:moveTo>
                <a:cubicBezTo>
                  <a:pt x="3446" y="624"/>
                  <a:pt x="3446" y="624"/>
                  <a:pt x="3446" y="624"/>
                </a:cubicBezTo>
                <a:cubicBezTo>
                  <a:pt x="3446" y="671"/>
                  <a:pt x="3446" y="671"/>
                  <a:pt x="3446" y="671"/>
                </a:cubicBezTo>
                <a:cubicBezTo>
                  <a:pt x="3448" y="671"/>
                  <a:pt x="3448" y="671"/>
                  <a:pt x="3448" y="671"/>
                </a:cubicBezTo>
                <a:cubicBezTo>
                  <a:pt x="3448" y="626"/>
                  <a:pt x="3448" y="626"/>
                  <a:pt x="3448" y="626"/>
                </a:cubicBezTo>
                <a:cubicBezTo>
                  <a:pt x="3459" y="623"/>
                  <a:pt x="3459" y="623"/>
                  <a:pt x="3459" y="623"/>
                </a:cubicBezTo>
                <a:cubicBezTo>
                  <a:pt x="3458" y="621"/>
                  <a:pt x="3458" y="621"/>
                  <a:pt x="3458" y="621"/>
                </a:cubicBezTo>
                <a:moveTo>
                  <a:pt x="3495" y="621"/>
                </a:moveTo>
                <a:cubicBezTo>
                  <a:pt x="3457" y="621"/>
                  <a:pt x="3457" y="621"/>
                  <a:pt x="3457" y="621"/>
                </a:cubicBezTo>
                <a:cubicBezTo>
                  <a:pt x="3457" y="671"/>
                  <a:pt x="3457" y="671"/>
                  <a:pt x="3457" y="671"/>
                </a:cubicBezTo>
                <a:cubicBezTo>
                  <a:pt x="3459" y="671"/>
                  <a:pt x="3459" y="671"/>
                  <a:pt x="3459" y="671"/>
                </a:cubicBezTo>
                <a:cubicBezTo>
                  <a:pt x="3459" y="624"/>
                  <a:pt x="3459" y="624"/>
                  <a:pt x="3459" y="624"/>
                </a:cubicBezTo>
                <a:cubicBezTo>
                  <a:pt x="3495" y="624"/>
                  <a:pt x="3495" y="624"/>
                  <a:pt x="3495" y="624"/>
                </a:cubicBezTo>
                <a:cubicBezTo>
                  <a:pt x="3495" y="621"/>
                  <a:pt x="3495" y="621"/>
                  <a:pt x="3495" y="621"/>
                </a:cubicBezTo>
                <a:moveTo>
                  <a:pt x="3478" y="671"/>
                </a:moveTo>
                <a:cubicBezTo>
                  <a:pt x="3481" y="671"/>
                  <a:pt x="3481" y="671"/>
                  <a:pt x="3481" y="671"/>
                </a:cubicBezTo>
                <a:cubicBezTo>
                  <a:pt x="3481" y="623"/>
                  <a:pt x="3481" y="623"/>
                  <a:pt x="3481" y="623"/>
                </a:cubicBezTo>
                <a:cubicBezTo>
                  <a:pt x="3478" y="623"/>
                  <a:pt x="3478" y="623"/>
                  <a:pt x="3478" y="623"/>
                </a:cubicBezTo>
                <a:lnTo>
                  <a:pt x="3478" y="671"/>
                </a:lnTo>
                <a:close/>
                <a:moveTo>
                  <a:pt x="3418" y="671"/>
                </a:moveTo>
                <a:cubicBezTo>
                  <a:pt x="3421" y="671"/>
                  <a:pt x="3421" y="671"/>
                  <a:pt x="3421" y="671"/>
                </a:cubicBezTo>
                <a:cubicBezTo>
                  <a:pt x="3421" y="628"/>
                  <a:pt x="3421" y="628"/>
                  <a:pt x="3421" y="628"/>
                </a:cubicBezTo>
                <a:cubicBezTo>
                  <a:pt x="3418" y="628"/>
                  <a:pt x="3418" y="628"/>
                  <a:pt x="3418" y="628"/>
                </a:cubicBezTo>
                <a:lnTo>
                  <a:pt x="3418" y="671"/>
                </a:lnTo>
                <a:close/>
                <a:moveTo>
                  <a:pt x="3537" y="4"/>
                </a:moveTo>
                <a:cubicBezTo>
                  <a:pt x="3537" y="4"/>
                  <a:pt x="3529" y="22"/>
                  <a:pt x="3528" y="27"/>
                </a:cubicBezTo>
                <a:cubicBezTo>
                  <a:pt x="3529" y="27"/>
                  <a:pt x="3529" y="27"/>
                  <a:pt x="3529" y="27"/>
                </a:cubicBezTo>
                <a:cubicBezTo>
                  <a:pt x="3528" y="26"/>
                  <a:pt x="3528" y="26"/>
                  <a:pt x="3528" y="26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17" y="57"/>
                  <a:pt x="3517" y="57"/>
                  <a:pt x="3517" y="57"/>
                </a:cubicBezTo>
                <a:cubicBezTo>
                  <a:pt x="3515" y="58"/>
                  <a:pt x="3515" y="58"/>
                  <a:pt x="3515" y="58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12" y="105"/>
                  <a:pt x="3512" y="105"/>
                  <a:pt x="3512" y="105"/>
                </a:cubicBezTo>
                <a:cubicBezTo>
                  <a:pt x="3510" y="107"/>
                  <a:pt x="3510" y="107"/>
                  <a:pt x="3510" y="107"/>
                </a:cubicBezTo>
                <a:cubicBezTo>
                  <a:pt x="3510" y="108"/>
                  <a:pt x="3510" y="108"/>
                  <a:pt x="3510" y="108"/>
                </a:cubicBezTo>
                <a:cubicBezTo>
                  <a:pt x="3510" y="175"/>
                  <a:pt x="3510" y="175"/>
                  <a:pt x="3510" y="175"/>
                </a:cubicBezTo>
                <a:cubicBezTo>
                  <a:pt x="3507" y="180"/>
                  <a:pt x="3507" y="180"/>
                  <a:pt x="3507" y="180"/>
                </a:cubicBezTo>
                <a:cubicBezTo>
                  <a:pt x="3507" y="181"/>
                  <a:pt x="3507" y="181"/>
                  <a:pt x="3507" y="181"/>
                </a:cubicBezTo>
                <a:cubicBezTo>
                  <a:pt x="3508" y="671"/>
                  <a:pt x="3508" y="671"/>
                  <a:pt x="3508" y="671"/>
                </a:cubicBezTo>
                <a:cubicBezTo>
                  <a:pt x="3510" y="671"/>
                  <a:pt x="3510" y="671"/>
                  <a:pt x="3510" y="671"/>
                </a:cubicBezTo>
                <a:cubicBezTo>
                  <a:pt x="3509" y="181"/>
                  <a:pt x="3509" y="181"/>
                  <a:pt x="3509" y="181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09"/>
                  <a:pt x="3512" y="109"/>
                  <a:pt x="3512" y="109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6" y="60"/>
                  <a:pt x="3516" y="60"/>
                  <a:pt x="3516" y="60"/>
                </a:cubicBezTo>
                <a:cubicBezTo>
                  <a:pt x="3518" y="59"/>
                  <a:pt x="3518" y="59"/>
                  <a:pt x="3518" y="59"/>
                </a:cubicBezTo>
                <a:cubicBezTo>
                  <a:pt x="3519" y="59"/>
                  <a:pt x="3519" y="59"/>
                  <a:pt x="3519" y="59"/>
                </a:cubicBezTo>
                <a:cubicBezTo>
                  <a:pt x="3525" y="31"/>
                  <a:pt x="3525" y="31"/>
                  <a:pt x="3525" y="31"/>
                </a:cubicBezTo>
                <a:cubicBezTo>
                  <a:pt x="3529" y="28"/>
                  <a:pt x="3529" y="28"/>
                  <a:pt x="3529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1" y="25"/>
                  <a:pt x="3533" y="20"/>
                  <a:pt x="3535" y="14"/>
                </a:cubicBezTo>
                <a:cubicBezTo>
                  <a:pt x="3537" y="9"/>
                  <a:pt x="3539" y="5"/>
                  <a:pt x="3539" y="5"/>
                </a:cubicBezTo>
                <a:cubicBezTo>
                  <a:pt x="3537" y="4"/>
                  <a:pt x="3537" y="4"/>
                  <a:pt x="3537" y="4"/>
                </a:cubicBezTo>
                <a:moveTo>
                  <a:pt x="3540" y="56"/>
                </a:moveTo>
                <a:cubicBezTo>
                  <a:pt x="3540" y="38"/>
                  <a:pt x="3540" y="38"/>
                  <a:pt x="3540" y="38"/>
                </a:cubicBezTo>
                <a:cubicBezTo>
                  <a:pt x="3538" y="36"/>
                  <a:pt x="3538" y="36"/>
                  <a:pt x="3538" y="36"/>
                </a:cubicBezTo>
                <a:cubicBezTo>
                  <a:pt x="3538" y="26"/>
                  <a:pt x="3538" y="26"/>
                  <a:pt x="3538" y="26"/>
                </a:cubicBezTo>
                <a:cubicBezTo>
                  <a:pt x="3575" y="30"/>
                  <a:pt x="3575" y="30"/>
                  <a:pt x="3575" y="30"/>
                </a:cubicBezTo>
                <a:cubicBezTo>
                  <a:pt x="3576" y="40"/>
                  <a:pt x="3576" y="40"/>
                  <a:pt x="3576" y="40"/>
                </a:cubicBezTo>
                <a:cubicBezTo>
                  <a:pt x="3577" y="42"/>
                  <a:pt x="3577" y="42"/>
                  <a:pt x="3577" y="42"/>
                </a:cubicBezTo>
                <a:cubicBezTo>
                  <a:pt x="3579" y="60"/>
                  <a:pt x="3579" y="60"/>
                  <a:pt x="3579" y="60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1" y="105"/>
                  <a:pt x="3581" y="105"/>
                  <a:pt x="3581" y="105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0" y="653"/>
                  <a:pt x="3580" y="653"/>
                  <a:pt x="3580" y="653"/>
                </a:cubicBezTo>
                <a:cubicBezTo>
                  <a:pt x="3553" y="653"/>
                  <a:pt x="3553" y="653"/>
                  <a:pt x="3553" y="653"/>
                </a:cubicBezTo>
                <a:cubicBezTo>
                  <a:pt x="3545" y="661"/>
                  <a:pt x="3545" y="661"/>
                  <a:pt x="3545" y="661"/>
                </a:cubicBezTo>
                <a:cubicBezTo>
                  <a:pt x="3525" y="661"/>
                  <a:pt x="3525" y="661"/>
                  <a:pt x="3525" y="661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7" y="672"/>
                  <a:pt x="3517" y="672"/>
                  <a:pt x="3517" y="672"/>
                </a:cubicBezTo>
                <a:cubicBezTo>
                  <a:pt x="3526" y="663"/>
                  <a:pt x="3526" y="663"/>
                  <a:pt x="3526" y="663"/>
                </a:cubicBezTo>
                <a:cubicBezTo>
                  <a:pt x="3546" y="663"/>
                  <a:pt x="3546" y="663"/>
                  <a:pt x="3546" y="663"/>
                </a:cubicBezTo>
                <a:cubicBezTo>
                  <a:pt x="3554" y="655"/>
                  <a:pt x="3554" y="655"/>
                  <a:pt x="3554" y="655"/>
                </a:cubicBezTo>
                <a:cubicBezTo>
                  <a:pt x="3582" y="655"/>
                  <a:pt x="3582" y="655"/>
                  <a:pt x="3582" y="655"/>
                </a:cubicBezTo>
                <a:cubicBezTo>
                  <a:pt x="3582" y="105"/>
                  <a:pt x="3582" y="105"/>
                  <a:pt x="3582" y="105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80" y="41"/>
                  <a:pt x="3580" y="41"/>
                  <a:pt x="3580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77" y="28"/>
                  <a:pt x="3577" y="28"/>
                  <a:pt x="3577" y="28"/>
                </a:cubicBezTo>
                <a:cubicBezTo>
                  <a:pt x="3535" y="24"/>
                  <a:pt x="3535" y="24"/>
                  <a:pt x="3535" y="24"/>
                </a:cubicBezTo>
                <a:cubicBezTo>
                  <a:pt x="3535" y="37"/>
                  <a:pt x="3535" y="37"/>
                  <a:pt x="3535" y="37"/>
                </a:cubicBezTo>
                <a:cubicBezTo>
                  <a:pt x="3538" y="39"/>
                  <a:pt x="3538" y="39"/>
                  <a:pt x="3538" y="39"/>
                </a:cubicBezTo>
                <a:cubicBezTo>
                  <a:pt x="3538" y="56"/>
                  <a:pt x="3538" y="56"/>
                  <a:pt x="3538" y="56"/>
                </a:cubicBezTo>
                <a:cubicBezTo>
                  <a:pt x="3540" y="56"/>
                  <a:pt x="3540" y="56"/>
                  <a:pt x="3540" y="56"/>
                </a:cubicBezTo>
                <a:moveTo>
                  <a:pt x="3531" y="48"/>
                </a:moveTo>
                <a:cubicBezTo>
                  <a:pt x="3531" y="58"/>
                  <a:pt x="3531" y="58"/>
                  <a:pt x="3531" y="58"/>
                </a:cubicBezTo>
                <a:cubicBezTo>
                  <a:pt x="3535" y="60"/>
                  <a:pt x="3535" y="60"/>
                  <a:pt x="3535" y="60"/>
                </a:cubicBezTo>
                <a:cubicBezTo>
                  <a:pt x="3534" y="662"/>
                  <a:pt x="3534" y="662"/>
                  <a:pt x="3534" y="662"/>
                </a:cubicBezTo>
                <a:cubicBezTo>
                  <a:pt x="3537" y="662"/>
                  <a:pt x="3537" y="662"/>
                  <a:pt x="3537" y="662"/>
                </a:cubicBezTo>
                <a:cubicBezTo>
                  <a:pt x="3537" y="58"/>
                  <a:pt x="3537" y="58"/>
                  <a:pt x="3537" y="58"/>
                </a:cubicBezTo>
                <a:cubicBezTo>
                  <a:pt x="3533" y="57"/>
                  <a:pt x="3533" y="57"/>
                  <a:pt x="3533" y="57"/>
                </a:cubicBezTo>
                <a:cubicBezTo>
                  <a:pt x="3533" y="48"/>
                  <a:pt x="3533" y="48"/>
                  <a:pt x="3533" y="48"/>
                </a:cubicBezTo>
                <a:cubicBezTo>
                  <a:pt x="3531" y="48"/>
                  <a:pt x="3531" y="48"/>
                  <a:pt x="3531" y="48"/>
                </a:cubicBezTo>
                <a:moveTo>
                  <a:pt x="3498" y="118"/>
                </a:moveTo>
                <a:cubicBezTo>
                  <a:pt x="3513" y="108"/>
                  <a:pt x="3513" y="108"/>
                  <a:pt x="3513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37" y="108"/>
                  <a:pt x="3537" y="108"/>
                  <a:pt x="3537" y="108"/>
                </a:cubicBezTo>
                <a:cubicBezTo>
                  <a:pt x="3540" y="106"/>
                  <a:pt x="3540" y="106"/>
                  <a:pt x="3540" y="106"/>
                </a:cubicBezTo>
                <a:cubicBezTo>
                  <a:pt x="3577" y="109"/>
                  <a:pt x="3577" y="109"/>
                  <a:pt x="3577" y="109"/>
                </a:cubicBezTo>
                <a:cubicBezTo>
                  <a:pt x="3580" y="112"/>
                  <a:pt x="3580" y="112"/>
                  <a:pt x="3580" y="112"/>
                </a:cubicBezTo>
                <a:cubicBezTo>
                  <a:pt x="3592" y="114"/>
                  <a:pt x="3592" y="114"/>
                  <a:pt x="3592" y="114"/>
                </a:cubicBezTo>
                <a:cubicBezTo>
                  <a:pt x="3592" y="112"/>
                  <a:pt x="3592" y="112"/>
                  <a:pt x="3592" y="112"/>
                </a:cubicBezTo>
                <a:cubicBezTo>
                  <a:pt x="3581" y="110"/>
                  <a:pt x="3581" y="110"/>
                  <a:pt x="3581" y="110"/>
                </a:cubicBezTo>
                <a:cubicBezTo>
                  <a:pt x="3578" y="107"/>
                  <a:pt x="3578" y="107"/>
                  <a:pt x="3578" y="107"/>
                </a:cubicBezTo>
                <a:cubicBezTo>
                  <a:pt x="3539" y="104"/>
                  <a:pt x="3539" y="104"/>
                  <a:pt x="3539" y="104"/>
                </a:cubicBezTo>
                <a:cubicBezTo>
                  <a:pt x="3536" y="106"/>
                  <a:pt x="3536" y="106"/>
                  <a:pt x="3536" y="106"/>
                </a:cubicBezTo>
                <a:cubicBezTo>
                  <a:pt x="3520" y="106"/>
                  <a:pt x="3520" y="106"/>
                  <a:pt x="3520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497" y="116"/>
                  <a:pt x="3497" y="116"/>
                  <a:pt x="3497" y="116"/>
                </a:cubicBezTo>
                <a:cubicBezTo>
                  <a:pt x="3498" y="118"/>
                  <a:pt x="3498" y="118"/>
                  <a:pt x="3498" y="118"/>
                </a:cubicBezTo>
                <a:moveTo>
                  <a:pt x="3497" y="188"/>
                </a:moveTo>
                <a:cubicBezTo>
                  <a:pt x="3509" y="181"/>
                  <a:pt x="3509" y="181"/>
                  <a:pt x="3509" y="181"/>
                </a:cubicBezTo>
                <a:cubicBezTo>
                  <a:pt x="3536" y="176"/>
                  <a:pt x="3536" y="176"/>
                  <a:pt x="3536" y="176"/>
                </a:cubicBezTo>
                <a:cubicBezTo>
                  <a:pt x="3578" y="179"/>
                  <a:pt x="3578" y="179"/>
                  <a:pt x="3578" y="179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93" y="184"/>
                  <a:pt x="3593" y="184"/>
                  <a:pt x="3593" y="184"/>
                </a:cubicBezTo>
                <a:cubicBezTo>
                  <a:pt x="3594" y="181"/>
                  <a:pt x="3594" y="181"/>
                  <a:pt x="3594" y="181"/>
                </a:cubicBezTo>
                <a:cubicBezTo>
                  <a:pt x="3582" y="180"/>
                  <a:pt x="3582" y="180"/>
                  <a:pt x="3582" y="180"/>
                </a:cubicBezTo>
                <a:cubicBezTo>
                  <a:pt x="3580" y="177"/>
                  <a:pt x="3580" y="177"/>
                  <a:pt x="3580" y="177"/>
                </a:cubicBezTo>
                <a:cubicBezTo>
                  <a:pt x="3579" y="177"/>
                  <a:pt x="3579" y="177"/>
                  <a:pt x="3579" y="177"/>
                </a:cubicBezTo>
                <a:cubicBezTo>
                  <a:pt x="3536" y="173"/>
                  <a:pt x="3536" y="173"/>
                  <a:pt x="3536" y="173"/>
                </a:cubicBezTo>
                <a:cubicBezTo>
                  <a:pt x="3508" y="179"/>
                  <a:pt x="3508" y="179"/>
                  <a:pt x="3508" y="179"/>
                </a:cubicBezTo>
                <a:cubicBezTo>
                  <a:pt x="3495" y="186"/>
                  <a:pt x="3495" y="186"/>
                  <a:pt x="3495" y="186"/>
                </a:cubicBezTo>
                <a:cubicBezTo>
                  <a:pt x="3497" y="188"/>
                  <a:pt x="3497" y="188"/>
                  <a:pt x="3497" y="188"/>
                </a:cubicBezTo>
                <a:moveTo>
                  <a:pt x="3597" y="482"/>
                </a:moveTo>
                <a:cubicBezTo>
                  <a:pt x="3613" y="477"/>
                  <a:pt x="3613" y="477"/>
                  <a:pt x="3613" y="477"/>
                </a:cubicBezTo>
                <a:cubicBezTo>
                  <a:pt x="3660" y="477"/>
                  <a:pt x="3660" y="477"/>
                  <a:pt x="3660" y="477"/>
                </a:cubicBezTo>
                <a:cubicBezTo>
                  <a:pt x="3661" y="627"/>
                  <a:pt x="3661" y="627"/>
                  <a:pt x="3661" y="627"/>
                </a:cubicBezTo>
                <a:cubicBezTo>
                  <a:pt x="3676" y="627"/>
                  <a:pt x="3676" y="627"/>
                  <a:pt x="3676" y="627"/>
                </a:cubicBezTo>
                <a:cubicBezTo>
                  <a:pt x="3680" y="622"/>
                  <a:pt x="3680" y="622"/>
                  <a:pt x="3680" y="622"/>
                </a:cubicBezTo>
                <a:cubicBezTo>
                  <a:pt x="3696" y="622"/>
                  <a:pt x="3696" y="622"/>
                  <a:pt x="3696" y="622"/>
                </a:cubicBezTo>
                <a:cubicBezTo>
                  <a:pt x="3696" y="447"/>
                  <a:pt x="3696" y="447"/>
                  <a:pt x="3696" y="447"/>
                </a:cubicBezTo>
                <a:cubicBezTo>
                  <a:pt x="3700" y="440"/>
                  <a:pt x="3700" y="440"/>
                  <a:pt x="3700" y="440"/>
                </a:cubicBezTo>
                <a:cubicBezTo>
                  <a:pt x="3701" y="414"/>
                  <a:pt x="3701" y="414"/>
                  <a:pt x="3701" y="414"/>
                </a:cubicBezTo>
                <a:cubicBezTo>
                  <a:pt x="3703" y="411"/>
                  <a:pt x="3703" y="411"/>
                  <a:pt x="3703" y="411"/>
                </a:cubicBezTo>
                <a:cubicBezTo>
                  <a:pt x="3704" y="411"/>
                  <a:pt x="3704" y="411"/>
                  <a:pt x="3704" y="411"/>
                </a:cubicBezTo>
                <a:cubicBezTo>
                  <a:pt x="3706" y="387"/>
                  <a:pt x="3706" y="387"/>
                  <a:pt x="3706" y="387"/>
                </a:cubicBezTo>
                <a:cubicBezTo>
                  <a:pt x="3708" y="385"/>
                  <a:pt x="3708" y="385"/>
                  <a:pt x="3708" y="385"/>
                </a:cubicBezTo>
                <a:cubicBezTo>
                  <a:pt x="3709" y="385"/>
                  <a:pt x="3709" y="385"/>
                  <a:pt x="3709" y="385"/>
                </a:cubicBezTo>
                <a:cubicBezTo>
                  <a:pt x="3713" y="376"/>
                  <a:pt x="3713" y="376"/>
                  <a:pt x="3713" y="376"/>
                </a:cubicBezTo>
                <a:cubicBezTo>
                  <a:pt x="3714" y="378"/>
                  <a:pt x="3714" y="378"/>
                  <a:pt x="3714" y="378"/>
                </a:cubicBezTo>
                <a:cubicBezTo>
                  <a:pt x="3715" y="382"/>
                  <a:pt x="3715" y="382"/>
                  <a:pt x="3715" y="382"/>
                </a:cubicBezTo>
                <a:cubicBezTo>
                  <a:pt x="3717" y="375"/>
                  <a:pt x="3717" y="375"/>
                  <a:pt x="3717" y="375"/>
                </a:cubicBezTo>
                <a:cubicBezTo>
                  <a:pt x="3718" y="375"/>
                  <a:pt x="3718" y="375"/>
                  <a:pt x="3718" y="375"/>
                </a:cubicBezTo>
                <a:cubicBezTo>
                  <a:pt x="3719" y="378"/>
                  <a:pt x="3719" y="378"/>
                  <a:pt x="3719" y="378"/>
                </a:cubicBezTo>
                <a:cubicBezTo>
                  <a:pt x="3721" y="372"/>
                  <a:pt x="3721" y="372"/>
                  <a:pt x="3721" y="372"/>
                </a:cubicBezTo>
                <a:cubicBezTo>
                  <a:pt x="3722" y="376"/>
                  <a:pt x="3722" y="376"/>
                  <a:pt x="3722" y="376"/>
                </a:cubicBezTo>
                <a:cubicBezTo>
                  <a:pt x="3723" y="379"/>
                  <a:pt x="3723" y="379"/>
                  <a:pt x="3723" y="379"/>
                </a:cubicBezTo>
                <a:cubicBezTo>
                  <a:pt x="3726" y="373"/>
                  <a:pt x="3726" y="373"/>
                  <a:pt x="3726" y="373"/>
                </a:cubicBezTo>
                <a:cubicBezTo>
                  <a:pt x="3727" y="376"/>
                  <a:pt x="3727" y="376"/>
                  <a:pt x="3727" y="376"/>
                </a:cubicBezTo>
                <a:cubicBezTo>
                  <a:pt x="3728" y="379"/>
                  <a:pt x="3728" y="379"/>
                  <a:pt x="3728" y="379"/>
                </a:cubicBezTo>
                <a:cubicBezTo>
                  <a:pt x="3730" y="373"/>
                  <a:pt x="3730" y="373"/>
                  <a:pt x="3730" y="373"/>
                </a:cubicBezTo>
                <a:cubicBezTo>
                  <a:pt x="3730" y="377"/>
                  <a:pt x="3730" y="377"/>
                  <a:pt x="3730" y="377"/>
                </a:cubicBezTo>
                <a:cubicBezTo>
                  <a:pt x="3731" y="381"/>
                  <a:pt x="3731" y="381"/>
                  <a:pt x="3731" y="381"/>
                </a:cubicBezTo>
                <a:cubicBezTo>
                  <a:pt x="3734" y="373"/>
                  <a:pt x="3734" y="373"/>
                  <a:pt x="3734" y="373"/>
                </a:cubicBezTo>
                <a:cubicBezTo>
                  <a:pt x="3735" y="376"/>
                  <a:pt x="3735" y="376"/>
                  <a:pt x="3735" y="376"/>
                </a:cubicBezTo>
                <a:cubicBezTo>
                  <a:pt x="3736" y="378"/>
                  <a:pt x="3736" y="378"/>
                  <a:pt x="3736" y="378"/>
                </a:cubicBezTo>
                <a:cubicBezTo>
                  <a:pt x="3739" y="373"/>
                  <a:pt x="3739" y="373"/>
                  <a:pt x="3739" y="373"/>
                </a:cubicBezTo>
                <a:cubicBezTo>
                  <a:pt x="3739" y="375"/>
                  <a:pt x="3739" y="375"/>
                  <a:pt x="3739" y="375"/>
                </a:cubicBezTo>
                <a:cubicBezTo>
                  <a:pt x="3740" y="378"/>
                  <a:pt x="3740" y="378"/>
                  <a:pt x="3740" y="378"/>
                </a:cubicBezTo>
                <a:cubicBezTo>
                  <a:pt x="3743" y="371"/>
                  <a:pt x="3743" y="371"/>
                  <a:pt x="3743" y="371"/>
                </a:cubicBezTo>
                <a:cubicBezTo>
                  <a:pt x="3745" y="376"/>
                  <a:pt x="3745" y="376"/>
                  <a:pt x="3745" y="376"/>
                </a:cubicBezTo>
                <a:cubicBezTo>
                  <a:pt x="3746" y="378"/>
                  <a:pt x="3746" y="378"/>
                  <a:pt x="3746" y="378"/>
                </a:cubicBezTo>
                <a:cubicBezTo>
                  <a:pt x="3749" y="373"/>
                  <a:pt x="3749" y="373"/>
                  <a:pt x="3749" y="373"/>
                </a:cubicBezTo>
                <a:cubicBezTo>
                  <a:pt x="3750" y="377"/>
                  <a:pt x="3750" y="377"/>
                  <a:pt x="3750" y="377"/>
                </a:cubicBezTo>
                <a:cubicBezTo>
                  <a:pt x="3751" y="380"/>
                  <a:pt x="3751" y="380"/>
                  <a:pt x="3751" y="380"/>
                </a:cubicBezTo>
                <a:cubicBezTo>
                  <a:pt x="3754" y="374"/>
                  <a:pt x="3754" y="374"/>
                  <a:pt x="3754" y="374"/>
                </a:cubicBezTo>
                <a:cubicBezTo>
                  <a:pt x="3759" y="386"/>
                  <a:pt x="3759" y="386"/>
                  <a:pt x="3759" y="386"/>
                </a:cubicBezTo>
                <a:cubicBezTo>
                  <a:pt x="3762" y="387"/>
                  <a:pt x="3762" y="387"/>
                  <a:pt x="3762" y="387"/>
                </a:cubicBezTo>
                <a:cubicBezTo>
                  <a:pt x="3765" y="410"/>
                  <a:pt x="3765" y="410"/>
                  <a:pt x="3765" y="410"/>
                </a:cubicBezTo>
                <a:cubicBezTo>
                  <a:pt x="3768" y="413"/>
                  <a:pt x="3768" y="413"/>
                  <a:pt x="3768" y="413"/>
                </a:cubicBezTo>
                <a:cubicBezTo>
                  <a:pt x="3769" y="438"/>
                  <a:pt x="3769" y="438"/>
                  <a:pt x="3769" y="438"/>
                </a:cubicBezTo>
                <a:cubicBezTo>
                  <a:pt x="3771" y="442"/>
                  <a:pt x="3771" y="442"/>
                  <a:pt x="3771" y="442"/>
                </a:cubicBezTo>
                <a:cubicBezTo>
                  <a:pt x="3771" y="625"/>
                  <a:pt x="3771" y="625"/>
                  <a:pt x="3771" y="625"/>
                </a:cubicBezTo>
                <a:cubicBezTo>
                  <a:pt x="3774" y="625"/>
                  <a:pt x="3774" y="625"/>
                  <a:pt x="3774" y="625"/>
                </a:cubicBezTo>
                <a:cubicBezTo>
                  <a:pt x="3774" y="441"/>
                  <a:pt x="3774" y="441"/>
                  <a:pt x="3774" y="441"/>
                </a:cubicBezTo>
                <a:cubicBezTo>
                  <a:pt x="3771" y="437"/>
                  <a:pt x="3771" y="437"/>
                  <a:pt x="3771" y="437"/>
                </a:cubicBezTo>
                <a:cubicBezTo>
                  <a:pt x="3770" y="413"/>
                  <a:pt x="3770" y="413"/>
                  <a:pt x="3770" y="413"/>
                </a:cubicBezTo>
                <a:cubicBezTo>
                  <a:pt x="3767" y="409"/>
                  <a:pt x="3767" y="409"/>
                  <a:pt x="3767" y="409"/>
                </a:cubicBezTo>
                <a:cubicBezTo>
                  <a:pt x="3764" y="386"/>
                  <a:pt x="3764" y="386"/>
                  <a:pt x="3764" y="386"/>
                </a:cubicBezTo>
                <a:cubicBezTo>
                  <a:pt x="3761" y="384"/>
                  <a:pt x="3761" y="384"/>
                  <a:pt x="3761" y="384"/>
                </a:cubicBezTo>
                <a:cubicBezTo>
                  <a:pt x="3753" y="368"/>
                  <a:pt x="3753" y="368"/>
                  <a:pt x="3753" y="368"/>
                </a:cubicBezTo>
                <a:cubicBezTo>
                  <a:pt x="3751" y="374"/>
                  <a:pt x="3751" y="374"/>
                  <a:pt x="3751" y="374"/>
                </a:cubicBezTo>
                <a:cubicBezTo>
                  <a:pt x="3750" y="370"/>
                  <a:pt x="3750" y="370"/>
                  <a:pt x="3750" y="370"/>
                </a:cubicBezTo>
                <a:cubicBezTo>
                  <a:pt x="3749" y="368"/>
                  <a:pt x="3749" y="368"/>
                  <a:pt x="3749" y="368"/>
                </a:cubicBezTo>
                <a:cubicBezTo>
                  <a:pt x="3746" y="373"/>
                  <a:pt x="3746" y="373"/>
                  <a:pt x="3746" y="373"/>
                </a:cubicBezTo>
                <a:cubicBezTo>
                  <a:pt x="3744" y="368"/>
                  <a:pt x="3744" y="368"/>
                  <a:pt x="3744" y="368"/>
                </a:cubicBezTo>
                <a:cubicBezTo>
                  <a:pt x="3743" y="366"/>
                  <a:pt x="3743" y="366"/>
                  <a:pt x="3743" y="366"/>
                </a:cubicBezTo>
                <a:cubicBezTo>
                  <a:pt x="3741" y="372"/>
                  <a:pt x="3741" y="372"/>
                  <a:pt x="3741" y="372"/>
                </a:cubicBezTo>
                <a:cubicBezTo>
                  <a:pt x="3740" y="370"/>
                  <a:pt x="3740" y="370"/>
                  <a:pt x="3740" y="370"/>
                </a:cubicBezTo>
                <a:cubicBezTo>
                  <a:pt x="3739" y="367"/>
                  <a:pt x="3739" y="367"/>
                  <a:pt x="3739" y="367"/>
                </a:cubicBezTo>
                <a:cubicBezTo>
                  <a:pt x="3737" y="372"/>
                  <a:pt x="3737" y="372"/>
                  <a:pt x="3737" y="372"/>
                </a:cubicBezTo>
                <a:cubicBezTo>
                  <a:pt x="3735" y="370"/>
                  <a:pt x="3735" y="370"/>
                  <a:pt x="3735" y="370"/>
                </a:cubicBezTo>
                <a:cubicBezTo>
                  <a:pt x="3734" y="367"/>
                  <a:pt x="3734" y="367"/>
                  <a:pt x="3734" y="367"/>
                </a:cubicBezTo>
                <a:cubicBezTo>
                  <a:pt x="3732" y="373"/>
                  <a:pt x="3732" y="373"/>
                  <a:pt x="3732" y="373"/>
                </a:cubicBezTo>
                <a:cubicBezTo>
                  <a:pt x="3731" y="367"/>
                  <a:pt x="3731" y="367"/>
                  <a:pt x="3731" y="367"/>
                </a:cubicBezTo>
                <a:cubicBezTo>
                  <a:pt x="3729" y="367"/>
                  <a:pt x="3729" y="367"/>
                  <a:pt x="3729" y="367"/>
                </a:cubicBezTo>
                <a:cubicBezTo>
                  <a:pt x="3728" y="372"/>
                  <a:pt x="3728" y="372"/>
                  <a:pt x="3728" y="372"/>
                </a:cubicBezTo>
                <a:cubicBezTo>
                  <a:pt x="3727" y="370"/>
                  <a:pt x="3727" y="370"/>
                  <a:pt x="3727" y="370"/>
                </a:cubicBezTo>
                <a:cubicBezTo>
                  <a:pt x="3726" y="367"/>
                  <a:pt x="3726" y="367"/>
                  <a:pt x="3726" y="367"/>
                </a:cubicBezTo>
                <a:cubicBezTo>
                  <a:pt x="3723" y="373"/>
                  <a:pt x="3723" y="373"/>
                  <a:pt x="3723" y="373"/>
                </a:cubicBezTo>
                <a:cubicBezTo>
                  <a:pt x="3722" y="369"/>
                  <a:pt x="3722" y="369"/>
                  <a:pt x="3722" y="369"/>
                </a:cubicBezTo>
                <a:cubicBezTo>
                  <a:pt x="3721" y="366"/>
                  <a:pt x="3721" y="366"/>
                  <a:pt x="3721" y="366"/>
                </a:cubicBezTo>
                <a:cubicBezTo>
                  <a:pt x="3719" y="372"/>
                  <a:pt x="3719" y="372"/>
                  <a:pt x="3719" y="372"/>
                </a:cubicBezTo>
                <a:cubicBezTo>
                  <a:pt x="3718" y="371"/>
                  <a:pt x="3718" y="371"/>
                  <a:pt x="3718" y="371"/>
                </a:cubicBezTo>
                <a:cubicBezTo>
                  <a:pt x="3717" y="368"/>
                  <a:pt x="3717" y="368"/>
                  <a:pt x="3717" y="368"/>
                </a:cubicBezTo>
                <a:cubicBezTo>
                  <a:pt x="3715" y="374"/>
                  <a:pt x="3715" y="374"/>
                  <a:pt x="3715" y="374"/>
                </a:cubicBezTo>
                <a:cubicBezTo>
                  <a:pt x="3715" y="372"/>
                  <a:pt x="3715" y="372"/>
                  <a:pt x="3715" y="372"/>
                </a:cubicBezTo>
                <a:cubicBezTo>
                  <a:pt x="3714" y="370"/>
                  <a:pt x="3714" y="370"/>
                  <a:pt x="3714" y="370"/>
                </a:cubicBezTo>
                <a:cubicBezTo>
                  <a:pt x="3707" y="384"/>
                  <a:pt x="3707" y="384"/>
                  <a:pt x="3707" y="384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1" y="410"/>
                  <a:pt x="3701" y="410"/>
                  <a:pt x="3701" y="410"/>
                </a:cubicBezTo>
                <a:cubicBezTo>
                  <a:pt x="3699" y="413"/>
                  <a:pt x="3699" y="413"/>
                  <a:pt x="3699" y="413"/>
                </a:cubicBezTo>
                <a:cubicBezTo>
                  <a:pt x="3699" y="414"/>
                  <a:pt x="3699" y="414"/>
                  <a:pt x="3699" y="414"/>
                </a:cubicBezTo>
                <a:cubicBezTo>
                  <a:pt x="3698" y="439"/>
                  <a:pt x="3698" y="439"/>
                  <a:pt x="3698" y="439"/>
                </a:cubicBezTo>
                <a:cubicBezTo>
                  <a:pt x="3693" y="446"/>
                  <a:pt x="3693" y="446"/>
                  <a:pt x="3693" y="446"/>
                </a:cubicBezTo>
                <a:cubicBezTo>
                  <a:pt x="3694" y="619"/>
                  <a:pt x="3694" y="619"/>
                  <a:pt x="3694" y="619"/>
                </a:cubicBezTo>
                <a:cubicBezTo>
                  <a:pt x="3679" y="620"/>
                  <a:pt x="3679" y="620"/>
                  <a:pt x="3679" y="620"/>
                </a:cubicBezTo>
                <a:cubicBezTo>
                  <a:pt x="3675" y="625"/>
                  <a:pt x="3675" y="625"/>
                  <a:pt x="3675" y="625"/>
                </a:cubicBezTo>
                <a:cubicBezTo>
                  <a:pt x="3663" y="625"/>
                  <a:pt x="3663" y="625"/>
                  <a:pt x="3663" y="625"/>
                </a:cubicBezTo>
                <a:cubicBezTo>
                  <a:pt x="3663" y="475"/>
                  <a:pt x="3663" y="475"/>
                  <a:pt x="3663" y="475"/>
                </a:cubicBezTo>
                <a:cubicBezTo>
                  <a:pt x="3612" y="475"/>
                  <a:pt x="3612" y="475"/>
                  <a:pt x="3612" y="475"/>
                </a:cubicBezTo>
                <a:cubicBezTo>
                  <a:pt x="3596" y="480"/>
                  <a:pt x="3596" y="480"/>
                  <a:pt x="3596" y="480"/>
                </a:cubicBezTo>
                <a:cubicBezTo>
                  <a:pt x="3597" y="482"/>
                  <a:pt x="3597" y="482"/>
                  <a:pt x="3597" y="482"/>
                </a:cubicBezTo>
                <a:moveTo>
                  <a:pt x="3611" y="620"/>
                </a:moveTo>
                <a:cubicBezTo>
                  <a:pt x="3614" y="620"/>
                  <a:pt x="3614" y="620"/>
                  <a:pt x="3614" y="620"/>
                </a:cubicBezTo>
                <a:cubicBezTo>
                  <a:pt x="3614" y="476"/>
                  <a:pt x="3614" y="476"/>
                  <a:pt x="3614" y="476"/>
                </a:cubicBezTo>
                <a:cubicBezTo>
                  <a:pt x="3611" y="476"/>
                  <a:pt x="3611" y="476"/>
                  <a:pt x="3611" y="476"/>
                </a:cubicBezTo>
                <a:lnTo>
                  <a:pt x="3611" y="620"/>
                </a:lnTo>
                <a:close/>
                <a:moveTo>
                  <a:pt x="3759" y="412"/>
                </a:moveTo>
                <a:cubicBezTo>
                  <a:pt x="3759" y="392"/>
                  <a:pt x="3759" y="392"/>
                  <a:pt x="3759" y="392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17" y="385"/>
                  <a:pt x="3717" y="385"/>
                  <a:pt x="3717" y="385"/>
                </a:cubicBezTo>
                <a:cubicBezTo>
                  <a:pt x="3717" y="628"/>
                  <a:pt x="3717" y="628"/>
                  <a:pt x="3717" y="628"/>
                </a:cubicBezTo>
                <a:cubicBezTo>
                  <a:pt x="3719" y="628"/>
                  <a:pt x="3719" y="628"/>
                  <a:pt x="3719" y="628"/>
                </a:cubicBezTo>
                <a:cubicBezTo>
                  <a:pt x="3719" y="387"/>
                  <a:pt x="3719" y="387"/>
                  <a:pt x="3719" y="387"/>
                </a:cubicBezTo>
                <a:cubicBezTo>
                  <a:pt x="3753" y="387"/>
                  <a:pt x="3753" y="387"/>
                  <a:pt x="3753" y="387"/>
                </a:cubicBezTo>
                <a:cubicBezTo>
                  <a:pt x="3757" y="393"/>
                  <a:pt x="3757" y="393"/>
                  <a:pt x="3757" y="393"/>
                </a:cubicBezTo>
                <a:cubicBezTo>
                  <a:pt x="3757" y="412"/>
                  <a:pt x="3757" y="412"/>
                  <a:pt x="3757" y="412"/>
                </a:cubicBezTo>
                <a:cubicBezTo>
                  <a:pt x="3759" y="412"/>
                  <a:pt x="3759" y="412"/>
                  <a:pt x="3759" y="412"/>
                </a:cubicBezTo>
                <a:moveTo>
                  <a:pt x="3752" y="615"/>
                </a:moveTo>
                <a:cubicBezTo>
                  <a:pt x="3754" y="615"/>
                  <a:pt x="3754" y="615"/>
                  <a:pt x="3754" y="615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52" y="385"/>
                  <a:pt x="3752" y="385"/>
                  <a:pt x="3752" y="385"/>
                </a:cubicBezTo>
                <a:lnTo>
                  <a:pt x="3752" y="615"/>
                </a:lnTo>
                <a:close/>
                <a:moveTo>
                  <a:pt x="3707" y="418"/>
                </a:moveTo>
                <a:cubicBezTo>
                  <a:pt x="3707" y="457"/>
                  <a:pt x="3707" y="457"/>
                  <a:pt x="3707" y="457"/>
                </a:cubicBezTo>
                <a:cubicBezTo>
                  <a:pt x="3704" y="459"/>
                  <a:pt x="3704" y="459"/>
                  <a:pt x="3704" y="459"/>
                </a:cubicBezTo>
                <a:cubicBezTo>
                  <a:pt x="3704" y="613"/>
                  <a:pt x="3704" y="613"/>
                  <a:pt x="3704" y="613"/>
                </a:cubicBezTo>
                <a:cubicBezTo>
                  <a:pt x="3706" y="613"/>
                  <a:pt x="3706" y="613"/>
                  <a:pt x="3706" y="613"/>
                </a:cubicBezTo>
                <a:cubicBezTo>
                  <a:pt x="3706" y="461"/>
                  <a:pt x="3706" y="461"/>
                  <a:pt x="3706" y="461"/>
                </a:cubicBezTo>
                <a:cubicBezTo>
                  <a:pt x="3709" y="459"/>
                  <a:pt x="3709" y="459"/>
                  <a:pt x="3709" y="459"/>
                </a:cubicBezTo>
                <a:cubicBezTo>
                  <a:pt x="3709" y="458"/>
                  <a:pt x="3709" y="458"/>
                  <a:pt x="3709" y="458"/>
                </a:cubicBezTo>
                <a:cubicBezTo>
                  <a:pt x="3709" y="418"/>
                  <a:pt x="3709" y="418"/>
                  <a:pt x="3709" y="418"/>
                </a:cubicBezTo>
                <a:cubicBezTo>
                  <a:pt x="3707" y="418"/>
                  <a:pt x="3707" y="418"/>
                  <a:pt x="3707" y="418"/>
                </a:cubicBezTo>
                <a:moveTo>
                  <a:pt x="3704" y="620"/>
                </a:moveTo>
                <a:cubicBezTo>
                  <a:pt x="3704" y="631"/>
                  <a:pt x="3704" y="631"/>
                  <a:pt x="3704" y="631"/>
                </a:cubicBezTo>
                <a:cubicBezTo>
                  <a:pt x="3716" y="631"/>
                  <a:pt x="3716" y="631"/>
                  <a:pt x="3716" y="631"/>
                </a:cubicBezTo>
                <a:cubicBezTo>
                  <a:pt x="3725" y="622"/>
                  <a:pt x="3725" y="622"/>
                  <a:pt x="3725" y="622"/>
                </a:cubicBezTo>
                <a:cubicBezTo>
                  <a:pt x="3749" y="622"/>
                  <a:pt x="3749" y="622"/>
                  <a:pt x="3749" y="622"/>
                </a:cubicBezTo>
                <a:cubicBezTo>
                  <a:pt x="3749" y="617"/>
                  <a:pt x="3749" y="617"/>
                  <a:pt x="3749" y="617"/>
                </a:cubicBezTo>
                <a:cubicBezTo>
                  <a:pt x="3760" y="617"/>
                  <a:pt x="3760" y="617"/>
                  <a:pt x="3760" y="617"/>
                </a:cubicBezTo>
                <a:cubicBezTo>
                  <a:pt x="3760" y="629"/>
                  <a:pt x="3760" y="629"/>
                  <a:pt x="3760" y="629"/>
                </a:cubicBezTo>
                <a:cubicBezTo>
                  <a:pt x="3777" y="624"/>
                  <a:pt x="3777" y="624"/>
                  <a:pt x="3777" y="624"/>
                </a:cubicBezTo>
                <a:cubicBezTo>
                  <a:pt x="3879" y="624"/>
                  <a:pt x="3879" y="624"/>
                  <a:pt x="3879" y="624"/>
                </a:cubicBezTo>
                <a:cubicBezTo>
                  <a:pt x="3879" y="657"/>
                  <a:pt x="3879" y="657"/>
                  <a:pt x="3879" y="657"/>
                </a:cubicBezTo>
                <a:cubicBezTo>
                  <a:pt x="3881" y="657"/>
                  <a:pt x="3881" y="657"/>
                  <a:pt x="3881" y="657"/>
                </a:cubicBezTo>
                <a:cubicBezTo>
                  <a:pt x="3881" y="622"/>
                  <a:pt x="3881" y="622"/>
                  <a:pt x="3881" y="622"/>
                </a:cubicBezTo>
                <a:cubicBezTo>
                  <a:pt x="3777" y="622"/>
                  <a:pt x="3777" y="622"/>
                  <a:pt x="3777" y="622"/>
                </a:cubicBezTo>
                <a:cubicBezTo>
                  <a:pt x="3762" y="626"/>
                  <a:pt x="3762" y="626"/>
                  <a:pt x="3762" y="626"/>
                </a:cubicBezTo>
                <a:cubicBezTo>
                  <a:pt x="3762" y="616"/>
                  <a:pt x="3762" y="616"/>
                  <a:pt x="3762" y="616"/>
                </a:cubicBezTo>
                <a:cubicBezTo>
                  <a:pt x="3762" y="615"/>
                  <a:pt x="3762" y="615"/>
                  <a:pt x="3762" y="615"/>
                </a:cubicBezTo>
                <a:cubicBezTo>
                  <a:pt x="3747" y="615"/>
                  <a:pt x="3747" y="615"/>
                  <a:pt x="3747" y="615"/>
                </a:cubicBezTo>
                <a:cubicBezTo>
                  <a:pt x="3747" y="620"/>
                  <a:pt x="3747" y="620"/>
                  <a:pt x="3747" y="620"/>
                </a:cubicBezTo>
                <a:cubicBezTo>
                  <a:pt x="3724" y="620"/>
                  <a:pt x="3724" y="620"/>
                  <a:pt x="3724" y="620"/>
                </a:cubicBezTo>
                <a:cubicBezTo>
                  <a:pt x="3715" y="629"/>
                  <a:pt x="3715" y="629"/>
                  <a:pt x="3715" y="629"/>
                </a:cubicBezTo>
                <a:cubicBezTo>
                  <a:pt x="3706" y="629"/>
                  <a:pt x="3706" y="629"/>
                  <a:pt x="3706" y="629"/>
                </a:cubicBezTo>
                <a:cubicBezTo>
                  <a:pt x="3706" y="620"/>
                  <a:pt x="3706" y="620"/>
                  <a:pt x="3706" y="620"/>
                </a:cubicBezTo>
                <a:cubicBezTo>
                  <a:pt x="3704" y="620"/>
                  <a:pt x="3704" y="620"/>
                  <a:pt x="3704" y="620"/>
                </a:cubicBezTo>
                <a:moveTo>
                  <a:pt x="3597" y="444"/>
                </a:moveTo>
                <a:cubicBezTo>
                  <a:pt x="3609" y="444"/>
                  <a:pt x="3609" y="444"/>
                  <a:pt x="3609" y="444"/>
                </a:cubicBezTo>
                <a:cubicBezTo>
                  <a:pt x="3609" y="461"/>
                  <a:pt x="3609" y="461"/>
                  <a:pt x="3609" y="461"/>
                </a:cubicBezTo>
                <a:cubicBezTo>
                  <a:pt x="3618" y="470"/>
                  <a:pt x="3618" y="470"/>
                  <a:pt x="3618" y="470"/>
                </a:cubicBezTo>
                <a:cubicBezTo>
                  <a:pt x="3632" y="470"/>
                  <a:pt x="3632" y="470"/>
                  <a:pt x="3632" y="470"/>
                </a:cubicBezTo>
                <a:cubicBezTo>
                  <a:pt x="3632" y="434"/>
                  <a:pt x="3632" y="434"/>
                  <a:pt x="3632" y="434"/>
                </a:cubicBezTo>
                <a:cubicBezTo>
                  <a:pt x="3668" y="434"/>
                  <a:pt x="3668" y="434"/>
                  <a:pt x="3668" y="434"/>
                </a:cubicBezTo>
                <a:cubicBezTo>
                  <a:pt x="3668" y="452"/>
                  <a:pt x="3668" y="452"/>
                  <a:pt x="3668" y="452"/>
                </a:cubicBezTo>
                <a:cubicBezTo>
                  <a:pt x="3694" y="452"/>
                  <a:pt x="3694" y="452"/>
                  <a:pt x="3694" y="452"/>
                </a:cubicBezTo>
                <a:cubicBezTo>
                  <a:pt x="3694" y="450"/>
                  <a:pt x="3694" y="450"/>
                  <a:pt x="3694" y="450"/>
                </a:cubicBezTo>
                <a:cubicBezTo>
                  <a:pt x="3671" y="450"/>
                  <a:pt x="3671" y="450"/>
                  <a:pt x="3671" y="450"/>
                </a:cubicBezTo>
                <a:cubicBezTo>
                  <a:pt x="3671" y="432"/>
                  <a:pt x="3671" y="432"/>
                  <a:pt x="3671" y="432"/>
                </a:cubicBezTo>
                <a:cubicBezTo>
                  <a:pt x="3630" y="432"/>
                  <a:pt x="3630" y="432"/>
                  <a:pt x="3630" y="432"/>
                </a:cubicBezTo>
                <a:cubicBezTo>
                  <a:pt x="3630" y="468"/>
                  <a:pt x="3630" y="468"/>
                  <a:pt x="3630" y="468"/>
                </a:cubicBezTo>
                <a:cubicBezTo>
                  <a:pt x="3619" y="468"/>
                  <a:pt x="3619" y="468"/>
                  <a:pt x="3619" y="468"/>
                </a:cubicBezTo>
                <a:cubicBezTo>
                  <a:pt x="3612" y="460"/>
                  <a:pt x="3612" y="460"/>
                  <a:pt x="3612" y="460"/>
                </a:cubicBezTo>
                <a:cubicBezTo>
                  <a:pt x="3612" y="442"/>
                  <a:pt x="3612" y="442"/>
                  <a:pt x="3612" y="442"/>
                </a:cubicBezTo>
                <a:cubicBezTo>
                  <a:pt x="3597" y="442"/>
                  <a:pt x="3597" y="442"/>
                  <a:pt x="3597" y="442"/>
                </a:cubicBezTo>
                <a:cubicBezTo>
                  <a:pt x="3597" y="444"/>
                  <a:pt x="3597" y="444"/>
                  <a:pt x="3597" y="444"/>
                </a:cubicBezTo>
                <a:moveTo>
                  <a:pt x="3797" y="564"/>
                </a:moveTo>
                <a:cubicBezTo>
                  <a:pt x="3797" y="333"/>
                  <a:pt x="3797" y="333"/>
                  <a:pt x="3797" y="333"/>
                </a:cubicBezTo>
                <a:cubicBezTo>
                  <a:pt x="3809" y="322"/>
                  <a:pt x="3809" y="322"/>
                  <a:pt x="3809" y="322"/>
                </a:cubicBezTo>
                <a:cubicBezTo>
                  <a:pt x="3809" y="315"/>
                  <a:pt x="3809" y="315"/>
                  <a:pt x="3809" y="315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20" y="306"/>
                  <a:pt x="3820" y="306"/>
                  <a:pt x="3820" y="306"/>
                </a:cubicBezTo>
                <a:cubicBezTo>
                  <a:pt x="3831" y="298"/>
                  <a:pt x="3831" y="298"/>
                  <a:pt x="3831" y="298"/>
                </a:cubicBezTo>
                <a:cubicBezTo>
                  <a:pt x="3842" y="305"/>
                  <a:pt x="3842" y="305"/>
                  <a:pt x="3842" y="305"/>
                </a:cubicBezTo>
                <a:cubicBezTo>
                  <a:pt x="3852" y="311"/>
                  <a:pt x="3852" y="311"/>
                  <a:pt x="3852" y="311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65" y="328"/>
                  <a:pt x="3865" y="328"/>
                  <a:pt x="3865" y="328"/>
                </a:cubicBezTo>
                <a:cubicBezTo>
                  <a:pt x="3865" y="439"/>
                  <a:pt x="3865" y="439"/>
                  <a:pt x="3865" y="439"/>
                </a:cubicBezTo>
                <a:cubicBezTo>
                  <a:pt x="3867" y="439"/>
                  <a:pt x="3867" y="439"/>
                  <a:pt x="3867" y="439"/>
                </a:cubicBezTo>
                <a:cubicBezTo>
                  <a:pt x="3867" y="327"/>
                  <a:pt x="3867" y="327"/>
                  <a:pt x="3867" y="327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43" y="303"/>
                  <a:pt x="3843" y="303"/>
                  <a:pt x="3843" y="303"/>
                </a:cubicBezTo>
                <a:cubicBezTo>
                  <a:pt x="3831" y="295"/>
                  <a:pt x="3831" y="295"/>
                  <a:pt x="3831" y="295"/>
                </a:cubicBezTo>
                <a:cubicBezTo>
                  <a:pt x="3819" y="304"/>
                  <a:pt x="3819" y="304"/>
                  <a:pt x="3819" y="304"/>
                </a:cubicBezTo>
                <a:cubicBezTo>
                  <a:pt x="3812" y="311"/>
                  <a:pt x="3812" y="311"/>
                  <a:pt x="3812" y="311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7" y="313"/>
                  <a:pt x="3807" y="313"/>
                  <a:pt x="3807" y="313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795" y="332"/>
                  <a:pt x="3795" y="332"/>
                  <a:pt x="3795" y="332"/>
                </a:cubicBezTo>
                <a:cubicBezTo>
                  <a:pt x="3795" y="564"/>
                  <a:pt x="3795" y="564"/>
                  <a:pt x="3795" y="564"/>
                </a:cubicBezTo>
                <a:cubicBezTo>
                  <a:pt x="3797" y="564"/>
                  <a:pt x="3797" y="564"/>
                  <a:pt x="3797" y="564"/>
                </a:cubicBezTo>
                <a:moveTo>
                  <a:pt x="3797" y="333"/>
                </a:moveTo>
                <a:cubicBezTo>
                  <a:pt x="3819" y="324"/>
                  <a:pt x="3819" y="324"/>
                  <a:pt x="3819" y="324"/>
                </a:cubicBezTo>
                <a:cubicBezTo>
                  <a:pt x="3866" y="328"/>
                  <a:pt x="3866" y="328"/>
                  <a:pt x="3866" y="328"/>
                </a:cubicBezTo>
                <a:cubicBezTo>
                  <a:pt x="3866" y="325"/>
                  <a:pt x="3866" y="325"/>
                  <a:pt x="3866" y="325"/>
                </a:cubicBezTo>
                <a:cubicBezTo>
                  <a:pt x="3818" y="322"/>
                  <a:pt x="3818" y="322"/>
                  <a:pt x="3818" y="322"/>
                </a:cubicBezTo>
                <a:cubicBezTo>
                  <a:pt x="3796" y="331"/>
                  <a:pt x="3796" y="331"/>
                  <a:pt x="3796" y="331"/>
                </a:cubicBezTo>
                <a:cubicBezTo>
                  <a:pt x="3797" y="333"/>
                  <a:pt x="3797" y="333"/>
                  <a:pt x="3797" y="333"/>
                </a:cubicBezTo>
                <a:moveTo>
                  <a:pt x="3830" y="298"/>
                </a:moveTo>
                <a:cubicBezTo>
                  <a:pt x="3831" y="270"/>
                  <a:pt x="3831" y="270"/>
                  <a:pt x="3831" y="270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4" y="297"/>
                  <a:pt x="3834" y="297"/>
                  <a:pt x="3834" y="297"/>
                </a:cubicBezTo>
                <a:cubicBezTo>
                  <a:pt x="3832" y="242"/>
                  <a:pt x="3832" y="242"/>
                  <a:pt x="3832" y="242"/>
                </a:cubicBezTo>
                <a:cubicBezTo>
                  <a:pt x="3830" y="242"/>
                  <a:pt x="3830" y="242"/>
                  <a:pt x="3830" y="242"/>
                </a:cubicBezTo>
                <a:cubicBezTo>
                  <a:pt x="3827" y="297"/>
                  <a:pt x="3827" y="297"/>
                  <a:pt x="3827" y="297"/>
                </a:cubicBezTo>
                <a:cubicBezTo>
                  <a:pt x="3830" y="298"/>
                  <a:pt x="3830" y="298"/>
                  <a:pt x="3830" y="298"/>
                </a:cubicBezTo>
                <a:moveTo>
                  <a:pt x="3809" y="315"/>
                </a:moveTo>
                <a:cubicBezTo>
                  <a:pt x="3823" y="311"/>
                  <a:pt x="3823" y="311"/>
                  <a:pt x="3823" y="311"/>
                </a:cubicBezTo>
                <a:cubicBezTo>
                  <a:pt x="3853" y="313"/>
                  <a:pt x="3853" y="313"/>
                  <a:pt x="3853" y="313"/>
                </a:cubicBezTo>
                <a:cubicBezTo>
                  <a:pt x="3853" y="311"/>
                  <a:pt x="3853" y="311"/>
                  <a:pt x="3853" y="311"/>
                </a:cubicBezTo>
                <a:cubicBezTo>
                  <a:pt x="3823" y="309"/>
                  <a:pt x="3823" y="309"/>
                  <a:pt x="3823" y="309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9" y="315"/>
                  <a:pt x="3809" y="315"/>
                  <a:pt x="3809" y="315"/>
                </a:cubicBezTo>
                <a:moveTo>
                  <a:pt x="3830" y="296"/>
                </a:moveTo>
                <a:cubicBezTo>
                  <a:pt x="3822" y="308"/>
                  <a:pt x="3822" y="308"/>
                  <a:pt x="3822" y="308"/>
                </a:cubicBezTo>
                <a:cubicBezTo>
                  <a:pt x="3822" y="316"/>
                  <a:pt x="3822" y="316"/>
                  <a:pt x="3822" y="316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545"/>
                  <a:pt x="3819" y="545"/>
                  <a:pt x="3819" y="545"/>
                </a:cubicBezTo>
                <a:cubicBezTo>
                  <a:pt x="3835" y="545"/>
                  <a:pt x="3835" y="545"/>
                  <a:pt x="3835" y="545"/>
                </a:cubicBezTo>
                <a:cubicBezTo>
                  <a:pt x="3835" y="542"/>
                  <a:pt x="3835" y="542"/>
                  <a:pt x="3835" y="542"/>
                </a:cubicBezTo>
                <a:cubicBezTo>
                  <a:pt x="3821" y="542"/>
                  <a:pt x="3821" y="542"/>
                  <a:pt x="3821" y="542"/>
                </a:cubicBezTo>
                <a:cubicBezTo>
                  <a:pt x="3821" y="323"/>
                  <a:pt x="3821" y="323"/>
                  <a:pt x="3821" y="323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09"/>
                  <a:pt x="3824" y="309"/>
                  <a:pt x="3824" y="309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0" y="296"/>
                  <a:pt x="3830" y="296"/>
                  <a:pt x="3830" y="296"/>
                </a:cubicBezTo>
                <a:moveTo>
                  <a:pt x="3773" y="593"/>
                </a:moveTo>
                <a:cubicBezTo>
                  <a:pt x="3794" y="593"/>
                  <a:pt x="3794" y="593"/>
                  <a:pt x="3794" y="593"/>
                </a:cubicBezTo>
                <a:cubicBezTo>
                  <a:pt x="3794" y="565"/>
                  <a:pt x="3794" y="565"/>
                  <a:pt x="3794" y="565"/>
                </a:cubicBezTo>
                <a:cubicBezTo>
                  <a:pt x="3814" y="565"/>
                  <a:pt x="3814" y="565"/>
                  <a:pt x="3814" y="565"/>
                </a:cubicBezTo>
                <a:cubicBezTo>
                  <a:pt x="3814" y="622"/>
                  <a:pt x="3814" y="622"/>
                  <a:pt x="3814" y="622"/>
                </a:cubicBezTo>
                <a:cubicBezTo>
                  <a:pt x="3816" y="622"/>
                  <a:pt x="3816" y="622"/>
                  <a:pt x="3816" y="622"/>
                </a:cubicBezTo>
                <a:cubicBezTo>
                  <a:pt x="3816" y="563"/>
                  <a:pt x="3816" y="563"/>
                  <a:pt x="3816" y="563"/>
                </a:cubicBezTo>
                <a:cubicBezTo>
                  <a:pt x="3791" y="563"/>
                  <a:pt x="3791" y="563"/>
                  <a:pt x="3791" y="563"/>
                </a:cubicBezTo>
                <a:cubicBezTo>
                  <a:pt x="3791" y="591"/>
                  <a:pt x="3791" y="591"/>
                  <a:pt x="3791" y="591"/>
                </a:cubicBezTo>
                <a:cubicBezTo>
                  <a:pt x="3773" y="591"/>
                  <a:pt x="3773" y="591"/>
                  <a:pt x="3773" y="591"/>
                </a:cubicBezTo>
                <a:cubicBezTo>
                  <a:pt x="3773" y="593"/>
                  <a:pt x="3773" y="593"/>
                  <a:pt x="3773" y="593"/>
                </a:cubicBezTo>
                <a:moveTo>
                  <a:pt x="3837" y="621"/>
                </a:moveTo>
                <a:cubicBezTo>
                  <a:pt x="3837" y="447"/>
                  <a:pt x="3837" y="447"/>
                  <a:pt x="3837" y="447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6" y="448"/>
                  <a:pt x="3836" y="448"/>
                  <a:pt x="3836" y="448"/>
                </a:cubicBezTo>
                <a:cubicBezTo>
                  <a:pt x="3836" y="448"/>
                  <a:pt x="3837" y="448"/>
                  <a:pt x="3839" y="447"/>
                </a:cubicBezTo>
                <a:cubicBezTo>
                  <a:pt x="3845" y="444"/>
                  <a:pt x="3860" y="439"/>
                  <a:pt x="3879" y="439"/>
                </a:cubicBezTo>
                <a:cubicBezTo>
                  <a:pt x="3886" y="439"/>
                  <a:pt x="3893" y="440"/>
                  <a:pt x="3901" y="442"/>
                </a:cubicBezTo>
                <a:cubicBezTo>
                  <a:pt x="3905" y="443"/>
                  <a:pt x="3906" y="444"/>
                  <a:pt x="3907" y="444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6"/>
                  <a:pt x="3907" y="446"/>
                  <a:pt x="3907" y="446"/>
                </a:cubicBezTo>
                <a:cubicBezTo>
                  <a:pt x="3941" y="445"/>
                  <a:pt x="3941" y="445"/>
                  <a:pt x="3941" y="445"/>
                </a:cubicBezTo>
                <a:cubicBezTo>
                  <a:pt x="3943" y="453"/>
                  <a:pt x="3943" y="453"/>
                  <a:pt x="3943" y="453"/>
                </a:cubicBezTo>
                <a:cubicBezTo>
                  <a:pt x="3944" y="454"/>
                  <a:pt x="3944" y="454"/>
                  <a:pt x="3944" y="454"/>
                </a:cubicBezTo>
                <a:cubicBezTo>
                  <a:pt x="3945" y="454"/>
                  <a:pt x="3945" y="454"/>
                  <a:pt x="3945" y="454"/>
                </a:cubicBezTo>
                <a:cubicBezTo>
                  <a:pt x="3950" y="453"/>
                  <a:pt x="3956" y="453"/>
                  <a:pt x="3961" y="453"/>
                </a:cubicBezTo>
                <a:cubicBezTo>
                  <a:pt x="3972" y="453"/>
                  <a:pt x="3981" y="454"/>
                  <a:pt x="3988" y="455"/>
                </a:cubicBezTo>
                <a:cubicBezTo>
                  <a:pt x="3995" y="456"/>
                  <a:pt x="4000" y="457"/>
                  <a:pt x="4000" y="457"/>
                </a:cubicBezTo>
                <a:cubicBezTo>
                  <a:pt x="4000" y="456"/>
                  <a:pt x="4000" y="456"/>
                  <a:pt x="4000" y="456"/>
                </a:cubicBezTo>
                <a:cubicBezTo>
                  <a:pt x="3999" y="456"/>
                  <a:pt x="3999" y="456"/>
                  <a:pt x="3999" y="456"/>
                </a:cubicBezTo>
                <a:cubicBezTo>
                  <a:pt x="3998" y="659"/>
                  <a:pt x="3998" y="659"/>
                  <a:pt x="3998" y="659"/>
                </a:cubicBezTo>
                <a:cubicBezTo>
                  <a:pt x="4001" y="659"/>
                  <a:pt x="4001" y="659"/>
                  <a:pt x="4001" y="659"/>
                </a:cubicBezTo>
                <a:cubicBezTo>
                  <a:pt x="4001" y="455"/>
                  <a:pt x="4001" y="455"/>
                  <a:pt x="4001" y="455"/>
                </a:cubicBezTo>
                <a:cubicBezTo>
                  <a:pt x="4000" y="455"/>
                  <a:pt x="4000" y="455"/>
                  <a:pt x="4000" y="455"/>
                </a:cubicBezTo>
                <a:cubicBezTo>
                  <a:pt x="4000" y="455"/>
                  <a:pt x="3983" y="451"/>
                  <a:pt x="3961" y="451"/>
                </a:cubicBezTo>
                <a:cubicBezTo>
                  <a:pt x="3956" y="451"/>
                  <a:pt x="3950" y="451"/>
                  <a:pt x="3944" y="452"/>
                </a:cubicBezTo>
                <a:cubicBezTo>
                  <a:pt x="3945" y="453"/>
                  <a:pt x="3945" y="453"/>
                  <a:pt x="3945" y="453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43"/>
                  <a:pt x="3943" y="443"/>
                  <a:pt x="3943" y="443"/>
                </a:cubicBezTo>
                <a:cubicBezTo>
                  <a:pt x="3909" y="443"/>
                  <a:pt x="3909" y="443"/>
                  <a:pt x="3909" y="443"/>
                </a:cubicBezTo>
                <a:cubicBezTo>
                  <a:pt x="3909" y="445"/>
                  <a:pt x="3909" y="445"/>
                  <a:pt x="3909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4"/>
                  <a:pt x="3909" y="443"/>
                  <a:pt x="3908" y="442"/>
                </a:cubicBezTo>
                <a:cubicBezTo>
                  <a:pt x="3907" y="441"/>
                  <a:pt x="3905" y="441"/>
                  <a:pt x="3902" y="440"/>
                </a:cubicBezTo>
                <a:cubicBezTo>
                  <a:pt x="3894" y="438"/>
                  <a:pt x="3886" y="437"/>
                  <a:pt x="3879" y="437"/>
                </a:cubicBezTo>
                <a:cubicBezTo>
                  <a:pt x="3853" y="437"/>
                  <a:pt x="3835" y="446"/>
                  <a:pt x="3835" y="446"/>
                </a:cubicBezTo>
                <a:cubicBezTo>
                  <a:pt x="3834" y="447"/>
                  <a:pt x="3834" y="447"/>
                  <a:pt x="3834" y="447"/>
                </a:cubicBezTo>
                <a:cubicBezTo>
                  <a:pt x="3834" y="621"/>
                  <a:pt x="3834" y="621"/>
                  <a:pt x="3834" y="621"/>
                </a:cubicBezTo>
                <a:cubicBezTo>
                  <a:pt x="3837" y="621"/>
                  <a:pt x="3837" y="621"/>
                  <a:pt x="3837" y="621"/>
                </a:cubicBezTo>
                <a:moveTo>
                  <a:pt x="3906" y="607"/>
                </a:moveTo>
                <a:cubicBezTo>
                  <a:pt x="3908" y="607"/>
                  <a:pt x="3908" y="607"/>
                  <a:pt x="3908" y="607"/>
                </a:cubicBezTo>
                <a:cubicBezTo>
                  <a:pt x="3908" y="443"/>
                  <a:pt x="3908" y="443"/>
                  <a:pt x="3908" y="443"/>
                </a:cubicBezTo>
                <a:cubicBezTo>
                  <a:pt x="3906" y="443"/>
                  <a:pt x="3906" y="443"/>
                  <a:pt x="3906" y="443"/>
                </a:cubicBezTo>
                <a:lnTo>
                  <a:pt x="3906" y="607"/>
                </a:lnTo>
                <a:close/>
                <a:moveTo>
                  <a:pt x="3943" y="607"/>
                </a:moveTo>
                <a:cubicBezTo>
                  <a:pt x="3946" y="607"/>
                  <a:pt x="3946" y="607"/>
                  <a:pt x="3946" y="607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52"/>
                  <a:pt x="3943" y="452"/>
                  <a:pt x="3943" y="452"/>
                </a:cubicBezTo>
                <a:lnTo>
                  <a:pt x="3943" y="607"/>
                </a:lnTo>
                <a:close/>
                <a:moveTo>
                  <a:pt x="3860" y="623"/>
                </a:moveTo>
                <a:cubicBezTo>
                  <a:pt x="3860" y="608"/>
                  <a:pt x="3860" y="608"/>
                  <a:pt x="3860" y="608"/>
                </a:cubicBezTo>
                <a:cubicBezTo>
                  <a:pt x="3999" y="608"/>
                  <a:pt x="3999" y="608"/>
                  <a:pt x="3999" y="608"/>
                </a:cubicBezTo>
                <a:cubicBezTo>
                  <a:pt x="3999" y="606"/>
                  <a:pt x="3999" y="606"/>
                  <a:pt x="3999" y="606"/>
                </a:cubicBezTo>
                <a:cubicBezTo>
                  <a:pt x="3858" y="606"/>
                  <a:pt x="3858" y="606"/>
                  <a:pt x="3858" y="606"/>
                </a:cubicBezTo>
                <a:cubicBezTo>
                  <a:pt x="3858" y="623"/>
                  <a:pt x="3858" y="623"/>
                  <a:pt x="3858" y="623"/>
                </a:cubicBezTo>
                <a:cubicBezTo>
                  <a:pt x="3860" y="623"/>
                  <a:pt x="3860" y="623"/>
                  <a:pt x="3860" y="623"/>
                </a:cubicBezTo>
                <a:moveTo>
                  <a:pt x="4017" y="671"/>
                </a:moveTo>
                <a:cubicBezTo>
                  <a:pt x="4017" y="537"/>
                  <a:pt x="4017" y="537"/>
                  <a:pt x="4017" y="537"/>
                </a:cubicBezTo>
                <a:cubicBezTo>
                  <a:pt x="4098" y="537"/>
                  <a:pt x="4098" y="537"/>
                  <a:pt x="4098" y="537"/>
                </a:cubicBezTo>
                <a:cubicBezTo>
                  <a:pt x="4098" y="653"/>
                  <a:pt x="4098" y="653"/>
                  <a:pt x="4098" y="653"/>
                </a:cubicBezTo>
                <a:cubicBezTo>
                  <a:pt x="4101" y="653"/>
                  <a:pt x="4101" y="653"/>
                  <a:pt x="4101" y="653"/>
                </a:cubicBezTo>
                <a:cubicBezTo>
                  <a:pt x="4101" y="535"/>
                  <a:pt x="4101" y="535"/>
                  <a:pt x="4101" y="535"/>
                </a:cubicBezTo>
                <a:cubicBezTo>
                  <a:pt x="4015" y="535"/>
                  <a:pt x="4015" y="535"/>
                  <a:pt x="4015" y="535"/>
                </a:cubicBezTo>
                <a:cubicBezTo>
                  <a:pt x="4015" y="671"/>
                  <a:pt x="4015" y="671"/>
                  <a:pt x="4015" y="671"/>
                </a:cubicBezTo>
                <a:cubicBezTo>
                  <a:pt x="4017" y="671"/>
                  <a:pt x="4017" y="671"/>
                  <a:pt x="4017" y="671"/>
                </a:cubicBezTo>
                <a:moveTo>
                  <a:pt x="4025" y="536"/>
                </a:moveTo>
                <a:cubicBezTo>
                  <a:pt x="4025" y="470"/>
                  <a:pt x="4025" y="470"/>
                  <a:pt x="4025" y="470"/>
                </a:cubicBezTo>
                <a:cubicBezTo>
                  <a:pt x="4029" y="470"/>
                  <a:pt x="4029" y="470"/>
                  <a:pt x="4029" y="470"/>
                </a:cubicBezTo>
                <a:cubicBezTo>
                  <a:pt x="4030" y="470"/>
                  <a:pt x="4030" y="470"/>
                  <a:pt x="4030" y="470"/>
                </a:cubicBezTo>
                <a:cubicBezTo>
                  <a:pt x="4030" y="432"/>
                  <a:pt x="4030" y="432"/>
                  <a:pt x="4030" y="432"/>
                </a:cubicBezTo>
                <a:cubicBezTo>
                  <a:pt x="4041" y="430"/>
                  <a:pt x="4041" y="430"/>
                  <a:pt x="4041" y="430"/>
                </a:cubicBezTo>
                <a:cubicBezTo>
                  <a:pt x="4041" y="421"/>
                  <a:pt x="4041" y="421"/>
                  <a:pt x="4041" y="421"/>
                </a:cubicBezTo>
                <a:cubicBezTo>
                  <a:pt x="4059" y="405"/>
                  <a:pt x="4059" y="405"/>
                  <a:pt x="4059" y="405"/>
                </a:cubicBezTo>
                <a:cubicBezTo>
                  <a:pt x="4080" y="423"/>
                  <a:pt x="4080" y="423"/>
                  <a:pt x="4080" y="423"/>
                </a:cubicBezTo>
                <a:cubicBezTo>
                  <a:pt x="4080" y="430"/>
                  <a:pt x="4080" y="430"/>
                  <a:pt x="4080" y="430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8" y="433"/>
                  <a:pt x="4088" y="433"/>
                  <a:pt x="4088" y="433"/>
                </a:cubicBezTo>
                <a:cubicBezTo>
                  <a:pt x="4088" y="469"/>
                  <a:pt x="4088" y="469"/>
                  <a:pt x="4088" y="469"/>
                </a:cubicBezTo>
                <a:cubicBezTo>
                  <a:pt x="4093" y="471"/>
                  <a:pt x="4093" y="471"/>
                  <a:pt x="4093" y="471"/>
                </a:cubicBezTo>
                <a:cubicBezTo>
                  <a:pt x="4093" y="493"/>
                  <a:pt x="4093" y="493"/>
                  <a:pt x="4093" y="493"/>
                </a:cubicBezTo>
                <a:cubicBezTo>
                  <a:pt x="4103" y="493"/>
                  <a:pt x="4103" y="493"/>
                  <a:pt x="4103" y="493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4105" y="653"/>
                  <a:pt x="4105" y="653"/>
                  <a:pt x="4105" y="653"/>
                </a:cubicBezTo>
                <a:cubicBezTo>
                  <a:pt x="4105" y="491"/>
                  <a:pt x="4105" y="491"/>
                  <a:pt x="4105" y="491"/>
                </a:cubicBezTo>
                <a:cubicBezTo>
                  <a:pt x="4095" y="491"/>
                  <a:pt x="4095" y="491"/>
                  <a:pt x="4095" y="491"/>
                </a:cubicBezTo>
                <a:cubicBezTo>
                  <a:pt x="4095" y="469"/>
                  <a:pt x="4095" y="469"/>
                  <a:pt x="4095" y="469"/>
                </a:cubicBezTo>
                <a:cubicBezTo>
                  <a:pt x="4090" y="467"/>
                  <a:pt x="4090" y="467"/>
                  <a:pt x="4090" y="467"/>
                </a:cubicBezTo>
                <a:cubicBezTo>
                  <a:pt x="4090" y="431"/>
                  <a:pt x="4090" y="431"/>
                  <a:pt x="4090" y="431"/>
                </a:cubicBezTo>
                <a:cubicBezTo>
                  <a:pt x="4082" y="429"/>
                  <a:pt x="4082" y="429"/>
                  <a:pt x="4082" y="429"/>
                </a:cubicBezTo>
                <a:cubicBezTo>
                  <a:pt x="4082" y="423"/>
                  <a:pt x="4082" y="423"/>
                  <a:pt x="4082" y="423"/>
                </a:cubicBezTo>
                <a:cubicBezTo>
                  <a:pt x="4082" y="422"/>
                  <a:pt x="4082" y="422"/>
                  <a:pt x="4082" y="422"/>
                </a:cubicBezTo>
                <a:cubicBezTo>
                  <a:pt x="4059" y="403"/>
                  <a:pt x="4059" y="403"/>
                  <a:pt x="4059" y="403"/>
                </a:cubicBezTo>
                <a:cubicBezTo>
                  <a:pt x="4038" y="420"/>
                  <a:pt x="4038" y="420"/>
                  <a:pt x="4038" y="420"/>
                </a:cubicBezTo>
                <a:cubicBezTo>
                  <a:pt x="4038" y="428"/>
                  <a:pt x="4038" y="428"/>
                  <a:pt x="4038" y="428"/>
                </a:cubicBezTo>
                <a:cubicBezTo>
                  <a:pt x="4028" y="430"/>
                  <a:pt x="4028" y="430"/>
                  <a:pt x="4028" y="430"/>
                </a:cubicBezTo>
                <a:cubicBezTo>
                  <a:pt x="4028" y="467"/>
                  <a:pt x="4028" y="467"/>
                  <a:pt x="4028" y="467"/>
                </a:cubicBezTo>
                <a:cubicBezTo>
                  <a:pt x="4024" y="468"/>
                  <a:pt x="4024" y="468"/>
                  <a:pt x="4024" y="468"/>
                </a:cubicBezTo>
                <a:cubicBezTo>
                  <a:pt x="4023" y="468"/>
                  <a:pt x="4023" y="468"/>
                  <a:pt x="4023" y="468"/>
                </a:cubicBezTo>
                <a:cubicBezTo>
                  <a:pt x="4023" y="536"/>
                  <a:pt x="4023" y="536"/>
                  <a:pt x="4023" y="536"/>
                </a:cubicBezTo>
                <a:cubicBezTo>
                  <a:pt x="4025" y="536"/>
                  <a:pt x="4025" y="536"/>
                  <a:pt x="4025" y="536"/>
                </a:cubicBezTo>
                <a:moveTo>
                  <a:pt x="4103" y="518"/>
                </a:moveTo>
                <a:cubicBezTo>
                  <a:pt x="4127" y="518"/>
                  <a:pt x="4127" y="518"/>
                  <a:pt x="4127" y="518"/>
                </a:cubicBezTo>
                <a:cubicBezTo>
                  <a:pt x="4127" y="656"/>
                  <a:pt x="4127" y="656"/>
                  <a:pt x="4127" y="656"/>
                </a:cubicBezTo>
                <a:cubicBezTo>
                  <a:pt x="4129" y="656"/>
                  <a:pt x="4129" y="656"/>
                  <a:pt x="4129" y="656"/>
                </a:cubicBezTo>
                <a:cubicBezTo>
                  <a:pt x="4129" y="516"/>
                  <a:pt x="4129" y="516"/>
                  <a:pt x="4129" y="516"/>
                </a:cubicBezTo>
                <a:cubicBezTo>
                  <a:pt x="4103" y="516"/>
                  <a:pt x="4103" y="516"/>
                  <a:pt x="4103" y="516"/>
                </a:cubicBezTo>
                <a:cubicBezTo>
                  <a:pt x="4103" y="518"/>
                  <a:pt x="4103" y="518"/>
                  <a:pt x="4103" y="518"/>
                </a:cubicBezTo>
                <a:moveTo>
                  <a:pt x="4137" y="538"/>
                </a:moveTo>
                <a:cubicBezTo>
                  <a:pt x="4137" y="484"/>
                  <a:pt x="4137" y="484"/>
                  <a:pt x="4137" y="484"/>
                </a:cubicBezTo>
                <a:cubicBezTo>
                  <a:pt x="4148" y="484"/>
                  <a:pt x="4148" y="484"/>
                  <a:pt x="4148" y="484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55" y="497"/>
                  <a:pt x="4155" y="497"/>
                  <a:pt x="4155" y="497"/>
                </a:cubicBezTo>
                <a:cubicBezTo>
                  <a:pt x="4179" y="497"/>
                  <a:pt x="4179" y="497"/>
                  <a:pt x="4179" y="497"/>
                </a:cubicBezTo>
                <a:cubicBezTo>
                  <a:pt x="4179" y="495"/>
                  <a:pt x="4179" y="495"/>
                  <a:pt x="4179" y="495"/>
                </a:cubicBezTo>
                <a:cubicBezTo>
                  <a:pt x="4156" y="495"/>
                  <a:pt x="4156" y="495"/>
                  <a:pt x="4156" y="495"/>
                </a:cubicBezTo>
                <a:cubicBezTo>
                  <a:pt x="4151" y="489"/>
                  <a:pt x="4151" y="489"/>
                  <a:pt x="4151" y="489"/>
                </a:cubicBezTo>
                <a:cubicBezTo>
                  <a:pt x="4150" y="482"/>
                  <a:pt x="4150" y="482"/>
                  <a:pt x="4150" y="482"/>
                </a:cubicBezTo>
                <a:cubicBezTo>
                  <a:pt x="4149" y="481"/>
                  <a:pt x="4149" y="481"/>
                  <a:pt x="4149" y="481"/>
                </a:cubicBezTo>
                <a:cubicBezTo>
                  <a:pt x="4135" y="481"/>
                  <a:pt x="4135" y="481"/>
                  <a:pt x="4135" y="481"/>
                </a:cubicBezTo>
                <a:cubicBezTo>
                  <a:pt x="4135" y="538"/>
                  <a:pt x="4135" y="538"/>
                  <a:pt x="4135" y="538"/>
                </a:cubicBezTo>
                <a:cubicBezTo>
                  <a:pt x="4137" y="538"/>
                  <a:pt x="4137" y="538"/>
                  <a:pt x="4137" y="538"/>
                </a:cubicBezTo>
                <a:moveTo>
                  <a:pt x="4000" y="493"/>
                </a:moveTo>
                <a:cubicBezTo>
                  <a:pt x="4024" y="493"/>
                  <a:pt x="4024" y="493"/>
                  <a:pt x="4024" y="493"/>
                </a:cubicBezTo>
                <a:cubicBezTo>
                  <a:pt x="4024" y="491"/>
                  <a:pt x="4024" y="491"/>
                  <a:pt x="4024" y="491"/>
                </a:cubicBezTo>
                <a:cubicBezTo>
                  <a:pt x="4000" y="491"/>
                  <a:pt x="4000" y="491"/>
                  <a:pt x="4000" y="491"/>
                </a:cubicBezTo>
                <a:lnTo>
                  <a:pt x="4000" y="493"/>
                </a:lnTo>
                <a:close/>
                <a:moveTo>
                  <a:pt x="205" y="504"/>
                </a:moveTo>
                <a:cubicBezTo>
                  <a:pt x="207" y="504"/>
                  <a:pt x="207" y="504"/>
                  <a:pt x="207" y="504"/>
                </a:cubicBezTo>
                <a:cubicBezTo>
                  <a:pt x="207" y="491"/>
                  <a:pt x="207" y="491"/>
                  <a:pt x="207" y="491"/>
                </a:cubicBezTo>
                <a:cubicBezTo>
                  <a:pt x="205" y="491"/>
                  <a:pt x="205" y="491"/>
                  <a:pt x="205" y="491"/>
                </a:cubicBezTo>
                <a:lnTo>
                  <a:pt x="205" y="504"/>
                </a:lnTo>
                <a:close/>
                <a:moveTo>
                  <a:pt x="203" y="509"/>
                </a:moveTo>
                <a:cubicBezTo>
                  <a:pt x="207" y="505"/>
                  <a:pt x="207" y="505"/>
                  <a:pt x="207" y="505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3" y="508"/>
                  <a:pt x="213" y="508"/>
                  <a:pt x="213" y="508"/>
                </a:cubicBezTo>
                <a:cubicBezTo>
                  <a:pt x="207" y="501"/>
                  <a:pt x="207" y="501"/>
                  <a:pt x="207" y="501"/>
                </a:cubicBezTo>
                <a:cubicBezTo>
                  <a:pt x="201" y="507"/>
                  <a:pt x="201" y="507"/>
                  <a:pt x="201" y="507"/>
                </a:cubicBezTo>
                <a:cubicBezTo>
                  <a:pt x="203" y="509"/>
                  <a:pt x="203" y="509"/>
                  <a:pt x="203" y="509"/>
                </a:cubicBezTo>
                <a:moveTo>
                  <a:pt x="364" y="536"/>
                </a:moveTo>
                <a:cubicBezTo>
                  <a:pt x="387" y="536"/>
                  <a:pt x="387" y="536"/>
                  <a:pt x="387" y="536"/>
                </a:cubicBezTo>
                <a:cubicBezTo>
                  <a:pt x="401" y="543"/>
                  <a:pt x="401" y="543"/>
                  <a:pt x="401" y="543"/>
                </a:cubicBezTo>
                <a:cubicBezTo>
                  <a:pt x="402" y="541"/>
                  <a:pt x="402" y="541"/>
                  <a:pt x="402" y="541"/>
                </a:cubicBezTo>
                <a:cubicBezTo>
                  <a:pt x="387" y="534"/>
                  <a:pt x="387" y="534"/>
                  <a:pt x="387" y="534"/>
                </a:cubicBezTo>
                <a:cubicBezTo>
                  <a:pt x="364" y="534"/>
                  <a:pt x="364" y="534"/>
                  <a:pt x="364" y="534"/>
                </a:cubicBezTo>
                <a:cubicBezTo>
                  <a:pt x="364" y="536"/>
                  <a:pt x="364" y="536"/>
                  <a:pt x="364" y="536"/>
                </a:cubicBezTo>
                <a:moveTo>
                  <a:pt x="387" y="522"/>
                </a:moveTo>
                <a:cubicBezTo>
                  <a:pt x="401" y="531"/>
                  <a:pt x="401" y="531"/>
                  <a:pt x="401" y="531"/>
                </a:cubicBezTo>
                <a:cubicBezTo>
                  <a:pt x="402" y="529"/>
                  <a:pt x="402" y="529"/>
                  <a:pt x="402" y="529"/>
                </a:cubicBezTo>
                <a:cubicBezTo>
                  <a:pt x="388" y="520"/>
                  <a:pt x="388" y="520"/>
                  <a:pt x="388" y="520"/>
                </a:cubicBezTo>
                <a:moveTo>
                  <a:pt x="421" y="642"/>
                </a:moveTo>
                <a:cubicBezTo>
                  <a:pt x="471" y="642"/>
                  <a:pt x="471" y="642"/>
                  <a:pt x="471" y="642"/>
                </a:cubicBezTo>
                <a:cubicBezTo>
                  <a:pt x="471" y="671"/>
                  <a:pt x="471" y="671"/>
                  <a:pt x="471" y="671"/>
                </a:cubicBezTo>
                <a:cubicBezTo>
                  <a:pt x="473" y="671"/>
                  <a:pt x="473" y="671"/>
                  <a:pt x="473" y="671"/>
                </a:cubicBezTo>
                <a:cubicBezTo>
                  <a:pt x="473" y="640"/>
                  <a:pt x="473" y="640"/>
                  <a:pt x="473" y="640"/>
                </a:cubicBezTo>
                <a:cubicBezTo>
                  <a:pt x="421" y="640"/>
                  <a:pt x="421" y="640"/>
                  <a:pt x="421" y="640"/>
                </a:cubicBezTo>
                <a:cubicBezTo>
                  <a:pt x="421" y="642"/>
                  <a:pt x="421" y="642"/>
                  <a:pt x="421" y="642"/>
                </a:cubicBezTo>
                <a:moveTo>
                  <a:pt x="481" y="628"/>
                </a:moveTo>
                <a:cubicBezTo>
                  <a:pt x="522" y="628"/>
                  <a:pt x="522" y="628"/>
                  <a:pt x="522" y="628"/>
                </a:cubicBezTo>
                <a:cubicBezTo>
                  <a:pt x="522" y="626"/>
                  <a:pt x="522" y="626"/>
                  <a:pt x="522" y="626"/>
                </a:cubicBezTo>
                <a:cubicBezTo>
                  <a:pt x="481" y="626"/>
                  <a:pt x="481" y="626"/>
                  <a:pt x="481" y="626"/>
                </a:cubicBezTo>
                <a:lnTo>
                  <a:pt x="481" y="628"/>
                </a:lnTo>
                <a:close/>
                <a:moveTo>
                  <a:pt x="156" y="507"/>
                </a:move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66" y="507"/>
                  <a:pt x="170" y="509"/>
                </a:cubicBezTo>
                <a:cubicBezTo>
                  <a:pt x="173" y="510"/>
                  <a:pt x="174" y="510"/>
                  <a:pt x="176" y="511"/>
                </a:cubicBezTo>
                <a:cubicBezTo>
                  <a:pt x="178" y="512"/>
                  <a:pt x="180" y="512"/>
                  <a:pt x="182" y="512"/>
                </a:cubicBezTo>
                <a:cubicBezTo>
                  <a:pt x="184" y="512"/>
                  <a:pt x="184" y="512"/>
                  <a:pt x="184" y="512"/>
                </a:cubicBezTo>
                <a:cubicBezTo>
                  <a:pt x="190" y="512"/>
                  <a:pt x="200" y="510"/>
                  <a:pt x="200" y="510"/>
                </a:cubicBezTo>
                <a:cubicBezTo>
                  <a:pt x="200" y="508"/>
                  <a:pt x="200" y="508"/>
                  <a:pt x="200" y="508"/>
                </a:cubicBezTo>
                <a:cubicBezTo>
                  <a:pt x="200" y="508"/>
                  <a:pt x="190" y="510"/>
                  <a:pt x="184" y="510"/>
                </a:cubicBezTo>
                <a:cubicBezTo>
                  <a:pt x="182" y="510"/>
                  <a:pt x="182" y="510"/>
                  <a:pt x="182" y="510"/>
                </a:cubicBezTo>
                <a:cubicBezTo>
                  <a:pt x="180" y="510"/>
                  <a:pt x="178" y="510"/>
                  <a:pt x="177" y="509"/>
                </a:cubicBezTo>
                <a:cubicBezTo>
                  <a:pt x="175" y="508"/>
                  <a:pt x="174" y="507"/>
                  <a:pt x="171" y="507"/>
                </a:cubicBezTo>
                <a:cubicBezTo>
                  <a:pt x="166" y="505"/>
                  <a:pt x="157" y="505"/>
                  <a:pt x="156" y="505"/>
                </a:cubicBezTo>
                <a:cubicBezTo>
                  <a:pt x="156" y="505"/>
                  <a:pt x="156" y="505"/>
                  <a:pt x="156" y="505"/>
                </a:cubicBezTo>
                <a:cubicBezTo>
                  <a:pt x="156" y="507"/>
                  <a:pt x="156" y="507"/>
                  <a:pt x="156" y="507"/>
                </a:cubicBezTo>
                <a:moveTo>
                  <a:pt x="209" y="505"/>
                </a:moveTo>
                <a:cubicBezTo>
                  <a:pt x="211" y="504"/>
                  <a:pt x="217" y="501"/>
                  <a:pt x="224" y="499"/>
                </a:cubicBezTo>
                <a:cubicBezTo>
                  <a:pt x="230" y="496"/>
                  <a:pt x="238" y="494"/>
                  <a:pt x="242" y="494"/>
                </a:cubicBezTo>
                <a:cubicBezTo>
                  <a:pt x="244" y="495"/>
                  <a:pt x="244" y="495"/>
                  <a:pt x="244" y="495"/>
                </a:cubicBezTo>
                <a:cubicBezTo>
                  <a:pt x="244" y="492"/>
                  <a:pt x="244" y="492"/>
                  <a:pt x="244" y="492"/>
                </a:cubicBezTo>
                <a:cubicBezTo>
                  <a:pt x="244" y="492"/>
                  <a:pt x="243" y="492"/>
                  <a:pt x="242" y="492"/>
                </a:cubicBezTo>
                <a:cubicBezTo>
                  <a:pt x="237" y="492"/>
                  <a:pt x="230" y="494"/>
                  <a:pt x="223" y="497"/>
                </a:cubicBezTo>
                <a:cubicBezTo>
                  <a:pt x="216" y="499"/>
                  <a:pt x="210" y="502"/>
                  <a:pt x="207" y="503"/>
                </a:cubicBezTo>
                <a:cubicBezTo>
                  <a:pt x="209" y="505"/>
                  <a:pt x="209" y="505"/>
                  <a:pt x="209" y="505"/>
                </a:cubicBezTo>
                <a:moveTo>
                  <a:pt x="294" y="488"/>
                </a:moveTo>
                <a:cubicBezTo>
                  <a:pt x="295" y="488"/>
                  <a:pt x="295" y="488"/>
                  <a:pt x="295" y="488"/>
                </a:cubicBezTo>
                <a:cubicBezTo>
                  <a:pt x="301" y="488"/>
                  <a:pt x="307" y="490"/>
                  <a:pt x="313" y="492"/>
                </a:cubicBezTo>
                <a:cubicBezTo>
                  <a:pt x="315" y="493"/>
                  <a:pt x="318" y="494"/>
                  <a:pt x="319" y="495"/>
                </a:cubicBezTo>
                <a:cubicBezTo>
                  <a:pt x="321" y="496"/>
                  <a:pt x="322" y="497"/>
                  <a:pt x="322" y="497"/>
                </a:cubicBezTo>
                <a:cubicBezTo>
                  <a:pt x="323" y="495"/>
                  <a:pt x="323" y="495"/>
                  <a:pt x="323" y="495"/>
                </a:cubicBezTo>
                <a:cubicBezTo>
                  <a:pt x="323" y="495"/>
                  <a:pt x="307" y="486"/>
                  <a:pt x="295" y="486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294" y="488"/>
                  <a:pt x="294" y="488"/>
                  <a:pt x="294" y="488"/>
                </a:cubicBezTo>
                <a:moveTo>
                  <a:pt x="370" y="497"/>
                </a:moveTo>
                <a:cubicBezTo>
                  <a:pt x="371" y="497"/>
                  <a:pt x="371" y="497"/>
                  <a:pt x="371" y="497"/>
                </a:cubicBezTo>
                <a:cubicBezTo>
                  <a:pt x="372" y="496"/>
                  <a:pt x="377" y="496"/>
                  <a:pt x="382" y="496"/>
                </a:cubicBezTo>
                <a:cubicBezTo>
                  <a:pt x="388" y="496"/>
                  <a:pt x="394" y="496"/>
                  <a:pt x="401" y="499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395" y="494"/>
                  <a:pt x="388" y="493"/>
                  <a:pt x="382" y="493"/>
                </a:cubicBezTo>
                <a:cubicBezTo>
                  <a:pt x="375" y="493"/>
                  <a:pt x="369" y="495"/>
                  <a:pt x="369" y="495"/>
                </a:cubicBezTo>
                <a:cubicBezTo>
                  <a:pt x="370" y="497"/>
                  <a:pt x="370" y="497"/>
                  <a:pt x="370" y="497"/>
                </a:cubicBezTo>
                <a:moveTo>
                  <a:pt x="482" y="457"/>
                </a:moveTo>
                <a:cubicBezTo>
                  <a:pt x="482" y="457"/>
                  <a:pt x="483" y="457"/>
                  <a:pt x="484" y="456"/>
                </a:cubicBezTo>
                <a:cubicBezTo>
                  <a:pt x="487" y="454"/>
                  <a:pt x="494" y="449"/>
                  <a:pt x="500" y="449"/>
                </a:cubicBezTo>
                <a:cubicBezTo>
                  <a:pt x="501" y="449"/>
                  <a:pt x="501" y="449"/>
                  <a:pt x="501" y="449"/>
                </a:cubicBezTo>
                <a:cubicBezTo>
                  <a:pt x="502" y="449"/>
                  <a:pt x="502" y="449"/>
                  <a:pt x="502" y="449"/>
                </a:cubicBezTo>
                <a:cubicBezTo>
                  <a:pt x="504" y="449"/>
                  <a:pt x="506" y="449"/>
                  <a:pt x="508" y="449"/>
                </a:cubicBezTo>
                <a:cubicBezTo>
                  <a:pt x="513" y="449"/>
                  <a:pt x="518" y="450"/>
                  <a:pt x="527" y="454"/>
                </a:cubicBezTo>
                <a:cubicBezTo>
                  <a:pt x="527" y="452"/>
                  <a:pt x="527" y="452"/>
                  <a:pt x="527" y="452"/>
                </a:cubicBezTo>
                <a:cubicBezTo>
                  <a:pt x="519" y="448"/>
                  <a:pt x="513" y="447"/>
                  <a:pt x="508" y="447"/>
                </a:cubicBezTo>
                <a:cubicBezTo>
                  <a:pt x="505" y="447"/>
                  <a:pt x="503" y="447"/>
                  <a:pt x="502" y="447"/>
                </a:cubicBezTo>
                <a:cubicBezTo>
                  <a:pt x="501" y="447"/>
                  <a:pt x="501" y="447"/>
                  <a:pt x="501" y="447"/>
                </a:cubicBezTo>
                <a:cubicBezTo>
                  <a:pt x="500" y="447"/>
                  <a:pt x="500" y="447"/>
                  <a:pt x="500" y="447"/>
                </a:cubicBezTo>
                <a:cubicBezTo>
                  <a:pt x="491" y="447"/>
                  <a:pt x="481" y="456"/>
                  <a:pt x="481" y="456"/>
                </a:cubicBezTo>
                <a:cubicBezTo>
                  <a:pt x="482" y="457"/>
                  <a:pt x="482" y="457"/>
                  <a:pt x="482" y="457"/>
                </a:cubicBezTo>
                <a:moveTo>
                  <a:pt x="568" y="430"/>
                </a:moveTo>
                <a:cubicBezTo>
                  <a:pt x="568" y="430"/>
                  <a:pt x="569" y="429"/>
                  <a:pt x="571" y="428"/>
                </a:cubicBezTo>
                <a:cubicBezTo>
                  <a:pt x="576" y="426"/>
                  <a:pt x="588" y="420"/>
                  <a:pt x="598" y="420"/>
                </a:cubicBezTo>
                <a:cubicBezTo>
                  <a:pt x="601" y="420"/>
                  <a:pt x="602" y="420"/>
                  <a:pt x="604" y="421"/>
                </a:cubicBezTo>
                <a:cubicBezTo>
                  <a:pt x="605" y="419"/>
                  <a:pt x="605" y="419"/>
                  <a:pt x="605" y="419"/>
                </a:cubicBezTo>
                <a:cubicBezTo>
                  <a:pt x="603" y="418"/>
                  <a:pt x="601" y="418"/>
                  <a:pt x="598" y="418"/>
                </a:cubicBezTo>
                <a:cubicBezTo>
                  <a:pt x="583" y="418"/>
                  <a:pt x="567" y="428"/>
                  <a:pt x="567" y="428"/>
                </a:cubicBezTo>
                <a:cubicBezTo>
                  <a:pt x="568" y="430"/>
                  <a:pt x="568" y="430"/>
                  <a:pt x="568" y="430"/>
                </a:cubicBezTo>
                <a:moveTo>
                  <a:pt x="628" y="405"/>
                </a:moveTo>
                <a:cubicBezTo>
                  <a:pt x="628" y="393"/>
                  <a:pt x="628" y="393"/>
                  <a:pt x="628" y="393"/>
                </a:cubicBezTo>
                <a:cubicBezTo>
                  <a:pt x="675" y="394"/>
                  <a:pt x="675" y="394"/>
                  <a:pt x="675" y="394"/>
                </a:cubicBezTo>
                <a:cubicBezTo>
                  <a:pt x="675" y="406"/>
                  <a:pt x="675" y="406"/>
                  <a:pt x="675" y="406"/>
                </a:cubicBezTo>
                <a:cubicBezTo>
                  <a:pt x="677" y="406"/>
                  <a:pt x="677" y="406"/>
                  <a:pt x="677" y="406"/>
                </a:cubicBezTo>
                <a:cubicBezTo>
                  <a:pt x="677" y="391"/>
                  <a:pt x="677" y="391"/>
                  <a:pt x="677" y="391"/>
                </a:cubicBezTo>
                <a:cubicBezTo>
                  <a:pt x="625" y="391"/>
                  <a:pt x="625" y="391"/>
                  <a:pt x="625" y="391"/>
                </a:cubicBezTo>
                <a:cubicBezTo>
                  <a:pt x="625" y="405"/>
                  <a:pt x="625" y="405"/>
                  <a:pt x="625" y="405"/>
                </a:cubicBezTo>
                <a:cubicBezTo>
                  <a:pt x="628" y="405"/>
                  <a:pt x="628" y="405"/>
                  <a:pt x="628" y="405"/>
                </a:cubicBezTo>
                <a:moveTo>
                  <a:pt x="701" y="436"/>
                </a:moveTo>
                <a:cubicBezTo>
                  <a:pt x="701" y="436"/>
                  <a:pt x="703" y="436"/>
                  <a:pt x="705" y="436"/>
                </a:cubicBezTo>
                <a:cubicBezTo>
                  <a:pt x="708" y="437"/>
                  <a:pt x="712" y="438"/>
                  <a:pt x="715" y="439"/>
                </a:cubicBezTo>
                <a:cubicBezTo>
                  <a:pt x="717" y="440"/>
                  <a:pt x="718" y="440"/>
                  <a:pt x="720" y="440"/>
                </a:cubicBezTo>
                <a:cubicBezTo>
                  <a:pt x="721" y="441"/>
                  <a:pt x="721" y="441"/>
                  <a:pt x="721" y="441"/>
                </a:cubicBezTo>
                <a:cubicBezTo>
                  <a:pt x="722" y="441"/>
                  <a:pt x="722" y="441"/>
                  <a:pt x="722" y="441"/>
                </a:cubicBezTo>
                <a:cubicBezTo>
                  <a:pt x="732" y="441"/>
                  <a:pt x="747" y="442"/>
                  <a:pt x="755" y="443"/>
                </a:cubicBezTo>
                <a:cubicBezTo>
                  <a:pt x="763" y="445"/>
                  <a:pt x="769" y="452"/>
                  <a:pt x="775" y="454"/>
                </a:cubicBezTo>
                <a:cubicBezTo>
                  <a:pt x="782" y="456"/>
                  <a:pt x="788" y="456"/>
                  <a:pt x="793" y="456"/>
                </a:cubicBezTo>
                <a:cubicBezTo>
                  <a:pt x="795" y="456"/>
                  <a:pt x="796" y="456"/>
                  <a:pt x="798" y="456"/>
                </a:cubicBezTo>
                <a:cubicBezTo>
                  <a:pt x="798" y="456"/>
                  <a:pt x="799" y="456"/>
                  <a:pt x="799" y="456"/>
                </a:cubicBezTo>
                <a:cubicBezTo>
                  <a:pt x="800" y="454"/>
                  <a:pt x="800" y="454"/>
                  <a:pt x="800" y="454"/>
                </a:cubicBezTo>
                <a:cubicBezTo>
                  <a:pt x="799" y="454"/>
                  <a:pt x="799" y="454"/>
                  <a:pt x="798" y="454"/>
                </a:cubicBezTo>
                <a:cubicBezTo>
                  <a:pt x="796" y="454"/>
                  <a:pt x="795" y="454"/>
                  <a:pt x="793" y="454"/>
                </a:cubicBezTo>
                <a:cubicBezTo>
                  <a:pt x="788" y="454"/>
                  <a:pt x="782" y="454"/>
                  <a:pt x="776" y="452"/>
                </a:cubicBezTo>
                <a:cubicBezTo>
                  <a:pt x="770" y="450"/>
                  <a:pt x="764" y="443"/>
                  <a:pt x="755" y="441"/>
                </a:cubicBezTo>
                <a:cubicBezTo>
                  <a:pt x="747" y="440"/>
                  <a:pt x="73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0" y="438"/>
                  <a:pt x="719" y="438"/>
                </a:cubicBezTo>
                <a:cubicBezTo>
                  <a:pt x="716" y="437"/>
                  <a:pt x="712" y="436"/>
                  <a:pt x="708" y="435"/>
                </a:cubicBezTo>
                <a:cubicBezTo>
                  <a:pt x="707" y="435"/>
                  <a:pt x="705" y="434"/>
                  <a:pt x="704" y="434"/>
                </a:cubicBezTo>
                <a:cubicBezTo>
                  <a:pt x="703" y="434"/>
                  <a:pt x="702" y="433"/>
                  <a:pt x="701" y="433"/>
                </a:cubicBezTo>
                <a:cubicBezTo>
                  <a:pt x="701" y="436"/>
                  <a:pt x="701" y="436"/>
                  <a:pt x="701" y="436"/>
                </a:cubicBezTo>
                <a:moveTo>
                  <a:pt x="699" y="446"/>
                </a:moveTo>
                <a:cubicBezTo>
                  <a:pt x="717" y="451"/>
                  <a:pt x="717" y="451"/>
                  <a:pt x="717" y="451"/>
                </a:cubicBezTo>
                <a:cubicBezTo>
                  <a:pt x="717" y="540"/>
                  <a:pt x="717" y="540"/>
                  <a:pt x="717" y="540"/>
                </a:cubicBezTo>
                <a:cubicBezTo>
                  <a:pt x="719" y="540"/>
                  <a:pt x="719" y="540"/>
                  <a:pt x="719" y="540"/>
                </a:cubicBezTo>
                <a:cubicBezTo>
                  <a:pt x="719" y="450"/>
                  <a:pt x="719" y="450"/>
                  <a:pt x="719" y="450"/>
                </a:cubicBezTo>
                <a:cubicBezTo>
                  <a:pt x="699" y="444"/>
                  <a:pt x="699" y="444"/>
                  <a:pt x="699" y="444"/>
                </a:cubicBezTo>
                <a:cubicBezTo>
                  <a:pt x="699" y="446"/>
                  <a:pt x="699" y="446"/>
                  <a:pt x="699" y="446"/>
                </a:cubicBezTo>
                <a:moveTo>
                  <a:pt x="852" y="606"/>
                </a:moveTo>
                <a:cubicBezTo>
                  <a:pt x="901" y="606"/>
                  <a:pt x="901" y="606"/>
                  <a:pt x="901" y="606"/>
                </a:cubicBezTo>
                <a:cubicBezTo>
                  <a:pt x="901" y="604"/>
                  <a:pt x="901" y="604"/>
                  <a:pt x="901" y="604"/>
                </a:cubicBezTo>
                <a:cubicBezTo>
                  <a:pt x="852" y="604"/>
                  <a:pt x="852" y="604"/>
                  <a:pt x="852" y="604"/>
                </a:cubicBezTo>
                <a:lnTo>
                  <a:pt x="852" y="606"/>
                </a:lnTo>
                <a:close/>
                <a:moveTo>
                  <a:pt x="883" y="592"/>
                </a:moveTo>
                <a:cubicBezTo>
                  <a:pt x="901" y="592"/>
                  <a:pt x="901" y="592"/>
                  <a:pt x="901" y="592"/>
                </a:cubicBezTo>
                <a:cubicBezTo>
                  <a:pt x="901" y="590"/>
                  <a:pt x="901" y="590"/>
                  <a:pt x="901" y="590"/>
                </a:cubicBezTo>
                <a:cubicBezTo>
                  <a:pt x="883" y="590"/>
                  <a:pt x="883" y="590"/>
                  <a:pt x="883" y="590"/>
                </a:cubicBezTo>
                <a:lnTo>
                  <a:pt x="883" y="592"/>
                </a:lnTo>
                <a:close/>
                <a:moveTo>
                  <a:pt x="873" y="621"/>
                </a:moveTo>
                <a:cubicBezTo>
                  <a:pt x="902" y="621"/>
                  <a:pt x="902" y="621"/>
                  <a:pt x="902" y="621"/>
                </a:cubicBezTo>
                <a:cubicBezTo>
                  <a:pt x="902" y="618"/>
                  <a:pt x="902" y="618"/>
                  <a:pt x="902" y="618"/>
                </a:cubicBezTo>
                <a:cubicBezTo>
                  <a:pt x="873" y="618"/>
                  <a:pt x="873" y="618"/>
                  <a:pt x="873" y="618"/>
                </a:cubicBezTo>
                <a:lnTo>
                  <a:pt x="873" y="621"/>
                </a:lnTo>
                <a:close/>
                <a:moveTo>
                  <a:pt x="875" y="637"/>
                </a:moveTo>
                <a:cubicBezTo>
                  <a:pt x="901" y="637"/>
                  <a:pt x="901" y="637"/>
                  <a:pt x="901" y="637"/>
                </a:cubicBezTo>
                <a:cubicBezTo>
                  <a:pt x="901" y="635"/>
                  <a:pt x="901" y="635"/>
                  <a:pt x="901" y="635"/>
                </a:cubicBezTo>
                <a:cubicBezTo>
                  <a:pt x="875" y="635"/>
                  <a:pt x="875" y="635"/>
                  <a:pt x="875" y="635"/>
                </a:cubicBezTo>
                <a:lnTo>
                  <a:pt x="875" y="637"/>
                </a:lnTo>
                <a:close/>
                <a:moveTo>
                  <a:pt x="876" y="654"/>
                </a:moveTo>
                <a:cubicBezTo>
                  <a:pt x="901" y="654"/>
                  <a:pt x="901" y="654"/>
                  <a:pt x="901" y="654"/>
                </a:cubicBezTo>
                <a:cubicBezTo>
                  <a:pt x="901" y="652"/>
                  <a:pt x="901" y="652"/>
                  <a:pt x="901" y="652"/>
                </a:cubicBezTo>
                <a:cubicBezTo>
                  <a:pt x="876" y="652"/>
                  <a:pt x="876" y="652"/>
                  <a:pt x="876" y="652"/>
                </a:cubicBezTo>
                <a:lnTo>
                  <a:pt x="876" y="654"/>
                </a:lnTo>
                <a:close/>
                <a:moveTo>
                  <a:pt x="763" y="550"/>
                </a:moveTo>
                <a:cubicBezTo>
                  <a:pt x="792" y="550"/>
                  <a:pt x="792" y="550"/>
                  <a:pt x="792" y="550"/>
                </a:cubicBezTo>
                <a:cubicBezTo>
                  <a:pt x="792" y="548"/>
                  <a:pt x="792" y="548"/>
                  <a:pt x="792" y="548"/>
                </a:cubicBezTo>
                <a:cubicBezTo>
                  <a:pt x="763" y="548"/>
                  <a:pt x="763" y="548"/>
                  <a:pt x="763" y="548"/>
                </a:cubicBezTo>
                <a:lnTo>
                  <a:pt x="763" y="550"/>
                </a:lnTo>
                <a:close/>
                <a:moveTo>
                  <a:pt x="763" y="563"/>
                </a:moveTo>
                <a:cubicBezTo>
                  <a:pt x="793" y="563"/>
                  <a:pt x="793" y="563"/>
                  <a:pt x="793" y="563"/>
                </a:cubicBezTo>
                <a:cubicBezTo>
                  <a:pt x="793" y="561"/>
                  <a:pt x="793" y="561"/>
                  <a:pt x="793" y="561"/>
                </a:cubicBezTo>
                <a:cubicBezTo>
                  <a:pt x="763" y="561"/>
                  <a:pt x="763" y="561"/>
                  <a:pt x="763" y="561"/>
                </a:cubicBezTo>
                <a:lnTo>
                  <a:pt x="763" y="563"/>
                </a:lnTo>
                <a:close/>
                <a:moveTo>
                  <a:pt x="763" y="581"/>
                </a:moveTo>
                <a:cubicBezTo>
                  <a:pt x="792" y="581"/>
                  <a:pt x="792" y="581"/>
                  <a:pt x="792" y="581"/>
                </a:cubicBezTo>
                <a:cubicBezTo>
                  <a:pt x="792" y="579"/>
                  <a:pt x="792" y="579"/>
                  <a:pt x="792" y="579"/>
                </a:cubicBezTo>
                <a:cubicBezTo>
                  <a:pt x="763" y="579"/>
                  <a:pt x="763" y="579"/>
                  <a:pt x="763" y="579"/>
                </a:cubicBezTo>
                <a:lnTo>
                  <a:pt x="763" y="581"/>
                </a:lnTo>
                <a:close/>
                <a:moveTo>
                  <a:pt x="763" y="597"/>
                </a:moveTo>
                <a:cubicBezTo>
                  <a:pt x="792" y="597"/>
                  <a:pt x="792" y="597"/>
                  <a:pt x="792" y="597"/>
                </a:cubicBezTo>
                <a:cubicBezTo>
                  <a:pt x="792" y="595"/>
                  <a:pt x="792" y="595"/>
                  <a:pt x="792" y="595"/>
                </a:cubicBezTo>
                <a:cubicBezTo>
                  <a:pt x="763" y="595"/>
                  <a:pt x="763" y="595"/>
                  <a:pt x="763" y="595"/>
                </a:cubicBezTo>
                <a:lnTo>
                  <a:pt x="763" y="597"/>
                </a:lnTo>
                <a:close/>
                <a:moveTo>
                  <a:pt x="659" y="615"/>
                </a:moveTo>
                <a:cubicBezTo>
                  <a:pt x="661" y="615"/>
                  <a:pt x="661" y="615"/>
                  <a:pt x="661" y="615"/>
                </a:cubicBezTo>
                <a:cubicBezTo>
                  <a:pt x="661" y="603"/>
                  <a:pt x="661" y="603"/>
                  <a:pt x="661" y="603"/>
                </a:cubicBezTo>
                <a:cubicBezTo>
                  <a:pt x="659" y="603"/>
                  <a:pt x="659" y="603"/>
                  <a:pt x="659" y="603"/>
                </a:cubicBezTo>
                <a:lnTo>
                  <a:pt x="659" y="615"/>
                </a:lnTo>
                <a:close/>
                <a:moveTo>
                  <a:pt x="659" y="630"/>
                </a:moveTo>
                <a:cubicBezTo>
                  <a:pt x="661" y="630"/>
                  <a:pt x="661" y="630"/>
                  <a:pt x="661" y="630"/>
                </a:cubicBezTo>
                <a:cubicBezTo>
                  <a:pt x="661" y="618"/>
                  <a:pt x="661" y="618"/>
                  <a:pt x="661" y="618"/>
                </a:cubicBezTo>
                <a:cubicBezTo>
                  <a:pt x="659" y="618"/>
                  <a:pt x="659" y="618"/>
                  <a:pt x="659" y="618"/>
                </a:cubicBezTo>
                <a:lnTo>
                  <a:pt x="659" y="630"/>
                </a:lnTo>
                <a:close/>
                <a:moveTo>
                  <a:pt x="659" y="647"/>
                </a:moveTo>
                <a:cubicBezTo>
                  <a:pt x="661" y="647"/>
                  <a:pt x="661" y="647"/>
                  <a:pt x="661" y="647"/>
                </a:cubicBezTo>
                <a:cubicBezTo>
                  <a:pt x="661" y="636"/>
                  <a:pt x="661" y="636"/>
                  <a:pt x="661" y="636"/>
                </a:cubicBezTo>
                <a:cubicBezTo>
                  <a:pt x="659" y="636"/>
                  <a:pt x="659" y="636"/>
                  <a:pt x="659" y="636"/>
                </a:cubicBezTo>
                <a:lnTo>
                  <a:pt x="659" y="647"/>
                </a:lnTo>
                <a:close/>
                <a:moveTo>
                  <a:pt x="659" y="671"/>
                </a:moveTo>
                <a:cubicBezTo>
                  <a:pt x="661" y="671"/>
                  <a:pt x="661" y="671"/>
                  <a:pt x="661" y="671"/>
                </a:cubicBezTo>
                <a:cubicBezTo>
                  <a:pt x="661" y="654"/>
                  <a:pt x="661" y="654"/>
                  <a:pt x="661" y="654"/>
                </a:cubicBezTo>
                <a:cubicBezTo>
                  <a:pt x="659" y="654"/>
                  <a:pt x="659" y="654"/>
                  <a:pt x="659" y="654"/>
                </a:cubicBezTo>
                <a:lnTo>
                  <a:pt x="659" y="671"/>
                </a:lnTo>
                <a:close/>
                <a:moveTo>
                  <a:pt x="900" y="671"/>
                </a:moveTo>
                <a:cubicBezTo>
                  <a:pt x="903" y="671"/>
                  <a:pt x="903" y="671"/>
                  <a:pt x="903" y="671"/>
                </a:cubicBezTo>
                <a:cubicBezTo>
                  <a:pt x="903" y="577"/>
                  <a:pt x="903" y="577"/>
                  <a:pt x="903" y="577"/>
                </a:cubicBezTo>
                <a:cubicBezTo>
                  <a:pt x="900" y="577"/>
                  <a:pt x="900" y="577"/>
                  <a:pt x="900" y="577"/>
                </a:cubicBezTo>
                <a:lnTo>
                  <a:pt x="900" y="671"/>
                </a:lnTo>
                <a:close/>
                <a:moveTo>
                  <a:pt x="698" y="672"/>
                </a:moveTo>
                <a:cubicBezTo>
                  <a:pt x="700" y="672"/>
                  <a:pt x="700" y="672"/>
                  <a:pt x="700" y="672"/>
                </a:cubicBezTo>
                <a:cubicBezTo>
                  <a:pt x="700" y="582"/>
                  <a:pt x="700" y="582"/>
                  <a:pt x="700" y="582"/>
                </a:cubicBezTo>
                <a:cubicBezTo>
                  <a:pt x="698" y="582"/>
                  <a:pt x="698" y="582"/>
                  <a:pt x="698" y="582"/>
                </a:cubicBezTo>
                <a:lnTo>
                  <a:pt x="698" y="672"/>
                </a:lnTo>
                <a:close/>
                <a:moveTo>
                  <a:pt x="967" y="446"/>
                </a:moveTo>
                <a:cubicBezTo>
                  <a:pt x="982" y="434"/>
                  <a:pt x="982" y="434"/>
                  <a:pt x="982" y="434"/>
                </a:cubicBezTo>
                <a:cubicBezTo>
                  <a:pt x="981" y="433"/>
                  <a:pt x="981" y="433"/>
                  <a:pt x="981" y="433"/>
                </a:cubicBezTo>
                <a:cubicBezTo>
                  <a:pt x="966" y="444"/>
                  <a:pt x="966" y="444"/>
                  <a:pt x="966" y="444"/>
                </a:cubicBezTo>
                <a:moveTo>
                  <a:pt x="964" y="562"/>
                </a:moveTo>
                <a:cubicBezTo>
                  <a:pt x="964" y="562"/>
                  <a:pt x="964" y="562"/>
                  <a:pt x="964" y="560"/>
                </a:cubicBezTo>
                <a:cubicBezTo>
                  <a:pt x="964" y="558"/>
                  <a:pt x="963" y="553"/>
                  <a:pt x="959" y="549"/>
                </a:cubicBezTo>
                <a:cubicBezTo>
                  <a:pt x="955" y="544"/>
                  <a:pt x="948" y="541"/>
                  <a:pt x="934" y="540"/>
                </a:cubicBezTo>
                <a:cubicBezTo>
                  <a:pt x="934" y="542"/>
                  <a:pt x="934" y="542"/>
                  <a:pt x="934" y="542"/>
                </a:cubicBezTo>
                <a:cubicBezTo>
                  <a:pt x="947" y="543"/>
                  <a:pt x="954" y="546"/>
                  <a:pt x="958" y="550"/>
                </a:cubicBezTo>
                <a:cubicBezTo>
                  <a:pt x="961" y="554"/>
                  <a:pt x="962" y="558"/>
                  <a:pt x="962" y="560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4" y="562"/>
                  <a:pt x="964" y="562"/>
                  <a:pt x="964" y="562"/>
                </a:cubicBezTo>
                <a:moveTo>
                  <a:pt x="990" y="671"/>
                </a:moveTo>
                <a:cubicBezTo>
                  <a:pt x="992" y="671"/>
                  <a:pt x="992" y="671"/>
                  <a:pt x="992" y="671"/>
                </a:cubicBezTo>
                <a:cubicBezTo>
                  <a:pt x="992" y="599"/>
                  <a:pt x="992" y="599"/>
                  <a:pt x="992" y="599"/>
                </a:cubicBezTo>
                <a:cubicBezTo>
                  <a:pt x="990" y="599"/>
                  <a:pt x="990" y="599"/>
                  <a:pt x="990" y="599"/>
                </a:cubicBezTo>
                <a:lnTo>
                  <a:pt x="990" y="671"/>
                </a:lnTo>
                <a:close/>
                <a:moveTo>
                  <a:pt x="1006" y="653"/>
                </a:moveTo>
                <a:cubicBezTo>
                  <a:pt x="1008" y="653"/>
                  <a:pt x="1008" y="653"/>
                  <a:pt x="1008" y="653"/>
                </a:cubicBezTo>
                <a:cubicBezTo>
                  <a:pt x="1008" y="605"/>
                  <a:pt x="1008" y="605"/>
                  <a:pt x="1008" y="605"/>
                </a:cubicBezTo>
                <a:cubicBezTo>
                  <a:pt x="1006" y="605"/>
                  <a:pt x="1006" y="605"/>
                  <a:pt x="1006" y="605"/>
                </a:cubicBezTo>
                <a:lnTo>
                  <a:pt x="1006" y="653"/>
                </a:lnTo>
                <a:close/>
                <a:moveTo>
                  <a:pt x="963" y="671"/>
                </a:moveTo>
                <a:cubicBezTo>
                  <a:pt x="963" y="660"/>
                  <a:pt x="963" y="660"/>
                  <a:pt x="963" y="660"/>
                </a:cubicBezTo>
                <a:cubicBezTo>
                  <a:pt x="911" y="660"/>
                  <a:pt x="911" y="660"/>
                  <a:pt x="911" y="660"/>
                </a:cubicBezTo>
                <a:cubicBezTo>
                  <a:pt x="911" y="671"/>
                  <a:pt x="911" y="671"/>
                  <a:pt x="911" y="671"/>
                </a:cubicBezTo>
                <a:cubicBezTo>
                  <a:pt x="913" y="671"/>
                  <a:pt x="913" y="671"/>
                  <a:pt x="913" y="671"/>
                </a:cubicBezTo>
                <a:cubicBezTo>
                  <a:pt x="913" y="662"/>
                  <a:pt x="913" y="662"/>
                  <a:pt x="913" y="662"/>
                </a:cubicBezTo>
                <a:cubicBezTo>
                  <a:pt x="961" y="662"/>
                  <a:pt x="961" y="662"/>
                  <a:pt x="961" y="662"/>
                </a:cubicBezTo>
                <a:cubicBezTo>
                  <a:pt x="961" y="671"/>
                  <a:pt x="961" y="671"/>
                  <a:pt x="961" y="671"/>
                </a:cubicBezTo>
                <a:cubicBezTo>
                  <a:pt x="963" y="671"/>
                  <a:pt x="963" y="671"/>
                  <a:pt x="963" y="671"/>
                </a:cubicBezTo>
                <a:moveTo>
                  <a:pt x="1126" y="395"/>
                </a:moveTo>
                <a:cubicBezTo>
                  <a:pt x="1126" y="413"/>
                  <a:pt x="1126" y="413"/>
                  <a:pt x="1126" y="413"/>
                </a:cubicBezTo>
                <a:cubicBezTo>
                  <a:pt x="1128" y="413"/>
                  <a:pt x="1128" y="413"/>
                  <a:pt x="1128" y="413"/>
                </a:cubicBezTo>
                <a:cubicBezTo>
                  <a:pt x="1128" y="395"/>
                  <a:pt x="1128" y="395"/>
                  <a:pt x="1128" y="395"/>
                </a:cubicBezTo>
                <a:moveTo>
                  <a:pt x="982" y="409"/>
                </a:moveTo>
                <a:cubicBezTo>
                  <a:pt x="1032" y="409"/>
                  <a:pt x="1032" y="409"/>
                  <a:pt x="1032" y="409"/>
                </a:cubicBezTo>
                <a:cubicBezTo>
                  <a:pt x="1032" y="407"/>
                  <a:pt x="1032" y="407"/>
                  <a:pt x="1032" y="407"/>
                </a:cubicBezTo>
                <a:cubicBezTo>
                  <a:pt x="982" y="407"/>
                  <a:pt x="982" y="407"/>
                  <a:pt x="982" y="407"/>
                </a:cubicBezTo>
                <a:lnTo>
                  <a:pt x="982" y="409"/>
                </a:lnTo>
                <a:close/>
                <a:moveTo>
                  <a:pt x="996" y="537"/>
                </a:moveTo>
                <a:cubicBezTo>
                  <a:pt x="998" y="537"/>
                  <a:pt x="998" y="537"/>
                  <a:pt x="998" y="537"/>
                </a:cubicBezTo>
                <a:cubicBezTo>
                  <a:pt x="998" y="423"/>
                  <a:pt x="998" y="423"/>
                  <a:pt x="998" y="423"/>
                </a:cubicBezTo>
                <a:cubicBezTo>
                  <a:pt x="996" y="423"/>
                  <a:pt x="996" y="423"/>
                  <a:pt x="996" y="423"/>
                </a:cubicBezTo>
                <a:lnTo>
                  <a:pt x="996" y="537"/>
                </a:lnTo>
                <a:close/>
                <a:moveTo>
                  <a:pt x="1009" y="559"/>
                </a:moveTo>
                <a:cubicBezTo>
                  <a:pt x="1011" y="559"/>
                  <a:pt x="1011" y="559"/>
                  <a:pt x="1011" y="559"/>
                </a:cubicBezTo>
                <a:cubicBezTo>
                  <a:pt x="1011" y="423"/>
                  <a:pt x="1011" y="423"/>
                  <a:pt x="1011" y="423"/>
                </a:cubicBezTo>
                <a:cubicBezTo>
                  <a:pt x="1009" y="423"/>
                  <a:pt x="1009" y="423"/>
                  <a:pt x="1009" y="423"/>
                </a:cubicBezTo>
                <a:lnTo>
                  <a:pt x="1009" y="559"/>
                </a:lnTo>
                <a:close/>
                <a:moveTo>
                  <a:pt x="1022" y="570"/>
                </a:moveTo>
                <a:cubicBezTo>
                  <a:pt x="1024" y="570"/>
                  <a:pt x="1024" y="570"/>
                  <a:pt x="1024" y="570"/>
                </a:cubicBezTo>
                <a:cubicBezTo>
                  <a:pt x="1024" y="423"/>
                  <a:pt x="1024" y="423"/>
                  <a:pt x="1024" y="423"/>
                </a:cubicBezTo>
                <a:cubicBezTo>
                  <a:pt x="1022" y="423"/>
                  <a:pt x="1022" y="423"/>
                  <a:pt x="1022" y="423"/>
                </a:cubicBezTo>
                <a:lnTo>
                  <a:pt x="1022" y="570"/>
                </a:lnTo>
                <a:close/>
                <a:moveTo>
                  <a:pt x="992" y="571"/>
                </a:moveTo>
                <a:cubicBezTo>
                  <a:pt x="1031" y="571"/>
                  <a:pt x="1031" y="571"/>
                  <a:pt x="1031" y="571"/>
                </a:cubicBezTo>
                <a:cubicBezTo>
                  <a:pt x="1031" y="569"/>
                  <a:pt x="1031" y="569"/>
                  <a:pt x="1031" y="569"/>
                </a:cubicBezTo>
                <a:cubicBezTo>
                  <a:pt x="992" y="569"/>
                  <a:pt x="992" y="569"/>
                  <a:pt x="992" y="569"/>
                </a:cubicBezTo>
                <a:lnTo>
                  <a:pt x="992" y="571"/>
                </a:lnTo>
                <a:close/>
                <a:moveTo>
                  <a:pt x="989" y="569"/>
                </a:moveTo>
                <a:cubicBezTo>
                  <a:pt x="992" y="569"/>
                  <a:pt x="992" y="569"/>
                  <a:pt x="992" y="569"/>
                </a:cubicBezTo>
                <a:cubicBezTo>
                  <a:pt x="992" y="554"/>
                  <a:pt x="992" y="554"/>
                  <a:pt x="992" y="554"/>
                </a:cubicBezTo>
                <a:cubicBezTo>
                  <a:pt x="989" y="554"/>
                  <a:pt x="989" y="554"/>
                  <a:pt x="989" y="554"/>
                </a:cubicBezTo>
                <a:lnTo>
                  <a:pt x="989" y="569"/>
                </a:lnTo>
                <a:close/>
                <a:moveTo>
                  <a:pt x="1190" y="642"/>
                </a:moveTo>
                <a:cubicBezTo>
                  <a:pt x="1192" y="642"/>
                  <a:pt x="1192" y="642"/>
                  <a:pt x="1192" y="642"/>
                </a:cubicBezTo>
                <a:cubicBezTo>
                  <a:pt x="1192" y="420"/>
                  <a:pt x="1192" y="420"/>
                  <a:pt x="1192" y="420"/>
                </a:cubicBezTo>
                <a:cubicBezTo>
                  <a:pt x="1190" y="420"/>
                  <a:pt x="1190" y="420"/>
                  <a:pt x="1190" y="420"/>
                </a:cubicBezTo>
                <a:lnTo>
                  <a:pt x="1190" y="642"/>
                </a:lnTo>
                <a:close/>
                <a:moveTo>
                  <a:pt x="1162" y="401"/>
                </a:moveTo>
                <a:cubicBezTo>
                  <a:pt x="1240" y="401"/>
                  <a:pt x="1240" y="401"/>
                  <a:pt x="1240" y="401"/>
                </a:cubicBezTo>
                <a:cubicBezTo>
                  <a:pt x="1240" y="399"/>
                  <a:pt x="1240" y="399"/>
                  <a:pt x="1240" y="399"/>
                </a:cubicBezTo>
                <a:cubicBezTo>
                  <a:pt x="1162" y="399"/>
                  <a:pt x="1162" y="399"/>
                  <a:pt x="1162" y="399"/>
                </a:cubicBezTo>
                <a:lnTo>
                  <a:pt x="1162" y="401"/>
                </a:lnTo>
                <a:close/>
                <a:moveTo>
                  <a:pt x="1207" y="622"/>
                </a:moveTo>
                <a:cubicBezTo>
                  <a:pt x="1210" y="622"/>
                  <a:pt x="1210" y="622"/>
                  <a:pt x="1210" y="622"/>
                </a:cubicBezTo>
                <a:cubicBezTo>
                  <a:pt x="1210" y="421"/>
                  <a:pt x="1210" y="421"/>
                  <a:pt x="1210" y="421"/>
                </a:cubicBezTo>
                <a:cubicBezTo>
                  <a:pt x="1207" y="421"/>
                  <a:pt x="1207" y="421"/>
                  <a:pt x="1207" y="421"/>
                </a:cubicBezTo>
                <a:lnTo>
                  <a:pt x="1207" y="622"/>
                </a:lnTo>
                <a:close/>
                <a:moveTo>
                  <a:pt x="1226" y="479"/>
                </a:moveTo>
                <a:cubicBezTo>
                  <a:pt x="1228" y="479"/>
                  <a:pt x="1228" y="479"/>
                  <a:pt x="1228" y="479"/>
                </a:cubicBezTo>
                <a:cubicBezTo>
                  <a:pt x="1228" y="421"/>
                  <a:pt x="1228" y="421"/>
                  <a:pt x="1228" y="421"/>
                </a:cubicBezTo>
                <a:cubicBezTo>
                  <a:pt x="1226" y="421"/>
                  <a:pt x="1226" y="421"/>
                  <a:pt x="1226" y="421"/>
                </a:cubicBezTo>
                <a:lnTo>
                  <a:pt x="1226" y="479"/>
                </a:lnTo>
                <a:close/>
                <a:moveTo>
                  <a:pt x="1171" y="653"/>
                </a:moveTo>
                <a:cubicBezTo>
                  <a:pt x="1174" y="653"/>
                  <a:pt x="1174" y="653"/>
                  <a:pt x="1174" y="653"/>
                </a:cubicBezTo>
                <a:cubicBezTo>
                  <a:pt x="1174" y="420"/>
                  <a:pt x="1174" y="420"/>
                  <a:pt x="1174" y="420"/>
                </a:cubicBezTo>
                <a:cubicBezTo>
                  <a:pt x="1171" y="420"/>
                  <a:pt x="1171" y="420"/>
                  <a:pt x="1171" y="420"/>
                </a:cubicBezTo>
                <a:lnTo>
                  <a:pt x="1171" y="653"/>
                </a:lnTo>
                <a:close/>
                <a:moveTo>
                  <a:pt x="1232" y="671"/>
                </a:moveTo>
                <a:cubicBezTo>
                  <a:pt x="1234" y="671"/>
                  <a:pt x="1234" y="671"/>
                  <a:pt x="1234" y="671"/>
                </a:cubicBezTo>
                <a:cubicBezTo>
                  <a:pt x="1234" y="512"/>
                  <a:pt x="1234" y="512"/>
                  <a:pt x="1234" y="512"/>
                </a:cubicBezTo>
                <a:cubicBezTo>
                  <a:pt x="1232" y="512"/>
                  <a:pt x="1232" y="512"/>
                  <a:pt x="1232" y="512"/>
                </a:cubicBezTo>
                <a:lnTo>
                  <a:pt x="1232" y="671"/>
                </a:lnTo>
                <a:close/>
                <a:moveTo>
                  <a:pt x="1357" y="670"/>
                </a:moveTo>
                <a:cubicBezTo>
                  <a:pt x="1359" y="670"/>
                  <a:pt x="1359" y="670"/>
                  <a:pt x="1359" y="670"/>
                </a:cubicBezTo>
                <a:cubicBezTo>
                  <a:pt x="1359" y="577"/>
                  <a:pt x="1359" y="577"/>
                  <a:pt x="1359" y="577"/>
                </a:cubicBezTo>
                <a:cubicBezTo>
                  <a:pt x="1357" y="577"/>
                  <a:pt x="1357" y="577"/>
                  <a:pt x="1357" y="577"/>
                </a:cubicBezTo>
                <a:lnTo>
                  <a:pt x="1357" y="670"/>
                </a:lnTo>
                <a:close/>
                <a:moveTo>
                  <a:pt x="1058" y="401"/>
                </a:moveTo>
                <a:cubicBezTo>
                  <a:pt x="1076" y="377"/>
                  <a:pt x="1102" y="374"/>
                  <a:pt x="1117" y="374"/>
                </a:cubicBezTo>
                <a:cubicBezTo>
                  <a:pt x="1118" y="374"/>
                  <a:pt x="1119" y="374"/>
                  <a:pt x="1120" y="374"/>
                </a:cubicBezTo>
                <a:cubicBezTo>
                  <a:pt x="1132" y="374"/>
                  <a:pt x="1142" y="375"/>
                  <a:pt x="1150" y="376"/>
                </a:cubicBezTo>
                <a:cubicBezTo>
                  <a:pt x="1158" y="377"/>
                  <a:pt x="1163" y="378"/>
                  <a:pt x="1163" y="378"/>
                </a:cubicBezTo>
                <a:cubicBezTo>
                  <a:pt x="1164" y="376"/>
                  <a:pt x="1164" y="376"/>
                  <a:pt x="1164" y="376"/>
                </a:cubicBezTo>
                <a:cubicBezTo>
                  <a:pt x="1164" y="376"/>
                  <a:pt x="1143" y="372"/>
                  <a:pt x="1120" y="372"/>
                </a:cubicBezTo>
                <a:cubicBezTo>
                  <a:pt x="1119" y="372"/>
                  <a:pt x="1118" y="372"/>
                  <a:pt x="1117" y="372"/>
                </a:cubicBezTo>
                <a:cubicBezTo>
                  <a:pt x="1102" y="372"/>
                  <a:pt x="1075" y="375"/>
                  <a:pt x="1056" y="399"/>
                </a:cubicBezTo>
                <a:cubicBezTo>
                  <a:pt x="1058" y="401"/>
                  <a:pt x="1058" y="401"/>
                  <a:pt x="1058" y="401"/>
                </a:cubicBezTo>
                <a:moveTo>
                  <a:pt x="1236" y="380"/>
                </a:move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7" y="380"/>
                  <a:pt x="1239" y="379"/>
                  <a:pt x="1250" y="378"/>
                </a:cubicBezTo>
                <a:cubicBezTo>
                  <a:pt x="1251" y="378"/>
                  <a:pt x="1251" y="378"/>
                  <a:pt x="1251" y="378"/>
                </a:cubicBezTo>
                <a:cubicBezTo>
                  <a:pt x="1256" y="378"/>
                  <a:pt x="1258" y="379"/>
                  <a:pt x="1260" y="380"/>
                </a:cubicBezTo>
                <a:cubicBezTo>
                  <a:pt x="1262" y="382"/>
                  <a:pt x="1264" y="383"/>
                  <a:pt x="1268" y="384"/>
                </a:cubicBezTo>
                <a:cubicBezTo>
                  <a:pt x="1273" y="385"/>
                  <a:pt x="1274" y="385"/>
                  <a:pt x="1276" y="386"/>
                </a:cubicBezTo>
                <a:cubicBezTo>
                  <a:pt x="1278" y="387"/>
                  <a:pt x="1281" y="388"/>
                  <a:pt x="1289" y="391"/>
                </a:cubicBezTo>
                <a:cubicBezTo>
                  <a:pt x="1305" y="398"/>
                  <a:pt x="1320" y="404"/>
                  <a:pt x="1328" y="404"/>
                </a:cubicBezTo>
                <a:cubicBezTo>
                  <a:pt x="1334" y="404"/>
                  <a:pt x="1336" y="404"/>
                  <a:pt x="1337" y="405"/>
                </a:cubicBezTo>
                <a:cubicBezTo>
                  <a:pt x="1339" y="405"/>
                  <a:pt x="1341" y="406"/>
                  <a:pt x="1347" y="408"/>
                </a:cubicBezTo>
                <a:cubicBezTo>
                  <a:pt x="1350" y="410"/>
                  <a:pt x="1352" y="410"/>
                  <a:pt x="1354" y="410"/>
                </a:cubicBezTo>
                <a:cubicBezTo>
                  <a:pt x="1357" y="410"/>
                  <a:pt x="1359" y="409"/>
                  <a:pt x="1363" y="409"/>
                </a:cubicBezTo>
                <a:cubicBezTo>
                  <a:pt x="1366" y="409"/>
                  <a:pt x="1370" y="410"/>
                  <a:pt x="1377" y="412"/>
                </a:cubicBezTo>
                <a:cubicBezTo>
                  <a:pt x="1396" y="417"/>
                  <a:pt x="1404" y="424"/>
                  <a:pt x="1414" y="428"/>
                </a:cubicBezTo>
                <a:cubicBezTo>
                  <a:pt x="1423" y="433"/>
                  <a:pt x="1422" y="433"/>
                  <a:pt x="1432" y="433"/>
                </a:cubicBezTo>
                <a:cubicBezTo>
                  <a:pt x="1433" y="434"/>
                  <a:pt x="1435" y="434"/>
                  <a:pt x="1436" y="434"/>
                </a:cubicBezTo>
                <a:cubicBezTo>
                  <a:pt x="1441" y="434"/>
                  <a:pt x="1445" y="433"/>
                  <a:pt x="1450" y="433"/>
                </a:cubicBezTo>
                <a:cubicBezTo>
                  <a:pt x="1454" y="433"/>
                  <a:pt x="1458" y="434"/>
                  <a:pt x="1463" y="435"/>
                </a:cubicBezTo>
                <a:cubicBezTo>
                  <a:pt x="1464" y="433"/>
                  <a:pt x="1464" y="433"/>
                  <a:pt x="1464" y="433"/>
                </a:cubicBezTo>
                <a:cubicBezTo>
                  <a:pt x="1459" y="431"/>
                  <a:pt x="1454" y="431"/>
                  <a:pt x="1450" y="431"/>
                </a:cubicBezTo>
                <a:cubicBezTo>
                  <a:pt x="1445" y="431"/>
                  <a:pt x="1440" y="431"/>
                  <a:pt x="1436" y="431"/>
                </a:cubicBezTo>
                <a:cubicBezTo>
                  <a:pt x="1435" y="431"/>
                  <a:pt x="1434" y="431"/>
                  <a:pt x="1432" y="431"/>
                </a:cubicBezTo>
                <a:cubicBezTo>
                  <a:pt x="1422" y="430"/>
                  <a:pt x="1424" y="431"/>
                  <a:pt x="1415" y="426"/>
                </a:cubicBezTo>
                <a:cubicBezTo>
                  <a:pt x="1405" y="422"/>
                  <a:pt x="1397" y="415"/>
                  <a:pt x="1377" y="409"/>
                </a:cubicBezTo>
                <a:cubicBezTo>
                  <a:pt x="1371" y="407"/>
                  <a:pt x="1366" y="407"/>
                  <a:pt x="1363" y="407"/>
                </a:cubicBezTo>
                <a:cubicBezTo>
                  <a:pt x="1359" y="407"/>
                  <a:pt x="1357" y="408"/>
                  <a:pt x="1354" y="408"/>
                </a:cubicBezTo>
                <a:cubicBezTo>
                  <a:pt x="1352" y="408"/>
                  <a:pt x="1350" y="407"/>
                  <a:pt x="1347" y="406"/>
                </a:cubicBezTo>
                <a:cubicBezTo>
                  <a:pt x="1342" y="404"/>
                  <a:pt x="1340" y="403"/>
                  <a:pt x="1338" y="403"/>
                </a:cubicBezTo>
                <a:cubicBezTo>
                  <a:pt x="1336" y="402"/>
                  <a:pt x="1334" y="402"/>
                  <a:pt x="1328" y="402"/>
                </a:cubicBezTo>
                <a:cubicBezTo>
                  <a:pt x="1321" y="402"/>
                  <a:pt x="1305" y="396"/>
                  <a:pt x="1290" y="389"/>
                </a:cubicBezTo>
                <a:cubicBezTo>
                  <a:pt x="1282" y="386"/>
                  <a:pt x="1279" y="385"/>
                  <a:pt x="1277" y="384"/>
                </a:cubicBezTo>
                <a:cubicBezTo>
                  <a:pt x="1274" y="383"/>
                  <a:pt x="1273" y="383"/>
                  <a:pt x="1269" y="382"/>
                </a:cubicBezTo>
                <a:cubicBezTo>
                  <a:pt x="1265" y="381"/>
                  <a:pt x="1263" y="380"/>
                  <a:pt x="1261" y="379"/>
                </a:cubicBezTo>
                <a:cubicBezTo>
                  <a:pt x="1259" y="377"/>
                  <a:pt x="1257" y="376"/>
                  <a:pt x="1251" y="376"/>
                </a:cubicBezTo>
                <a:cubicBezTo>
                  <a:pt x="1250" y="376"/>
                  <a:pt x="1250" y="376"/>
                  <a:pt x="1250" y="376"/>
                </a:cubicBezTo>
                <a:cubicBezTo>
                  <a:pt x="1237" y="377"/>
                  <a:pt x="1236" y="378"/>
                  <a:pt x="1235" y="378"/>
                </a:cubicBezTo>
                <a:cubicBezTo>
                  <a:pt x="1236" y="380"/>
                  <a:pt x="1236" y="380"/>
                  <a:pt x="1236" y="380"/>
                </a:cubicBezTo>
                <a:moveTo>
                  <a:pt x="1403" y="536"/>
                </a:moveTo>
                <a:cubicBezTo>
                  <a:pt x="1405" y="536"/>
                  <a:pt x="1405" y="536"/>
                  <a:pt x="1405" y="536"/>
                </a:cubicBezTo>
                <a:cubicBezTo>
                  <a:pt x="1405" y="526"/>
                  <a:pt x="1405" y="526"/>
                  <a:pt x="1405" y="526"/>
                </a:cubicBezTo>
                <a:cubicBezTo>
                  <a:pt x="1403" y="526"/>
                  <a:pt x="1403" y="526"/>
                  <a:pt x="1403" y="526"/>
                </a:cubicBezTo>
                <a:lnTo>
                  <a:pt x="1403" y="536"/>
                </a:lnTo>
                <a:close/>
                <a:moveTo>
                  <a:pt x="1477" y="602"/>
                </a:moveTo>
                <a:cubicBezTo>
                  <a:pt x="1479" y="602"/>
                  <a:pt x="1479" y="602"/>
                  <a:pt x="1479" y="602"/>
                </a:cubicBezTo>
                <a:cubicBezTo>
                  <a:pt x="1479" y="551"/>
                  <a:pt x="1479" y="551"/>
                  <a:pt x="1479" y="551"/>
                </a:cubicBezTo>
                <a:cubicBezTo>
                  <a:pt x="1477" y="551"/>
                  <a:pt x="1477" y="551"/>
                  <a:pt x="1477" y="551"/>
                </a:cubicBezTo>
                <a:lnTo>
                  <a:pt x="1477" y="602"/>
                </a:lnTo>
                <a:close/>
                <a:moveTo>
                  <a:pt x="1448" y="671"/>
                </a:moveTo>
                <a:cubicBezTo>
                  <a:pt x="1450" y="671"/>
                  <a:pt x="1450" y="671"/>
                  <a:pt x="1450" y="671"/>
                </a:cubicBezTo>
                <a:cubicBezTo>
                  <a:pt x="1450" y="638"/>
                  <a:pt x="1450" y="638"/>
                  <a:pt x="1450" y="638"/>
                </a:cubicBezTo>
                <a:cubicBezTo>
                  <a:pt x="1448" y="638"/>
                  <a:pt x="1448" y="638"/>
                  <a:pt x="1448" y="638"/>
                </a:cubicBezTo>
                <a:lnTo>
                  <a:pt x="1448" y="671"/>
                </a:lnTo>
                <a:close/>
                <a:moveTo>
                  <a:pt x="1552" y="654"/>
                </a:moveTo>
                <a:cubicBezTo>
                  <a:pt x="1554" y="654"/>
                  <a:pt x="1554" y="654"/>
                  <a:pt x="1554" y="654"/>
                </a:cubicBezTo>
                <a:cubicBezTo>
                  <a:pt x="1554" y="630"/>
                  <a:pt x="1554" y="630"/>
                  <a:pt x="1554" y="630"/>
                </a:cubicBezTo>
                <a:cubicBezTo>
                  <a:pt x="1552" y="630"/>
                  <a:pt x="1552" y="630"/>
                  <a:pt x="1552" y="630"/>
                </a:cubicBezTo>
                <a:lnTo>
                  <a:pt x="1552" y="654"/>
                </a:lnTo>
                <a:close/>
                <a:moveTo>
                  <a:pt x="1819" y="625"/>
                </a:moveTo>
                <a:cubicBezTo>
                  <a:pt x="1822" y="625"/>
                  <a:pt x="1822" y="625"/>
                  <a:pt x="1822" y="625"/>
                </a:cubicBezTo>
                <a:cubicBezTo>
                  <a:pt x="1822" y="532"/>
                  <a:pt x="1822" y="532"/>
                  <a:pt x="1822" y="532"/>
                </a:cubicBezTo>
                <a:cubicBezTo>
                  <a:pt x="1819" y="532"/>
                  <a:pt x="1819" y="532"/>
                  <a:pt x="1819" y="532"/>
                </a:cubicBezTo>
                <a:lnTo>
                  <a:pt x="1819" y="625"/>
                </a:lnTo>
                <a:close/>
                <a:moveTo>
                  <a:pt x="1853" y="530"/>
                </a:moveTo>
                <a:cubicBezTo>
                  <a:pt x="1874" y="530"/>
                  <a:pt x="1874" y="530"/>
                  <a:pt x="1874" y="530"/>
                </a:cubicBezTo>
                <a:cubicBezTo>
                  <a:pt x="1874" y="528"/>
                  <a:pt x="1874" y="528"/>
                  <a:pt x="1874" y="528"/>
                </a:cubicBezTo>
                <a:cubicBezTo>
                  <a:pt x="1853" y="528"/>
                  <a:pt x="1853" y="528"/>
                  <a:pt x="1853" y="528"/>
                </a:cubicBezTo>
                <a:lnTo>
                  <a:pt x="1853" y="530"/>
                </a:lnTo>
                <a:close/>
                <a:moveTo>
                  <a:pt x="1853" y="613"/>
                </a:moveTo>
                <a:cubicBezTo>
                  <a:pt x="1874" y="613"/>
                  <a:pt x="1874" y="613"/>
                  <a:pt x="1874" y="613"/>
                </a:cubicBezTo>
                <a:cubicBezTo>
                  <a:pt x="1874" y="611"/>
                  <a:pt x="1874" y="611"/>
                  <a:pt x="1874" y="611"/>
                </a:cubicBezTo>
                <a:cubicBezTo>
                  <a:pt x="1853" y="611"/>
                  <a:pt x="1853" y="611"/>
                  <a:pt x="1853" y="611"/>
                </a:cubicBezTo>
                <a:lnTo>
                  <a:pt x="1853" y="613"/>
                </a:lnTo>
                <a:close/>
                <a:moveTo>
                  <a:pt x="1910" y="471"/>
                </a:moveTo>
                <a:cubicBezTo>
                  <a:pt x="1998" y="471"/>
                  <a:pt x="1998" y="471"/>
                  <a:pt x="1998" y="471"/>
                </a:cubicBezTo>
                <a:cubicBezTo>
                  <a:pt x="1998" y="468"/>
                  <a:pt x="1998" y="468"/>
                  <a:pt x="1998" y="468"/>
                </a:cubicBezTo>
                <a:cubicBezTo>
                  <a:pt x="1910" y="468"/>
                  <a:pt x="1910" y="468"/>
                  <a:pt x="1910" y="468"/>
                </a:cubicBezTo>
                <a:lnTo>
                  <a:pt x="1910" y="471"/>
                </a:lnTo>
                <a:close/>
                <a:moveTo>
                  <a:pt x="1921" y="638"/>
                </a:moveTo>
                <a:cubicBezTo>
                  <a:pt x="1923" y="638"/>
                  <a:pt x="1923" y="638"/>
                  <a:pt x="1923" y="638"/>
                </a:cubicBezTo>
                <a:cubicBezTo>
                  <a:pt x="1923" y="469"/>
                  <a:pt x="1923" y="469"/>
                  <a:pt x="1923" y="469"/>
                </a:cubicBezTo>
                <a:cubicBezTo>
                  <a:pt x="1921" y="469"/>
                  <a:pt x="1921" y="469"/>
                  <a:pt x="1921" y="469"/>
                </a:cubicBezTo>
                <a:lnTo>
                  <a:pt x="1921" y="638"/>
                </a:lnTo>
                <a:close/>
                <a:moveTo>
                  <a:pt x="1984" y="470"/>
                </a:moveTo>
                <a:cubicBezTo>
                  <a:pt x="1984" y="637"/>
                  <a:pt x="1984" y="637"/>
                  <a:pt x="1984" y="637"/>
                </a:cubicBezTo>
                <a:cubicBezTo>
                  <a:pt x="1986" y="637"/>
                  <a:pt x="1986" y="637"/>
                  <a:pt x="1986" y="637"/>
                </a:cubicBezTo>
                <a:cubicBezTo>
                  <a:pt x="1986" y="470"/>
                  <a:pt x="1986" y="470"/>
                  <a:pt x="1986" y="470"/>
                </a:cubicBezTo>
                <a:moveTo>
                  <a:pt x="2076" y="570"/>
                </a:moveTo>
                <a:cubicBezTo>
                  <a:pt x="2078" y="570"/>
                  <a:pt x="2078" y="570"/>
                  <a:pt x="2078" y="570"/>
                </a:cubicBezTo>
                <a:cubicBezTo>
                  <a:pt x="2078" y="450"/>
                  <a:pt x="2078" y="450"/>
                  <a:pt x="2078" y="450"/>
                </a:cubicBezTo>
                <a:cubicBezTo>
                  <a:pt x="2076" y="450"/>
                  <a:pt x="2076" y="450"/>
                  <a:pt x="2076" y="450"/>
                </a:cubicBezTo>
                <a:lnTo>
                  <a:pt x="2076" y="570"/>
                </a:lnTo>
                <a:close/>
                <a:moveTo>
                  <a:pt x="2136" y="518"/>
                </a:moveTo>
                <a:cubicBezTo>
                  <a:pt x="2138" y="518"/>
                  <a:pt x="2138" y="518"/>
                  <a:pt x="2138" y="518"/>
                </a:cubicBezTo>
                <a:cubicBezTo>
                  <a:pt x="2138" y="482"/>
                  <a:pt x="2138" y="482"/>
                  <a:pt x="2138" y="482"/>
                </a:cubicBezTo>
                <a:cubicBezTo>
                  <a:pt x="2136" y="482"/>
                  <a:pt x="2136" y="482"/>
                  <a:pt x="2136" y="482"/>
                </a:cubicBezTo>
                <a:lnTo>
                  <a:pt x="2136" y="518"/>
                </a:lnTo>
                <a:close/>
                <a:moveTo>
                  <a:pt x="2179" y="618"/>
                </a:moveTo>
                <a:cubicBezTo>
                  <a:pt x="2181" y="618"/>
                  <a:pt x="2181" y="618"/>
                  <a:pt x="2181" y="618"/>
                </a:cubicBezTo>
                <a:cubicBezTo>
                  <a:pt x="2181" y="482"/>
                  <a:pt x="2181" y="482"/>
                  <a:pt x="2181" y="482"/>
                </a:cubicBezTo>
                <a:cubicBezTo>
                  <a:pt x="2179" y="482"/>
                  <a:pt x="2179" y="482"/>
                  <a:pt x="2179" y="482"/>
                </a:cubicBezTo>
                <a:lnTo>
                  <a:pt x="2179" y="618"/>
                </a:lnTo>
                <a:close/>
                <a:moveTo>
                  <a:pt x="2157" y="504"/>
                </a:moveTo>
                <a:cubicBezTo>
                  <a:pt x="2159" y="504"/>
                  <a:pt x="2159" y="504"/>
                  <a:pt x="2159" y="504"/>
                </a:cubicBezTo>
                <a:cubicBezTo>
                  <a:pt x="2159" y="482"/>
                  <a:pt x="2159" y="482"/>
                  <a:pt x="2159" y="482"/>
                </a:cubicBezTo>
                <a:cubicBezTo>
                  <a:pt x="2157" y="482"/>
                  <a:pt x="2157" y="482"/>
                  <a:pt x="2157" y="482"/>
                </a:cubicBezTo>
                <a:lnTo>
                  <a:pt x="2157" y="504"/>
                </a:lnTo>
                <a:close/>
                <a:moveTo>
                  <a:pt x="2323" y="622"/>
                </a:moveTo>
                <a:cubicBezTo>
                  <a:pt x="2325" y="622"/>
                  <a:pt x="2325" y="622"/>
                  <a:pt x="2325" y="622"/>
                </a:cubicBezTo>
                <a:cubicBezTo>
                  <a:pt x="2325" y="410"/>
                  <a:pt x="2325" y="410"/>
                  <a:pt x="2325" y="410"/>
                </a:cubicBezTo>
                <a:cubicBezTo>
                  <a:pt x="2323" y="410"/>
                  <a:pt x="2323" y="410"/>
                  <a:pt x="2323" y="410"/>
                </a:cubicBezTo>
                <a:lnTo>
                  <a:pt x="2323" y="622"/>
                </a:lnTo>
                <a:close/>
                <a:moveTo>
                  <a:pt x="2214" y="463"/>
                </a:moveTo>
                <a:cubicBezTo>
                  <a:pt x="2217" y="463"/>
                  <a:pt x="2217" y="463"/>
                  <a:pt x="2217" y="463"/>
                </a:cubicBezTo>
                <a:cubicBezTo>
                  <a:pt x="2217" y="397"/>
                  <a:pt x="2217" y="397"/>
                  <a:pt x="2217" y="397"/>
                </a:cubicBezTo>
                <a:cubicBezTo>
                  <a:pt x="2214" y="397"/>
                  <a:pt x="2214" y="397"/>
                  <a:pt x="2214" y="397"/>
                </a:cubicBezTo>
                <a:lnTo>
                  <a:pt x="2214" y="463"/>
                </a:lnTo>
                <a:close/>
                <a:moveTo>
                  <a:pt x="2688" y="671"/>
                </a:moveTo>
                <a:cubicBezTo>
                  <a:pt x="2690" y="671"/>
                  <a:pt x="2690" y="671"/>
                  <a:pt x="2690" y="671"/>
                </a:cubicBezTo>
                <a:cubicBezTo>
                  <a:pt x="2690" y="639"/>
                  <a:pt x="2690" y="639"/>
                  <a:pt x="2690" y="639"/>
                </a:cubicBezTo>
                <a:cubicBezTo>
                  <a:pt x="2688" y="639"/>
                  <a:pt x="2688" y="639"/>
                  <a:pt x="2688" y="639"/>
                </a:cubicBezTo>
                <a:lnTo>
                  <a:pt x="2688" y="671"/>
                </a:lnTo>
                <a:close/>
                <a:moveTo>
                  <a:pt x="2696" y="671"/>
                </a:moveTo>
                <a:cubicBezTo>
                  <a:pt x="2699" y="671"/>
                  <a:pt x="2699" y="671"/>
                  <a:pt x="2699" y="671"/>
                </a:cubicBezTo>
                <a:cubicBezTo>
                  <a:pt x="2699" y="639"/>
                  <a:pt x="2699" y="639"/>
                  <a:pt x="2699" y="639"/>
                </a:cubicBezTo>
                <a:cubicBezTo>
                  <a:pt x="2696" y="639"/>
                  <a:pt x="2696" y="639"/>
                  <a:pt x="2696" y="639"/>
                </a:cubicBezTo>
                <a:lnTo>
                  <a:pt x="2696" y="671"/>
                </a:lnTo>
                <a:close/>
                <a:moveTo>
                  <a:pt x="2484" y="654"/>
                </a:moveTo>
                <a:cubicBezTo>
                  <a:pt x="2504" y="654"/>
                  <a:pt x="2504" y="654"/>
                  <a:pt x="2504" y="654"/>
                </a:cubicBezTo>
                <a:cubicBezTo>
                  <a:pt x="2504" y="652"/>
                  <a:pt x="2504" y="652"/>
                  <a:pt x="2504" y="652"/>
                </a:cubicBezTo>
                <a:cubicBezTo>
                  <a:pt x="2484" y="652"/>
                  <a:pt x="2484" y="652"/>
                  <a:pt x="2484" y="652"/>
                </a:cubicBezTo>
                <a:lnTo>
                  <a:pt x="2484" y="654"/>
                </a:lnTo>
                <a:close/>
                <a:moveTo>
                  <a:pt x="3327" y="630"/>
                </a:moveTo>
                <a:cubicBezTo>
                  <a:pt x="3330" y="630"/>
                  <a:pt x="3330" y="630"/>
                  <a:pt x="3330" y="630"/>
                </a:cubicBezTo>
                <a:cubicBezTo>
                  <a:pt x="3330" y="552"/>
                  <a:pt x="3330" y="552"/>
                  <a:pt x="3330" y="552"/>
                </a:cubicBezTo>
                <a:cubicBezTo>
                  <a:pt x="3327" y="552"/>
                  <a:pt x="3327" y="552"/>
                  <a:pt x="3327" y="552"/>
                </a:cubicBezTo>
                <a:lnTo>
                  <a:pt x="3327" y="630"/>
                </a:lnTo>
                <a:close/>
                <a:moveTo>
                  <a:pt x="3597" y="645"/>
                </a:moveTo>
                <a:cubicBezTo>
                  <a:pt x="3845" y="645"/>
                  <a:pt x="3845" y="645"/>
                  <a:pt x="3845" y="645"/>
                </a:cubicBezTo>
                <a:cubicBezTo>
                  <a:pt x="3845" y="648"/>
                  <a:pt x="3845" y="648"/>
                  <a:pt x="3845" y="648"/>
                </a:cubicBezTo>
                <a:cubicBezTo>
                  <a:pt x="3859" y="648"/>
                  <a:pt x="3859" y="648"/>
                  <a:pt x="3859" y="648"/>
                </a:cubicBezTo>
                <a:cubicBezTo>
                  <a:pt x="3859" y="651"/>
                  <a:pt x="3859" y="651"/>
                  <a:pt x="3859" y="651"/>
                </a:cubicBezTo>
                <a:cubicBezTo>
                  <a:pt x="3861" y="651"/>
                  <a:pt x="3861" y="651"/>
                  <a:pt x="3861" y="651"/>
                </a:cubicBezTo>
                <a:cubicBezTo>
                  <a:pt x="3861" y="645"/>
                  <a:pt x="3861" y="645"/>
                  <a:pt x="3861" y="645"/>
                </a:cubicBezTo>
                <a:cubicBezTo>
                  <a:pt x="3847" y="645"/>
                  <a:pt x="3847" y="645"/>
                  <a:pt x="3847" y="645"/>
                </a:cubicBezTo>
                <a:cubicBezTo>
                  <a:pt x="3847" y="643"/>
                  <a:pt x="3847" y="643"/>
                  <a:pt x="3847" y="643"/>
                </a:cubicBezTo>
                <a:cubicBezTo>
                  <a:pt x="3597" y="643"/>
                  <a:pt x="3597" y="643"/>
                  <a:pt x="3597" y="643"/>
                </a:cubicBezTo>
                <a:cubicBezTo>
                  <a:pt x="3597" y="645"/>
                  <a:pt x="3597" y="645"/>
                  <a:pt x="3597" y="645"/>
                </a:cubicBezTo>
                <a:moveTo>
                  <a:pt x="3849" y="659"/>
                </a:moveTo>
                <a:cubicBezTo>
                  <a:pt x="4015" y="659"/>
                  <a:pt x="4015" y="659"/>
                  <a:pt x="4015" y="659"/>
                </a:cubicBezTo>
                <a:cubicBezTo>
                  <a:pt x="4015" y="657"/>
                  <a:pt x="4015" y="657"/>
                  <a:pt x="4015" y="657"/>
                </a:cubicBezTo>
                <a:cubicBezTo>
                  <a:pt x="3849" y="657"/>
                  <a:pt x="3849" y="657"/>
                  <a:pt x="3849" y="657"/>
                </a:cubicBezTo>
                <a:lnTo>
                  <a:pt x="3849" y="659"/>
                </a:lnTo>
                <a:close/>
                <a:moveTo>
                  <a:pt x="4031" y="657"/>
                </a:moveTo>
                <a:cubicBezTo>
                  <a:pt x="4034" y="657"/>
                  <a:pt x="4034" y="657"/>
                  <a:pt x="4034" y="657"/>
                </a:cubicBezTo>
                <a:cubicBezTo>
                  <a:pt x="4034" y="537"/>
                  <a:pt x="4034" y="537"/>
                  <a:pt x="4034" y="537"/>
                </a:cubicBezTo>
                <a:cubicBezTo>
                  <a:pt x="4031" y="537"/>
                  <a:pt x="4031" y="537"/>
                  <a:pt x="4031" y="537"/>
                </a:cubicBezTo>
                <a:lnTo>
                  <a:pt x="4031" y="657"/>
                </a:lnTo>
                <a:close/>
                <a:moveTo>
                  <a:pt x="4065" y="536"/>
                </a:moveTo>
                <a:cubicBezTo>
                  <a:pt x="4065" y="504"/>
                  <a:pt x="4065" y="504"/>
                  <a:pt x="4065" y="504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536"/>
                  <a:pt x="4078" y="536"/>
                  <a:pt x="4078" y="536"/>
                </a:cubicBezTo>
                <a:cubicBezTo>
                  <a:pt x="4081" y="536"/>
                  <a:pt x="4081" y="536"/>
                  <a:pt x="4081" y="536"/>
                </a:cubicBezTo>
                <a:cubicBezTo>
                  <a:pt x="4081" y="498"/>
                  <a:pt x="4081" y="498"/>
                  <a:pt x="4081" y="498"/>
                </a:cubicBezTo>
                <a:cubicBezTo>
                  <a:pt x="4063" y="502"/>
                  <a:pt x="4063" y="502"/>
                  <a:pt x="4063" y="502"/>
                </a:cubicBezTo>
                <a:cubicBezTo>
                  <a:pt x="4063" y="536"/>
                  <a:pt x="4063" y="536"/>
                  <a:pt x="4063" y="536"/>
                </a:cubicBezTo>
                <a:cubicBezTo>
                  <a:pt x="4065" y="536"/>
                  <a:pt x="4065" y="536"/>
                  <a:pt x="4065" y="536"/>
                </a:cubicBezTo>
                <a:moveTo>
                  <a:pt x="4048" y="536"/>
                </a:moveTo>
                <a:cubicBezTo>
                  <a:pt x="4051" y="536"/>
                  <a:pt x="4051" y="536"/>
                  <a:pt x="4051" y="536"/>
                </a:cubicBezTo>
                <a:cubicBezTo>
                  <a:pt x="4051" y="432"/>
                  <a:pt x="4051" y="432"/>
                  <a:pt x="4051" y="432"/>
                </a:cubicBezTo>
                <a:cubicBezTo>
                  <a:pt x="4048" y="432"/>
                  <a:pt x="4048" y="432"/>
                  <a:pt x="4048" y="432"/>
                </a:cubicBezTo>
                <a:lnTo>
                  <a:pt x="4048" y="536"/>
                </a:lnTo>
                <a:close/>
                <a:moveTo>
                  <a:pt x="4028" y="535"/>
                </a:moveTo>
                <a:cubicBezTo>
                  <a:pt x="4030" y="535"/>
                  <a:pt x="4030" y="535"/>
                  <a:pt x="4030" y="535"/>
                </a:cubicBezTo>
                <a:cubicBezTo>
                  <a:pt x="4030" y="474"/>
                  <a:pt x="4030" y="474"/>
                  <a:pt x="4030" y="474"/>
                </a:cubicBezTo>
                <a:cubicBezTo>
                  <a:pt x="4028" y="474"/>
                  <a:pt x="4028" y="474"/>
                  <a:pt x="4028" y="474"/>
                </a:cubicBezTo>
                <a:lnTo>
                  <a:pt x="4028" y="535"/>
                </a:lnTo>
                <a:close/>
                <a:moveTo>
                  <a:pt x="4030" y="438"/>
                </a:moveTo>
                <a:cubicBezTo>
                  <a:pt x="4049" y="435"/>
                  <a:pt x="4049" y="435"/>
                  <a:pt x="4049" y="435"/>
                </a:cubicBezTo>
                <a:cubicBezTo>
                  <a:pt x="4049" y="432"/>
                  <a:pt x="4049" y="432"/>
                  <a:pt x="4049" y="432"/>
                </a:cubicBezTo>
                <a:cubicBezTo>
                  <a:pt x="4029" y="435"/>
                  <a:pt x="4029" y="435"/>
                  <a:pt x="4029" y="435"/>
                </a:cubicBezTo>
                <a:moveTo>
                  <a:pt x="4115" y="657"/>
                </a:moveTo>
                <a:cubicBezTo>
                  <a:pt x="4117" y="657"/>
                  <a:pt x="4117" y="657"/>
                  <a:pt x="4117" y="657"/>
                </a:cubicBezTo>
                <a:cubicBezTo>
                  <a:pt x="4117" y="531"/>
                  <a:pt x="4117" y="531"/>
                  <a:pt x="4117" y="531"/>
                </a:cubicBezTo>
                <a:cubicBezTo>
                  <a:pt x="4115" y="531"/>
                  <a:pt x="4115" y="531"/>
                  <a:pt x="4115" y="531"/>
                </a:cubicBezTo>
                <a:lnTo>
                  <a:pt x="4115" y="657"/>
                </a:lnTo>
                <a:close/>
                <a:moveTo>
                  <a:pt x="4033" y="550"/>
                </a:moveTo>
                <a:cubicBezTo>
                  <a:pt x="4099" y="550"/>
                  <a:pt x="4099" y="550"/>
                  <a:pt x="4099" y="550"/>
                </a:cubicBezTo>
                <a:cubicBezTo>
                  <a:pt x="4099" y="548"/>
                  <a:pt x="4099" y="548"/>
                  <a:pt x="4099" y="548"/>
                </a:cubicBezTo>
                <a:cubicBezTo>
                  <a:pt x="4033" y="548"/>
                  <a:pt x="4033" y="548"/>
                  <a:pt x="4033" y="548"/>
                </a:cubicBezTo>
                <a:moveTo>
                  <a:pt x="4016" y="659"/>
                </a:moveTo>
                <a:cubicBezTo>
                  <a:pt x="4060" y="659"/>
                  <a:pt x="4060" y="659"/>
                  <a:pt x="4060" y="659"/>
                </a:cubicBezTo>
                <a:cubicBezTo>
                  <a:pt x="4060" y="662"/>
                  <a:pt x="4060" y="662"/>
                  <a:pt x="4060" y="662"/>
                </a:cubicBezTo>
                <a:cubicBezTo>
                  <a:pt x="4106" y="662"/>
                  <a:pt x="4106" y="662"/>
                  <a:pt x="4106" y="662"/>
                </a:cubicBezTo>
                <a:cubicBezTo>
                  <a:pt x="4106" y="666"/>
                  <a:pt x="4106" y="666"/>
                  <a:pt x="4106" y="666"/>
                </a:cubicBezTo>
                <a:cubicBezTo>
                  <a:pt x="4158" y="666"/>
                  <a:pt x="4158" y="666"/>
                  <a:pt x="4158" y="666"/>
                </a:cubicBezTo>
                <a:cubicBezTo>
                  <a:pt x="4158" y="664"/>
                  <a:pt x="4158" y="664"/>
                  <a:pt x="4158" y="664"/>
                </a:cubicBezTo>
                <a:cubicBezTo>
                  <a:pt x="4108" y="664"/>
                  <a:pt x="4108" y="664"/>
                  <a:pt x="4108" y="664"/>
                </a:cubicBezTo>
                <a:cubicBezTo>
                  <a:pt x="4108" y="659"/>
                  <a:pt x="4108" y="659"/>
                  <a:pt x="4108" y="659"/>
                </a:cubicBezTo>
                <a:cubicBezTo>
                  <a:pt x="4063" y="659"/>
                  <a:pt x="4063" y="659"/>
                  <a:pt x="4063" y="659"/>
                </a:cubicBezTo>
                <a:cubicBezTo>
                  <a:pt x="4063" y="656"/>
                  <a:pt x="4063" y="656"/>
                  <a:pt x="4063" y="656"/>
                </a:cubicBezTo>
                <a:cubicBezTo>
                  <a:pt x="4016" y="656"/>
                  <a:pt x="4016" y="656"/>
                  <a:pt x="4016" y="656"/>
                </a:cubicBezTo>
                <a:cubicBezTo>
                  <a:pt x="4016" y="659"/>
                  <a:pt x="4016" y="659"/>
                  <a:pt x="4016" y="659"/>
                </a:cubicBezTo>
                <a:moveTo>
                  <a:pt x="1465" y="456"/>
                </a:moveTo>
                <a:cubicBezTo>
                  <a:pt x="1465" y="422"/>
                  <a:pt x="1465" y="422"/>
                  <a:pt x="1465" y="422"/>
                </a:cubicBezTo>
                <a:cubicBezTo>
                  <a:pt x="1470" y="422"/>
                  <a:pt x="1470" y="422"/>
                  <a:pt x="1470" y="422"/>
                </a:cubicBezTo>
                <a:cubicBezTo>
                  <a:pt x="1470" y="415"/>
                  <a:pt x="1470" y="415"/>
                  <a:pt x="1470" y="415"/>
                </a:cubicBezTo>
                <a:cubicBezTo>
                  <a:pt x="1480" y="415"/>
                  <a:pt x="1480" y="415"/>
                  <a:pt x="1480" y="415"/>
                </a:cubicBezTo>
                <a:cubicBezTo>
                  <a:pt x="1484" y="422"/>
                  <a:pt x="1484" y="422"/>
                  <a:pt x="1484" y="422"/>
                </a:cubicBezTo>
                <a:cubicBezTo>
                  <a:pt x="1484" y="458"/>
                  <a:pt x="1484" y="458"/>
                  <a:pt x="1484" y="458"/>
                </a:cubicBezTo>
                <a:cubicBezTo>
                  <a:pt x="1486" y="458"/>
                  <a:pt x="1486" y="458"/>
                  <a:pt x="1486" y="458"/>
                </a:cubicBezTo>
                <a:cubicBezTo>
                  <a:pt x="1486" y="421"/>
                  <a:pt x="1486" y="421"/>
                  <a:pt x="1486" y="421"/>
                </a:cubicBezTo>
                <a:cubicBezTo>
                  <a:pt x="1481" y="413"/>
                  <a:pt x="1481" y="413"/>
                  <a:pt x="1481" y="413"/>
                </a:cubicBezTo>
                <a:cubicBezTo>
                  <a:pt x="1468" y="413"/>
                  <a:pt x="1468" y="413"/>
                  <a:pt x="1468" y="413"/>
                </a:cubicBezTo>
                <a:cubicBezTo>
                  <a:pt x="1468" y="419"/>
                  <a:pt x="1468" y="419"/>
                  <a:pt x="1468" y="419"/>
                </a:cubicBezTo>
                <a:cubicBezTo>
                  <a:pt x="1463" y="419"/>
                  <a:pt x="1463" y="419"/>
                  <a:pt x="1463" y="419"/>
                </a:cubicBezTo>
                <a:cubicBezTo>
                  <a:pt x="1463" y="456"/>
                  <a:pt x="1463" y="456"/>
                  <a:pt x="1463" y="456"/>
                </a:cubicBezTo>
                <a:cubicBezTo>
                  <a:pt x="1465" y="456"/>
                  <a:pt x="1465" y="456"/>
                  <a:pt x="1465" y="456"/>
                </a:cubicBezTo>
                <a:moveTo>
                  <a:pt x="1494" y="454"/>
                </a:moveTo>
                <a:cubicBezTo>
                  <a:pt x="1494" y="419"/>
                  <a:pt x="1494" y="419"/>
                  <a:pt x="1494" y="419"/>
                </a:cubicBezTo>
                <a:cubicBezTo>
                  <a:pt x="1506" y="419"/>
                  <a:pt x="1506" y="419"/>
                  <a:pt x="1506" y="419"/>
                </a:cubicBezTo>
                <a:cubicBezTo>
                  <a:pt x="1506" y="411"/>
                  <a:pt x="1506" y="411"/>
                  <a:pt x="1506" y="411"/>
                </a:cubicBezTo>
                <a:cubicBezTo>
                  <a:pt x="1515" y="411"/>
                  <a:pt x="1515" y="411"/>
                  <a:pt x="1515" y="411"/>
                </a:cubicBezTo>
                <a:cubicBezTo>
                  <a:pt x="1515" y="417"/>
                  <a:pt x="1515" y="417"/>
                  <a:pt x="1515" y="417"/>
                </a:cubicBezTo>
                <a:cubicBezTo>
                  <a:pt x="1515" y="418"/>
                  <a:pt x="1515" y="418"/>
                  <a:pt x="1515" y="418"/>
                </a:cubicBezTo>
                <a:cubicBezTo>
                  <a:pt x="1528" y="418"/>
                  <a:pt x="1528" y="418"/>
                  <a:pt x="1528" y="418"/>
                </a:cubicBezTo>
                <a:cubicBezTo>
                  <a:pt x="1528" y="462"/>
                  <a:pt x="1528" y="462"/>
                  <a:pt x="1528" y="462"/>
                </a:cubicBezTo>
                <a:cubicBezTo>
                  <a:pt x="1515" y="462"/>
                  <a:pt x="1515" y="462"/>
                  <a:pt x="1515" y="462"/>
                </a:cubicBezTo>
                <a:cubicBezTo>
                  <a:pt x="1515" y="464"/>
                  <a:pt x="1515" y="464"/>
                  <a:pt x="1515" y="464"/>
                </a:cubicBezTo>
                <a:cubicBezTo>
                  <a:pt x="1530" y="464"/>
                  <a:pt x="1530" y="464"/>
                  <a:pt x="1530" y="464"/>
                </a:cubicBezTo>
                <a:cubicBezTo>
                  <a:pt x="1530" y="416"/>
                  <a:pt x="1530" y="416"/>
                  <a:pt x="1530" y="416"/>
                </a:cubicBezTo>
                <a:cubicBezTo>
                  <a:pt x="1517" y="416"/>
                  <a:pt x="1517" y="416"/>
                  <a:pt x="1517" y="416"/>
                </a:cubicBezTo>
                <a:cubicBezTo>
                  <a:pt x="1517" y="410"/>
                  <a:pt x="1517" y="410"/>
                  <a:pt x="1517" y="410"/>
                </a:cubicBezTo>
                <a:cubicBezTo>
                  <a:pt x="1517" y="409"/>
                  <a:pt x="1517" y="409"/>
                  <a:pt x="1517" y="409"/>
                </a:cubicBezTo>
                <a:cubicBezTo>
                  <a:pt x="1504" y="409"/>
                  <a:pt x="1504" y="409"/>
                  <a:pt x="1504" y="409"/>
                </a:cubicBezTo>
                <a:cubicBezTo>
                  <a:pt x="1504" y="417"/>
                  <a:pt x="1504" y="417"/>
                  <a:pt x="1504" y="417"/>
                </a:cubicBezTo>
                <a:cubicBezTo>
                  <a:pt x="1491" y="417"/>
                  <a:pt x="1491" y="417"/>
                  <a:pt x="1491" y="417"/>
                </a:cubicBezTo>
                <a:cubicBezTo>
                  <a:pt x="1491" y="454"/>
                  <a:pt x="1491" y="454"/>
                  <a:pt x="1491" y="454"/>
                </a:cubicBezTo>
                <a:cubicBezTo>
                  <a:pt x="1494" y="454"/>
                  <a:pt x="1494" y="454"/>
                  <a:pt x="1494" y="454"/>
                </a:cubicBezTo>
                <a:moveTo>
                  <a:pt x="1523" y="417"/>
                </a:moveTo>
                <a:cubicBezTo>
                  <a:pt x="1523" y="398"/>
                  <a:pt x="1523" y="398"/>
                  <a:pt x="1523" y="398"/>
                </a:cubicBezTo>
                <a:cubicBezTo>
                  <a:pt x="1537" y="395"/>
                  <a:pt x="1537" y="395"/>
                  <a:pt x="1537" y="395"/>
                </a:cubicBezTo>
                <a:cubicBezTo>
                  <a:pt x="1537" y="439"/>
                  <a:pt x="1537" y="439"/>
                  <a:pt x="1537" y="439"/>
                </a:cubicBezTo>
                <a:cubicBezTo>
                  <a:pt x="1539" y="439"/>
                  <a:pt x="1539" y="439"/>
                  <a:pt x="1539" y="439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21" y="396"/>
                  <a:pt x="1521" y="396"/>
                  <a:pt x="1521" y="396"/>
                </a:cubicBezTo>
                <a:cubicBezTo>
                  <a:pt x="1521" y="417"/>
                  <a:pt x="1521" y="417"/>
                  <a:pt x="1521" y="417"/>
                </a:cubicBezTo>
                <a:cubicBezTo>
                  <a:pt x="1523" y="417"/>
                  <a:pt x="1523" y="417"/>
                  <a:pt x="1523" y="417"/>
                </a:cubicBezTo>
                <a:moveTo>
                  <a:pt x="1539" y="395"/>
                </a:moveTo>
                <a:cubicBezTo>
                  <a:pt x="1550" y="396"/>
                  <a:pt x="1550" y="396"/>
                  <a:pt x="1550" y="396"/>
                </a:cubicBezTo>
                <a:cubicBezTo>
                  <a:pt x="1550" y="437"/>
                  <a:pt x="1550" y="437"/>
                  <a:pt x="1550" y="437"/>
                </a:cubicBezTo>
                <a:cubicBezTo>
                  <a:pt x="1552" y="437"/>
                  <a:pt x="1552" y="437"/>
                  <a:pt x="1552" y="437"/>
                </a:cubicBezTo>
                <a:cubicBezTo>
                  <a:pt x="1552" y="394"/>
                  <a:pt x="1552" y="394"/>
                  <a:pt x="1552" y="394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39" y="395"/>
                  <a:pt x="1539" y="395"/>
                  <a:pt x="1539" y="395"/>
                </a:cubicBezTo>
                <a:moveTo>
                  <a:pt x="1475" y="510"/>
                </a:moveTo>
                <a:cubicBezTo>
                  <a:pt x="1475" y="497"/>
                  <a:pt x="1475" y="497"/>
                  <a:pt x="1475" y="497"/>
                </a:cubicBezTo>
                <a:cubicBezTo>
                  <a:pt x="1508" y="497"/>
                  <a:pt x="1508" y="497"/>
                  <a:pt x="1508" y="497"/>
                </a:cubicBezTo>
                <a:cubicBezTo>
                  <a:pt x="1508" y="509"/>
                  <a:pt x="1508" y="509"/>
                  <a:pt x="1508" y="509"/>
                </a:cubicBezTo>
                <a:cubicBezTo>
                  <a:pt x="1510" y="509"/>
                  <a:pt x="1510" y="509"/>
                  <a:pt x="1510" y="509"/>
                </a:cubicBezTo>
                <a:cubicBezTo>
                  <a:pt x="1510" y="495"/>
                  <a:pt x="1510" y="495"/>
                  <a:pt x="1510" y="495"/>
                </a:cubicBezTo>
                <a:cubicBezTo>
                  <a:pt x="1472" y="495"/>
                  <a:pt x="1472" y="495"/>
                  <a:pt x="1472" y="495"/>
                </a:cubicBezTo>
                <a:cubicBezTo>
                  <a:pt x="1472" y="510"/>
                  <a:pt x="1472" y="510"/>
                  <a:pt x="1472" y="510"/>
                </a:cubicBezTo>
                <a:cubicBezTo>
                  <a:pt x="1475" y="510"/>
                  <a:pt x="1475" y="510"/>
                  <a:pt x="1475" y="510"/>
                </a:cubicBezTo>
                <a:moveTo>
                  <a:pt x="1552" y="422"/>
                </a:moveTo>
                <a:cubicBezTo>
                  <a:pt x="1552" y="422"/>
                  <a:pt x="1569" y="418"/>
                  <a:pt x="1572" y="417"/>
                </a:cubicBezTo>
                <a:cubicBezTo>
                  <a:pt x="1572" y="417"/>
                  <a:pt x="1572" y="417"/>
                  <a:pt x="1572" y="417"/>
                </a:cubicBezTo>
                <a:cubicBezTo>
                  <a:pt x="1573" y="416"/>
                  <a:pt x="1574" y="416"/>
                  <a:pt x="1574" y="415"/>
                </a:cubicBezTo>
                <a:cubicBezTo>
                  <a:pt x="1575" y="415"/>
                  <a:pt x="1575" y="415"/>
                  <a:pt x="1576" y="414"/>
                </a:cubicBezTo>
                <a:cubicBezTo>
                  <a:pt x="1577" y="414"/>
                  <a:pt x="1580" y="413"/>
                  <a:pt x="1584" y="413"/>
                </a:cubicBezTo>
                <a:cubicBezTo>
                  <a:pt x="1590" y="412"/>
                  <a:pt x="1592" y="412"/>
                  <a:pt x="1594" y="412"/>
                </a:cubicBezTo>
                <a:cubicBezTo>
                  <a:pt x="1595" y="411"/>
                  <a:pt x="1597" y="411"/>
                  <a:pt x="1601" y="409"/>
                </a:cubicBezTo>
                <a:cubicBezTo>
                  <a:pt x="1611" y="405"/>
                  <a:pt x="1620" y="398"/>
                  <a:pt x="1624" y="396"/>
                </a:cubicBezTo>
                <a:cubicBezTo>
                  <a:pt x="1626" y="395"/>
                  <a:pt x="1631" y="391"/>
                  <a:pt x="1636" y="387"/>
                </a:cubicBezTo>
                <a:cubicBezTo>
                  <a:pt x="1640" y="384"/>
                  <a:pt x="1644" y="380"/>
                  <a:pt x="1644" y="380"/>
                </a:cubicBezTo>
                <a:cubicBezTo>
                  <a:pt x="1643" y="379"/>
                  <a:pt x="1643" y="379"/>
                  <a:pt x="1643" y="379"/>
                </a:cubicBezTo>
                <a:cubicBezTo>
                  <a:pt x="1644" y="380"/>
                  <a:pt x="1644" y="380"/>
                  <a:pt x="1644" y="380"/>
                </a:cubicBezTo>
                <a:cubicBezTo>
                  <a:pt x="1653" y="375"/>
                  <a:pt x="1669" y="373"/>
                  <a:pt x="1682" y="372"/>
                </a:cubicBezTo>
                <a:cubicBezTo>
                  <a:pt x="1691" y="371"/>
                  <a:pt x="1697" y="370"/>
                  <a:pt x="1703" y="370"/>
                </a:cubicBezTo>
                <a:cubicBezTo>
                  <a:pt x="1706" y="370"/>
                  <a:pt x="1709" y="370"/>
                  <a:pt x="1712" y="370"/>
                </a:cubicBezTo>
                <a:cubicBezTo>
                  <a:pt x="1725" y="372"/>
                  <a:pt x="1731" y="377"/>
                  <a:pt x="1738" y="380"/>
                </a:cubicBezTo>
                <a:cubicBezTo>
                  <a:pt x="1741" y="381"/>
                  <a:pt x="1742" y="382"/>
                  <a:pt x="1744" y="384"/>
                </a:cubicBezTo>
                <a:cubicBezTo>
                  <a:pt x="1745" y="385"/>
                  <a:pt x="1747" y="386"/>
                  <a:pt x="1751" y="388"/>
                </a:cubicBezTo>
                <a:cubicBezTo>
                  <a:pt x="1756" y="389"/>
                  <a:pt x="1759" y="391"/>
                  <a:pt x="1762" y="392"/>
                </a:cubicBezTo>
                <a:cubicBezTo>
                  <a:pt x="1765" y="394"/>
                  <a:pt x="1767" y="395"/>
                  <a:pt x="1767" y="395"/>
                </a:cubicBezTo>
                <a:cubicBezTo>
                  <a:pt x="1768" y="393"/>
                  <a:pt x="1768" y="393"/>
                  <a:pt x="1768" y="393"/>
                </a:cubicBezTo>
                <a:cubicBezTo>
                  <a:pt x="1768" y="393"/>
                  <a:pt x="1761" y="389"/>
                  <a:pt x="1752" y="386"/>
                </a:cubicBezTo>
                <a:cubicBezTo>
                  <a:pt x="1748" y="384"/>
                  <a:pt x="1746" y="383"/>
                  <a:pt x="1745" y="382"/>
                </a:cubicBezTo>
                <a:cubicBezTo>
                  <a:pt x="1744" y="381"/>
                  <a:pt x="1742" y="379"/>
                  <a:pt x="1739" y="378"/>
                </a:cubicBezTo>
                <a:cubicBezTo>
                  <a:pt x="1732" y="375"/>
                  <a:pt x="1726" y="370"/>
                  <a:pt x="1712" y="368"/>
                </a:cubicBezTo>
                <a:cubicBezTo>
                  <a:pt x="1709" y="368"/>
                  <a:pt x="1706" y="368"/>
                  <a:pt x="1703" y="368"/>
                </a:cubicBezTo>
                <a:cubicBezTo>
                  <a:pt x="1697" y="368"/>
                  <a:pt x="1691" y="369"/>
                  <a:pt x="1682" y="369"/>
                </a:cubicBezTo>
                <a:cubicBezTo>
                  <a:pt x="1669" y="371"/>
                  <a:pt x="1653" y="372"/>
                  <a:pt x="1643" y="378"/>
                </a:cubicBezTo>
                <a:cubicBezTo>
                  <a:pt x="1643" y="378"/>
                  <a:pt x="1643" y="378"/>
                  <a:pt x="1643" y="378"/>
                </a:cubicBezTo>
                <a:cubicBezTo>
                  <a:pt x="1642" y="378"/>
                  <a:pt x="1642" y="378"/>
                  <a:pt x="1642" y="378"/>
                </a:cubicBezTo>
                <a:cubicBezTo>
                  <a:pt x="1642" y="378"/>
                  <a:pt x="1639" y="382"/>
                  <a:pt x="1634" y="386"/>
                </a:cubicBezTo>
                <a:cubicBezTo>
                  <a:pt x="1630" y="389"/>
                  <a:pt x="1625" y="393"/>
                  <a:pt x="1623" y="394"/>
                </a:cubicBezTo>
                <a:cubicBezTo>
                  <a:pt x="1618" y="396"/>
                  <a:pt x="1610" y="403"/>
                  <a:pt x="1601" y="407"/>
                </a:cubicBezTo>
                <a:cubicBezTo>
                  <a:pt x="1596" y="409"/>
                  <a:pt x="1595" y="409"/>
                  <a:pt x="1593" y="410"/>
                </a:cubicBezTo>
                <a:cubicBezTo>
                  <a:pt x="1592" y="410"/>
                  <a:pt x="1590" y="410"/>
                  <a:pt x="1584" y="410"/>
                </a:cubicBezTo>
                <a:cubicBezTo>
                  <a:pt x="1578" y="411"/>
                  <a:pt x="1576" y="412"/>
                  <a:pt x="1574" y="413"/>
                </a:cubicBezTo>
                <a:cubicBezTo>
                  <a:pt x="1573" y="413"/>
                  <a:pt x="1573" y="413"/>
                  <a:pt x="1573" y="414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2" y="415"/>
                  <a:pt x="1572" y="415"/>
                  <a:pt x="1572" y="415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0" y="415"/>
                  <a:pt x="1565" y="417"/>
                  <a:pt x="1560" y="418"/>
                </a:cubicBezTo>
                <a:cubicBezTo>
                  <a:pt x="1556" y="419"/>
                  <a:pt x="1551" y="420"/>
                  <a:pt x="1551" y="420"/>
                </a:cubicBezTo>
                <a:cubicBezTo>
                  <a:pt x="1552" y="422"/>
                  <a:pt x="1552" y="422"/>
                  <a:pt x="1552" y="422"/>
                </a:cubicBezTo>
                <a:moveTo>
                  <a:pt x="1768" y="394"/>
                </a:moveTo>
                <a:cubicBezTo>
                  <a:pt x="1768" y="378"/>
                  <a:pt x="1768" y="378"/>
                  <a:pt x="1768" y="378"/>
                </a:cubicBezTo>
                <a:cubicBezTo>
                  <a:pt x="1789" y="378"/>
                  <a:pt x="1789" y="378"/>
                  <a:pt x="1789" y="378"/>
                </a:cubicBezTo>
                <a:cubicBezTo>
                  <a:pt x="1789" y="393"/>
                  <a:pt x="1789" y="393"/>
                  <a:pt x="1789" y="393"/>
                </a:cubicBezTo>
                <a:cubicBezTo>
                  <a:pt x="1791" y="393"/>
                  <a:pt x="1791" y="393"/>
                  <a:pt x="1791" y="393"/>
                </a:cubicBezTo>
                <a:cubicBezTo>
                  <a:pt x="1791" y="375"/>
                  <a:pt x="1791" y="375"/>
                  <a:pt x="1791" y="375"/>
                </a:cubicBezTo>
                <a:cubicBezTo>
                  <a:pt x="1765" y="375"/>
                  <a:pt x="1765" y="375"/>
                  <a:pt x="1765" y="375"/>
                </a:cubicBezTo>
                <a:cubicBezTo>
                  <a:pt x="1765" y="394"/>
                  <a:pt x="1765" y="394"/>
                  <a:pt x="1765" y="394"/>
                </a:cubicBezTo>
                <a:cubicBezTo>
                  <a:pt x="1768" y="394"/>
                  <a:pt x="1768" y="394"/>
                  <a:pt x="1768" y="394"/>
                </a:cubicBezTo>
                <a:moveTo>
                  <a:pt x="1854" y="435"/>
                </a:moveTo>
                <a:cubicBezTo>
                  <a:pt x="1854" y="403"/>
                  <a:pt x="1854" y="403"/>
                  <a:pt x="1854" y="403"/>
                </a:cubicBezTo>
                <a:cubicBezTo>
                  <a:pt x="1860" y="402"/>
                  <a:pt x="1860" y="402"/>
                  <a:pt x="1860" y="402"/>
                </a:cubicBezTo>
                <a:cubicBezTo>
                  <a:pt x="1881" y="403"/>
                  <a:pt x="1881" y="403"/>
                  <a:pt x="1881" y="403"/>
                </a:cubicBezTo>
                <a:cubicBezTo>
                  <a:pt x="1881" y="434"/>
                  <a:pt x="1881" y="434"/>
                  <a:pt x="1881" y="434"/>
                </a:cubicBezTo>
                <a:cubicBezTo>
                  <a:pt x="1883" y="434"/>
                  <a:pt x="1883" y="434"/>
                  <a:pt x="1883" y="434"/>
                </a:cubicBezTo>
                <a:cubicBezTo>
                  <a:pt x="1883" y="401"/>
                  <a:pt x="1883" y="401"/>
                  <a:pt x="1883" y="401"/>
                </a:cubicBezTo>
                <a:cubicBezTo>
                  <a:pt x="1860" y="399"/>
                  <a:pt x="1860" y="399"/>
                  <a:pt x="1860" y="399"/>
                </a:cubicBezTo>
                <a:cubicBezTo>
                  <a:pt x="1853" y="402"/>
                  <a:pt x="1853" y="402"/>
                  <a:pt x="1853" y="402"/>
                </a:cubicBezTo>
                <a:cubicBezTo>
                  <a:pt x="1852" y="402"/>
                  <a:pt x="1852" y="402"/>
                  <a:pt x="1852" y="402"/>
                </a:cubicBezTo>
                <a:cubicBezTo>
                  <a:pt x="1852" y="435"/>
                  <a:pt x="1852" y="435"/>
                  <a:pt x="1852" y="435"/>
                </a:cubicBezTo>
                <a:cubicBezTo>
                  <a:pt x="1854" y="435"/>
                  <a:pt x="1854" y="435"/>
                  <a:pt x="1854" y="435"/>
                </a:cubicBezTo>
                <a:moveTo>
                  <a:pt x="1810" y="401"/>
                </a:move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0" y="401"/>
                  <a:pt x="1810" y="401"/>
                </a:cubicBez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1" y="401"/>
                  <a:pt x="1817" y="404"/>
                </a:cubicBezTo>
                <a:cubicBezTo>
                  <a:pt x="1819" y="405"/>
                  <a:pt x="1821" y="406"/>
                  <a:pt x="1822" y="407"/>
                </a:cubicBezTo>
                <a:cubicBezTo>
                  <a:pt x="1824" y="408"/>
                  <a:pt x="1825" y="409"/>
                  <a:pt x="1827" y="409"/>
                </a:cubicBezTo>
                <a:cubicBezTo>
                  <a:pt x="1829" y="409"/>
                  <a:pt x="1829" y="409"/>
                  <a:pt x="1829" y="409"/>
                </a:cubicBezTo>
                <a:cubicBezTo>
                  <a:pt x="1830" y="409"/>
                  <a:pt x="1832" y="409"/>
                  <a:pt x="1833" y="409"/>
                </a:cubicBezTo>
                <a:cubicBezTo>
                  <a:pt x="1837" y="409"/>
                  <a:pt x="1839" y="409"/>
                  <a:pt x="1844" y="410"/>
                </a:cubicBezTo>
                <a:cubicBezTo>
                  <a:pt x="1847" y="410"/>
                  <a:pt x="1849" y="411"/>
                  <a:pt x="1850" y="411"/>
                </a:cubicBezTo>
                <a:cubicBezTo>
                  <a:pt x="1852" y="411"/>
                  <a:pt x="1852" y="412"/>
                  <a:pt x="1852" y="412"/>
                </a:cubicBezTo>
                <a:cubicBezTo>
                  <a:pt x="1853" y="409"/>
                  <a:pt x="1853" y="409"/>
                  <a:pt x="1853" y="409"/>
                </a:cubicBezTo>
                <a:cubicBezTo>
                  <a:pt x="1853" y="409"/>
                  <a:pt x="1850" y="409"/>
                  <a:pt x="1844" y="408"/>
                </a:cubicBezTo>
                <a:cubicBezTo>
                  <a:pt x="1840" y="407"/>
                  <a:pt x="1837" y="406"/>
                  <a:pt x="1833" y="406"/>
                </a:cubicBezTo>
                <a:cubicBezTo>
                  <a:pt x="1832" y="406"/>
                  <a:pt x="1830" y="406"/>
                  <a:pt x="1829" y="406"/>
                </a:cubicBezTo>
                <a:cubicBezTo>
                  <a:pt x="1827" y="406"/>
                  <a:pt x="1827" y="406"/>
                  <a:pt x="1827" y="406"/>
                </a:cubicBezTo>
                <a:cubicBezTo>
                  <a:pt x="1825" y="406"/>
                  <a:pt x="1825" y="406"/>
                  <a:pt x="1823" y="405"/>
                </a:cubicBezTo>
                <a:cubicBezTo>
                  <a:pt x="1822" y="405"/>
                  <a:pt x="1821" y="403"/>
                  <a:pt x="1818" y="402"/>
                </a:cubicBezTo>
                <a:cubicBezTo>
                  <a:pt x="1812" y="399"/>
                  <a:pt x="1810" y="399"/>
                  <a:pt x="1809" y="399"/>
                </a:cubicBezTo>
                <a:cubicBezTo>
                  <a:pt x="1809" y="399"/>
                  <a:pt x="1809" y="399"/>
                  <a:pt x="1809" y="399"/>
                </a:cubicBezTo>
                <a:cubicBezTo>
                  <a:pt x="1810" y="401"/>
                  <a:pt x="1810" y="401"/>
                  <a:pt x="1810" y="401"/>
                </a:cubicBezTo>
                <a:moveTo>
                  <a:pt x="1828" y="408"/>
                </a:moveTo>
                <a:cubicBezTo>
                  <a:pt x="1828" y="392"/>
                  <a:pt x="1828" y="392"/>
                  <a:pt x="1828" y="392"/>
                </a:cubicBezTo>
                <a:cubicBezTo>
                  <a:pt x="1839" y="392"/>
                  <a:pt x="1839" y="392"/>
                  <a:pt x="1839" y="392"/>
                </a:cubicBezTo>
                <a:cubicBezTo>
                  <a:pt x="1839" y="389"/>
                  <a:pt x="1839" y="389"/>
                  <a:pt x="1839" y="389"/>
                </a:cubicBezTo>
                <a:cubicBezTo>
                  <a:pt x="1850" y="389"/>
                  <a:pt x="1850" y="389"/>
                  <a:pt x="1850" y="389"/>
                </a:cubicBezTo>
                <a:cubicBezTo>
                  <a:pt x="1850" y="393"/>
                  <a:pt x="1850" y="393"/>
                  <a:pt x="1850" y="393"/>
                </a:cubicBezTo>
                <a:cubicBezTo>
                  <a:pt x="1858" y="393"/>
                  <a:pt x="1858" y="393"/>
                  <a:pt x="1858" y="393"/>
                </a:cubicBezTo>
                <a:cubicBezTo>
                  <a:pt x="1858" y="401"/>
                  <a:pt x="1858" y="401"/>
                  <a:pt x="1858" y="401"/>
                </a:cubicBezTo>
                <a:cubicBezTo>
                  <a:pt x="1860" y="401"/>
                  <a:pt x="1860" y="401"/>
                  <a:pt x="1860" y="401"/>
                </a:cubicBezTo>
                <a:cubicBezTo>
                  <a:pt x="1860" y="392"/>
                  <a:pt x="1860" y="392"/>
                  <a:pt x="1860" y="392"/>
                </a:cubicBezTo>
                <a:cubicBezTo>
                  <a:pt x="1860" y="391"/>
                  <a:pt x="1860" y="391"/>
                  <a:pt x="1860" y="391"/>
                </a:cubicBezTo>
                <a:cubicBezTo>
                  <a:pt x="1852" y="391"/>
                  <a:pt x="1852" y="391"/>
                  <a:pt x="1852" y="391"/>
                </a:cubicBezTo>
                <a:cubicBezTo>
                  <a:pt x="1852" y="386"/>
                  <a:pt x="1852" y="386"/>
                  <a:pt x="1852" y="386"/>
                </a:cubicBezTo>
                <a:cubicBezTo>
                  <a:pt x="1837" y="386"/>
                  <a:pt x="1837" y="386"/>
                  <a:pt x="1837" y="386"/>
                </a:cubicBezTo>
                <a:cubicBezTo>
                  <a:pt x="1837" y="390"/>
                  <a:pt x="1837" y="390"/>
                  <a:pt x="1837" y="390"/>
                </a:cubicBezTo>
                <a:cubicBezTo>
                  <a:pt x="1826" y="390"/>
                  <a:pt x="1826" y="390"/>
                  <a:pt x="1826" y="390"/>
                </a:cubicBezTo>
                <a:cubicBezTo>
                  <a:pt x="1826" y="408"/>
                  <a:pt x="1826" y="408"/>
                  <a:pt x="1826" y="408"/>
                </a:cubicBezTo>
                <a:cubicBezTo>
                  <a:pt x="1828" y="408"/>
                  <a:pt x="1828" y="408"/>
                  <a:pt x="1828" y="408"/>
                </a:cubicBezTo>
                <a:moveTo>
                  <a:pt x="1859" y="427"/>
                </a:moveTo>
                <a:cubicBezTo>
                  <a:pt x="1861" y="427"/>
                  <a:pt x="1861" y="427"/>
                  <a:pt x="1861" y="427"/>
                </a:cubicBezTo>
                <a:cubicBezTo>
                  <a:pt x="1861" y="401"/>
                  <a:pt x="1861" y="401"/>
                  <a:pt x="1861" y="401"/>
                </a:cubicBezTo>
                <a:cubicBezTo>
                  <a:pt x="1859" y="401"/>
                  <a:pt x="1859" y="401"/>
                  <a:pt x="1859" y="401"/>
                </a:cubicBezTo>
                <a:lnTo>
                  <a:pt x="1859" y="427"/>
                </a:lnTo>
                <a:close/>
                <a:moveTo>
                  <a:pt x="1485" y="440"/>
                </a:moveTo>
                <a:cubicBezTo>
                  <a:pt x="1492" y="440"/>
                  <a:pt x="1492" y="440"/>
                  <a:pt x="1492" y="440"/>
                </a:cubicBezTo>
                <a:cubicBezTo>
                  <a:pt x="1492" y="438"/>
                  <a:pt x="1492" y="438"/>
                  <a:pt x="1492" y="438"/>
                </a:cubicBezTo>
                <a:cubicBezTo>
                  <a:pt x="1485" y="438"/>
                  <a:pt x="1485" y="438"/>
                  <a:pt x="1485" y="438"/>
                </a:cubicBezTo>
                <a:lnTo>
                  <a:pt x="1485" y="440"/>
                </a:lnTo>
                <a:close/>
                <a:moveTo>
                  <a:pt x="1603" y="510"/>
                </a:moveTo>
                <a:cubicBezTo>
                  <a:pt x="1603" y="501"/>
                  <a:pt x="1603" y="501"/>
                  <a:pt x="1603" y="501"/>
                </a:cubicBezTo>
                <a:cubicBezTo>
                  <a:pt x="1624" y="501"/>
                  <a:pt x="1624" y="501"/>
                  <a:pt x="1624" y="501"/>
                </a:cubicBezTo>
                <a:cubicBezTo>
                  <a:pt x="1624" y="517"/>
                  <a:pt x="1624" y="517"/>
                  <a:pt x="1624" y="517"/>
                </a:cubicBezTo>
                <a:cubicBezTo>
                  <a:pt x="1626" y="517"/>
                  <a:pt x="1626" y="517"/>
                  <a:pt x="1626" y="51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01" y="499"/>
                  <a:pt x="1601" y="499"/>
                  <a:pt x="1601" y="499"/>
                </a:cubicBezTo>
                <a:cubicBezTo>
                  <a:pt x="1601" y="510"/>
                  <a:pt x="1601" y="510"/>
                  <a:pt x="1601" y="510"/>
                </a:cubicBezTo>
                <a:cubicBezTo>
                  <a:pt x="1603" y="510"/>
                  <a:pt x="1603" y="510"/>
                  <a:pt x="1603" y="510"/>
                </a:cubicBezTo>
                <a:moveTo>
                  <a:pt x="1625" y="501"/>
                </a:moveTo>
                <a:cubicBezTo>
                  <a:pt x="1633" y="508"/>
                  <a:pt x="1633" y="508"/>
                  <a:pt x="1633" y="508"/>
                </a:cubicBezTo>
                <a:cubicBezTo>
                  <a:pt x="1633" y="544"/>
                  <a:pt x="1633" y="544"/>
                  <a:pt x="1633" y="544"/>
                </a:cubicBezTo>
                <a:cubicBezTo>
                  <a:pt x="1635" y="544"/>
                  <a:pt x="1635" y="544"/>
                  <a:pt x="1635" y="544"/>
                </a:cubicBezTo>
                <a:cubicBezTo>
                  <a:pt x="1635" y="507"/>
                  <a:pt x="1635" y="507"/>
                  <a:pt x="1635" y="50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25" y="501"/>
                  <a:pt x="1625" y="501"/>
                  <a:pt x="1625" y="501"/>
                </a:cubicBezTo>
                <a:moveTo>
                  <a:pt x="2022" y="519"/>
                </a:moveTo>
                <a:cubicBezTo>
                  <a:pt x="2022" y="440"/>
                  <a:pt x="2022" y="440"/>
                  <a:pt x="2022" y="440"/>
                </a:cubicBezTo>
                <a:cubicBezTo>
                  <a:pt x="2033" y="440"/>
                  <a:pt x="2033" y="440"/>
                  <a:pt x="2033" y="440"/>
                </a:cubicBezTo>
                <a:cubicBezTo>
                  <a:pt x="2033" y="433"/>
                  <a:pt x="2033" y="433"/>
                  <a:pt x="2033" y="433"/>
                </a:cubicBezTo>
                <a:cubicBezTo>
                  <a:pt x="2047" y="433"/>
                  <a:pt x="2047" y="433"/>
                  <a:pt x="2047" y="433"/>
                </a:cubicBezTo>
                <a:cubicBezTo>
                  <a:pt x="2047" y="431"/>
                  <a:pt x="2047" y="431"/>
                  <a:pt x="2047" y="431"/>
                </a:cubicBezTo>
                <a:cubicBezTo>
                  <a:pt x="2031" y="431"/>
                  <a:pt x="2031" y="431"/>
                  <a:pt x="2031" y="431"/>
                </a:cubicBezTo>
                <a:cubicBezTo>
                  <a:pt x="2031" y="438"/>
                  <a:pt x="2031" y="438"/>
                  <a:pt x="2031" y="438"/>
                </a:cubicBezTo>
                <a:cubicBezTo>
                  <a:pt x="2020" y="438"/>
                  <a:pt x="2020" y="438"/>
                  <a:pt x="2020" y="438"/>
                </a:cubicBezTo>
                <a:cubicBezTo>
                  <a:pt x="2020" y="519"/>
                  <a:pt x="2020" y="519"/>
                  <a:pt x="2020" y="519"/>
                </a:cubicBezTo>
                <a:cubicBezTo>
                  <a:pt x="2022" y="519"/>
                  <a:pt x="2022" y="519"/>
                  <a:pt x="2022" y="519"/>
                </a:cubicBezTo>
                <a:moveTo>
                  <a:pt x="2028" y="545"/>
                </a:moveTo>
                <a:cubicBezTo>
                  <a:pt x="2030" y="545"/>
                  <a:pt x="2030" y="545"/>
                  <a:pt x="2030" y="545"/>
                </a:cubicBezTo>
                <a:cubicBezTo>
                  <a:pt x="2030" y="465"/>
                  <a:pt x="2030" y="465"/>
                  <a:pt x="2030" y="465"/>
                </a:cubicBezTo>
                <a:cubicBezTo>
                  <a:pt x="2028" y="465"/>
                  <a:pt x="2028" y="465"/>
                  <a:pt x="2028" y="465"/>
                </a:cubicBezTo>
                <a:lnTo>
                  <a:pt x="2028" y="545"/>
                </a:lnTo>
                <a:close/>
                <a:moveTo>
                  <a:pt x="1883" y="420"/>
                </a:moveTo>
                <a:cubicBezTo>
                  <a:pt x="1883" y="420"/>
                  <a:pt x="1905" y="416"/>
                  <a:pt x="1911" y="415"/>
                </a:cubicBezTo>
                <a:cubicBezTo>
                  <a:pt x="1928" y="412"/>
                  <a:pt x="1938" y="411"/>
                  <a:pt x="1945" y="411"/>
                </a:cubicBezTo>
                <a:cubicBezTo>
                  <a:pt x="1957" y="411"/>
                  <a:pt x="1961" y="413"/>
                  <a:pt x="1969" y="415"/>
                </a:cubicBezTo>
                <a:cubicBezTo>
                  <a:pt x="1983" y="417"/>
                  <a:pt x="1990" y="417"/>
                  <a:pt x="2004" y="418"/>
                </a:cubicBezTo>
                <a:cubicBezTo>
                  <a:pt x="2007" y="419"/>
                  <a:pt x="2009" y="419"/>
                  <a:pt x="2011" y="419"/>
                </a:cubicBezTo>
                <a:cubicBezTo>
                  <a:pt x="2019" y="419"/>
                  <a:pt x="2021" y="417"/>
                  <a:pt x="2024" y="416"/>
                </a:cubicBezTo>
                <a:cubicBezTo>
                  <a:pt x="2026" y="416"/>
                  <a:pt x="2027" y="414"/>
                  <a:pt x="2029" y="413"/>
                </a:cubicBezTo>
                <a:cubicBezTo>
                  <a:pt x="2031" y="412"/>
                  <a:pt x="2033" y="411"/>
                  <a:pt x="2035" y="411"/>
                </a:cubicBezTo>
                <a:cubicBezTo>
                  <a:pt x="2036" y="411"/>
                  <a:pt x="2036" y="411"/>
                  <a:pt x="2036" y="411"/>
                </a:cubicBezTo>
                <a:cubicBezTo>
                  <a:pt x="2038" y="412"/>
                  <a:pt x="2041" y="412"/>
                  <a:pt x="2043" y="412"/>
                </a:cubicBezTo>
                <a:cubicBezTo>
                  <a:pt x="2045" y="412"/>
                  <a:pt x="2047" y="412"/>
                  <a:pt x="2047" y="412"/>
                </a:cubicBezTo>
                <a:cubicBezTo>
                  <a:pt x="2047" y="409"/>
                  <a:pt x="2047" y="409"/>
                  <a:pt x="2047" y="409"/>
                </a:cubicBezTo>
                <a:cubicBezTo>
                  <a:pt x="2047" y="409"/>
                  <a:pt x="2045" y="409"/>
                  <a:pt x="2043" y="409"/>
                </a:cubicBezTo>
                <a:cubicBezTo>
                  <a:pt x="2041" y="409"/>
                  <a:pt x="2038" y="409"/>
                  <a:pt x="2036" y="409"/>
                </a:cubicBezTo>
                <a:cubicBezTo>
                  <a:pt x="2035" y="409"/>
                  <a:pt x="2035" y="409"/>
                  <a:pt x="2035" y="409"/>
                </a:cubicBezTo>
                <a:cubicBezTo>
                  <a:pt x="2032" y="409"/>
                  <a:pt x="2030" y="410"/>
                  <a:pt x="2028" y="412"/>
                </a:cubicBezTo>
                <a:cubicBezTo>
                  <a:pt x="2026" y="413"/>
                  <a:pt x="2025" y="414"/>
                  <a:pt x="2023" y="414"/>
                </a:cubicBezTo>
                <a:cubicBezTo>
                  <a:pt x="2020" y="415"/>
                  <a:pt x="2019" y="417"/>
                  <a:pt x="2011" y="417"/>
                </a:cubicBezTo>
                <a:cubicBezTo>
                  <a:pt x="2009" y="417"/>
                  <a:pt x="2007" y="417"/>
                  <a:pt x="2004" y="416"/>
                </a:cubicBezTo>
                <a:cubicBezTo>
                  <a:pt x="1991" y="415"/>
                  <a:pt x="1983" y="415"/>
                  <a:pt x="1969" y="412"/>
                </a:cubicBezTo>
                <a:cubicBezTo>
                  <a:pt x="1961" y="411"/>
                  <a:pt x="1957" y="408"/>
                  <a:pt x="1945" y="408"/>
                </a:cubicBezTo>
                <a:cubicBezTo>
                  <a:pt x="1938" y="408"/>
                  <a:pt x="1927" y="409"/>
                  <a:pt x="1911" y="413"/>
                </a:cubicBezTo>
                <a:cubicBezTo>
                  <a:pt x="1908" y="413"/>
                  <a:pt x="1901" y="415"/>
                  <a:pt x="1894" y="416"/>
                </a:cubicBezTo>
                <a:cubicBezTo>
                  <a:pt x="1888" y="417"/>
                  <a:pt x="1882" y="418"/>
                  <a:pt x="1882" y="418"/>
                </a:cubicBezTo>
                <a:cubicBezTo>
                  <a:pt x="1883" y="420"/>
                  <a:pt x="1883" y="420"/>
                  <a:pt x="1883" y="420"/>
                </a:cubicBezTo>
                <a:moveTo>
                  <a:pt x="2084" y="402"/>
                </a:moveTo>
                <a:cubicBezTo>
                  <a:pt x="2087" y="397"/>
                  <a:pt x="2096" y="393"/>
                  <a:pt x="2102" y="392"/>
                </a:cubicBezTo>
                <a:cubicBezTo>
                  <a:pt x="2108" y="390"/>
                  <a:pt x="2112" y="389"/>
                  <a:pt x="2120" y="389"/>
                </a:cubicBezTo>
                <a:cubicBezTo>
                  <a:pt x="2128" y="388"/>
                  <a:pt x="2139" y="383"/>
                  <a:pt x="2142" y="381"/>
                </a:cubicBezTo>
                <a:cubicBezTo>
                  <a:pt x="2146" y="380"/>
                  <a:pt x="2157" y="372"/>
                  <a:pt x="2160" y="370"/>
                </a:cubicBezTo>
                <a:cubicBezTo>
                  <a:pt x="2161" y="368"/>
                  <a:pt x="2164" y="365"/>
                  <a:pt x="2168" y="362"/>
                </a:cubicBezTo>
                <a:cubicBezTo>
                  <a:pt x="2172" y="359"/>
                  <a:pt x="2176" y="356"/>
                  <a:pt x="2181" y="355"/>
                </a:cubicBezTo>
                <a:cubicBezTo>
                  <a:pt x="2186" y="354"/>
                  <a:pt x="2189" y="351"/>
                  <a:pt x="2193" y="348"/>
                </a:cubicBezTo>
                <a:cubicBezTo>
                  <a:pt x="2197" y="345"/>
                  <a:pt x="2201" y="343"/>
                  <a:pt x="2207" y="343"/>
                </a:cubicBezTo>
                <a:cubicBezTo>
                  <a:pt x="2209" y="343"/>
                  <a:pt x="2209" y="343"/>
                  <a:pt x="2209" y="343"/>
                </a:cubicBezTo>
                <a:cubicBezTo>
                  <a:pt x="2210" y="343"/>
                  <a:pt x="2211" y="343"/>
                  <a:pt x="2212" y="343"/>
                </a:cubicBezTo>
                <a:cubicBezTo>
                  <a:pt x="2214" y="343"/>
                  <a:pt x="2216" y="343"/>
                  <a:pt x="2217" y="342"/>
                </a:cubicBezTo>
                <a:cubicBezTo>
                  <a:pt x="2220" y="341"/>
                  <a:pt x="2220" y="340"/>
                  <a:pt x="2221" y="339"/>
                </a:cubicBezTo>
                <a:cubicBezTo>
                  <a:pt x="2222" y="338"/>
                  <a:pt x="2224" y="336"/>
                  <a:pt x="2227" y="336"/>
                </a:cubicBezTo>
                <a:cubicBezTo>
                  <a:pt x="2232" y="334"/>
                  <a:pt x="2235" y="331"/>
                  <a:pt x="2238" y="329"/>
                </a:cubicBezTo>
                <a:cubicBezTo>
                  <a:pt x="2239" y="328"/>
                  <a:pt x="2240" y="327"/>
                  <a:pt x="2241" y="326"/>
                </a:cubicBezTo>
                <a:cubicBezTo>
                  <a:pt x="2241" y="325"/>
                  <a:pt x="2242" y="325"/>
                  <a:pt x="2243" y="325"/>
                </a:cubicBezTo>
                <a:cubicBezTo>
                  <a:pt x="2246" y="325"/>
                  <a:pt x="2247" y="324"/>
                  <a:pt x="2248" y="324"/>
                </a:cubicBezTo>
                <a:cubicBezTo>
                  <a:pt x="2248" y="324"/>
                  <a:pt x="2250" y="323"/>
                  <a:pt x="2253" y="323"/>
                </a:cubicBezTo>
                <a:cubicBezTo>
                  <a:pt x="2255" y="323"/>
                  <a:pt x="2257" y="323"/>
                  <a:pt x="2260" y="323"/>
                </a:cubicBezTo>
                <a:cubicBezTo>
                  <a:pt x="2262" y="324"/>
                  <a:pt x="2264" y="324"/>
                  <a:pt x="2266" y="324"/>
                </a:cubicBezTo>
                <a:cubicBezTo>
                  <a:pt x="2278" y="324"/>
                  <a:pt x="2286" y="321"/>
                  <a:pt x="2290" y="321"/>
                </a:cubicBezTo>
                <a:cubicBezTo>
                  <a:pt x="2293" y="321"/>
                  <a:pt x="2297" y="319"/>
                  <a:pt x="2300" y="317"/>
                </a:cubicBezTo>
                <a:cubicBezTo>
                  <a:pt x="2303" y="316"/>
                  <a:pt x="2306" y="314"/>
                  <a:pt x="2308" y="313"/>
                </a:cubicBezTo>
                <a:cubicBezTo>
                  <a:pt x="2312" y="312"/>
                  <a:pt x="2317" y="309"/>
                  <a:pt x="2326" y="309"/>
                </a:cubicBezTo>
                <a:cubicBezTo>
                  <a:pt x="2328" y="309"/>
                  <a:pt x="2328" y="309"/>
                  <a:pt x="2328" y="309"/>
                </a:cubicBezTo>
                <a:cubicBezTo>
                  <a:pt x="2329" y="309"/>
                  <a:pt x="2330" y="309"/>
                  <a:pt x="2332" y="309"/>
                </a:cubicBezTo>
                <a:cubicBezTo>
                  <a:pt x="2340" y="309"/>
                  <a:pt x="2351" y="308"/>
                  <a:pt x="2358" y="308"/>
                </a:cubicBezTo>
                <a:cubicBezTo>
                  <a:pt x="2359" y="308"/>
                  <a:pt x="2360" y="308"/>
                  <a:pt x="2361" y="308"/>
                </a:cubicBezTo>
                <a:cubicBezTo>
                  <a:pt x="2364" y="308"/>
                  <a:pt x="2374" y="311"/>
                  <a:pt x="2383" y="313"/>
                </a:cubicBezTo>
                <a:cubicBezTo>
                  <a:pt x="2392" y="315"/>
                  <a:pt x="2401" y="318"/>
                  <a:pt x="2404" y="318"/>
                </a:cubicBezTo>
                <a:cubicBezTo>
                  <a:pt x="2409" y="319"/>
                  <a:pt x="2427" y="321"/>
                  <a:pt x="2434" y="323"/>
                </a:cubicBezTo>
                <a:cubicBezTo>
                  <a:pt x="2442" y="324"/>
                  <a:pt x="2459" y="325"/>
                  <a:pt x="2469" y="330"/>
                </a:cubicBezTo>
                <a:cubicBezTo>
                  <a:pt x="2480" y="335"/>
                  <a:pt x="2492" y="336"/>
                  <a:pt x="2499" y="338"/>
                </a:cubicBezTo>
                <a:cubicBezTo>
                  <a:pt x="2503" y="339"/>
                  <a:pt x="2511" y="339"/>
                  <a:pt x="2519" y="340"/>
                </a:cubicBezTo>
                <a:cubicBezTo>
                  <a:pt x="2528" y="341"/>
                  <a:pt x="2536" y="342"/>
                  <a:pt x="2540" y="343"/>
                </a:cubicBezTo>
                <a:cubicBezTo>
                  <a:pt x="2544" y="344"/>
                  <a:pt x="2547" y="344"/>
                  <a:pt x="2551" y="344"/>
                </a:cubicBezTo>
                <a:cubicBezTo>
                  <a:pt x="2554" y="344"/>
                  <a:pt x="2557" y="344"/>
                  <a:pt x="2561" y="344"/>
                </a:cubicBezTo>
                <a:cubicBezTo>
                  <a:pt x="2566" y="343"/>
                  <a:pt x="2574" y="342"/>
                  <a:pt x="2583" y="342"/>
                </a:cubicBezTo>
                <a:cubicBezTo>
                  <a:pt x="2587" y="342"/>
                  <a:pt x="2591" y="342"/>
                  <a:pt x="2595" y="343"/>
                </a:cubicBezTo>
                <a:cubicBezTo>
                  <a:pt x="2600" y="344"/>
                  <a:pt x="2604" y="344"/>
                  <a:pt x="2608" y="344"/>
                </a:cubicBezTo>
                <a:cubicBezTo>
                  <a:pt x="2615" y="344"/>
                  <a:pt x="2620" y="343"/>
                  <a:pt x="2620" y="343"/>
                </a:cubicBezTo>
                <a:cubicBezTo>
                  <a:pt x="2620" y="341"/>
                  <a:pt x="2620" y="341"/>
                  <a:pt x="2620" y="341"/>
                </a:cubicBezTo>
                <a:cubicBezTo>
                  <a:pt x="2620" y="341"/>
                  <a:pt x="2619" y="341"/>
                  <a:pt x="2616" y="341"/>
                </a:cubicBezTo>
                <a:cubicBezTo>
                  <a:pt x="2614" y="342"/>
                  <a:pt x="2611" y="342"/>
                  <a:pt x="2608" y="342"/>
                </a:cubicBezTo>
                <a:cubicBezTo>
                  <a:pt x="2604" y="342"/>
                  <a:pt x="2600" y="342"/>
                  <a:pt x="2596" y="341"/>
                </a:cubicBezTo>
                <a:cubicBezTo>
                  <a:pt x="2591" y="340"/>
                  <a:pt x="2587" y="340"/>
                  <a:pt x="2583" y="340"/>
                </a:cubicBezTo>
                <a:cubicBezTo>
                  <a:pt x="2574" y="340"/>
                  <a:pt x="2566" y="341"/>
                  <a:pt x="2561" y="342"/>
                </a:cubicBezTo>
                <a:cubicBezTo>
                  <a:pt x="2557" y="342"/>
                  <a:pt x="2554" y="342"/>
                  <a:pt x="2551" y="342"/>
                </a:cubicBezTo>
                <a:cubicBezTo>
                  <a:pt x="2548" y="342"/>
                  <a:pt x="2545" y="342"/>
                  <a:pt x="2541" y="341"/>
                </a:cubicBezTo>
                <a:cubicBezTo>
                  <a:pt x="2536" y="340"/>
                  <a:pt x="2528" y="339"/>
                  <a:pt x="2519" y="338"/>
                </a:cubicBezTo>
                <a:cubicBezTo>
                  <a:pt x="2511" y="337"/>
                  <a:pt x="2503" y="336"/>
                  <a:pt x="2500" y="336"/>
                </a:cubicBezTo>
                <a:cubicBezTo>
                  <a:pt x="2493" y="334"/>
                  <a:pt x="2481" y="333"/>
                  <a:pt x="2470" y="328"/>
                </a:cubicBezTo>
                <a:cubicBezTo>
                  <a:pt x="2460" y="322"/>
                  <a:pt x="2443" y="322"/>
                  <a:pt x="2435" y="320"/>
                </a:cubicBezTo>
                <a:cubicBezTo>
                  <a:pt x="2427" y="319"/>
                  <a:pt x="2409" y="317"/>
                  <a:pt x="2404" y="316"/>
                </a:cubicBezTo>
                <a:cubicBezTo>
                  <a:pt x="2402" y="316"/>
                  <a:pt x="2393" y="313"/>
                  <a:pt x="2383" y="311"/>
                </a:cubicBezTo>
                <a:cubicBezTo>
                  <a:pt x="2374" y="309"/>
                  <a:pt x="2365" y="306"/>
                  <a:pt x="2361" y="306"/>
                </a:cubicBezTo>
                <a:cubicBezTo>
                  <a:pt x="2360" y="306"/>
                  <a:pt x="2359" y="306"/>
                  <a:pt x="2358" y="306"/>
                </a:cubicBezTo>
                <a:cubicBezTo>
                  <a:pt x="2351" y="306"/>
                  <a:pt x="2340" y="307"/>
                  <a:pt x="2332" y="307"/>
                </a:cubicBezTo>
                <a:cubicBezTo>
                  <a:pt x="2330" y="307"/>
                  <a:pt x="2329" y="307"/>
                  <a:pt x="2328" y="307"/>
                </a:cubicBezTo>
                <a:cubicBezTo>
                  <a:pt x="2326" y="307"/>
                  <a:pt x="2326" y="307"/>
                  <a:pt x="2326" y="307"/>
                </a:cubicBezTo>
                <a:cubicBezTo>
                  <a:pt x="2317" y="307"/>
                  <a:pt x="2311" y="311"/>
                  <a:pt x="2307" y="311"/>
                </a:cubicBezTo>
                <a:cubicBezTo>
                  <a:pt x="2305" y="312"/>
                  <a:pt x="2302" y="314"/>
                  <a:pt x="2299" y="316"/>
                </a:cubicBezTo>
                <a:cubicBezTo>
                  <a:pt x="2296" y="317"/>
                  <a:pt x="2292" y="319"/>
                  <a:pt x="2290" y="319"/>
                </a:cubicBezTo>
                <a:cubicBezTo>
                  <a:pt x="2285" y="319"/>
                  <a:pt x="2278" y="321"/>
                  <a:pt x="2266" y="321"/>
                </a:cubicBezTo>
                <a:cubicBezTo>
                  <a:pt x="2264" y="321"/>
                  <a:pt x="2262" y="321"/>
                  <a:pt x="2260" y="321"/>
                </a:cubicBezTo>
                <a:cubicBezTo>
                  <a:pt x="2257" y="321"/>
                  <a:pt x="2255" y="321"/>
                  <a:pt x="2253" y="321"/>
                </a:cubicBezTo>
                <a:cubicBezTo>
                  <a:pt x="2249" y="321"/>
                  <a:pt x="2248" y="321"/>
                  <a:pt x="2247" y="322"/>
                </a:cubicBezTo>
                <a:cubicBezTo>
                  <a:pt x="2245" y="323"/>
                  <a:pt x="2245" y="323"/>
                  <a:pt x="2243" y="323"/>
                </a:cubicBezTo>
                <a:cubicBezTo>
                  <a:pt x="2242" y="323"/>
                  <a:pt x="2240" y="324"/>
                  <a:pt x="2239" y="324"/>
                </a:cubicBezTo>
                <a:cubicBezTo>
                  <a:pt x="2236" y="327"/>
                  <a:pt x="2234" y="332"/>
                  <a:pt x="2226" y="333"/>
                </a:cubicBezTo>
                <a:cubicBezTo>
                  <a:pt x="2222" y="335"/>
                  <a:pt x="2220" y="337"/>
                  <a:pt x="2219" y="338"/>
                </a:cubicBezTo>
                <a:cubicBezTo>
                  <a:pt x="2218" y="339"/>
                  <a:pt x="2218" y="340"/>
                  <a:pt x="2217" y="340"/>
                </a:cubicBezTo>
                <a:cubicBezTo>
                  <a:pt x="2216" y="341"/>
                  <a:pt x="2214" y="341"/>
                  <a:pt x="2212" y="341"/>
                </a:cubicBezTo>
                <a:cubicBezTo>
                  <a:pt x="2211" y="341"/>
                  <a:pt x="2210" y="341"/>
                  <a:pt x="2209" y="341"/>
                </a:cubicBezTo>
                <a:cubicBezTo>
                  <a:pt x="2207" y="341"/>
                  <a:pt x="2207" y="341"/>
                  <a:pt x="2207" y="341"/>
                </a:cubicBezTo>
                <a:cubicBezTo>
                  <a:pt x="2201" y="341"/>
                  <a:pt x="2196" y="343"/>
                  <a:pt x="2192" y="346"/>
                </a:cubicBezTo>
                <a:cubicBezTo>
                  <a:pt x="2188" y="349"/>
                  <a:pt x="2185" y="352"/>
                  <a:pt x="2181" y="353"/>
                </a:cubicBezTo>
                <a:cubicBezTo>
                  <a:pt x="2175" y="354"/>
                  <a:pt x="2171" y="357"/>
                  <a:pt x="2167" y="360"/>
                </a:cubicBezTo>
                <a:cubicBezTo>
                  <a:pt x="2163" y="364"/>
                  <a:pt x="2160" y="367"/>
                  <a:pt x="2158" y="368"/>
                </a:cubicBezTo>
                <a:cubicBezTo>
                  <a:pt x="2155" y="370"/>
                  <a:pt x="2144" y="378"/>
                  <a:pt x="2141" y="380"/>
                </a:cubicBezTo>
                <a:cubicBezTo>
                  <a:pt x="2138" y="381"/>
                  <a:pt x="2127" y="386"/>
                  <a:pt x="2119" y="386"/>
                </a:cubicBezTo>
                <a:cubicBezTo>
                  <a:pt x="2112" y="387"/>
                  <a:pt x="2108" y="388"/>
                  <a:pt x="2102" y="389"/>
                </a:cubicBezTo>
                <a:cubicBezTo>
                  <a:pt x="2096" y="391"/>
                  <a:pt x="2085" y="394"/>
                  <a:pt x="2082" y="401"/>
                </a:cubicBezTo>
                <a:cubicBezTo>
                  <a:pt x="2084" y="402"/>
                  <a:pt x="2084" y="402"/>
                  <a:pt x="2084" y="402"/>
                </a:cubicBezTo>
                <a:moveTo>
                  <a:pt x="2684" y="332"/>
                </a:moveTo>
                <a:cubicBezTo>
                  <a:pt x="2684" y="332"/>
                  <a:pt x="2686" y="332"/>
                  <a:pt x="2689" y="333"/>
                </a:cubicBezTo>
                <a:cubicBezTo>
                  <a:pt x="2692" y="333"/>
                  <a:pt x="2696" y="334"/>
                  <a:pt x="2699" y="335"/>
                </a:cubicBezTo>
                <a:cubicBezTo>
                  <a:pt x="2703" y="336"/>
                  <a:pt x="2704" y="337"/>
                  <a:pt x="2706" y="337"/>
                </a:cubicBezTo>
                <a:cubicBezTo>
                  <a:pt x="2707" y="338"/>
                  <a:pt x="2709" y="339"/>
                  <a:pt x="2712" y="341"/>
                </a:cubicBezTo>
                <a:cubicBezTo>
                  <a:pt x="2719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35" y="339"/>
                  <a:pt x="2745" y="338"/>
                  <a:pt x="2752" y="338"/>
                </a:cubicBezTo>
                <a:cubicBezTo>
                  <a:pt x="2754" y="338"/>
                  <a:pt x="2756" y="338"/>
                  <a:pt x="2757" y="338"/>
                </a:cubicBezTo>
                <a:cubicBezTo>
                  <a:pt x="2758" y="338"/>
                  <a:pt x="2759" y="338"/>
                  <a:pt x="2759" y="338"/>
                </a:cubicBezTo>
                <a:cubicBezTo>
                  <a:pt x="2759" y="336"/>
                  <a:pt x="2759" y="336"/>
                  <a:pt x="2759" y="336"/>
                </a:cubicBezTo>
                <a:cubicBezTo>
                  <a:pt x="2759" y="336"/>
                  <a:pt x="2756" y="336"/>
                  <a:pt x="2752" y="336"/>
                </a:cubicBezTo>
                <a:cubicBezTo>
                  <a:pt x="2745" y="336"/>
                  <a:pt x="2734" y="337"/>
                  <a:pt x="2723" y="343"/>
                </a:cubicBezTo>
                <a:cubicBezTo>
                  <a:pt x="2724" y="344"/>
                  <a:pt x="2724" y="344"/>
                  <a:pt x="2724" y="344"/>
                </a:cubicBezTo>
                <a:cubicBezTo>
                  <a:pt x="2724" y="343"/>
                  <a:pt x="2724" y="343"/>
                  <a:pt x="2724" y="343"/>
                </a:cubicBezTo>
                <a:cubicBezTo>
                  <a:pt x="2723" y="343"/>
                  <a:pt x="2723" y="343"/>
                  <a:pt x="2723" y="343"/>
                </a:cubicBezTo>
                <a:cubicBezTo>
                  <a:pt x="2722" y="343"/>
                  <a:pt x="2718" y="342"/>
                  <a:pt x="2713" y="339"/>
                </a:cubicBezTo>
                <a:cubicBezTo>
                  <a:pt x="2710" y="337"/>
                  <a:pt x="2708" y="336"/>
                  <a:pt x="2707" y="335"/>
                </a:cubicBezTo>
                <a:cubicBezTo>
                  <a:pt x="2705" y="335"/>
                  <a:pt x="2704" y="334"/>
                  <a:pt x="2700" y="333"/>
                </a:cubicBezTo>
                <a:cubicBezTo>
                  <a:pt x="2692" y="331"/>
                  <a:pt x="2684" y="330"/>
                  <a:pt x="2684" y="330"/>
                </a:cubicBezTo>
                <a:cubicBezTo>
                  <a:pt x="2684" y="332"/>
                  <a:pt x="2684" y="332"/>
                  <a:pt x="2684" y="332"/>
                </a:cubicBezTo>
                <a:moveTo>
                  <a:pt x="2831" y="344"/>
                </a:moveTo>
                <a:cubicBezTo>
                  <a:pt x="2832" y="344"/>
                  <a:pt x="2832" y="344"/>
                  <a:pt x="2832" y="344"/>
                </a:cubicBezTo>
                <a:cubicBezTo>
                  <a:pt x="2833" y="344"/>
                  <a:pt x="2836" y="343"/>
                  <a:pt x="2840" y="343"/>
                </a:cubicBezTo>
                <a:cubicBezTo>
                  <a:pt x="2846" y="343"/>
                  <a:pt x="2853" y="344"/>
                  <a:pt x="2861" y="349"/>
                </a:cubicBezTo>
                <a:cubicBezTo>
                  <a:pt x="2862" y="349"/>
                  <a:pt x="2863" y="349"/>
                  <a:pt x="2864" y="349"/>
                </a:cubicBezTo>
                <a:cubicBezTo>
                  <a:pt x="2866" y="349"/>
                  <a:pt x="2868" y="349"/>
                  <a:pt x="2869" y="348"/>
                </a:cubicBezTo>
                <a:cubicBezTo>
                  <a:pt x="2871" y="347"/>
                  <a:pt x="2873" y="347"/>
                  <a:pt x="2874" y="347"/>
                </a:cubicBezTo>
                <a:cubicBezTo>
                  <a:pt x="2876" y="347"/>
                  <a:pt x="2877" y="346"/>
                  <a:pt x="2879" y="345"/>
                </a:cubicBezTo>
                <a:cubicBezTo>
                  <a:pt x="2881" y="345"/>
                  <a:pt x="2883" y="344"/>
                  <a:pt x="2886" y="344"/>
                </a:cubicBezTo>
                <a:cubicBezTo>
                  <a:pt x="2887" y="344"/>
                  <a:pt x="2889" y="344"/>
                  <a:pt x="2890" y="344"/>
                </a:cubicBezTo>
                <a:cubicBezTo>
                  <a:pt x="2899" y="346"/>
                  <a:pt x="2901" y="347"/>
                  <a:pt x="2906" y="349"/>
                </a:cubicBezTo>
                <a:cubicBezTo>
                  <a:pt x="2909" y="351"/>
                  <a:pt x="2909" y="351"/>
                  <a:pt x="2911" y="353"/>
                </a:cubicBezTo>
                <a:cubicBezTo>
                  <a:pt x="2912" y="354"/>
                  <a:pt x="2914" y="355"/>
                  <a:pt x="2919" y="357"/>
                </a:cubicBezTo>
                <a:cubicBezTo>
                  <a:pt x="2929" y="361"/>
                  <a:pt x="2931" y="359"/>
                  <a:pt x="2941" y="362"/>
                </a:cubicBezTo>
                <a:cubicBezTo>
                  <a:pt x="2951" y="365"/>
                  <a:pt x="2964" y="365"/>
                  <a:pt x="2972" y="367"/>
                </a:cubicBezTo>
                <a:cubicBezTo>
                  <a:pt x="2976" y="369"/>
                  <a:pt x="2977" y="369"/>
                  <a:pt x="2978" y="369"/>
                </a:cubicBezTo>
                <a:cubicBezTo>
                  <a:pt x="2980" y="370"/>
                  <a:pt x="2982" y="370"/>
                  <a:pt x="2990" y="371"/>
                </a:cubicBezTo>
                <a:cubicBezTo>
                  <a:pt x="2993" y="372"/>
                  <a:pt x="2995" y="372"/>
                  <a:pt x="2997" y="372"/>
                </a:cubicBezTo>
                <a:cubicBezTo>
                  <a:pt x="3004" y="372"/>
                  <a:pt x="3008" y="371"/>
                  <a:pt x="3012" y="371"/>
                </a:cubicBezTo>
                <a:cubicBezTo>
                  <a:pt x="3013" y="371"/>
                  <a:pt x="3014" y="371"/>
                  <a:pt x="3015" y="371"/>
                </a:cubicBezTo>
                <a:cubicBezTo>
                  <a:pt x="3016" y="371"/>
                  <a:pt x="3017" y="371"/>
                  <a:pt x="3018" y="371"/>
                </a:cubicBezTo>
                <a:cubicBezTo>
                  <a:pt x="3021" y="371"/>
                  <a:pt x="3025" y="370"/>
                  <a:pt x="3028" y="368"/>
                </a:cubicBezTo>
                <a:cubicBezTo>
                  <a:pt x="3031" y="367"/>
                  <a:pt x="3034" y="366"/>
                  <a:pt x="3036" y="366"/>
                </a:cubicBezTo>
                <a:cubicBezTo>
                  <a:pt x="3037" y="366"/>
                  <a:pt x="3037" y="366"/>
                  <a:pt x="3037" y="366"/>
                </a:cubicBezTo>
                <a:cubicBezTo>
                  <a:pt x="3042" y="367"/>
                  <a:pt x="3049" y="367"/>
                  <a:pt x="3052" y="367"/>
                </a:cubicBezTo>
                <a:cubicBezTo>
                  <a:pt x="3052" y="367"/>
                  <a:pt x="3052" y="367"/>
                  <a:pt x="3052" y="367"/>
                </a:cubicBezTo>
                <a:cubicBezTo>
                  <a:pt x="3053" y="367"/>
                  <a:pt x="3055" y="368"/>
                  <a:pt x="3057" y="369"/>
                </a:cubicBezTo>
                <a:cubicBezTo>
                  <a:pt x="3059" y="370"/>
                  <a:pt x="3061" y="372"/>
                  <a:pt x="3061" y="374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6" y="377"/>
                  <a:pt x="3070" y="378"/>
                  <a:pt x="3074" y="379"/>
                </a:cubicBezTo>
                <a:cubicBezTo>
                  <a:pt x="3078" y="380"/>
                  <a:pt x="3081" y="380"/>
                  <a:pt x="3082" y="381"/>
                </a:cubicBezTo>
                <a:cubicBezTo>
                  <a:pt x="3083" y="379"/>
                  <a:pt x="3083" y="379"/>
                  <a:pt x="3083" y="379"/>
                </a:cubicBezTo>
                <a:cubicBezTo>
                  <a:pt x="3081" y="378"/>
                  <a:pt x="3078" y="378"/>
                  <a:pt x="3074" y="377"/>
                </a:cubicBezTo>
                <a:cubicBezTo>
                  <a:pt x="3071" y="376"/>
                  <a:pt x="3067" y="375"/>
                  <a:pt x="3063" y="373"/>
                </a:cubicBezTo>
                <a:cubicBezTo>
                  <a:pt x="3062" y="374"/>
                  <a:pt x="3062" y="374"/>
                  <a:pt x="3062" y="374"/>
                </a:cubicBezTo>
                <a:cubicBezTo>
                  <a:pt x="3064" y="373"/>
                  <a:pt x="3064" y="373"/>
                  <a:pt x="3064" y="373"/>
                </a:cubicBezTo>
                <a:cubicBezTo>
                  <a:pt x="3063" y="371"/>
                  <a:pt x="3060" y="368"/>
                  <a:pt x="3058" y="367"/>
                </a:cubicBezTo>
                <a:cubicBezTo>
                  <a:pt x="3056" y="366"/>
                  <a:pt x="3055" y="366"/>
                  <a:pt x="3054" y="365"/>
                </a:cubicBezTo>
                <a:cubicBezTo>
                  <a:pt x="3053" y="365"/>
                  <a:pt x="3053" y="365"/>
                  <a:pt x="3052" y="365"/>
                </a:cubicBezTo>
                <a:cubicBezTo>
                  <a:pt x="3049" y="365"/>
                  <a:pt x="3042" y="364"/>
                  <a:pt x="3037" y="364"/>
                </a:cubicBezTo>
                <a:cubicBezTo>
                  <a:pt x="3036" y="364"/>
                  <a:pt x="3036" y="364"/>
                  <a:pt x="3036" y="364"/>
                </a:cubicBezTo>
                <a:cubicBezTo>
                  <a:pt x="3033" y="364"/>
                  <a:pt x="3030" y="365"/>
                  <a:pt x="3027" y="366"/>
                </a:cubicBezTo>
                <a:cubicBezTo>
                  <a:pt x="3024" y="368"/>
                  <a:pt x="3021" y="369"/>
                  <a:pt x="3018" y="369"/>
                </a:cubicBezTo>
                <a:cubicBezTo>
                  <a:pt x="3017" y="369"/>
                  <a:pt x="3016" y="369"/>
                  <a:pt x="3016" y="369"/>
                </a:cubicBezTo>
                <a:cubicBezTo>
                  <a:pt x="3014" y="368"/>
                  <a:pt x="3013" y="368"/>
                  <a:pt x="3012" y="368"/>
                </a:cubicBezTo>
                <a:cubicBezTo>
                  <a:pt x="3007" y="368"/>
                  <a:pt x="3004" y="370"/>
                  <a:pt x="2997" y="370"/>
                </a:cubicBezTo>
                <a:cubicBezTo>
                  <a:pt x="2995" y="370"/>
                  <a:pt x="2993" y="370"/>
                  <a:pt x="2990" y="369"/>
                </a:cubicBezTo>
                <a:cubicBezTo>
                  <a:pt x="2982" y="368"/>
                  <a:pt x="2980" y="368"/>
                  <a:pt x="2979" y="367"/>
                </a:cubicBezTo>
                <a:cubicBezTo>
                  <a:pt x="2978" y="367"/>
                  <a:pt x="2977" y="366"/>
                  <a:pt x="2973" y="365"/>
                </a:cubicBezTo>
                <a:cubicBezTo>
                  <a:pt x="2964" y="362"/>
                  <a:pt x="2951" y="363"/>
                  <a:pt x="2941" y="360"/>
                </a:cubicBezTo>
                <a:cubicBezTo>
                  <a:pt x="2931" y="357"/>
                  <a:pt x="2929" y="359"/>
                  <a:pt x="2920" y="355"/>
                </a:cubicBezTo>
                <a:cubicBezTo>
                  <a:pt x="2915" y="353"/>
                  <a:pt x="2913" y="352"/>
                  <a:pt x="2912" y="351"/>
                </a:cubicBezTo>
                <a:cubicBezTo>
                  <a:pt x="2911" y="350"/>
                  <a:pt x="2910" y="349"/>
                  <a:pt x="2907" y="347"/>
                </a:cubicBezTo>
                <a:cubicBezTo>
                  <a:pt x="2902" y="345"/>
                  <a:pt x="2899" y="344"/>
                  <a:pt x="2891" y="342"/>
                </a:cubicBezTo>
                <a:cubicBezTo>
                  <a:pt x="2889" y="342"/>
                  <a:pt x="2888" y="342"/>
                  <a:pt x="2886" y="342"/>
                </a:cubicBezTo>
                <a:cubicBezTo>
                  <a:pt x="2883" y="342"/>
                  <a:pt x="2881" y="342"/>
                  <a:pt x="2878" y="343"/>
                </a:cubicBezTo>
                <a:cubicBezTo>
                  <a:pt x="2876" y="344"/>
                  <a:pt x="2875" y="345"/>
                  <a:pt x="2874" y="345"/>
                </a:cubicBezTo>
                <a:cubicBezTo>
                  <a:pt x="2872" y="345"/>
                  <a:pt x="2870" y="345"/>
                  <a:pt x="2869" y="346"/>
                </a:cubicBezTo>
                <a:cubicBezTo>
                  <a:pt x="2867" y="347"/>
                  <a:pt x="2865" y="347"/>
                  <a:pt x="2864" y="347"/>
                </a:cubicBezTo>
                <a:cubicBezTo>
                  <a:pt x="2862" y="347"/>
                  <a:pt x="2862" y="347"/>
                  <a:pt x="2862" y="347"/>
                </a:cubicBezTo>
                <a:cubicBezTo>
                  <a:pt x="2854" y="342"/>
                  <a:pt x="2846" y="341"/>
                  <a:pt x="2840" y="341"/>
                </a:cubicBezTo>
                <a:cubicBezTo>
                  <a:pt x="2834" y="341"/>
                  <a:pt x="2831" y="342"/>
                  <a:pt x="2831" y="342"/>
                </a:cubicBezTo>
                <a:cubicBezTo>
                  <a:pt x="2831" y="344"/>
                  <a:pt x="2831" y="344"/>
                  <a:pt x="2831" y="344"/>
                </a:cubicBezTo>
                <a:moveTo>
                  <a:pt x="3127" y="391"/>
                </a:moveTo>
                <a:cubicBezTo>
                  <a:pt x="3127" y="391"/>
                  <a:pt x="3141" y="387"/>
                  <a:pt x="3149" y="382"/>
                </a:cubicBezTo>
                <a:cubicBezTo>
                  <a:pt x="3155" y="378"/>
                  <a:pt x="3155" y="378"/>
                  <a:pt x="3162" y="374"/>
                </a:cubicBezTo>
                <a:cubicBezTo>
                  <a:pt x="3170" y="371"/>
                  <a:pt x="3173" y="367"/>
                  <a:pt x="3178" y="365"/>
                </a:cubicBezTo>
                <a:cubicBezTo>
                  <a:pt x="3181" y="365"/>
                  <a:pt x="3183" y="362"/>
                  <a:pt x="3185" y="360"/>
                </a:cubicBezTo>
                <a:cubicBezTo>
                  <a:pt x="3187" y="358"/>
                  <a:pt x="3189" y="356"/>
                  <a:pt x="3192" y="356"/>
                </a:cubicBezTo>
                <a:cubicBezTo>
                  <a:pt x="3194" y="356"/>
                  <a:pt x="3197" y="355"/>
                  <a:pt x="3199" y="354"/>
                </a:cubicBezTo>
                <a:cubicBezTo>
                  <a:pt x="3201" y="353"/>
                  <a:pt x="3203" y="352"/>
                  <a:pt x="3207" y="352"/>
                </a:cubicBezTo>
                <a:cubicBezTo>
                  <a:pt x="3207" y="352"/>
                  <a:pt x="3208" y="352"/>
                  <a:pt x="3209" y="352"/>
                </a:cubicBezTo>
                <a:cubicBezTo>
                  <a:pt x="3213" y="353"/>
                  <a:pt x="3213" y="353"/>
                  <a:pt x="3214" y="353"/>
                </a:cubicBezTo>
                <a:cubicBezTo>
                  <a:pt x="3215" y="354"/>
                  <a:pt x="3217" y="355"/>
                  <a:pt x="3223" y="355"/>
                </a:cubicBezTo>
                <a:cubicBezTo>
                  <a:pt x="3232" y="356"/>
                  <a:pt x="3239" y="357"/>
                  <a:pt x="3245" y="357"/>
                </a:cubicBezTo>
                <a:cubicBezTo>
                  <a:pt x="3246" y="357"/>
                  <a:pt x="3247" y="357"/>
                  <a:pt x="3248" y="357"/>
                </a:cubicBezTo>
                <a:cubicBezTo>
                  <a:pt x="3257" y="356"/>
                  <a:pt x="3267" y="352"/>
                  <a:pt x="3273" y="353"/>
                </a:cubicBezTo>
                <a:cubicBezTo>
                  <a:pt x="3279" y="352"/>
                  <a:pt x="3284" y="354"/>
                  <a:pt x="3293" y="354"/>
                </a:cubicBezTo>
                <a:cubicBezTo>
                  <a:pt x="3301" y="354"/>
                  <a:pt x="3308" y="351"/>
                  <a:pt x="3314" y="350"/>
                </a:cubicBezTo>
                <a:cubicBezTo>
                  <a:pt x="3317" y="350"/>
                  <a:pt x="3323" y="347"/>
                  <a:pt x="3329" y="344"/>
                </a:cubicBezTo>
                <a:cubicBezTo>
                  <a:pt x="3335" y="341"/>
                  <a:pt x="3342" y="338"/>
                  <a:pt x="3347" y="338"/>
                </a:cubicBezTo>
                <a:cubicBezTo>
                  <a:pt x="3348" y="338"/>
                  <a:pt x="3348" y="338"/>
                  <a:pt x="3348" y="338"/>
                </a:cubicBezTo>
                <a:cubicBezTo>
                  <a:pt x="3349" y="339"/>
                  <a:pt x="3350" y="339"/>
                  <a:pt x="3351" y="339"/>
                </a:cubicBezTo>
                <a:cubicBezTo>
                  <a:pt x="3361" y="339"/>
                  <a:pt x="3371" y="335"/>
                  <a:pt x="3377" y="335"/>
                </a:cubicBezTo>
                <a:cubicBezTo>
                  <a:pt x="3377" y="335"/>
                  <a:pt x="3377" y="335"/>
                  <a:pt x="3377" y="335"/>
                </a:cubicBezTo>
                <a:cubicBezTo>
                  <a:pt x="3378" y="335"/>
                  <a:pt x="3379" y="335"/>
                  <a:pt x="3380" y="335"/>
                </a:cubicBezTo>
                <a:cubicBezTo>
                  <a:pt x="3382" y="335"/>
                  <a:pt x="3383" y="335"/>
                  <a:pt x="3384" y="334"/>
                </a:cubicBezTo>
                <a:cubicBezTo>
                  <a:pt x="3386" y="334"/>
                  <a:pt x="3388" y="333"/>
                  <a:pt x="3393" y="333"/>
                </a:cubicBezTo>
                <a:cubicBezTo>
                  <a:pt x="3403" y="332"/>
                  <a:pt x="3407" y="329"/>
                  <a:pt x="3411" y="329"/>
                </a:cubicBezTo>
                <a:cubicBezTo>
                  <a:pt x="3411" y="329"/>
                  <a:pt x="3411" y="329"/>
                  <a:pt x="3411" y="329"/>
                </a:cubicBezTo>
                <a:cubicBezTo>
                  <a:pt x="3412" y="329"/>
                  <a:pt x="3412" y="329"/>
                  <a:pt x="3412" y="329"/>
                </a:cubicBezTo>
                <a:cubicBezTo>
                  <a:pt x="3414" y="329"/>
                  <a:pt x="3416" y="328"/>
                  <a:pt x="3418" y="326"/>
                </a:cubicBezTo>
                <a:cubicBezTo>
                  <a:pt x="3421" y="325"/>
                  <a:pt x="3424" y="323"/>
                  <a:pt x="3429" y="323"/>
                </a:cubicBezTo>
                <a:cubicBezTo>
                  <a:pt x="3434" y="322"/>
                  <a:pt x="3437" y="320"/>
                  <a:pt x="3438" y="318"/>
                </a:cubicBezTo>
                <a:cubicBezTo>
                  <a:pt x="3440" y="316"/>
                  <a:pt x="3440" y="315"/>
                  <a:pt x="3444" y="315"/>
                </a:cubicBezTo>
                <a:cubicBezTo>
                  <a:pt x="3447" y="315"/>
                  <a:pt x="3449" y="314"/>
                  <a:pt x="3452" y="313"/>
                </a:cubicBezTo>
                <a:cubicBezTo>
                  <a:pt x="3454" y="311"/>
                  <a:pt x="3457" y="310"/>
                  <a:pt x="3461" y="310"/>
                </a:cubicBezTo>
                <a:cubicBezTo>
                  <a:pt x="3463" y="310"/>
                  <a:pt x="3465" y="310"/>
                  <a:pt x="3467" y="311"/>
                </a:cubicBezTo>
                <a:cubicBezTo>
                  <a:pt x="3471" y="312"/>
                  <a:pt x="3474" y="312"/>
                  <a:pt x="3478" y="312"/>
                </a:cubicBezTo>
                <a:cubicBezTo>
                  <a:pt x="3488" y="312"/>
                  <a:pt x="3496" y="309"/>
                  <a:pt x="3496" y="309"/>
                </a:cubicBezTo>
                <a:cubicBezTo>
                  <a:pt x="3495" y="307"/>
                  <a:pt x="3495" y="307"/>
                  <a:pt x="3495" y="307"/>
                </a:cubicBezTo>
                <a:cubicBezTo>
                  <a:pt x="3495" y="307"/>
                  <a:pt x="3495" y="307"/>
                  <a:pt x="3494" y="307"/>
                </a:cubicBezTo>
                <a:cubicBezTo>
                  <a:pt x="3491" y="308"/>
                  <a:pt x="3485" y="310"/>
                  <a:pt x="3478" y="310"/>
                </a:cubicBezTo>
                <a:cubicBezTo>
                  <a:pt x="3475" y="310"/>
                  <a:pt x="3471" y="310"/>
                  <a:pt x="3468" y="309"/>
                </a:cubicBezTo>
                <a:cubicBezTo>
                  <a:pt x="3465" y="308"/>
                  <a:pt x="3463" y="308"/>
                  <a:pt x="3461" y="308"/>
                </a:cubicBezTo>
                <a:cubicBezTo>
                  <a:pt x="3456" y="308"/>
                  <a:pt x="3453" y="309"/>
                  <a:pt x="3451" y="311"/>
                </a:cubicBezTo>
                <a:cubicBezTo>
                  <a:pt x="3448" y="312"/>
                  <a:pt x="3447" y="313"/>
                  <a:pt x="3444" y="313"/>
                </a:cubicBezTo>
                <a:cubicBezTo>
                  <a:pt x="3440" y="313"/>
                  <a:pt x="3438" y="315"/>
                  <a:pt x="3437" y="316"/>
                </a:cubicBezTo>
                <a:cubicBezTo>
                  <a:pt x="3435" y="318"/>
                  <a:pt x="3433" y="319"/>
                  <a:pt x="3428" y="320"/>
                </a:cubicBezTo>
                <a:cubicBezTo>
                  <a:pt x="3423" y="321"/>
                  <a:pt x="3420" y="323"/>
                  <a:pt x="3417" y="324"/>
                </a:cubicBezTo>
                <a:cubicBezTo>
                  <a:pt x="3415" y="326"/>
                  <a:pt x="3413" y="327"/>
                  <a:pt x="3412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06" y="327"/>
                  <a:pt x="3403" y="330"/>
                  <a:pt x="3392" y="331"/>
                </a:cubicBezTo>
                <a:cubicBezTo>
                  <a:pt x="3388" y="331"/>
                  <a:pt x="3385" y="332"/>
                  <a:pt x="3384" y="332"/>
                </a:cubicBezTo>
                <a:cubicBezTo>
                  <a:pt x="3382" y="332"/>
                  <a:pt x="3382" y="333"/>
                  <a:pt x="3380" y="333"/>
                </a:cubicBezTo>
                <a:cubicBezTo>
                  <a:pt x="3379" y="333"/>
                  <a:pt x="3379" y="333"/>
                  <a:pt x="3377" y="332"/>
                </a:cubicBezTo>
                <a:cubicBezTo>
                  <a:pt x="3377" y="332"/>
                  <a:pt x="3377" y="332"/>
                  <a:pt x="3377" y="332"/>
                </a:cubicBezTo>
                <a:cubicBezTo>
                  <a:pt x="3370" y="332"/>
                  <a:pt x="3360" y="336"/>
                  <a:pt x="3351" y="336"/>
                </a:cubicBezTo>
                <a:cubicBezTo>
                  <a:pt x="3350" y="336"/>
                  <a:pt x="3349" y="336"/>
                  <a:pt x="3348" y="336"/>
                </a:cubicBezTo>
                <a:cubicBezTo>
                  <a:pt x="3347" y="336"/>
                  <a:pt x="3347" y="336"/>
                  <a:pt x="3347" y="336"/>
                </a:cubicBezTo>
                <a:cubicBezTo>
                  <a:pt x="3341" y="336"/>
                  <a:pt x="3334" y="339"/>
                  <a:pt x="3328" y="342"/>
                </a:cubicBezTo>
                <a:cubicBezTo>
                  <a:pt x="3322" y="345"/>
                  <a:pt x="3316" y="348"/>
                  <a:pt x="3313" y="348"/>
                </a:cubicBezTo>
                <a:cubicBezTo>
                  <a:pt x="3307" y="349"/>
                  <a:pt x="3301" y="352"/>
                  <a:pt x="3293" y="352"/>
                </a:cubicBezTo>
                <a:cubicBezTo>
                  <a:pt x="3285" y="352"/>
                  <a:pt x="3279" y="350"/>
                  <a:pt x="3273" y="350"/>
                </a:cubicBezTo>
                <a:cubicBezTo>
                  <a:pt x="3266" y="350"/>
                  <a:pt x="3256" y="354"/>
                  <a:pt x="3248" y="355"/>
                </a:cubicBezTo>
                <a:cubicBezTo>
                  <a:pt x="3247" y="355"/>
                  <a:pt x="3246" y="355"/>
                  <a:pt x="3245" y="355"/>
                </a:cubicBezTo>
                <a:cubicBezTo>
                  <a:pt x="3239" y="355"/>
                  <a:pt x="3233" y="354"/>
                  <a:pt x="3223" y="353"/>
                </a:cubicBezTo>
                <a:cubicBezTo>
                  <a:pt x="3217" y="352"/>
                  <a:pt x="3216" y="352"/>
                  <a:pt x="3215" y="351"/>
                </a:cubicBezTo>
                <a:cubicBezTo>
                  <a:pt x="3214" y="351"/>
                  <a:pt x="3213" y="350"/>
                  <a:pt x="3209" y="350"/>
                </a:cubicBezTo>
                <a:cubicBezTo>
                  <a:pt x="3208" y="350"/>
                  <a:pt x="3207" y="350"/>
                  <a:pt x="3207" y="350"/>
                </a:cubicBezTo>
                <a:cubicBezTo>
                  <a:pt x="3203" y="350"/>
                  <a:pt x="3200" y="351"/>
                  <a:pt x="3198" y="352"/>
                </a:cubicBezTo>
                <a:cubicBezTo>
                  <a:pt x="3196" y="353"/>
                  <a:pt x="3194" y="353"/>
                  <a:pt x="3191" y="354"/>
                </a:cubicBezTo>
                <a:cubicBezTo>
                  <a:pt x="3188" y="354"/>
                  <a:pt x="3186" y="356"/>
                  <a:pt x="3184" y="358"/>
                </a:cubicBezTo>
                <a:cubicBezTo>
                  <a:pt x="3181" y="361"/>
                  <a:pt x="3180" y="363"/>
                  <a:pt x="3177" y="363"/>
                </a:cubicBezTo>
                <a:cubicBezTo>
                  <a:pt x="3172" y="365"/>
                  <a:pt x="3168" y="369"/>
                  <a:pt x="3161" y="372"/>
                </a:cubicBezTo>
                <a:cubicBezTo>
                  <a:pt x="3154" y="376"/>
                  <a:pt x="3153" y="377"/>
                  <a:pt x="3148" y="380"/>
                </a:cubicBezTo>
                <a:cubicBezTo>
                  <a:pt x="3144" y="382"/>
                  <a:pt x="3139" y="384"/>
                  <a:pt x="3134" y="386"/>
                </a:cubicBezTo>
                <a:cubicBezTo>
                  <a:pt x="3130" y="388"/>
                  <a:pt x="3126" y="389"/>
                  <a:pt x="3126" y="389"/>
                </a:cubicBezTo>
                <a:cubicBezTo>
                  <a:pt x="3127" y="391"/>
                  <a:pt x="3127" y="391"/>
                  <a:pt x="3127" y="391"/>
                </a:cubicBezTo>
                <a:moveTo>
                  <a:pt x="3598" y="282"/>
                </a:moveTo>
                <a:cubicBezTo>
                  <a:pt x="3602" y="282"/>
                  <a:pt x="3626" y="284"/>
                  <a:pt x="3636" y="289"/>
                </a:cubicBezTo>
                <a:cubicBezTo>
                  <a:pt x="3646" y="293"/>
                  <a:pt x="3660" y="298"/>
                  <a:pt x="3666" y="304"/>
                </a:cubicBezTo>
                <a:cubicBezTo>
                  <a:pt x="3672" y="310"/>
                  <a:pt x="3672" y="314"/>
                  <a:pt x="3688" y="318"/>
                </a:cubicBezTo>
                <a:cubicBezTo>
                  <a:pt x="3703" y="323"/>
                  <a:pt x="3716" y="325"/>
                  <a:pt x="3727" y="335"/>
                </a:cubicBezTo>
                <a:cubicBezTo>
                  <a:pt x="3732" y="341"/>
                  <a:pt x="3735" y="342"/>
                  <a:pt x="3737" y="344"/>
                </a:cubicBezTo>
                <a:cubicBezTo>
                  <a:pt x="3739" y="345"/>
                  <a:pt x="3741" y="346"/>
                  <a:pt x="3746" y="349"/>
                </a:cubicBezTo>
                <a:cubicBezTo>
                  <a:pt x="3756" y="355"/>
                  <a:pt x="3770" y="367"/>
                  <a:pt x="3777" y="372"/>
                </a:cubicBezTo>
                <a:cubicBezTo>
                  <a:pt x="3783" y="377"/>
                  <a:pt x="3795" y="382"/>
                  <a:pt x="3795" y="382"/>
                </a:cubicBezTo>
                <a:cubicBezTo>
                  <a:pt x="3796" y="380"/>
                  <a:pt x="3796" y="380"/>
                  <a:pt x="3796" y="380"/>
                </a:cubicBezTo>
                <a:cubicBezTo>
                  <a:pt x="3796" y="380"/>
                  <a:pt x="3793" y="379"/>
                  <a:pt x="3790" y="377"/>
                </a:cubicBezTo>
                <a:cubicBezTo>
                  <a:pt x="3786" y="375"/>
                  <a:pt x="3781" y="372"/>
                  <a:pt x="3778" y="370"/>
                </a:cubicBezTo>
                <a:cubicBezTo>
                  <a:pt x="3771" y="365"/>
                  <a:pt x="3758" y="354"/>
                  <a:pt x="3747" y="347"/>
                </a:cubicBezTo>
                <a:cubicBezTo>
                  <a:pt x="3742" y="344"/>
                  <a:pt x="3740" y="343"/>
                  <a:pt x="3738" y="342"/>
                </a:cubicBezTo>
                <a:cubicBezTo>
                  <a:pt x="3736" y="341"/>
                  <a:pt x="3734" y="339"/>
                  <a:pt x="3728" y="334"/>
                </a:cubicBezTo>
                <a:cubicBezTo>
                  <a:pt x="3717" y="323"/>
                  <a:pt x="3704" y="320"/>
                  <a:pt x="3688" y="316"/>
                </a:cubicBezTo>
                <a:cubicBezTo>
                  <a:pt x="3673" y="312"/>
                  <a:pt x="3674" y="309"/>
                  <a:pt x="3667" y="303"/>
                </a:cubicBezTo>
                <a:cubicBezTo>
                  <a:pt x="3661" y="296"/>
                  <a:pt x="3647" y="291"/>
                  <a:pt x="3637" y="287"/>
                </a:cubicBezTo>
                <a:cubicBezTo>
                  <a:pt x="3627" y="282"/>
                  <a:pt x="3602" y="280"/>
                  <a:pt x="3598" y="280"/>
                </a:cubicBezTo>
                <a:cubicBezTo>
                  <a:pt x="3598" y="282"/>
                  <a:pt x="3598" y="282"/>
                  <a:pt x="3598" y="282"/>
                </a:cubicBezTo>
                <a:moveTo>
                  <a:pt x="3718" y="393"/>
                </a:moveTo>
                <a:cubicBezTo>
                  <a:pt x="3753" y="393"/>
                  <a:pt x="3753" y="393"/>
                  <a:pt x="3753" y="393"/>
                </a:cubicBezTo>
                <a:cubicBezTo>
                  <a:pt x="3753" y="390"/>
                  <a:pt x="3753" y="390"/>
                  <a:pt x="3753" y="390"/>
                </a:cubicBezTo>
                <a:cubicBezTo>
                  <a:pt x="3718" y="390"/>
                  <a:pt x="3718" y="390"/>
                  <a:pt x="3718" y="390"/>
                </a:cubicBezTo>
                <a:lnTo>
                  <a:pt x="3718" y="393"/>
                </a:lnTo>
                <a:close/>
                <a:moveTo>
                  <a:pt x="3718" y="398"/>
                </a:moveTo>
                <a:cubicBezTo>
                  <a:pt x="3752" y="398"/>
                  <a:pt x="3752" y="398"/>
                  <a:pt x="3752" y="398"/>
                </a:cubicBezTo>
                <a:cubicBezTo>
                  <a:pt x="3752" y="396"/>
                  <a:pt x="3752" y="396"/>
                  <a:pt x="3752" y="396"/>
                </a:cubicBezTo>
                <a:cubicBezTo>
                  <a:pt x="3718" y="396"/>
                  <a:pt x="3718" y="396"/>
                  <a:pt x="3718" y="396"/>
                </a:cubicBezTo>
                <a:lnTo>
                  <a:pt x="3718" y="398"/>
                </a:lnTo>
                <a:close/>
                <a:moveTo>
                  <a:pt x="3718" y="405"/>
                </a:moveTo>
                <a:cubicBezTo>
                  <a:pt x="3752" y="405"/>
                  <a:pt x="3752" y="405"/>
                  <a:pt x="3752" y="405"/>
                </a:cubicBezTo>
                <a:cubicBezTo>
                  <a:pt x="3752" y="403"/>
                  <a:pt x="3752" y="403"/>
                  <a:pt x="3752" y="403"/>
                </a:cubicBezTo>
                <a:cubicBezTo>
                  <a:pt x="3718" y="403"/>
                  <a:pt x="3718" y="403"/>
                  <a:pt x="3718" y="403"/>
                </a:cubicBezTo>
                <a:lnTo>
                  <a:pt x="3718" y="405"/>
                </a:lnTo>
                <a:close/>
                <a:moveTo>
                  <a:pt x="4088" y="436"/>
                </a:moveTo>
                <a:cubicBezTo>
                  <a:pt x="4075" y="433"/>
                  <a:pt x="4075" y="433"/>
                  <a:pt x="4075" y="433"/>
                </a:cubicBezTo>
                <a:cubicBezTo>
                  <a:pt x="4075" y="501"/>
                  <a:pt x="4075" y="501"/>
                  <a:pt x="4075" y="501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436"/>
                  <a:pt x="4078" y="436"/>
                  <a:pt x="4078" y="436"/>
                </a:cubicBezTo>
                <a:cubicBezTo>
                  <a:pt x="4088" y="438"/>
                  <a:pt x="4088" y="438"/>
                  <a:pt x="4088" y="438"/>
                </a:cubicBezTo>
                <a:cubicBezTo>
                  <a:pt x="4088" y="436"/>
                  <a:pt x="4088" y="436"/>
                  <a:pt x="4088" y="436"/>
                </a:cubicBezTo>
                <a:moveTo>
                  <a:pt x="3105" y="378"/>
                </a:move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3" y="378"/>
                  <a:pt x="3097" y="378"/>
                </a:cubicBezTo>
                <a:cubicBezTo>
                  <a:pt x="3087" y="377"/>
                  <a:pt x="3081" y="374"/>
                  <a:pt x="3078" y="371"/>
                </a:cubicBezTo>
                <a:cubicBezTo>
                  <a:pt x="3076" y="369"/>
                  <a:pt x="3075" y="368"/>
                  <a:pt x="3074" y="367"/>
                </a:cubicBezTo>
                <a:cubicBezTo>
                  <a:pt x="3073" y="366"/>
                  <a:pt x="3073" y="366"/>
                  <a:pt x="3073" y="366"/>
                </a:cubicBezTo>
                <a:cubicBezTo>
                  <a:pt x="3073" y="365"/>
                  <a:pt x="3073" y="365"/>
                  <a:pt x="3073" y="365"/>
                </a:cubicBezTo>
                <a:cubicBezTo>
                  <a:pt x="3072" y="366"/>
                  <a:pt x="3072" y="366"/>
                  <a:pt x="3072" y="366"/>
                </a:cubicBezTo>
                <a:cubicBezTo>
                  <a:pt x="3072" y="367"/>
                  <a:pt x="3072" y="367"/>
                  <a:pt x="3072" y="367"/>
                </a:cubicBezTo>
                <a:cubicBezTo>
                  <a:pt x="3085" y="367"/>
                  <a:pt x="3085" y="367"/>
                  <a:pt x="3085" y="367"/>
                </a:cubicBezTo>
                <a:cubicBezTo>
                  <a:pt x="3085" y="366"/>
                  <a:pt x="3085" y="366"/>
                  <a:pt x="3085" y="366"/>
                </a:cubicBezTo>
                <a:cubicBezTo>
                  <a:pt x="3084" y="366"/>
                  <a:pt x="3084" y="366"/>
                  <a:pt x="3084" y="366"/>
                </a:cubicBezTo>
                <a:cubicBezTo>
                  <a:pt x="3084" y="366"/>
                  <a:pt x="3085" y="368"/>
                  <a:pt x="3086" y="370"/>
                </a:cubicBezTo>
                <a:cubicBezTo>
                  <a:pt x="3087" y="372"/>
                  <a:pt x="3089" y="374"/>
                  <a:pt x="3092" y="374"/>
                </a:cubicBezTo>
                <a:cubicBezTo>
                  <a:pt x="3095" y="375"/>
                  <a:pt x="3100" y="376"/>
                  <a:pt x="3102" y="376"/>
                </a:cubicBezTo>
                <a:cubicBezTo>
                  <a:pt x="3104" y="376"/>
                  <a:pt x="3105" y="376"/>
                  <a:pt x="3105" y="376"/>
                </a:cubicBezTo>
                <a:cubicBezTo>
                  <a:pt x="3105" y="373"/>
                  <a:pt x="3105" y="373"/>
                  <a:pt x="3105" y="373"/>
                </a:cubicBezTo>
                <a:cubicBezTo>
                  <a:pt x="3105" y="373"/>
                  <a:pt x="3104" y="373"/>
                  <a:pt x="3102" y="373"/>
                </a:cubicBezTo>
                <a:cubicBezTo>
                  <a:pt x="3100" y="373"/>
                  <a:pt x="3095" y="373"/>
                  <a:pt x="3093" y="372"/>
                </a:cubicBezTo>
                <a:cubicBezTo>
                  <a:pt x="3091" y="372"/>
                  <a:pt x="3089" y="370"/>
                  <a:pt x="3088" y="368"/>
                </a:cubicBezTo>
                <a:cubicBezTo>
                  <a:pt x="3087" y="368"/>
                  <a:pt x="3087" y="367"/>
                  <a:pt x="3086" y="366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70" y="365"/>
                  <a:pt x="3070" y="365"/>
                  <a:pt x="3070" y="365"/>
                </a:cubicBezTo>
                <a:cubicBezTo>
                  <a:pt x="3071" y="366"/>
                  <a:pt x="3071" y="366"/>
                  <a:pt x="3071" y="366"/>
                </a:cubicBezTo>
                <a:cubicBezTo>
                  <a:pt x="3071" y="366"/>
                  <a:pt x="3077" y="379"/>
                  <a:pt x="3096" y="380"/>
                </a:cubicBezTo>
                <a:cubicBezTo>
                  <a:pt x="3103" y="380"/>
                  <a:pt x="3105" y="380"/>
                  <a:pt x="3105" y="380"/>
                </a:cubicBezTo>
                <a:cubicBezTo>
                  <a:pt x="3105" y="380"/>
                  <a:pt x="3105" y="380"/>
                  <a:pt x="3105" y="380"/>
                </a:cubicBezTo>
                <a:cubicBezTo>
                  <a:pt x="3105" y="378"/>
                  <a:pt x="3105" y="378"/>
                  <a:pt x="3105" y="378"/>
                </a:cubicBezTo>
                <a:moveTo>
                  <a:pt x="3086" y="369"/>
                </a:moveTo>
                <a:cubicBezTo>
                  <a:pt x="3106" y="369"/>
                  <a:pt x="3106" y="369"/>
                  <a:pt x="3106" y="369"/>
                </a:cubicBezTo>
                <a:cubicBezTo>
                  <a:pt x="3106" y="367"/>
                  <a:pt x="3106" y="367"/>
                  <a:pt x="3106" y="367"/>
                </a:cubicBezTo>
                <a:cubicBezTo>
                  <a:pt x="3086" y="367"/>
                  <a:pt x="3086" y="367"/>
                  <a:pt x="3086" y="367"/>
                </a:cubicBezTo>
                <a:moveTo>
                  <a:pt x="3083" y="375"/>
                </a:moveTo>
                <a:cubicBezTo>
                  <a:pt x="3079" y="392"/>
                  <a:pt x="3079" y="392"/>
                  <a:pt x="3079" y="392"/>
                </a:cubicBezTo>
                <a:cubicBezTo>
                  <a:pt x="3081" y="393"/>
                  <a:pt x="3081" y="393"/>
                  <a:pt x="3081" y="393"/>
                </a:cubicBezTo>
                <a:cubicBezTo>
                  <a:pt x="3085" y="375"/>
                  <a:pt x="3085" y="375"/>
                  <a:pt x="3085" y="375"/>
                </a:cubicBezTo>
                <a:moveTo>
                  <a:pt x="3097" y="379"/>
                </a:moveTo>
                <a:cubicBezTo>
                  <a:pt x="3097" y="399"/>
                  <a:pt x="3097" y="399"/>
                  <a:pt x="3097" y="399"/>
                </a:cubicBezTo>
                <a:cubicBezTo>
                  <a:pt x="3099" y="399"/>
                  <a:pt x="3099" y="399"/>
                  <a:pt x="3099" y="399"/>
                </a:cubicBezTo>
                <a:cubicBezTo>
                  <a:pt x="3099" y="379"/>
                  <a:pt x="3099" y="379"/>
                  <a:pt x="3099" y="379"/>
                </a:cubicBezTo>
                <a:moveTo>
                  <a:pt x="2658" y="526"/>
                </a:moveTo>
                <a:cubicBezTo>
                  <a:pt x="2632" y="545"/>
                  <a:pt x="2632" y="545"/>
                  <a:pt x="2632" y="545"/>
                </a:cubicBezTo>
                <a:cubicBezTo>
                  <a:pt x="2634" y="547"/>
                  <a:pt x="2634" y="547"/>
                  <a:pt x="2634" y="547"/>
                </a:cubicBezTo>
                <a:cubicBezTo>
                  <a:pt x="2659" y="528"/>
                  <a:pt x="2659" y="528"/>
                  <a:pt x="2659" y="528"/>
                </a:cubicBezTo>
                <a:moveTo>
                  <a:pt x="2247" y="357"/>
                </a:moveTo>
                <a:cubicBezTo>
                  <a:pt x="2247" y="352"/>
                  <a:pt x="2247" y="352"/>
                  <a:pt x="2247" y="352"/>
                </a:cubicBezTo>
                <a:cubicBezTo>
                  <a:pt x="2256" y="352"/>
                  <a:pt x="2256" y="352"/>
                  <a:pt x="2256" y="352"/>
                </a:cubicBezTo>
                <a:cubicBezTo>
                  <a:pt x="2256" y="347"/>
                  <a:pt x="2256" y="347"/>
                  <a:pt x="2256" y="347"/>
                </a:cubicBezTo>
                <a:cubicBezTo>
                  <a:pt x="2268" y="347"/>
                  <a:pt x="2268" y="347"/>
                  <a:pt x="2268" y="347"/>
                </a:cubicBezTo>
                <a:cubicBezTo>
                  <a:pt x="2276" y="355"/>
                  <a:pt x="2276" y="355"/>
                  <a:pt x="2276" y="355"/>
                </a:cubicBezTo>
                <a:cubicBezTo>
                  <a:pt x="2306" y="355"/>
                  <a:pt x="2306" y="355"/>
                  <a:pt x="2306" y="355"/>
                </a:cubicBezTo>
                <a:cubicBezTo>
                  <a:pt x="2306" y="364"/>
                  <a:pt x="2306" y="364"/>
                  <a:pt x="2306" y="364"/>
                </a:cubicBezTo>
                <a:cubicBezTo>
                  <a:pt x="2308" y="364"/>
                  <a:pt x="2308" y="364"/>
                  <a:pt x="2308" y="364"/>
                </a:cubicBezTo>
                <a:cubicBezTo>
                  <a:pt x="2308" y="353"/>
                  <a:pt x="2308" y="353"/>
                  <a:pt x="2308" y="353"/>
                </a:cubicBezTo>
                <a:cubicBezTo>
                  <a:pt x="2277" y="353"/>
                  <a:pt x="2277" y="353"/>
                  <a:pt x="2277" y="353"/>
                </a:cubicBezTo>
                <a:cubicBezTo>
                  <a:pt x="2269" y="345"/>
                  <a:pt x="2269" y="345"/>
                  <a:pt x="2269" y="345"/>
                </a:cubicBezTo>
                <a:cubicBezTo>
                  <a:pt x="2253" y="345"/>
                  <a:pt x="2253" y="345"/>
                  <a:pt x="2253" y="345"/>
                </a:cubicBezTo>
                <a:cubicBezTo>
                  <a:pt x="2253" y="349"/>
                  <a:pt x="2253" y="349"/>
                  <a:pt x="2253" y="349"/>
                </a:cubicBezTo>
                <a:cubicBezTo>
                  <a:pt x="2245" y="349"/>
                  <a:pt x="2245" y="349"/>
                  <a:pt x="2245" y="349"/>
                </a:cubicBezTo>
                <a:cubicBezTo>
                  <a:pt x="2245" y="357"/>
                  <a:pt x="2245" y="357"/>
                  <a:pt x="2245" y="357"/>
                </a:cubicBezTo>
                <a:cubicBezTo>
                  <a:pt x="2247" y="357"/>
                  <a:pt x="2247" y="357"/>
                  <a:pt x="2247" y="357"/>
                </a:cubicBezTo>
                <a:moveTo>
                  <a:pt x="2077" y="464"/>
                </a:moveTo>
                <a:cubicBezTo>
                  <a:pt x="2142" y="464"/>
                  <a:pt x="2142" y="464"/>
                  <a:pt x="2142" y="464"/>
                </a:cubicBezTo>
                <a:cubicBezTo>
                  <a:pt x="2142" y="462"/>
                  <a:pt x="2142" y="462"/>
                  <a:pt x="2142" y="462"/>
                </a:cubicBezTo>
                <a:cubicBezTo>
                  <a:pt x="2077" y="462"/>
                  <a:pt x="2077" y="462"/>
                  <a:pt x="2077" y="462"/>
                </a:cubicBezTo>
                <a:lnTo>
                  <a:pt x="2077" y="464"/>
                </a:lnTo>
                <a:close/>
                <a:moveTo>
                  <a:pt x="2141" y="470"/>
                </a:moveTo>
                <a:cubicBezTo>
                  <a:pt x="2144" y="470"/>
                  <a:pt x="2144" y="470"/>
                  <a:pt x="2144" y="470"/>
                </a:cubicBezTo>
                <a:cubicBezTo>
                  <a:pt x="2144" y="450"/>
                  <a:pt x="2144" y="450"/>
                  <a:pt x="2144" y="450"/>
                </a:cubicBezTo>
                <a:cubicBezTo>
                  <a:pt x="2141" y="450"/>
                  <a:pt x="2141" y="450"/>
                  <a:pt x="2141" y="450"/>
                </a:cubicBezTo>
                <a:lnTo>
                  <a:pt x="2141" y="470"/>
                </a:lnTo>
                <a:close/>
                <a:moveTo>
                  <a:pt x="1683" y="551"/>
                </a:moveTo>
                <a:cubicBezTo>
                  <a:pt x="1686" y="551"/>
                  <a:pt x="1686" y="551"/>
                  <a:pt x="1686" y="551"/>
                </a:cubicBezTo>
                <a:cubicBezTo>
                  <a:pt x="1686" y="511"/>
                  <a:pt x="1686" y="511"/>
                  <a:pt x="1686" y="511"/>
                </a:cubicBezTo>
                <a:cubicBezTo>
                  <a:pt x="1683" y="511"/>
                  <a:pt x="1683" y="511"/>
                  <a:pt x="1683" y="511"/>
                </a:cubicBezTo>
                <a:lnTo>
                  <a:pt x="1683" y="551"/>
                </a:lnTo>
                <a:close/>
                <a:moveTo>
                  <a:pt x="1697" y="629"/>
                </a:moveTo>
                <a:cubicBezTo>
                  <a:pt x="1699" y="629"/>
                  <a:pt x="1699" y="629"/>
                  <a:pt x="1699" y="629"/>
                </a:cubicBezTo>
                <a:cubicBezTo>
                  <a:pt x="1699" y="569"/>
                  <a:pt x="1699" y="569"/>
                  <a:pt x="1699" y="569"/>
                </a:cubicBezTo>
                <a:cubicBezTo>
                  <a:pt x="1697" y="569"/>
                  <a:pt x="1697" y="569"/>
                  <a:pt x="1697" y="569"/>
                </a:cubicBezTo>
                <a:lnTo>
                  <a:pt x="1697" y="629"/>
                </a:lnTo>
                <a:close/>
                <a:moveTo>
                  <a:pt x="3244" y="620"/>
                </a:moveTo>
                <a:cubicBezTo>
                  <a:pt x="3246" y="620"/>
                  <a:pt x="3246" y="620"/>
                  <a:pt x="3246" y="620"/>
                </a:cubicBezTo>
                <a:cubicBezTo>
                  <a:pt x="3246" y="431"/>
                  <a:pt x="3246" y="431"/>
                  <a:pt x="3246" y="431"/>
                </a:cubicBezTo>
                <a:cubicBezTo>
                  <a:pt x="3244" y="431"/>
                  <a:pt x="3244" y="431"/>
                  <a:pt x="3244" y="431"/>
                </a:cubicBezTo>
                <a:lnTo>
                  <a:pt x="3244" y="620"/>
                </a:lnTo>
                <a:close/>
                <a:moveTo>
                  <a:pt x="3249" y="620"/>
                </a:moveTo>
                <a:cubicBezTo>
                  <a:pt x="3251" y="620"/>
                  <a:pt x="3251" y="620"/>
                  <a:pt x="3251" y="620"/>
                </a:cubicBezTo>
                <a:cubicBezTo>
                  <a:pt x="3251" y="431"/>
                  <a:pt x="3251" y="431"/>
                  <a:pt x="3251" y="431"/>
                </a:cubicBezTo>
                <a:cubicBezTo>
                  <a:pt x="3249" y="431"/>
                  <a:pt x="3249" y="431"/>
                  <a:pt x="3249" y="431"/>
                </a:cubicBezTo>
                <a:lnTo>
                  <a:pt x="3249" y="620"/>
                </a:lnTo>
                <a:close/>
                <a:moveTo>
                  <a:pt x="3255" y="620"/>
                </a:moveTo>
                <a:cubicBezTo>
                  <a:pt x="3257" y="620"/>
                  <a:pt x="3257" y="620"/>
                  <a:pt x="3257" y="620"/>
                </a:cubicBezTo>
                <a:cubicBezTo>
                  <a:pt x="3257" y="431"/>
                  <a:pt x="3257" y="431"/>
                  <a:pt x="3257" y="431"/>
                </a:cubicBezTo>
                <a:cubicBezTo>
                  <a:pt x="3255" y="431"/>
                  <a:pt x="3255" y="431"/>
                  <a:pt x="3255" y="431"/>
                </a:cubicBezTo>
                <a:lnTo>
                  <a:pt x="3255" y="620"/>
                </a:lnTo>
                <a:close/>
                <a:moveTo>
                  <a:pt x="3260" y="620"/>
                </a:moveTo>
                <a:cubicBezTo>
                  <a:pt x="3262" y="620"/>
                  <a:pt x="3262" y="620"/>
                  <a:pt x="3262" y="620"/>
                </a:cubicBezTo>
                <a:cubicBezTo>
                  <a:pt x="3262" y="431"/>
                  <a:pt x="3262" y="431"/>
                  <a:pt x="3262" y="431"/>
                </a:cubicBezTo>
                <a:cubicBezTo>
                  <a:pt x="3260" y="431"/>
                  <a:pt x="3260" y="431"/>
                  <a:pt x="3260" y="431"/>
                </a:cubicBezTo>
                <a:lnTo>
                  <a:pt x="3260" y="620"/>
                </a:lnTo>
                <a:close/>
                <a:moveTo>
                  <a:pt x="3266" y="620"/>
                </a:moveTo>
                <a:cubicBezTo>
                  <a:pt x="3268" y="620"/>
                  <a:pt x="3268" y="620"/>
                  <a:pt x="3268" y="620"/>
                </a:cubicBezTo>
                <a:cubicBezTo>
                  <a:pt x="3268" y="431"/>
                  <a:pt x="3268" y="431"/>
                  <a:pt x="3268" y="431"/>
                </a:cubicBezTo>
                <a:cubicBezTo>
                  <a:pt x="3266" y="431"/>
                  <a:pt x="3266" y="431"/>
                  <a:pt x="3266" y="431"/>
                </a:cubicBezTo>
                <a:lnTo>
                  <a:pt x="3266" y="620"/>
                </a:lnTo>
                <a:close/>
                <a:moveTo>
                  <a:pt x="1044" y="619"/>
                </a:moveTo>
                <a:cubicBezTo>
                  <a:pt x="1044" y="619"/>
                  <a:pt x="1020" y="609"/>
                  <a:pt x="995" y="599"/>
                </a:cubicBezTo>
                <a:cubicBezTo>
                  <a:pt x="983" y="594"/>
                  <a:pt x="970" y="589"/>
                  <a:pt x="960" y="586"/>
                </a:cubicBezTo>
                <a:cubicBezTo>
                  <a:pt x="949" y="582"/>
                  <a:pt x="941" y="579"/>
                  <a:pt x="938" y="579"/>
                </a:cubicBezTo>
                <a:cubicBezTo>
                  <a:pt x="938" y="581"/>
                  <a:pt x="938" y="581"/>
                  <a:pt x="938" y="581"/>
                </a:cubicBezTo>
                <a:cubicBezTo>
                  <a:pt x="941" y="581"/>
                  <a:pt x="949" y="584"/>
                  <a:pt x="959" y="588"/>
                </a:cubicBezTo>
                <a:cubicBezTo>
                  <a:pt x="974" y="593"/>
                  <a:pt x="995" y="602"/>
                  <a:pt x="1012" y="608"/>
                </a:cubicBezTo>
                <a:cubicBezTo>
                  <a:pt x="1030" y="615"/>
                  <a:pt x="1043" y="621"/>
                  <a:pt x="1043" y="621"/>
                </a:cubicBezTo>
                <a:cubicBezTo>
                  <a:pt x="1044" y="619"/>
                  <a:pt x="1044" y="619"/>
                  <a:pt x="1044" y="619"/>
                </a:cubicBezTo>
                <a:moveTo>
                  <a:pt x="4000" y="497"/>
                </a:moveTo>
                <a:cubicBezTo>
                  <a:pt x="4024" y="497"/>
                  <a:pt x="4024" y="497"/>
                  <a:pt x="4024" y="497"/>
                </a:cubicBezTo>
                <a:cubicBezTo>
                  <a:pt x="4024" y="495"/>
                  <a:pt x="4024" y="495"/>
                  <a:pt x="4024" y="495"/>
                </a:cubicBezTo>
                <a:cubicBezTo>
                  <a:pt x="4000" y="495"/>
                  <a:pt x="4000" y="495"/>
                  <a:pt x="4000" y="495"/>
                </a:cubicBezTo>
                <a:lnTo>
                  <a:pt x="4000" y="497"/>
                </a:lnTo>
                <a:close/>
                <a:moveTo>
                  <a:pt x="4000" y="502"/>
                </a:moveTo>
                <a:cubicBezTo>
                  <a:pt x="4025" y="502"/>
                  <a:pt x="4025" y="502"/>
                  <a:pt x="4025" y="502"/>
                </a:cubicBezTo>
                <a:cubicBezTo>
                  <a:pt x="4025" y="500"/>
                  <a:pt x="4025" y="500"/>
                  <a:pt x="4025" y="500"/>
                </a:cubicBezTo>
                <a:cubicBezTo>
                  <a:pt x="4000" y="500"/>
                  <a:pt x="4000" y="500"/>
                  <a:pt x="4000" y="500"/>
                </a:cubicBezTo>
                <a:lnTo>
                  <a:pt x="4000" y="502"/>
                </a:lnTo>
                <a:close/>
                <a:moveTo>
                  <a:pt x="4000" y="507"/>
                </a:moveTo>
                <a:cubicBezTo>
                  <a:pt x="4025" y="507"/>
                  <a:pt x="4025" y="507"/>
                  <a:pt x="4025" y="507"/>
                </a:cubicBezTo>
                <a:cubicBezTo>
                  <a:pt x="4025" y="504"/>
                  <a:pt x="4025" y="504"/>
                  <a:pt x="4025" y="504"/>
                </a:cubicBezTo>
                <a:cubicBezTo>
                  <a:pt x="4000" y="504"/>
                  <a:pt x="4000" y="504"/>
                  <a:pt x="4000" y="504"/>
                </a:cubicBezTo>
                <a:lnTo>
                  <a:pt x="4000" y="507"/>
                </a:lnTo>
                <a:close/>
                <a:moveTo>
                  <a:pt x="4000" y="511"/>
                </a:moveTo>
                <a:cubicBezTo>
                  <a:pt x="4024" y="511"/>
                  <a:pt x="4024" y="511"/>
                  <a:pt x="4024" y="511"/>
                </a:cubicBezTo>
                <a:cubicBezTo>
                  <a:pt x="4024" y="509"/>
                  <a:pt x="4024" y="509"/>
                  <a:pt x="4024" y="509"/>
                </a:cubicBezTo>
                <a:cubicBezTo>
                  <a:pt x="4000" y="509"/>
                  <a:pt x="4000" y="509"/>
                  <a:pt x="4000" y="509"/>
                </a:cubicBezTo>
                <a:lnTo>
                  <a:pt x="4000" y="511"/>
                </a:lnTo>
                <a:close/>
                <a:moveTo>
                  <a:pt x="4000" y="516"/>
                </a:moveTo>
                <a:cubicBezTo>
                  <a:pt x="4024" y="516"/>
                  <a:pt x="4024" y="516"/>
                  <a:pt x="4024" y="516"/>
                </a:cubicBezTo>
                <a:cubicBezTo>
                  <a:pt x="4024" y="514"/>
                  <a:pt x="4024" y="514"/>
                  <a:pt x="4024" y="514"/>
                </a:cubicBezTo>
                <a:cubicBezTo>
                  <a:pt x="4000" y="514"/>
                  <a:pt x="4000" y="514"/>
                  <a:pt x="4000" y="514"/>
                </a:cubicBezTo>
                <a:lnTo>
                  <a:pt x="4000" y="516"/>
                </a:lnTo>
                <a:close/>
                <a:moveTo>
                  <a:pt x="4001" y="521"/>
                </a:moveTo>
                <a:cubicBezTo>
                  <a:pt x="4024" y="521"/>
                  <a:pt x="4024" y="521"/>
                  <a:pt x="4024" y="521"/>
                </a:cubicBezTo>
                <a:cubicBezTo>
                  <a:pt x="4024" y="518"/>
                  <a:pt x="4024" y="518"/>
                  <a:pt x="4024" y="518"/>
                </a:cubicBezTo>
                <a:cubicBezTo>
                  <a:pt x="4001" y="518"/>
                  <a:pt x="4001" y="518"/>
                  <a:pt x="4001" y="518"/>
                </a:cubicBezTo>
                <a:lnTo>
                  <a:pt x="4001" y="521"/>
                </a:lnTo>
                <a:close/>
                <a:moveTo>
                  <a:pt x="3999" y="525"/>
                </a:moveTo>
                <a:cubicBezTo>
                  <a:pt x="4024" y="525"/>
                  <a:pt x="4024" y="525"/>
                  <a:pt x="4024" y="525"/>
                </a:cubicBezTo>
                <a:cubicBezTo>
                  <a:pt x="4024" y="523"/>
                  <a:pt x="4024" y="523"/>
                  <a:pt x="4024" y="523"/>
                </a:cubicBezTo>
                <a:cubicBezTo>
                  <a:pt x="3999" y="523"/>
                  <a:pt x="3999" y="523"/>
                  <a:pt x="3999" y="523"/>
                </a:cubicBezTo>
                <a:lnTo>
                  <a:pt x="3999" y="525"/>
                </a:lnTo>
                <a:close/>
                <a:moveTo>
                  <a:pt x="3999" y="530"/>
                </a:moveTo>
                <a:cubicBezTo>
                  <a:pt x="4024" y="530"/>
                  <a:pt x="4024" y="530"/>
                  <a:pt x="4024" y="530"/>
                </a:cubicBezTo>
                <a:cubicBezTo>
                  <a:pt x="4024" y="528"/>
                  <a:pt x="4024" y="528"/>
                  <a:pt x="4024" y="528"/>
                </a:cubicBezTo>
                <a:cubicBezTo>
                  <a:pt x="3999" y="528"/>
                  <a:pt x="3999" y="528"/>
                  <a:pt x="3999" y="528"/>
                </a:cubicBezTo>
                <a:lnTo>
                  <a:pt x="3999" y="530"/>
                </a:lnTo>
                <a:close/>
                <a:moveTo>
                  <a:pt x="4000" y="535"/>
                </a:moveTo>
                <a:cubicBezTo>
                  <a:pt x="4024" y="535"/>
                  <a:pt x="4024" y="535"/>
                  <a:pt x="4024" y="535"/>
                </a:cubicBezTo>
                <a:cubicBezTo>
                  <a:pt x="4024" y="532"/>
                  <a:pt x="4024" y="532"/>
                  <a:pt x="4024" y="532"/>
                </a:cubicBezTo>
                <a:cubicBezTo>
                  <a:pt x="4000" y="532"/>
                  <a:pt x="4000" y="532"/>
                  <a:pt x="4000" y="532"/>
                </a:cubicBezTo>
                <a:lnTo>
                  <a:pt x="4000" y="535"/>
                </a:lnTo>
                <a:close/>
                <a:moveTo>
                  <a:pt x="3454" y="623"/>
                </a:moveTo>
                <a:cubicBezTo>
                  <a:pt x="3456" y="623"/>
                  <a:pt x="3456" y="623"/>
                  <a:pt x="3456" y="623"/>
                </a:cubicBezTo>
                <a:cubicBezTo>
                  <a:pt x="3456" y="404"/>
                  <a:pt x="3456" y="404"/>
                  <a:pt x="3456" y="404"/>
                </a:cubicBezTo>
                <a:cubicBezTo>
                  <a:pt x="3454" y="404"/>
                  <a:pt x="3454" y="404"/>
                  <a:pt x="3454" y="404"/>
                </a:cubicBezTo>
                <a:lnTo>
                  <a:pt x="3454" y="623"/>
                </a:lnTo>
                <a:close/>
                <a:moveTo>
                  <a:pt x="3360" y="554"/>
                </a:moveTo>
                <a:cubicBezTo>
                  <a:pt x="3340" y="554"/>
                  <a:pt x="3340" y="554"/>
                  <a:pt x="3340" y="554"/>
                </a:cubicBezTo>
                <a:cubicBezTo>
                  <a:pt x="3340" y="625"/>
                  <a:pt x="3340" y="625"/>
                  <a:pt x="3340" y="625"/>
                </a:cubicBezTo>
                <a:cubicBezTo>
                  <a:pt x="3342" y="625"/>
                  <a:pt x="3342" y="625"/>
                  <a:pt x="3342" y="625"/>
                </a:cubicBezTo>
                <a:cubicBezTo>
                  <a:pt x="3342" y="556"/>
                  <a:pt x="3342" y="556"/>
                  <a:pt x="3342" y="556"/>
                </a:cubicBezTo>
                <a:cubicBezTo>
                  <a:pt x="3360" y="556"/>
                  <a:pt x="3360" y="556"/>
                  <a:pt x="3360" y="556"/>
                </a:cubicBezTo>
                <a:cubicBezTo>
                  <a:pt x="3360" y="554"/>
                  <a:pt x="3360" y="554"/>
                  <a:pt x="3360" y="554"/>
                </a:cubicBezTo>
                <a:moveTo>
                  <a:pt x="2263" y="427"/>
                </a:moveTo>
                <a:cubicBezTo>
                  <a:pt x="2310" y="427"/>
                  <a:pt x="2310" y="427"/>
                  <a:pt x="2310" y="427"/>
                </a:cubicBezTo>
                <a:cubicBezTo>
                  <a:pt x="2310" y="424"/>
                  <a:pt x="2310" y="424"/>
                  <a:pt x="2310" y="424"/>
                </a:cubicBezTo>
                <a:cubicBezTo>
                  <a:pt x="2263" y="424"/>
                  <a:pt x="2263" y="424"/>
                  <a:pt x="2263" y="424"/>
                </a:cubicBezTo>
                <a:lnTo>
                  <a:pt x="2263" y="427"/>
                </a:lnTo>
                <a:close/>
                <a:moveTo>
                  <a:pt x="2316" y="387"/>
                </a:moveTo>
                <a:cubicBezTo>
                  <a:pt x="2316" y="382"/>
                  <a:pt x="2316" y="382"/>
                  <a:pt x="2316" y="382"/>
                </a:cubicBezTo>
                <a:cubicBezTo>
                  <a:pt x="2325" y="382"/>
                  <a:pt x="2325" y="382"/>
                  <a:pt x="2325" y="382"/>
                </a:cubicBezTo>
                <a:cubicBezTo>
                  <a:pt x="2325" y="378"/>
                  <a:pt x="2325" y="378"/>
                  <a:pt x="2325" y="378"/>
                </a:cubicBezTo>
                <a:cubicBezTo>
                  <a:pt x="2337" y="378"/>
                  <a:pt x="2337" y="378"/>
                  <a:pt x="2337" y="378"/>
                </a:cubicBezTo>
                <a:cubicBezTo>
                  <a:pt x="2344" y="385"/>
                  <a:pt x="2344" y="385"/>
                  <a:pt x="2344" y="385"/>
                </a:cubicBezTo>
                <a:cubicBezTo>
                  <a:pt x="2346" y="384"/>
                  <a:pt x="2346" y="384"/>
                  <a:pt x="2346" y="384"/>
                </a:cubicBezTo>
                <a:cubicBezTo>
                  <a:pt x="2338" y="376"/>
                  <a:pt x="2338" y="376"/>
                  <a:pt x="2338" y="376"/>
                </a:cubicBezTo>
                <a:cubicBezTo>
                  <a:pt x="2322" y="376"/>
                  <a:pt x="2322" y="376"/>
                  <a:pt x="2322" y="376"/>
                </a:cubicBezTo>
                <a:cubicBezTo>
                  <a:pt x="2322" y="380"/>
                  <a:pt x="2322" y="380"/>
                  <a:pt x="2322" y="380"/>
                </a:cubicBezTo>
                <a:cubicBezTo>
                  <a:pt x="2314" y="380"/>
                  <a:pt x="2314" y="380"/>
                  <a:pt x="2314" y="380"/>
                </a:cubicBezTo>
                <a:cubicBezTo>
                  <a:pt x="2314" y="387"/>
                  <a:pt x="2314" y="387"/>
                  <a:pt x="2314" y="387"/>
                </a:cubicBezTo>
                <a:cubicBezTo>
                  <a:pt x="2316" y="387"/>
                  <a:pt x="2316" y="387"/>
                  <a:pt x="2316" y="387"/>
                </a:cubicBezTo>
                <a:moveTo>
                  <a:pt x="2398" y="362"/>
                </a:moveTo>
                <a:cubicBezTo>
                  <a:pt x="2398" y="357"/>
                  <a:pt x="2398" y="357"/>
                  <a:pt x="2398" y="357"/>
                </a:cubicBezTo>
                <a:cubicBezTo>
                  <a:pt x="2406" y="357"/>
                  <a:pt x="2406" y="357"/>
                  <a:pt x="2406" y="357"/>
                </a:cubicBezTo>
                <a:cubicBezTo>
                  <a:pt x="2406" y="353"/>
                  <a:pt x="2406" y="353"/>
                  <a:pt x="2406" y="353"/>
                </a:cubicBezTo>
                <a:cubicBezTo>
                  <a:pt x="2418" y="353"/>
                  <a:pt x="2418" y="353"/>
                  <a:pt x="2418" y="353"/>
                </a:cubicBezTo>
                <a:cubicBezTo>
                  <a:pt x="2426" y="360"/>
                  <a:pt x="2426" y="360"/>
                  <a:pt x="2426" y="360"/>
                </a:cubicBezTo>
                <a:cubicBezTo>
                  <a:pt x="2427" y="359"/>
                  <a:pt x="2427" y="359"/>
                  <a:pt x="2427" y="359"/>
                </a:cubicBezTo>
                <a:cubicBezTo>
                  <a:pt x="2419" y="351"/>
                  <a:pt x="2419" y="351"/>
                  <a:pt x="2419" y="351"/>
                </a:cubicBezTo>
                <a:cubicBezTo>
                  <a:pt x="2404" y="351"/>
                  <a:pt x="2404" y="351"/>
                  <a:pt x="2404" y="351"/>
                </a:cubicBezTo>
                <a:cubicBezTo>
                  <a:pt x="2404" y="355"/>
                  <a:pt x="2404" y="355"/>
                  <a:pt x="2404" y="355"/>
                </a:cubicBezTo>
                <a:cubicBezTo>
                  <a:pt x="2395" y="355"/>
                  <a:pt x="2395" y="355"/>
                  <a:pt x="2395" y="355"/>
                </a:cubicBezTo>
                <a:cubicBezTo>
                  <a:pt x="2395" y="362"/>
                  <a:pt x="2395" y="362"/>
                  <a:pt x="2395" y="362"/>
                </a:cubicBezTo>
                <a:cubicBezTo>
                  <a:pt x="2398" y="362"/>
                  <a:pt x="2398" y="362"/>
                  <a:pt x="2398" y="362"/>
                </a:cubicBezTo>
                <a:moveTo>
                  <a:pt x="2501" y="413"/>
                </a:moveTo>
                <a:cubicBezTo>
                  <a:pt x="2501" y="408"/>
                  <a:pt x="2501" y="408"/>
                  <a:pt x="2501" y="408"/>
                </a:cubicBezTo>
                <a:cubicBezTo>
                  <a:pt x="2510" y="408"/>
                  <a:pt x="2510" y="408"/>
                  <a:pt x="2510" y="408"/>
                </a:cubicBezTo>
                <a:cubicBezTo>
                  <a:pt x="2510" y="403"/>
                  <a:pt x="2510" y="403"/>
                  <a:pt x="2510" y="403"/>
                </a:cubicBezTo>
                <a:cubicBezTo>
                  <a:pt x="2522" y="403"/>
                  <a:pt x="2522" y="403"/>
                  <a:pt x="2522" y="403"/>
                </a:cubicBezTo>
                <a:cubicBezTo>
                  <a:pt x="2530" y="411"/>
                  <a:pt x="2530" y="411"/>
                  <a:pt x="2530" y="411"/>
                </a:cubicBezTo>
                <a:cubicBezTo>
                  <a:pt x="2531" y="409"/>
                  <a:pt x="2531" y="409"/>
                  <a:pt x="2531" y="409"/>
                </a:cubicBezTo>
                <a:cubicBezTo>
                  <a:pt x="2523" y="401"/>
                  <a:pt x="2523" y="401"/>
                  <a:pt x="2523" y="401"/>
                </a:cubicBezTo>
                <a:cubicBezTo>
                  <a:pt x="2507" y="401"/>
                  <a:pt x="2507" y="401"/>
                  <a:pt x="2507" y="401"/>
                </a:cubicBezTo>
                <a:cubicBezTo>
                  <a:pt x="2507" y="406"/>
                  <a:pt x="2507" y="406"/>
                  <a:pt x="2507" y="406"/>
                </a:cubicBezTo>
                <a:cubicBezTo>
                  <a:pt x="2499" y="406"/>
                  <a:pt x="2499" y="406"/>
                  <a:pt x="2499" y="406"/>
                </a:cubicBezTo>
                <a:cubicBezTo>
                  <a:pt x="2499" y="413"/>
                  <a:pt x="2499" y="413"/>
                  <a:pt x="2499" y="413"/>
                </a:cubicBezTo>
                <a:cubicBezTo>
                  <a:pt x="2501" y="413"/>
                  <a:pt x="2501" y="413"/>
                  <a:pt x="2501" y="413"/>
                </a:cubicBezTo>
                <a:moveTo>
                  <a:pt x="982" y="492"/>
                </a:moveTo>
                <a:cubicBezTo>
                  <a:pt x="1032" y="492"/>
                  <a:pt x="1032" y="492"/>
                  <a:pt x="1032" y="492"/>
                </a:cubicBezTo>
                <a:cubicBezTo>
                  <a:pt x="1032" y="490"/>
                  <a:pt x="1032" y="490"/>
                  <a:pt x="1032" y="490"/>
                </a:cubicBezTo>
                <a:cubicBezTo>
                  <a:pt x="982" y="490"/>
                  <a:pt x="982" y="490"/>
                  <a:pt x="982" y="490"/>
                </a:cubicBezTo>
                <a:lnTo>
                  <a:pt x="982" y="492"/>
                </a:lnTo>
                <a:close/>
                <a:moveTo>
                  <a:pt x="790" y="665"/>
                </a:moveTo>
                <a:cubicBezTo>
                  <a:pt x="792" y="665"/>
                  <a:pt x="792" y="665"/>
                  <a:pt x="792" y="665"/>
                </a:cubicBezTo>
                <a:cubicBezTo>
                  <a:pt x="792" y="654"/>
                  <a:pt x="792" y="654"/>
                  <a:pt x="792" y="654"/>
                </a:cubicBezTo>
                <a:cubicBezTo>
                  <a:pt x="790" y="654"/>
                  <a:pt x="790" y="654"/>
                  <a:pt x="790" y="654"/>
                </a:cubicBezTo>
                <a:lnTo>
                  <a:pt x="790" y="665"/>
                </a:lnTo>
                <a:close/>
                <a:moveTo>
                  <a:pt x="809" y="665"/>
                </a:moveTo>
                <a:cubicBezTo>
                  <a:pt x="811" y="665"/>
                  <a:pt x="811" y="665"/>
                  <a:pt x="811" y="665"/>
                </a:cubicBezTo>
                <a:cubicBezTo>
                  <a:pt x="811" y="653"/>
                  <a:pt x="811" y="653"/>
                  <a:pt x="811" y="653"/>
                </a:cubicBezTo>
                <a:cubicBezTo>
                  <a:pt x="809" y="653"/>
                  <a:pt x="809" y="653"/>
                  <a:pt x="809" y="653"/>
                </a:cubicBezTo>
                <a:lnTo>
                  <a:pt x="809" y="665"/>
                </a:lnTo>
                <a:close/>
                <a:moveTo>
                  <a:pt x="827" y="665"/>
                </a:moveTo>
                <a:cubicBezTo>
                  <a:pt x="829" y="665"/>
                  <a:pt x="829" y="665"/>
                  <a:pt x="829" y="665"/>
                </a:cubicBezTo>
                <a:cubicBezTo>
                  <a:pt x="829" y="654"/>
                  <a:pt x="829" y="654"/>
                  <a:pt x="829" y="654"/>
                </a:cubicBezTo>
                <a:cubicBezTo>
                  <a:pt x="827" y="654"/>
                  <a:pt x="827" y="654"/>
                  <a:pt x="827" y="654"/>
                </a:cubicBezTo>
                <a:lnTo>
                  <a:pt x="827" y="665"/>
                </a:lnTo>
                <a:close/>
                <a:moveTo>
                  <a:pt x="844" y="665"/>
                </a:moveTo>
                <a:cubicBezTo>
                  <a:pt x="846" y="665"/>
                  <a:pt x="846" y="665"/>
                  <a:pt x="846" y="665"/>
                </a:cubicBezTo>
                <a:cubicBezTo>
                  <a:pt x="846" y="654"/>
                  <a:pt x="846" y="654"/>
                  <a:pt x="846" y="654"/>
                </a:cubicBezTo>
                <a:cubicBezTo>
                  <a:pt x="844" y="654"/>
                  <a:pt x="844" y="654"/>
                  <a:pt x="844" y="654"/>
                </a:cubicBezTo>
                <a:lnTo>
                  <a:pt x="844" y="665"/>
                </a:lnTo>
                <a:close/>
                <a:moveTo>
                  <a:pt x="526" y="463"/>
                </a:moveTo>
                <a:cubicBezTo>
                  <a:pt x="590" y="463"/>
                  <a:pt x="590" y="463"/>
                  <a:pt x="590" y="463"/>
                </a:cubicBezTo>
                <a:cubicBezTo>
                  <a:pt x="609" y="468"/>
                  <a:pt x="609" y="468"/>
                  <a:pt x="609" y="468"/>
                </a:cubicBezTo>
                <a:cubicBezTo>
                  <a:pt x="610" y="466"/>
                  <a:pt x="610" y="466"/>
                  <a:pt x="610" y="466"/>
                </a:cubicBezTo>
                <a:cubicBezTo>
                  <a:pt x="590" y="460"/>
                  <a:pt x="590" y="460"/>
                  <a:pt x="590" y="460"/>
                </a:cubicBezTo>
                <a:cubicBezTo>
                  <a:pt x="526" y="460"/>
                  <a:pt x="526" y="460"/>
                  <a:pt x="526" y="460"/>
                </a:cubicBezTo>
                <a:cubicBezTo>
                  <a:pt x="526" y="463"/>
                  <a:pt x="526" y="463"/>
                  <a:pt x="526" y="463"/>
                </a:cubicBezTo>
                <a:moveTo>
                  <a:pt x="630" y="463"/>
                </a:moveTo>
                <a:cubicBezTo>
                  <a:pt x="699" y="463"/>
                  <a:pt x="699" y="463"/>
                  <a:pt x="699" y="463"/>
                </a:cubicBezTo>
                <a:cubicBezTo>
                  <a:pt x="717" y="467"/>
                  <a:pt x="717" y="467"/>
                  <a:pt x="717" y="467"/>
                </a:cubicBezTo>
                <a:cubicBezTo>
                  <a:pt x="718" y="465"/>
                  <a:pt x="718" y="465"/>
                  <a:pt x="718" y="465"/>
                </a:cubicBezTo>
                <a:cubicBezTo>
                  <a:pt x="699" y="460"/>
                  <a:pt x="699" y="460"/>
                  <a:pt x="699" y="460"/>
                </a:cubicBezTo>
                <a:cubicBezTo>
                  <a:pt x="630" y="460"/>
                  <a:pt x="630" y="460"/>
                  <a:pt x="630" y="460"/>
                </a:cubicBezTo>
                <a:cubicBezTo>
                  <a:pt x="630" y="463"/>
                  <a:pt x="630" y="463"/>
                  <a:pt x="630" y="463"/>
                </a:cubicBezTo>
                <a:moveTo>
                  <a:pt x="4145" y="656"/>
                </a:moveTo>
                <a:cubicBezTo>
                  <a:pt x="4145" y="556"/>
                  <a:pt x="4145" y="556"/>
                  <a:pt x="4145" y="556"/>
                </a:cubicBezTo>
                <a:cubicBezTo>
                  <a:pt x="4208" y="556"/>
                  <a:pt x="4208" y="556"/>
                  <a:pt x="4208" y="556"/>
                </a:cubicBezTo>
                <a:cubicBezTo>
                  <a:pt x="4208" y="554"/>
                  <a:pt x="4208" y="554"/>
                  <a:pt x="4208" y="554"/>
                </a:cubicBezTo>
                <a:cubicBezTo>
                  <a:pt x="4142" y="554"/>
                  <a:pt x="4142" y="554"/>
                  <a:pt x="4142" y="554"/>
                </a:cubicBezTo>
                <a:cubicBezTo>
                  <a:pt x="4142" y="656"/>
                  <a:pt x="4142" y="656"/>
                  <a:pt x="4142" y="656"/>
                </a:cubicBezTo>
                <a:cubicBezTo>
                  <a:pt x="4145" y="656"/>
                  <a:pt x="4145" y="656"/>
                  <a:pt x="4145" y="656"/>
                </a:cubicBezTo>
                <a:moveTo>
                  <a:pt x="4032" y="654"/>
                </a:moveTo>
                <a:cubicBezTo>
                  <a:pt x="4047" y="654"/>
                  <a:pt x="4047" y="654"/>
                  <a:pt x="4047" y="654"/>
                </a:cubicBezTo>
                <a:cubicBezTo>
                  <a:pt x="4047" y="650"/>
                  <a:pt x="4047" y="650"/>
                  <a:pt x="4047" y="650"/>
                </a:cubicBezTo>
                <a:cubicBezTo>
                  <a:pt x="4065" y="650"/>
                  <a:pt x="4065" y="650"/>
                  <a:pt x="4065" y="650"/>
                </a:cubicBezTo>
                <a:cubicBezTo>
                  <a:pt x="4065" y="654"/>
                  <a:pt x="4065" y="654"/>
                  <a:pt x="4065" y="654"/>
                </a:cubicBezTo>
                <a:cubicBezTo>
                  <a:pt x="4110" y="654"/>
                  <a:pt x="4110" y="654"/>
                  <a:pt x="4110" y="654"/>
                </a:cubicBezTo>
                <a:cubicBezTo>
                  <a:pt x="4110" y="658"/>
                  <a:pt x="4110" y="658"/>
                  <a:pt x="4110" y="658"/>
                </a:cubicBezTo>
                <a:cubicBezTo>
                  <a:pt x="4154" y="658"/>
                  <a:pt x="4154" y="658"/>
                  <a:pt x="4154" y="658"/>
                </a:cubicBezTo>
                <a:cubicBezTo>
                  <a:pt x="4154" y="656"/>
                  <a:pt x="4154" y="656"/>
                  <a:pt x="4154" y="656"/>
                </a:cubicBezTo>
                <a:cubicBezTo>
                  <a:pt x="4112" y="656"/>
                  <a:pt x="4112" y="656"/>
                  <a:pt x="4112" y="656"/>
                </a:cubicBezTo>
                <a:cubicBezTo>
                  <a:pt x="4112" y="652"/>
                  <a:pt x="4112" y="652"/>
                  <a:pt x="4112" y="652"/>
                </a:cubicBezTo>
                <a:cubicBezTo>
                  <a:pt x="4067" y="652"/>
                  <a:pt x="4067" y="652"/>
                  <a:pt x="4067" y="652"/>
                </a:cubicBezTo>
                <a:cubicBezTo>
                  <a:pt x="4067" y="647"/>
                  <a:pt x="4067" y="647"/>
                  <a:pt x="4067" y="647"/>
                </a:cubicBezTo>
                <a:cubicBezTo>
                  <a:pt x="4045" y="647"/>
                  <a:pt x="4045" y="647"/>
                  <a:pt x="4045" y="647"/>
                </a:cubicBezTo>
                <a:cubicBezTo>
                  <a:pt x="4045" y="652"/>
                  <a:pt x="4045" y="652"/>
                  <a:pt x="4045" y="652"/>
                </a:cubicBezTo>
                <a:cubicBezTo>
                  <a:pt x="4032" y="652"/>
                  <a:pt x="4032" y="652"/>
                  <a:pt x="4032" y="652"/>
                </a:cubicBezTo>
                <a:cubicBezTo>
                  <a:pt x="4032" y="654"/>
                  <a:pt x="4032" y="654"/>
                  <a:pt x="4032" y="654"/>
                </a:cubicBezTo>
                <a:moveTo>
                  <a:pt x="3945" y="478"/>
                </a:moveTo>
                <a:cubicBezTo>
                  <a:pt x="3950" y="477"/>
                  <a:pt x="3955" y="477"/>
                  <a:pt x="3960" y="477"/>
                </a:cubicBezTo>
                <a:cubicBezTo>
                  <a:pt x="3970" y="477"/>
                  <a:pt x="3980" y="478"/>
                  <a:pt x="3987" y="479"/>
                </a:cubicBezTo>
                <a:cubicBezTo>
                  <a:pt x="3995" y="480"/>
                  <a:pt x="3999" y="482"/>
                  <a:pt x="3999" y="482"/>
                </a:cubicBezTo>
                <a:cubicBezTo>
                  <a:pt x="4000" y="480"/>
                  <a:pt x="4000" y="480"/>
                  <a:pt x="4000" y="480"/>
                </a:cubicBezTo>
                <a:cubicBezTo>
                  <a:pt x="4000" y="479"/>
                  <a:pt x="3981" y="475"/>
                  <a:pt x="3960" y="475"/>
                </a:cubicBezTo>
                <a:cubicBezTo>
                  <a:pt x="3955" y="475"/>
                  <a:pt x="3950" y="475"/>
                  <a:pt x="3944" y="476"/>
                </a:cubicBezTo>
                <a:cubicBezTo>
                  <a:pt x="3945" y="478"/>
                  <a:pt x="3945" y="478"/>
                  <a:pt x="3945" y="478"/>
                </a:cubicBezTo>
                <a:moveTo>
                  <a:pt x="3945" y="502"/>
                </a:moveTo>
                <a:cubicBezTo>
                  <a:pt x="3950" y="501"/>
                  <a:pt x="3955" y="501"/>
                  <a:pt x="3960" y="501"/>
                </a:cubicBezTo>
                <a:cubicBezTo>
                  <a:pt x="3971" y="501"/>
                  <a:pt x="3981" y="502"/>
                  <a:pt x="3988" y="503"/>
                </a:cubicBezTo>
                <a:cubicBezTo>
                  <a:pt x="3995" y="504"/>
                  <a:pt x="4000" y="505"/>
                  <a:pt x="4000" y="505"/>
                </a:cubicBezTo>
                <a:cubicBezTo>
                  <a:pt x="4000" y="503"/>
                  <a:pt x="4000" y="503"/>
                  <a:pt x="4000" y="503"/>
                </a:cubicBezTo>
                <a:cubicBezTo>
                  <a:pt x="4000" y="503"/>
                  <a:pt x="3982" y="498"/>
                  <a:pt x="3960" y="498"/>
                </a:cubicBezTo>
                <a:cubicBezTo>
                  <a:pt x="3955" y="498"/>
                  <a:pt x="3950" y="499"/>
                  <a:pt x="3945" y="499"/>
                </a:cubicBezTo>
                <a:cubicBezTo>
                  <a:pt x="3945" y="502"/>
                  <a:pt x="3945" y="502"/>
                  <a:pt x="3945" y="502"/>
                </a:cubicBezTo>
                <a:moveTo>
                  <a:pt x="3945" y="523"/>
                </a:moveTo>
                <a:cubicBezTo>
                  <a:pt x="3950" y="523"/>
                  <a:pt x="3955" y="522"/>
                  <a:pt x="3960" y="522"/>
                </a:cubicBezTo>
                <a:cubicBezTo>
                  <a:pt x="3970" y="522"/>
                  <a:pt x="3980" y="524"/>
                  <a:pt x="3987" y="525"/>
                </a:cubicBezTo>
                <a:cubicBezTo>
                  <a:pt x="3995" y="526"/>
                  <a:pt x="3999" y="527"/>
                  <a:pt x="3999" y="527"/>
                </a:cubicBezTo>
                <a:cubicBezTo>
                  <a:pt x="4000" y="525"/>
                  <a:pt x="4000" y="525"/>
                  <a:pt x="4000" y="525"/>
                </a:cubicBezTo>
                <a:cubicBezTo>
                  <a:pt x="4000" y="525"/>
                  <a:pt x="3981" y="520"/>
                  <a:pt x="3960" y="520"/>
                </a:cubicBezTo>
                <a:cubicBezTo>
                  <a:pt x="3955" y="520"/>
                  <a:pt x="3950" y="521"/>
                  <a:pt x="3944" y="521"/>
                </a:cubicBezTo>
                <a:cubicBezTo>
                  <a:pt x="3945" y="523"/>
                  <a:pt x="3945" y="523"/>
                  <a:pt x="3945" y="523"/>
                </a:cubicBezTo>
                <a:moveTo>
                  <a:pt x="3945" y="547"/>
                </a:moveTo>
                <a:cubicBezTo>
                  <a:pt x="3950" y="547"/>
                  <a:pt x="3955" y="547"/>
                  <a:pt x="3960" y="547"/>
                </a:cubicBezTo>
                <a:cubicBezTo>
                  <a:pt x="3970" y="547"/>
                  <a:pt x="3980" y="548"/>
                  <a:pt x="3987" y="549"/>
                </a:cubicBezTo>
                <a:cubicBezTo>
                  <a:pt x="3995" y="550"/>
                  <a:pt x="3999" y="551"/>
                  <a:pt x="3999" y="551"/>
                </a:cubicBezTo>
                <a:cubicBezTo>
                  <a:pt x="4000" y="549"/>
                  <a:pt x="4000" y="549"/>
                  <a:pt x="4000" y="549"/>
                </a:cubicBezTo>
                <a:cubicBezTo>
                  <a:pt x="4000" y="549"/>
                  <a:pt x="3981" y="544"/>
                  <a:pt x="3960" y="544"/>
                </a:cubicBezTo>
                <a:cubicBezTo>
                  <a:pt x="3955" y="544"/>
                  <a:pt x="3950" y="545"/>
                  <a:pt x="3945" y="545"/>
                </a:cubicBezTo>
                <a:cubicBezTo>
                  <a:pt x="3945" y="547"/>
                  <a:pt x="3945" y="547"/>
                  <a:pt x="3945" y="547"/>
                </a:cubicBezTo>
                <a:moveTo>
                  <a:pt x="3945" y="572"/>
                </a:moveTo>
                <a:cubicBezTo>
                  <a:pt x="3949" y="572"/>
                  <a:pt x="3952" y="572"/>
                  <a:pt x="3956" y="572"/>
                </a:cubicBezTo>
                <a:cubicBezTo>
                  <a:pt x="3968" y="572"/>
                  <a:pt x="3978" y="573"/>
                  <a:pt x="3986" y="574"/>
                </a:cubicBezTo>
                <a:cubicBezTo>
                  <a:pt x="3994" y="575"/>
                  <a:pt x="3999" y="576"/>
                  <a:pt x="3999" y="576"/>
                </a:cubicBezTo>
                <a:cubicBezTo>
                  <a:pt x="4000" y="574"/>
                  <a:pt x="4000" y="574"/>
                  <a:pt x="4000" y="574"/>
                </a:cubicBezTo>
                <a:cubicBezTo>
                  <a:pt x="4000" y="574"/>
                  <a:pt x="3979" y="569"/>
                  <a:pt x="3956" y="569"/>
                </a:cubicBezTo>
                <a:cubicBezTo>
                  <a:pt x="3952" y="569"/>
                  <a:pt x="3948" y="570"/>
                  <a:pt x="3944" y="570"/>
                </a:cubicBezTo>
                <a:cubicBezTo>
                  <a:pt x="3945" y="572"/>
                  <a:pt x="3945" y="572"/>
                  <a:pt x="3945" y="572"/>
                </a:cubicBezTo>
                <a:moveTo>
                  <a:pt x="3836" y="460"/>
                </a:moveTo>
                <a:cubicBezTo>
                  <a:pt x="3848" y="455"/>
                  <a:pt x="3863" y="453"/>
                  <a:pt x="3876" y="453"/>
                </a:cubicBezTo>
                <a:cubicBezTo>
                  <a:pt x="3884" y="453"/>
                  <a:pt x="3892" y="454"/>
                  <a:pt x="3898" y="455"/>
                </a:cubicBezTo>
                <a:cubicBezTo>
                  <a:pt x="3903" y="455"/>
                  <a:pt x="3907" y="456"/>
                  <a:pt x="3907" y="456"/>
                </a:cubicBezTo>
                <a:cubicBezTo>
                  <a:pt x="3907" y="454"/>
                  <a:pt x="3907" y="454"/>
                  <a:pt x="3907" y="454"/>
                </a:cubicBezTo>
                <a:cubicBezTo>
                  <a:pt x="3907" y="454"/>
                  <a:pt x="3893" y="451"/>
                  <a:pt x="3876" y="451"/>
                </a:cubicBezTo>
                <a:cubicBezTo>
                  <a:pt x="3862" y="451"/>
                  <a:pt x="3847" y="453"/>
                  <a:pt x="3835" y="458"/>
                </a:cubicBezTo>
                <a:cubicBezTo>
                  <a:pt x="3836" y="460"/>
                  <a:pt x="3836" y="460"/>
                  <a:pt x="3836" y="460"/>
                </a:cubicBezTo>
                <a:moveTo>
                  <a:pt x="3835" y="489"/>
                </a:moveTo>
                <a:cubicBezTo>
                  <a:pt x="3849" y="485"/>
                  <a:pt x="3867" y="484"/>
                  <a:pt x="3881" y="484"/>
                </a:cubicBezTo>
                <a:cubicBezTo>
                  <a:pt x="3889" y="484"/>
                  <a:pt x="3895" y="484"/>
                  <a:pt x="3899" y="484"/>
                </a:cubicBezTo>
                <a:cubicBezTo>
                  <a:pt x="3904" y="485"/>
                  <a:pt x="3907" y="485"/>
                  <a:pt x="3907" y="485"/>
                </a:cubicBezTo>
                <a:cubicBezTo>
                  <a:pt x="3907" y="483"/>
                  <a:pt x="3907" y="483"/>
                  <a:pt x="3907" y="483"/>
                </a:cubicBezTo>
                <a:cubicBezTo>
                  <a:pt x="3907" y="483"/>
                  <a:pt x="3896" y="481"/>
                  <a:pt x="3881" y="481"/>
                </a:cubicBezTo>
                <a:cubicBezTo>
                  <a:pt x="3867" y="482"/>
                  <a:pt x="3849" y="483"/>
                  <a:pt x="3835" y="487"/>
                </a:cubicBezTo>
                <a:cubicBezTo>
                  <a:pt x="3835" y="489"/>
                  <a:pt x="3835" y="489"/>
                  <a:pt x="3835" y="489"/>
                </a:cubicBezTo>
                <a:moveTo>
                  <a:pt x="3835" y="508"/>
                </a:moveTo>
                <a:cubicBezTo>
                  <a:pt x="3848" y="504"/>
                  <a:pt x="3865" y="503"/>
                  <a:pt x="3878" y="503"/>
                </a:cubicBezTo>
                <a:cubicBezTo>
                  <a:pt x="3886" y="503"/>
                  <a:pt x="3893" y="504"/>
                  <a:pt x="3899" y="504"/>
                </a:cubicBezTo>
                <a:cubicBezTo>
                  <a:pt x="3904" y="504"/>
                  <a:pt x="3907" y="504"/>
                  <a:pt x="3907" y="504"/>
                </a:cubicBezTo>
                <a:cubicBezTo>
                  <a:pt x="3907" y="502"/>
                  <a:pt x="3907" y="502"/>
                  <a:pt x="3907" y="502"/>
                </a:cubicBezTo>
                <a:cubicBezTo>
                  <a:pt x="3907" y="502"/>
                  <a:pt x="3894" y="501"/>
                  <a:pt x="3878" y="501"/>
                </a:cubicBezTo>
                <a:cubicBezTo>
                  <a:pt x="3865" y="501"/>
                  <a:pt x="3848" y="502"/>
                  <a:pt x="3835" y="505"/>
                </a:cubicBezTo>
                <a:cubicBezTo>
                  <a:pt x="3835" y="508"/>
                  <a:pt x="3835" y="508"/>
                  <a:pt x="3835" y="508"/>
                </a:cubicBezTo>
                <a:moveTo>
                  <a:pt x="3836" y="514"/>
                </a:moveTo>
                <a:cubicBezTo>
                  <a:pt x="3849" y="510"/>
                  <a:pt x="3865" y="509"/>
                  <a:pt x="3879" y="509"/>
                </a:cubicBezTo>
                <a:cubicBezTo>
                  <a:pt x="3887" y="509"/>
                  <a:pt x="3894" y="510"/>
                  <a:pt x="3899" y="510"/>
                </a:cubicBezTo>
                <a:cubicBezTo>
                  <a:pt x="3904" y="510"/>
                  <a:pt x="3907" y="511"/>
                  <a:pt x="3907" y="511"/>
                </a:cubicBezTo>
                <a:cubicBezTo>
                  <a:pt x="3907" y="508"/>
                  <a:pt x="3907" y="508"/>
                  <a:pt x="3907" y="508"/>
                </a:cubicBezTo>
                <a:cubicBezTo>
                  <a:pt x="3907" y="508"/>
                  <a:pt x="3895" y="507"/>
                  <a:pt x="3879" y="507"/>
                </a:cubicBezTo>
                <a:cubicBezTo>
                  <a:pt x="3865" y="507"/>
                  <a:pt x="3848" y="508"/>
                  <a:pt x="3835" y="511"/>
                </a:cubicBezTo>
                <a:cubicBezTo>
                  <a:pt x="3836" y="514"/>
                  <a:pt x="3836" y="514"/>
                  <a:pt x="3836" y="514"/>
                </a:cubicBezTo>
                <a:moveTo>
                  <a:pt x="3836" y="535"/>
                </a:moveTo>
                <a:cubicBezTo>
                  <a:pt x="3849" y="531"/>
                  <a:pt x="3865" y="530"/>
                  <a:pt x="3879" y="530"/>
                </a:cubicBezTo>
                <a:cubicBezTo>
                  <a:pt x="3887" y="530"/>
                  <a:pt x="3894" y="531"/>
                  <a:pt x="3899" y="531"/>
                </a:cubicBezTo>
                <a:cubicBezTo>
                  <a:pt x="3904" y="531"/>
                  <a:pt x="3907" y="531"/>
                  <a:pt x="3907" y="531"/>
                </a:cubicBezTo>
                <a:cubicBezTo>
                  <a:pt x="3907" y="529"/>
                  <a:pt x="3907" y="529"/>
                  <a:pt x="3907" y="529"/>
                </a:cubicBezTo>
                <a:cubicBezTo>
                  <a:pt x="3907" y="529"/>
                  <a:pt x="3895" y="528"/>
                  <a:pt x="3879" y="528"/>
                </a:cubicBezTo>
                <a:cubicBezTo>
                  <a:pt x="3865" y="528"/>
                  <a:pt x="3849" y="529"/>
                  <a:pt x="3835" y="532"/>
                </a:cubicBezTo>
                <a:cubicBezTo>
                  <a:pt x="3836" y="535"/>
                  <a:pt x="3836" y="535"/>
                  <a:pt x="3836" y="535"/>
                </a:cubicBezTo>
                <a:moveTo>
                  <a:pt x="3836" y="540"/>
                </a:moveTo>
                <a:cubicBezTo>
                  <a:pt x="3849" y="537"/>
                  <a:pt x="3865" y="536"/>
                  <a:pt x="3879" y="536"/>
                </a:cubicBezTo>
                <a:cubicBezTo>
                  <a:pt x="3887" y="536"/>
                  <a:pt x="3894" y="536"/>
                  <a:pt x="3899" y="537"/>
                </a:cubicBezTo>
                <a:cubicBezTo>
                  <a:pt x="3904" y="537"/>
                  <a:pt x="3907" y="537"/>
                  <a:pt x="3907" y="537"/>
                </a:cubicBezTo>
                <a:cubicBezTo>
                  <a:pt x="3908" y="535"/>
                  <a:pt x="3908" y="535"/>
                  <a:pt x="3908" y="535"/>
                </a:cubicBezTo>
                <a:cubicBezTo>
                  <a:pt x="3908" y="535"/>
                  <a:pt x="3895" y="534"/>
                  <a:pt x="3879" y="534"/>
                </a:cubicBezTo>
                <a:cubicBezTo>
                  <a:pt x="3865" y="534"/>
                  <a:pt x="3849" y="535"/>
                  <a:pt x="3836" y="538"/>
                </a:cubicBezTo>
                <a:cubicBezTo>
                  <a:pt x="3836" y="540"/>
                  <a:pt x="3836" y="540"/>
                  <a:pt x="3836" y="540"/>
                </a:cubicBezTo>
                <a:moveTo>
                  <a:pt x="3836" y="555"/>
                </a:moveTo>
                <a:cubicBezTo>
                  <a:pt x="3849" y="552"/>
                  <a:pt x="3865" y="551"/>
                  <a:pt x="3879" y="551"/>
                </a:cubicBezTo>
                <a:cubicBezTo>
                  <a:pt x="3887" y="551"/>
                  <a:pt x="3894" y="551"/>
                  <a:pt x="3899" y="551"/>
                </a:cubicBezTo>
                <a:cubicBezTo>
                  <a:pt x="3904" y="552"/>
                  <a:pt x="3907" y="552"/>
                  <a:pt x="3907" y="552"/>
                </a:cubicBezTo>
                <a:cubicBezTo>
                  <a:pt x="3908" y="550"/>
                  <a:pt x="3908" y="550"/>
                  <a:pt x="3908" y="550"/>
                </a:cubicBezTo>
                <a:cubicBezTo>
                  <a:pt x="3908" y="550"/>
                  <a:pt x="3895" y="549"/>
                  <a:pt x="3879" y="549"/>
                </a:cubicBezTo>
                <a:cubicBezTo>
                  <a:pt x="3865" y="549"/>
                  <a:pt x="3849" y="549"/>
                  <a:pt x="3835" y="553"/>
                </a:cubicBezTo>
                <a:cubicBezTo>
                  <a:pt x="3836" y="555"/>
                  <a:pt x="3836" y="555"/>
                  <a:pt x="3836" y="555"/>
                </a:cubicBezTo>
                <a:moveTo>
                  <a:pt x="3836" y="568"/>
                </a:moveTo>
                <a:cubicBezTo>
                  <a:pt x="3849" y="565"/>
                  <a:pt x="3865" y="564"/>
                  <a:pt x="3879" y="564"/>
                </a:cubicBezTo>
                <a:cubicBezTo>
                  <a:pt x="3887" y="564"/>
                  <a:pt x="3894" y="564"/>
                  <a:pt x="3899" y="565"/>
                </a:cubicBezTo>
                <a:cubicBezTo>
                  <a:pt x="3904" y="565"/>
                  <a:pt x="3907" y="565"/>
                  <a:pt x="3907" y="565"/>
                </a:cubicBezTo>
                <a:cubicBezTo>
                  <a:pt x="3908" y="563"/>
                  <a:pt x="3908" y="563"/>
                  <a:pt x="3908" y="563"/>
                </a:cubicBezTo>
                <a:cubicBezTo>
                  <a:pt x="3908" y="563"/>
                  <a:pt x="3895" y="562"/>
                  <a:pt x="3879" y="562"/>
                </a:cubicBezTo>
                <a:cubicBezTo>
                  <a:pt x="3865" y="562"/>
                  <a:pt x="3849" y="563"/>
                  <a:pt x="3836" y="566"/>
                </a:cubicBezTo>
                <a:cubicBezTo>
                  <a:pt x="3836" y="568"/>
                  <a:pt x="3836" y="568"/>
                  <a:pt x="3836" y="568"/>
                </a:cubicBezTo>
                <a:moveTo>
                  <a:pt x="3836" y="588"/>
                </a:moveTo>
                <a:cubicBezTo>
                  <a:pt x="3849" y="585"/>
                  <a:pt x="3866" y="584"/>
                  <a:pt x="3879" y="584"/>
                </a:cubicBezTo>
                <a:cubicBezTo>
                  <a:pt x="3887" y="584"/>
                  <a:pt x="3894" y="584"/>
                  <a:pt x="3899" y="585"/>
                </a:cubicBezTo>
                <a:cubicBezTo>
                  <a:pt x="3905" y="585"/>
                  <a:pt x="3908" y="585"/>
                  <a:pt x="3908" y="585"/>
                </a:cubicBezTo>
                <a:cubicBezTo>
                  <a:pt x="3908" y="583"/>
                  <a:pt x="3908" y="583"/>
                  <a:pt x="3908" y="583"/>
                </a:cubicBezTo>
                <a:cubicBezTo>
                  <a:pt x="3908" y="583"/>
                  <a:pt x="3895" y="582"/>
                  <a:pt x="3879" y="582"/>
                </a:cubicBezTo>
                <a:cubicBezTo>
                  <a:pt x="3866" y="582"/>
                  <a:pt x="3849" y="583"/>
                  <a:pt x="3836" y="586"/>
                </a:cubicBezTo>
                <a:cubicBezTo>
                  <a:pt x="3836" y="588"/>
                  <a:pt x="3836" y="588"/>
                  <a:pt x="3836" y="588"/>
                </a:cubicBezTo>
                <a:moveTo>
                  <a:pt x="3964" y="452"/>
                </a:moveTo>
                <a:cubicBezTo>
                  <a:pt x="3966" y="452"/>
                  <a:pt x="3966" y="452"/>
                  <a:pt x="3966" y="452"/>
                </a:cubicBezTo>
                <a:cubicBezTo>
                  <a:pt x="3966" y="418"/>
                  <a:pt x="3966" y="418"/>
                  <a:pt x="3966" y="418"/>
                </a:cubicBezTo>
                <a:cubicBezTo>
                  <a:pt x="3964" y="418"/>
                  <a:pt x="3964" y="418"/>
                  <a:pt x="3964" y="418"/>
                </a:cubicBezTo>
                <a:lnTo>
                  <a:pt x="3964" y="452"/>
                </a:lnTo>
                <a:close/>
                <a:moveTo>
                  <a:pt x="3985" y="453"/>
                </a:moveTo>
                <a:cubicBezTo>
                  <a:pt x="3987" y="453"/>
                  <a:pt x="3987" y="453"/>
                  <a:pt x="3987" y="453"/>
                </a:cubicBezTo>
                <a:cubicBezTo>
                  <a:pt x="3987" y="439"/>
                  <a:pt x="3987" y="439"/>
                  <a:pt x="3987" y="439"/>
                </a:cubicBezTo>
                <a:cubicBezTo>
                  <a:pt x="3985" y="439"/>
                  <a:pt x="3985" y="439"/>
                  <a:pt x="3985" y="439"/>
                </a:cubicBezTo>
                <a:lnTo>
                  <a:pt x="3985" y="453"/>
                </a:lnTo>
                <a:close/>
                <a:moveTo>
                  <a:pt x="3949" y="452"/>
                </a:moveTo>
                <a:cubicBezTo>
                  <a:pt x="3952" y="452"/>
                  <a:pt x="3952" y="452"/>
                  <a:pt x="3952" y="452"/>
                </a:cubicBezTo>
                <a:cubicBezTo>
                  <a:pt x="3952" y="437"/>
                  <a:pt x="3952" y="437"/>
                  <a:pt x="3952" y="437"/>
                </a:cubicBezTo>
                <a:cubicBezTo>
                  <a:pt x="3949" y="437"/>
                  <a:pt x="3949" y="437"/>
                  <a:pt x="3949" y="437"/>
                </a:cubicBezTo>
                <a:lnTo>
                  <a:pt x="3949" y="452"/>
                </a:lnTo>
                <a:close/>
                <a:moveTo>
                  <a:pt x="3914" y="444"/>
                </a:moveTo>
                <a:cubicBezTo>
                  <a:pt x="3917" y="444"/>
                  <a:pt x="3917" y="444"/>
                  <a:pt x="3917" y="444"/>
                </a:cubicBezTo>
                <a:cubicBezTo>
                  <a:pt x="3917" y="429"/>
                  <a:pt x="3917" y="429"/>
                  <a:pt x="3917" y="429"/>
                </a:cubicBezTo>
                <a:cubicBezTo>
                  <a:pt x="3914" y="429"/>
                  <a:pt x="3914" y="429"/>
                  <a:pt x="3914" y="429"/>
                </a:cubicBezTo>
                <a:lnTo>
                  <a:pt x="3914" y="444"/>
                </a:lnTo>
                <a:close/>
                <a:moveTo>
                  <a:pt x="3892" y="439"/>
                </a:moveTo>
                <a:cubicBezTo>
                  <a:pt x="3894" y="439"/>
                  <a:pt x="3894" y="439"/>
                  <a:pt x="3894" y="439"/>
                </a:cubicBezTo>
                <a:cubicBezTo>
                  <a:pt x="3894" y="395"/>
                  <a:pt x="3894" y="395"/>
                  <a:pt x="3894" y="395"/>
                </a:cubicBezTo>
                <a:cubicBezTo>
                  <a:pt x="3892" y="395"/>
                  <a:pt x="3892" y="395"/>
                  <a:pt x="3892" y="395"/>
                </a:cubicBezTo>
                <a:lnTo>
                  <a:pt x="3892" y="439"/>
                </a:lnTo>
                <a:close/>
                <a:moveTo>
                  <a:pt x="4094" y="484"/>
                </a:moveTo>
                <a:cubicBezTo>
                  <a:pt x="4103" y="484"/>
                  <a:pt x="4103" y="484"/>
                  <a:pt x="4103" y="484"/>
                </a:cubicBezTo>
                <a:cubicBezTo>
                  <a:pt x="4103" y="489"/>
                  <a:pt x="4103" y="489"/>
                  <a:pt x="4103" y="489"/>
                </a:cubicBezTo>
                <a:cubicBezTo>
                  <a:pt x="4113" y="489"/>
                  <a:pt x="4113" y="489"/>
                  <a:pt x="4113" y="489"/>
                </a:cubicBezTo>
                <a:cubicBezTo>
                  <a:pt x="4113" y="504"/>
                  <a:pt x="4113" y="504"/>
                  <a:pt x="4113" y="504"/>
                </a:cubicBezTo>
                <a:cubicBezTo>
                  <a:pt x="4124" y="515"/>
                  <a:pt x="4124" y="515"/>
                  <a:pt x="4124" y="515"/>
                </a:cubicBezTo>
                <a:cubicBezTo>
                  <a:pt x="4124" y="517"/>
                  <a:pt x="4124" y="517"/>
                  <a:pt x="4124" y="517"/>
                </a:cubicBezTo>
                <a:cubicBezTo>
                  <a:pt x="4126" y="517"/>
                  <a:pt x="4126" y="517"/>
                  <a:pt x="4126" y="517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15" y="503"/>
                  <a:pt x="4115" y="503"/>
                  <a:pt x="4115" y="503"/>
                </a:cubicBezTo>
                <a:cubicBezTo>
                  <a:pt x="4115" y="487"/>
                  <a:pt x="4115" y="487"/>
                  <a:pt x="4115" y="487"/>
                </a:cubicBezTo>
                <a:cubicBezTo>
                  <a:pt x="4105" y="487"/>
                  <a:pt x="4105" y="487"/>
                  <a:pt x="4105" y="487"/>
                </a:cubicBezTo>
                <a:cubicBezTo>
                  <a:pt x="4105" y="482"/>
                  <a:pt x="4105" y="482"/>
                  <a:pt x="4105" y="482"/>
                </a:cubicBezTo>
                <a:cubicBezTo>
                  <a:pt x="4094" y="482"/>
                  <a:pt x="4094" y="482"/>
                  <a:pt x="4094" y="482"/>
                </a:cubicBezTo>
                <a:cubicBezTo>
                  <a:pt x="4094" y="484"/>
                  <a:pt x="4094" y="484"/>
                  <a:pt x="4094" y="484"/>
                </a:cubicBezTo>
                <a:moveTo>
                  <a:pt x="4142" y="548"/>
                </a:moveTo>
                <a:cubicBezTo>
                  <a:pt x="4144" y="548"/>
                  <a:pt x="4144" y="548"/>
                  <a:pt x="4144" y="548"/>
                </a:cubicBezTo>
                <a:cubicBezTo>
                  <a:pt x="4144" y="500"/>
                  <a:pt x="4144" y="500"/>
                  <a:pt x="4144" y="500"/>
                </a:cubicBezTo>
                <a:cubicBezTo>
                  <a:pt x="4142" y="500"/>
                  <a:pt x="4142" y="500"/>
                  <a:pt x="4142" y="500"/>
                </a:cubicBezTo>
                <a:lnTo>
                  <a:pt x="4142" y="548"/>
                </a:lnTo>
                <a:close/>
                <a:moveTo>
                  <a:pt x="4147" y="548"/>
                </a:moveTo>
                <a:cubicBezTo>
                  <a:pt x="4149" y="548"/>
                  <a:pt x="4149" y="548"/>
                  <a:pt x="4149" y="548"/>
                </a:cubicBezTo>
                <a:cubicBezTo>
                  <a:pt x="4149" y="500"/>
                  <a:pt x="4149" y="500"/>
                  <a:pt x="4149" y="500"/>
                </a:cubicBezTo>
                <a:cubicBezTo>
                  <a:pt x="4147" y="500"/>
                  <a:pt x="4147" y="500"/>
                  <a:pt x="4147" y="500"/>
                </a:cubicBezTo>
                <a:lnTo>
                  <a:pt x="4147" y="548"/>
                </a:lnTo>
                <a:close/>
                <a:moveTo>
                  <a:pt x="3986" y="658"/>
                </a:moveTo>
                <a:cubicBezTo>
                  <a:pt x="3986" y="667"/>
                  <a:pt x="3986" y="667"/>
                  <a:pt x="3986" y="667"/>
                </a:cubicBezTo>
                <a:cubicBezTo>
                  <a:pt x="4079" y="667"/>
                  <a:pt x="4079" y="667"/>
                  <a:pt x="4079" y="667"/>
                </a:cubicBezTo>
                <a:cubicBezTo>
                  <a:pt x="4079" y="665"/>
                  <a:pt x="4079" y="665"/>
                  <a:pt x="4079" y="665"/>
                </a:cubicBezTo>
                <a:cubicBezTo>
                  <a:pt x="3988" y="665"/>
                  <a:pt x="3988" y="665"/>
                  <a:pt x="3988" y="665"/>
                </a:cubicBezTo>
                <a:cubicBezTo>
                  <a:pt x="3988" y="658"/>
                  <a:pt x="3988" y="658"/>
                  <a:pt x="3988" y="658"/>
                </a:cubicBezTo>
                <a:cubicBezTo>
                  <a:pt x="3986" y="658"/>
                  <a:pt x="3986" y="658"/>
                  <a:pt x="3986" y="658"/>
                </a:cubicBezTo>
                <a:moveTo>
                  <a:pt x="4043" y="429"/>
                </a:moveTo>
                <a:cubicBezTo>
                  <a:pt x="4058" y="426"/>
                  <a:pt x="4058" y="426"/>
                  <a:pt x="4058" y="426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1" y="429"/>
                  <a:pt x="4081" y="429"/>
                  <a:pt x="4081" y="429"/>
                </a:cubicBezTo>
                <a:cubicBezTo>
                  <a:pt x="4058" y="424"/>
                  <a:pt x="4058" y="424"/>
                  <a:pt x="4058" y="424"/>
                </a:cubicBezTo>
                <a:cubicBezTo>
                  <a:pt x="4043" y="427"/>
                  <a:pt x="4043" y="427"/>
                  <a:pt x="4043" y="427"/>
                </a:cubicBezTo>
                <a:cubicBezTo>
                  <a:pt x="4043" y="429"/>
                  <a:pt x="4043" y="429"/>
                  <a:pt x="4043" y="429"/>
                </a:cubicBezTo>
                <a:moveTo>
                  <a:pt x="4064" y="467"/>
                </a:moveTo>
                <a:cubicBezTo>
                  <a:pt x="4066" y="467"/>
                  <a:pt x="4066" y="467"/>
                  <a:pt x="4066" y="467"/>
                </a:cubicBezTo>
                <a:cubicBezTo>
                  <a:pt x="4066" y="427"/>
                  <a:pt x="4066" y="427"/>
                  <a:pt x="4066" y="427"/>
                </a:cubicBezTo>
                <a:cubicBezTo>
                  <a:pt x="4064" y="427"/>
                  <a:pt x="4064" y="427"/>
                  <a:pt x="4064" y="427"/>
                </a:cubicBezTo>
                <a:lnTo>
                  <a:pt x="4064" y="467"/>
                </a:lnTo>
                <a:close/>
                <a:moveTo>
                  <a:pt x="3792" y="643"/>
                </a:moveTo>
                <a:cubicBezTo>
                  <a:pt x="3794" y="643"/>
                  <a:pt x="3794" y="643"/>
                  <a:pt x="3794" y="643"/>
                </a:cubicBezTo>
                <a:cubicBezTo>
                  <a:pt x="3794" y="623"/>
                  <a:pt x="3794" y="623"/>
                  <a:pt x="3794" y="623"/>
                </a:cubicBezTo>
                <a:cubicBezTo>
                  <a:pt x="3792" y="623"/>
                  <a:pt x="3792" y="623"/>
                  <a:pt x="3792" y="623"/>
                </a:cubicBezTo>
                <a:lnTo>
                  <a:pt x="3792" y="643"/>
                </a:lnTo>
                <a:close/>
                <a:moveTo>
                  <a:pt x="3794" y="636"/>
                </a:moveTo>
                <a:cubicBezTo>
                  <a:pt x="3847" y="636"/>
                  <a:pt x="3847" y="636"/>
                  <a:pt x="3847" y="636"/>
                </a:cubicBezTo>
                <a:cubicBezTo>
                  <a:pt x="3847" y="629"/>
                  <a:pt x="3847" y="629"/>
                  <a:pt x="3847" y="629"/>
                </a:cubicBezTo>
                <a:cubicBezTo>
                  <a:pt x="3813" y="629"/>
                  <a:pt x="3813" y="629"/>
                  <a:pt x="3813" y="629"/>
                </a:cubicBezTo>
                <a:cubicBezTo>
                  <a:pt x="3813" y="635"/>
                  <a:pt x="3813" y="635"/>
                  <a:pt x="3813" y="635"/>
                </a:cubicBezTo>
                <a:cubicBezTo>
                  <a:pt x="3815" y="635"/>
                  <a:pt x="3815" y="635"/>
                  <a:pt x="3815" y="635"/>
                </a:cubicBezTo>
                <a:cubicBezTo>
                  <a:pt x="3815" y="631"/>
                  <a:pt x="3815" y="631"/>
                  <a:pt x="3815" y="631"/>
                </a:cubicBezTo>
                <a:cubicBezTo>
                  <a:pt x="3845" y="631"/>
                  <a:pt x="3845" y="631"/>
                  <a:pt x="3845" y="631"/>
                </a:cubicBezTo>
                <a:cubicBezTo>
                  <a:pt x="3845" y="634"/>
                  <a:pt x="3845" y="634"/>
                  <a:pt x="3845" y="634"/>
                </a:cubicBezTo>
                <a:cubicBezTo>
                  <a:pt x="3794" y="634"/>
                  <a:pt x="3794" y="634"/>
                  <a:pt x="3794" y="634"/>
                </a:cubicBezTo>
                <a:cubicBezTo>
                  <a:pt x="3794" y="636"/>
                  <a:pt x="3794" y="636"/>
                  <a:pt x="3794" y="636"/>
                </a:cubicBezTo>
                <a:moveTo>
                  <a:pt x="3858" y="657"/>
                </a:moveTo>
                <a:cubicBezTo>
                  <a:pt x="3858" y="667"/>
                  <a:pt x="3858" y="667"/>
                  <a:pt x="3858" y="667"/>
                </a:cubicBezTo>
                <a:cubicBezTo>
                  <a:pt x="3987" y="667"/>
                  <a:pt x="3987" y="667"/>
                  <a:pt x="3987" y="667"/>
                </a:cubicBezTo>
                <a:cubicBezTo>
                  <a:pt x="3987" y="665"/>
                  <a:pt x="3987" y="665"/>
                  <a:pt x="3987" y="665"/>
                </a:cubicBezTo>
                <a:cubicBezTo>
                  <a:pt x="3860" y="665"/>
                  <a:pt x="3860" y="665"/>
                  <a:pt x="3860" y="665"/>
                </a:cubicBezTo>
                <a:cubicBezTo>
                  <a:pt x="3860" y="657"/>
                  <a:pt x="3860" y="657"/>
                  <a:pt x="3860" y="657"/>
                </a:cubicBezTo>
                <a:cubicBezTo>
                  <a:pt x="3858" y="657"/>
                  <a:pt x="3858" y="657"/>
                  <a:pt x="3858" y="657"/>
                </a:cubicBezTo>
                <a:moveTo>
                  <a:pt x="3837" y="447"/>
                </a:moveTo>
                <a:cubicBezTo>
                  <a:pt x="3837" y="340"/>
                  <a:pt x="3837" y="340"/>
                  <a:pt x="3837" y="340"/>
                </a:cubicBezTo>
                <a:cubicBezTo>
                  <a:pt x="3844" y="332"/>
                  <a:pt x="3844" y="332"/>
                  <a:pt x="3844" y="332"/>
                </a:cubicBezTo>
                <a:cubicBezTo>
                  <a:pt x="3853" y="341"/>
                  <a:pt x="3853" y="341"/>
                  <a:pt x="3853" y="341"/>
                </a:cubicBezTo>
                <a:cubicBezTo>
                  <a:pt x="3853" y="440"/>
                  <a:pt x="3853" y="440"/>
                  <a:pt x="3853" y="440"/>
                </a:cubicBezTo>
                <a:cubicBezTo>
                  <a:pt x="3856" y="440"/>
                  <a:pt x="3856" y="440"/>
                  <a:pt x="3856" y="440"/>
                </a:cubicBezTo>
                <a:cubicBezTo>
                  <a:pt x="3856" y="340"/>
                  <a:pt x="3856" y="340"/>
                  <a:pt x="3856" y="340"/>
                </a:cubicBezTo>
                <a:cubicBezTo>
                  <a:pt x="3844" y="329"/>
                  <a:pt x="3844" y="329"/>
                  <a:pt x="3844" y="329"/>
                </a:cubicBezTo>
                <a:cubicBezTo>
                  <a:pt x="3835" y="339"/>
                  <a:pt x="3835" y="339"/>
                  <a:pt x="3835" y="339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7" y="447"/>
                  <a:pt x="3837" y="447"/>
                  <a:pt x="3837" y="447"/>
                </a:cubicBezTo>
                <a:moveTo>
                  <a:pt x="3843" y="333"/>
                </a:moveTo>
                <a:cubicBezTo>
                  <a:pt x="3848" y="343"/>
                  <a:pt x="3848" y="343"/>
                  <a:pt x="3848" y="343"/>
                </a:cubicBezTo>
                <a:cubicBezTo>
                  <a:pt x="3848" y="443"/>
                  <a:pt x="3848" y="443"/>
                  <a:pt x="3848" y="443"/>
                </a:cubicBezTo>
                <a:cubicBezTo>
                  <a:pt x="3850" y="443"/>
                  <a:pt x="3850" y="443"/>
                  <a:pt x="3850" y="443"/>
                </a:cubicBezTo>
                <a:cubicBezTo>
                  <a:pt x="3850" y="343"/>
                  <a:pt x="3850" y="343"/>
                  <a:pt x="3850" y="343"/>
                </a:cubicBezTo>
                <a:cubicBezTo>
                  <a:pt x="3845" y="332"/>
                  <a:pt x="3845" y="332"/>
                  <a:pt x="3845" y="332"/>
                </a:cubicBezTo>
                <a:cubicBezTo>
                  <a:pt x="3843" y="333"/>
                  <a:pt x="3843" y="333"/>
                  <a:pt x="3843" y="333"/>
                </a:cubicBezTo>
                <a:moveTo>
                  <a:pt x="3801" y="565"/>
                </a:moveTo>
                <a:cubicBezTo>
                  <a:pt x="3801" y="355"/>
                  <a:pt x="3801" y="355"/>
                  <a:pt x="3801" y="355"/>
                </a:cubicBezTo>
                <a:cubicBezTo>
                  <a:pt x="3809" y="344"/>
                  <a:pt x="3809" y="344"/>
                  <a:pt x="3809" y="344"/>
                </a:cubicBezTo>
                <a:cubicBezTo>
                  <a:pt x="3814" y="352"/>
                  <a:pt x="3814" y="352"/>
                  <a:pt x="3814" y="352"/>
                </a:cubicBezTo>
                <a:cubicBezTo>
                  <a:pt x="3814" y="576"/>
                  <a:pt x="3814" y="576"/>
                  <a:pt x="3814" y="576"/>
                </a:cubicBezTo>
                <a:cubicBezTo>
                  <a:pt x="3816" y="576"/>
                  <a:pt x="3816" y="576"/>
                  <a:pt x="3816" y="576"/>
                </a:cubicBezTo>
                <a:cubicBezTo>
                  <a:pt x="3816" y="351"/>
                  <a:pt x="3816" y="351"/>
                  <a:pt x="3816" y="351"/>
                </a:cubicBezTo>
                <a:cubicBezTo>
                  <a:pt x="3809" y="340"/>
                  <a:pt x="3809" y="340"/>
                  <a:pt x="3809" y="340"/>
                </a:cubicBezTo>
                <a:cubicBezTo>
                  <a:pt x="3799" y="354"/>
                  <a:pt x="3799" y="354"/>
                  <a:pt x="3799" y="354"/>
                </a:cubicBezTo>
                <a:cubicBezTo>
                  <a:pt x="3799" y="565"/>
                  <a:pt x="3799" y="565"/>
                  <a:pt x="3799" y="565"/>
                </a:cubicBezTo>
                <a:cubicBezTo>
                  <a:pt x="3801" y="565"/>
                  <a:pt x="3801" y="565"/>
                  <a:pt x="3801" y="565"/>
                </a:cubicBezTo>
                <a:moveTo>
                  <a:pt x="3814" y="603"/>
                </a:moveTo>
                <a:cubicBezTo>
                  <a:pt x="3836" y="603"/>
                  <a:pt x="3836" y="603"/>
                  <a:pt x="3836" y="603"/>
                </a:cubicBezTo>
                <a:cubicBezTo>
                  <a:pt x="3836" y="600"/>
                  <a:pt x="3836" y="600"/>
                  <a:pt x="3836" y="600"/>
                </a:cubicBezTo>
                <a:cubicBezTo>
                  <a:pt x="3814" y="600"/>
                  <a:pt x="3814" y="600"/>
                  <a:pt x="3814" y="600"/>
                </a:cubicBezTo>
                <a:lnTo>
                  <a:pt x="3814" y="603"/>
                </a:lnTo>
                <a:close/>
                <a:moveTo>
                  <a:pt x="3835" y="586"/>
                </a:moveTo>
                <a:cubicBezTo>
                  <a:pt x="3820" y="586"/>
                  <a:pt x="3820" y="586"/>
                  <a:pt x="3820" y="586"/>
                </a:cubicBezTo>
                <a:cubicBezTo>
                  <a:pt x="3820" y="593"/>
                  <a:pt x="3820" y="593"/>
                  <a:pt x="3820" y="593"/>
                </a:cubicBezTo>
                <a:cubicBezTo>
                  <a:pt x="3818" y="593"/>
                  <a:pt x="3818" y="593"/>
                  <a:pt x="3818" y="593"/>
                </a:cubicBezTo>
                <a:cubicBezTo>
                  <a:pt x="3818" y="602"/>
                  <a:pt x="3818" y="602"/>
                  <a:pt x="3818" y="602"/>
                </a:cubicBezTo>
                <a:cubicBezTo>
                  <a:pt x="3820" y="602"/>
                  <a:pt x="3820" y="602"/>
                  <a:pt x="3820" y="602"/>
                </a:cubicBezTo>
                <a:cubicBezTo>
                  <a:pt x="3820" y="595"/>
                  <a:pt x="3820" y="595"/>
                  <a:pt x="3820" y="595"/>
                </a:cubicBezTo>
                <a:cubicBezTo>
                  <a:pt x="3822" y="595"/>
                  <a:pt x="3822" y="595"/>
                  <a:pt x="3822" y="595"/>
                </a:cubicBezTo>
                <a:cubicBezTo>
                  <a:pt x="3822" y="588"/>
                  <a:pt x="3822" y="588"/>
                  <a:pt x="3822" y="588"/>
                </a:cubicBezTo>
                <a:cubicBezTo>
                  <a:pt x="3835" y="588"/>
                  <a:pt x="3835" y="588"/>
                  <a:pt x="3835" y="588"/>
                </a:cubicBezTo>
                <a:cubicBezTo>
                  <a:pt x="3835" y="586"/>
                  <a:pt x="3835" y="586"/>
                  <a:pt x="3835" y="586"/>
                </a:cubicBezTo>
                <a:moveTo>
                  <a:pt x="3814" y="580"/>
                </a:moveTo>
                <a:cubicBezTo>
                  <a:pt x="3827" y="580"/>
                  <a:pt x="3827" y="580"/>
                  <a:pt x="3827" y="580"/>
                </a:cubicBezTo>
                <a:cubicBezTo>
                  <a:pt x="3827" y="587"/>
                  <a:pt x="3827" y="587"/>
                  <a:pt x="3827" y="587"/>
                </a:cubicBezTo>
                <a:cubicBezTo>
                  <a:pt x="3829" y="587"/>
                  <a:pt x="3829" y="587"/>
                  <a:pt x="3829" y="587"/>
                </a:cubicBezTo>
                <a:cubicBezTo>
                  <a:pt x="3829" y="577"/>
                  <a:pt x="3829" y="577"/>
                  <a:pt x="3829" y="577"/>
                </a:cubicBezTo>
                <a:cubicBezTo>
                  <a:pt x="3814" y="577"/>
                  <a:pt x="3814" y="577"/>
                  <a:pt x="3814" y="577"/>
                </a:cubicBezTo>
                <a:cubicBezTo>
                  <a:pt x="3814" y="580"/>
                  <a:pt x="3814" y="580"/>
                  <a:pt x="3814" y="580"/>
                </a:cubicBezTo>
                <a:moveTo>
                  <a:pt x="3800" y="356"/>
                </a:moveTo>
                <a:cubicBezTo>
                  <a:pt x="3815" y="356"/>
                  <a:pt x="3815" y="356"/>
                  <a:pt x="3815" y="356"/>
                </a:cubicBezTo>
                <a:cubicBezTo>
                  <a:pt x="3820" y="354"/>
                  <a:pt x="3820" y="354"/>
                  <a:pt x="3820" y="354"/>
                </a:cubicBezTo>
                <a:cubicBezTo>
                  <a:pt x="3835" y="354"/>
                  <a:pt x="3835" y="354"/>
                  <a:pt x="3835" y="354"/>
                </a:cubicBezTo>
                <a:cubicBezTo>
                  <a:pt x="3847" y="353"/>
                  <a:pt x="3847" y="353"/>
                  <a:pt x="3847" y="353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66" y="356"/>
                  <a:pt x="3866" y="356"/>
                  <a:pt x="3866" y="356"/>
                </a:cubicBezTo>
                <a:cubicBezTo>
                  <a:pt x="3866" y="354"/>
                  <a:pt x="3866" y="354"/>
                  <a:pt x="3866" y="354"/>
                </a:cubicBezTo>
                <a:cubicBezTo>
                  <a:pt x="3854" y="354"/>
                  <a:pt x="3854" y="354"/>
                  <a:pt x="3854" y="354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35" y="352"/>
                  <a:pt x="3835" y="352"/>
                  <a:pt x="3835" y="352"/>
                </a:cubicBezTo>
                <a:cubicBezTo>
                  <a:pt x="3820" y="352"/>
                  <a:pt x="3820" y="352"/>
                  <a:pt x="3820" y="352"/>
                </a:cubicBezTo>
                <a:cubicBezTo>
                  <a:pt x="3815" y="354"/>
                  <a:pt x="3815" y="354"/>
                  <a:pt x="3815" y="354"/>
                </a:cubicBezTo>
                <a:cubicBezTo>
                  <a:pt x="3800" y="354"/>
                  <a:pt x="3800" y="354"/>
                  <a:pt x="3800" y="354"/>
                </a:cubicBezTo>
                <a:cubicBezTo>
                  <a:pt x="3800" y="356"/>
                  <a:pt x="3800" y="356"/>
                  <a:pt x="3800" y="356"/>
                </a:cubicBezTo>
                <a:moveTo>
                  <a:pt x="3800" y="361"/>
                </a:moveTo>
                <a:cubicBezTo>
                  <a:pt x="3815" y="361"/>
                  <a:pt x="3815" y="361"/>
                  <a:pt x="3815" y="361"/>
                </a:cubicBezTo>
                <a:cubicBezTo>
                  <a:pt x="3820" y="359"/>
                  <a:pt x="3820" y="359"/>
                  <a:pt x="3820" y="359"/>
                </a:cubicBezTo>
                <a:cubicBezTo>
                  <a:pt x="3835" y="359"/>
                  <a:pt x="3835" y="359"/>
                  <a:pt x="3835" y="359"/>
                </a:cubicBezTo>
                <a:cubicBezTo>
                  <a:pt x="3848" y="358"/>
                  <a:pt x="3848" y="358"/>
                  <a:pt x="3848" y="358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66" y="361"/>
                  <a:pt x="3866" y="361"/>
                  <a:pt x="3866" y="361"/>
                </a:cubicBezTo>
                <a:cubicBezTo>
                  <a:pt x="3866" y="359"/>
                  <a:pt x="3866" y="359"/>
                  <a:pt x="3866" y="359"/>
                </a:cubicBezTo>
                <a:cubicBezTo>
                  <a:pt x="3854" y="359"/>
                  <a:pt x="3854" y="359"/>
                  <a:pt x="3854" y="359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35" y="357"/>
                  <a:pt x="3835" y="357"/>
                  <a:pt x="3835" y="357"/>
                </a:cubicBezTo>
                <a:cubicBezTo>
                  <a:pt x="3820" y="357"/>
                  <a:pt x="3820" y="357"/>
                  <a:pt x="3820" y="357"/>
                </a:cubicBezTo>
                <a:cubicBezTo>
                  <a:pt x="3815" y="359"/>
                  <a:pt x="3815" y="359"/>
                  <a:pt x="3815" y="359"/>
                </a:cubicBezTo>
                <a:cubicBezTo>
                  <a:pt x="3800" y="359"/>
                  <a:pt x="3800" y="359"/>
                  <a:pt x="3800" y="359"/>
                </a:cubicBezTo>
                <a:cubicBezTo>
                  <a:pt x="3800" y="361"/>
                  <a:pt x="3800" y="361"/>
                  <a:pt x="3800" y="361"/>
                </a:cubicBezTo>
                <a:moveTo>
                  <a:pt x="3783" y="624"/>
                </a:moveTo>
                <a:cubicBezTo>
                  <a:pt x="3785" y="624"/>
                  <a:pt x="3785" y="624"/>
                  <a:pt x="3785" y="624"/>
                </a:cubicBezTo>
                <a:cubicBezTo>
                  <a:pt x="3785" y="593"/>
                  <a:pt x="3785" y="593"/>
                  <a:pt x="3785" y="593"/>
                </a:cubicBezTo>
                <a:cubicBezTo>
                  <a:pt x="3783" y="593"/>
                  <a:pt x="3783" y="593"/>
                  <a:pt x="3783" y="593"/>
                </a:cubicBezTo>
                <a:lnTo>
                  <a:pt x="3783" y="624"/>
                </a:lnTo>
                <a:close/>
                <a:moveTo>
                  <a:pt x="3686" y="665"/>
                </a:moveTo>
                <a:cubicBezTo>
                  <a:pt x="3711" y="665"/>
                  <a:pt x="3711" y="665"/>
                  <a:pt x="3711" y="665"/>
                </a:cubicBezTo>
                <a:cubicBezTo>
                  <a:pt x="3711" y="661"/>
                  <a:pt x="3711" y="661"/>
                  <a:pt x="3711" y="661"/>
                </a:cubicBezTo>
                <a:cubicBezTo>
                  <a:pt x="3841" y="661"/>
                  <a:pt x="3841" y="661"/>
                  <a:pt x="3841" y="661"/>
                </a:cubicBezTo>
                <a:cubicBezTo>
                  <a:pt x="3841" y="670"/>
                  <a:pt x="3841" y="670"/>
                  <a:pt x="3841" y="670"/>
                </a:cubicBezTo>
                <a:cubicBezTo>
                  <a:pt x="3843" y="670"/>
                  <a:pt x="3843" y="670"/>
                  <a:pt x="3843" y="670"/>
                </a:cubicBezTo>
                <a:cubicBezTo>
                  <a:pt x="3843" y="659"/>
                  <a:pt x="3843" y="659"/>
                  <a:pt x="3843" y="659"/>
                </a:cubicBezTo>
                <a:cubicBezTo>
                  <a:pt x="3708" y="659"/>
                  <a:pt x="3708" y="659"/>
                  <a:pt x="3708" y="659"/>
                </a:cubicBezTo>
                <a:cubicBezTo>
                  <a:pt x="3708" y="663"/>
                  <a:pt x="3708" y="663"/>
                  <a:pt x="3708" y="663"/>
                </a:cubicBezTo>
                <a:cubicBezTo>
                  <a:pt x="3686" y="663"/>
                  <a:pt x="3686" y="663"/>
                  <a:pt x="3686" y="663"/>
                </a:cubicBezTo>
                <a:cubicBezTo>
                  <a:pt x="3686" y="665"/>
                  <a:pt x="3686" y="665"/>
                  <a:pt x="3686" y="665"/>
                </a:cubicBezTo>
                <a:moveTo>
                  <a:pt x="3678" y="655"/>
                </a:moveTo>
                <a:cubicBezTo>
                  <a:pt x="3812" y="655"/>
                  <a:pt x="3812" y="655"/>
                  <a:pt x="3812" y="655"/>
                </a:cubicBezTo>
                <a:cubicBezTo>
                  <a:pt x="3812" y="653"/>
                  <a:pt x="3812" y="653"/>
                  <a:pt x="3812" y="653"/>
                </a:cubicBezTo>
                <a:cubicBezTo>
                  <a:pt x="3678" y="653"/>
                  <a:pt x="3678" y="653"/>
                  <a:pt x="3678" y="653"/>
                </a:cubicBezTo>
                <a:lnTo>
                  <a:pt x="3678" y="655"/>
                </a:lnTo>
                <a:close/>
                <a:moveTo>
                  <a:pt x="3810" y="660"/>
                </a:moveTo>
                <a:cubicBezTo>
                  <a:pt x="3813" y="660"/>
                  <a:pt x="3813" y="660"/>
                  <a:pt x="3813" y="660"/>
                </a:cubicBezTo>
                <a:cubicBezTo>
                  <a:pt x="3813" y="643"/>
                  <a:pt x="3813" y="643"/>
                  <a:pt x="3813" y="643"/>
                </a:cubicBezTo>
                <a:cubicBezTo>
                  <a:pt x="3810" y="643"/>
                  <a:pt x="3810" y="643"/>
                  <a:pt x="3810" y="643"/>
                </a:cubicBezTo>
                <a:lnTo>
                  <a:pt x="3810" y="660"/>
                </a:lnTo>
                <a:close/>
                <a:moveTo>
                  <a:pt x="3688" y="643"/>
                </a:moveTo>
                <a:cubicBezTo>
                  <a:pt x="3688" y="626"/>
                  <a:pt x="3688" y="626"/>
                  <a:pt x="3688" y="626"/>
                </a:cubicBezTo>
                <a:cubicBezTo>
                  <a:pt x="3700" y="626"/>
                  <a:pt x="3700" y="626"/>
                  <a:pt x="3700" y="626"/>
                </a:cubicBezTo>
                <a:cubicBezTo>
                  <a:pt x="3700" y="643"/>
                  <a:pt x="3700" y="643"/>
                  <a:pt x="3700" y="643"/>
                </a:cubicBezTo>
                <a:cubicBezTo>
                  <a:pt x="3702" y="643"/>
                  <a:pt x="3702" y="643"/>
                  <a:pt x="3702" y="643"/>
                </a:cubicBezTo>
                <a:cubicBezTo>
                  <a:pt x="3702" y="623"/>
                  <a:pt x="3702" y="623"/>
                  <a:pt x="3702" y="623"/>
                </a:cubicBezTo>
                <a:cubicBezTo>
                  <a:pt x="3686" y="623"/>
                  <a:pt x="3686" y="623"/>
                  <a:pt x="3686" y="623"/>
                </a:cubicBezTo>
                <a:cubicBezTo>
                  <a:pt x="3686" y="643"/>
                  <a:pt x="3686" y="643"/>
                  <a:pt x="3686" y="643"/>
                </a:cubicBezTo>
                <a:cubicBezTo>
                  <a:pt x="3688" y="643"/>
                  <a:pt x="3688" y="643"/>
                  <a:pt x="3688" y="643"/>
                </a:cubicBezTo>
                <a:moveTo>
                  <a:pt x="3657" y="636"/>
                </a:moveTo>
                <a:cubicBezTo>
                  <a:pt x="3687" y="636"/>
                  <a:pt x="3687" y="636"/>
                  <a:pt x="3687" y="636"/>
                </a:cubicBezTo>
                <a:cubicBezTo>
                  <a:pt x="3687" y="633"/>
                  <a:pt x="3687" y="633"/>
                  <a:pt x="3687" y="633"/>
                </a:cubicBezTo>
                <a:cubicBezTo>
                  <a:pt x="3657" y="633"/>
                  <a:pt x="3657" y="633"/>
                  <a:pt x="3657" y="633"/>
                </a:cubicBezTo>
                <a:lnTo>
                  <a:pt x="3657" y="636"/>
                </a:lnTo>
                <a:close/>
                <a:moveTo>
                  <a:pt x="3702" y="636"/>
                </a:moveTo>
                <a:cubicBezTo>
                  <a:pt x="3733" y="636"/>
                  <a:pt x="3733" y="636"/>
                  <a:pt x="3733" y="636"/>
                </a:cubicBezTo>
                <a:cubicBezTo>
                  <a:pt x="3733" y="633"/>
                  <a:pt x="3733" y="633"/>
                  <a:pt x="3733" y="633"/>
                </a:cubicBezTo>
                <a:cubicBezTo>
                  <a:pt x="3702" y="633"/>
                  <a:pt x="3702" y="633"/>
                  <a:pt x="3702" y="633"/>
                </a:cubicBezTo>
                <a:lnTo>
                  <a:pt x="3702" y="636"/>
                </a:lnTo>
                <a:close/>
                <a:moveTo>
                  <a:pt x="3732" y="644"/>
                </a:moveTo>
                <a:cubicBezTo>
                  <a:pt x="3734" y="644"/>
                  <a:pt x="3734" y="644"/>
                  <a:pt x="3734" y="644"/>
                </a:cubicBezTo>
                <a:cubicBezTo>
                  <a:pt x="3734" y="621"/>
                  <a:pt x="3734" y="621"/>
                  <a:pt x="3734" y="621"/>
                </a:cubicBezTo>
                <a:cubicBezTo>
                  <a:pt x="3732" y="621"/>
                  <a:pt x="3732" y="621"/>
                  <a:pt x="3732" y="621"/>
                </a:cubicBezTo>
                <a:lnTo>
                  <a:pt x="3732" y="644"/>
                </a:lnTo>
                <a:close/>
                <a:moveTo>
                  <a:pt x="3744" y="644"/>
                </a:moveTo>
                <a:cubicBezTo>
                  <a:pt x="3746" y="644"/>
                  <a:pt x="3746" y="644"/>
                  <a:pt x="3746" y="644"/>
                </a:cubicBezTo>
                <a:cubicBezTo>
                  <a:pt x="3746" y="622"/>
                  <a:pt x="3746" y="622"/>
                  <a:pt x="3746" y="622"/>
                </a:cubicBezTo>
                <a:cubicBezTo>
                  <a:pt x="3744" y="622"/>
                  <a:pt x="3744" y="622"/>
                  <a:pt x="3744" y="622"/>
                </a:cubicBezTo>
                <a:lnTo>
                  <a:pt x="3744" y="644"/>
                </a:lnTo>
                <a:close/>
                <a:moveTo>
                  <a:pt x="3745" y="636"/>
                </a:moveTo>
                <a:cubicBezTo>
                  <a:pt x="3793" y="636"/>
                  <a:pt x="3793" y="636"/>
                  <a:pt x="3793" y="636"/>
                </a:cubicBezTo>
                <a:cubicBezTo>
                  <a:pt x="3793" y="634"/>
                  <a:pt x="3793" y="634"/>
                  <a:pt x="3793" y="634"/>
                </a:cubicBezTo>
                <a:cubicBezTo>
                  <a:pt x="3745" y="634"/>
                  <a:pt x="3745" y="634"/>
                  <a:pt x="3745" y="634"/>
                </a:cubicBezTo>
                <a:lnTo>
                  <a:pt x="3745" y="636"/>
                </a:lnTo>
                <a:close/>
                <a:moveTo>
                  <a:pt x="3597" y="628"/>
                </a:moveTo>
                <a:cubicBezTo>
                  <a:pt x="3614" y="628"/>
                  <a:pt x="3614" y="628"/>
                  <a:pt x="3614" y="628"/>
                </a:cubicBezTo>
                <a:cubicBezTo>
                  <a:pt x="3624" y="621"/>
                  <a:pt x="3624" y="621"/>
                  <a:pt x="3624" y="621"/>
                </a:cubicBezTo>
                <a:cubicBezTo>
                  <a:pt x="3655" y="621"/>
                  <a:pt x="3655" y="621"/>
                  <a:pt x="3655" y="621"/>
                </a:cubicBezTo>
                <a:cubicBezTo>
                  <a:pt x="3655" y="643"/>
                  <a:pt x="3655" y="643"/>
                  <a:pt x="3655" y="643"/>
                </a:cubicBezTo>
                <a:cubicBezTo>
                  <a:pt x="3658" y="643"/>
                  <a:pt x="3658" y="643"/>
                  <a:pt x="3658" y="643"/>
                </a:cubicBezTo>
                <a:cubicBezTo>
                  <a:pt x="3658" y="618"/>
                  <a:pt x="3658" y="618"/>
                  <a:pt x="3658" y="618"/>
                </a:cubicBezTo>
                <a:cubicBezTo>
                  <a:pt x="3623" y="618"/>
                  <a:pt x="3623" y="618"/>
                  <a:pt x="3623" y="618"/>
                </a:cubicBezTo>
                <a:cubicBezTo>
                  <a:pt x="3613" y="626"/>
                  <a:pt x="3613" y="626"/>
                  <a:pt x="3613" y="626"/>
                </a:cubicBezTo>
                <a:cubicBezTo>
                  <a:pt x="3597" y="626"/>
                  <a:pt x="3597" y="626"/>
                  <a:pt x="3597" y="626"/>
                </a:cubicBezTo>
                <a:cubicBezTo>
                  <a:pt x="3597" y="628"/>
                  <a:pt x="3597" y="628"/>
                  <a:pt x="3597" y="628"/>
                </a:cubicBezTo>
                <a:moveTo>
                  <a:pt x="3597" y="634"/>
                </a:moveTo>
                <a:cubicBezTo>
                  <a:pt x="3622" y="634"/>
                  <a:pt x="3622" y="634"/>
                  <a:pt x="3622" y="634"/>
                </a:cubicBezTo>
                <a:cubicBezTo>
                  <a:pt x="3622" y="644"/>
                  <a:pt x="3622" y="644"/>
                  <a:pt x="3622" y="644"/>
                </a:cubicBezTo>
                <a:cubicBezTo>
                  <a:pt x="3624" y="644"/>
                  <a:pt x="3624" y="644"/>
                  <a:pt x="3624" y="644"/>
                </a:cubicBezTo>
                <a:cubicBezTo>
                  <a:pt x="3624" y="632"/>
                  <a:pt x="3624" y="632"/>
                  <a:pt x="3624" y="632"/>
                </a:cubicBezTo>
                <a:cubicBezTo>
                  <a:pt x="3597" y="632"/>
                  <a:pt x="3597" y="632"/>
                  <a:pt x="3597" y="632"/>
                </a:cubicBezTo>
                <a:cubicBezTo>
                  <a:pt x="3597" y="634"/>
                  <a:pt x="3597" y="634"/>
                  <a:pt x="3597" y="634"/>
                </a:cubicBezTo>
                <a:moveTo>
                  <a:pt x="3751" y="385"/>
                </a:moveTo>
                <a:cubicBezTo>
                  <a:pt x="3753" y="385"/>
                  <a:pt x="3753" y="385"/>
                  <a:pt x="3753" y="385"/>
                </a:cubicBezTo>
                <a:cubicBezTo>
                  <a:pt x="3753" y="375"/>
                  <a:pt x="3753" y="375"/>
                  <a:pt x="3753" y="375"/>
                </a:cubicBezTo>
                <a:cubicBezTo>
                  <a:pt x="3751" y="375"/>
                  <a:pt x="3751" y="375"/>
                  <a:pt x="3751" y="375"/>
                </a:cubicBezTo>
                <a:lnTo>
                  <a:pt x="3751" y="385"/>
                </a:lnTo>
                <a:close/>
                <a:moveTo>
                  <a:pt x="3745" y="385"/>
                </a:moveTo>
                <a:cubicBezTo>
                  <a:pt x="3747" y="385"/>
                  <a:pt x="3747" y="385"/>
                  <a:pt x="3747" y="385"/>
                </a:cubicBezTo>
                <a:cubicBezTo>
                  <a:pt x="3747" y="375"/>
                  <a:pt x="3747" y="375"/>
                  <a:pt x="3747" y="375"/>
                </a:cubicBezTo>
                <a:cubicBezTo>
                  <a:pt x="3745" y="375"/>
                  <a:pt x="3745" y="375"/>
                  <a:pt x="3745" y="375"/>
                </a:cubicBezTo>
                <a:lnTo>
                  <a:pt x="3745" y="385"/>
                </a:lnTo>
                <a:close/>
                <a:moveTo>
                  <a:pt x="3739" y="385"/>
                </a:moveTo>
                <a:cubicBezTo>
                  <a:pt x="3741" y="385"/>
                  <a:pt x="3741" y="385"/>
                  <a:pt x="3741" y="385"/>
                </a:cubicBezTo>
                <a:cubicBezTo>
                  <a:pt x="3741" y="374"/>
                  <a:pt x="3741" y="374"/>
                  <a:pt x="3741" y="374"/>
                </a:cubicBezTo>
                <a:cubicBezTo>
                  <a:pt x="3739" y="374"/>
                  <a:pt x="3739" y="374"/>
                  <a:pt x="3739" y="374"/>
                </a:cubicBezTo>
                <a:lnTo>
                  <a:pt x="3739" y="385"/>
                </a:lnTo>
                <a:close/>
                <a:moveTo>
                  <a:pt x="3735" y="385"/>
                </a:moveTo>
                <a:cubicBezTo>
                  <a:pt x="3737" y="385"/>
                  <a:pt x="3737" y="385"/>
                  <a:pt x="3737" y="385"/>
                </a:cubicBezTo>
                <a:cubicBezTo>
                  <a:pt x="3737" y="375"/>
                  <a:pt x="3737" y="375"/>
                  <a:pt x="3737" y="375"/>
                </a:cubicBezTo>
                <a:cubicBezTo>
                  <a:pt x="3735" y="375"/>
                  <a:pt x="3735" y="375"/>
                  <a:pt x="3735" y="375"/>
                </a:cubicBezTo>
                <a:lnTo>
                  <a:pt x="3735" y="385"/>
                </a:lnTo>
                <a:close/>
                <a:moveTo>
                  <a:pt x="3730" y="385"/>
                </a:moveTo>
                <a:cubicBezTo>
                  <a:pt x="3732" y="385"/>
                  <a:pt x="3732" y="385"/>
                  <a:pt x="3732" y="385"/>
                </a:cubicBezTo>
                <a:cubicBezTo>
                  <a:pt x="3732" y="377"/>
                  <a:pt x="3732" y="377"/>
                  <a:pt x="3732" y="377"/>
                </a:cubicBezTo>
                <a:cubicBezTo>
                  <a:pt x="3730" y="377"/>
                  <a:pt x="3730" y="377"/>
                  <a:pt x="3730" y="377"/>
                </a:cubicBezTo>
                <a:lnTo>
                  <a:pt x="3730" y="385"/>
                </a:lnTo>
                <a:close/>
                <a:moveTo>
                  <a:pt x="3727" y="385"/>
                </a:moveTo>
                <a:cubicBezTo>
                  <a:pt x="3729" y="385"/>
                  <a:pt x="3729" y="385"/>
                  <a:pt x="3729" y="385"/>
                </a:cubicBezTo>
                <a:cubicBezTo>
                  <a:pt x="3729" y="375"/>
                  <a:pt x="3729" y="375"/>
                  <a:pt x="3729" y="375"/>
                </a:cubicBezTo>
                <a:cubicBezTo>
                  <a:pt x="3727" y="375"/>
                  <a:pt x="3727" y="375"/>
                  <a:pt x="3727" y="375"/>
                </a:cubicBezTo>
                <a:lnTo>
                  <a:pt x="3727" y="385"/>
                </a:lnTo>
                <a:close/>
                <a:moveTo>
                  <a:pt x="3722" y="386"/>
                </a:moveTo>
                <a:cubicBezTo>
                  <a:pt x="3724" y="386"/>
                  <a:pt x="3724" y="386"/>
                  <a:pt x="3724" y="386"/>
                </a:cubicBezTo>
                <a:cubicBezTo>
                  <a:pt x="3724" y="375"/>
                  <a:pt x="3724" y="375"/>
                  <a:pt x="3724" y="375"/>
                </a:cubicBezTo>
                <a:cubicBezTo>
                  <a:pt x="3722" y="375"/>
                  <a:pt x="3722" y="375"/>
                  <a:pt x="3722" y="375"/>
                </a:cubicBezTo>
                <a:lnTo>
                  <a:pt x="3722" y="386"/>
                </a:lnTo>
                <a:close/>
                <a:moveTo>
                  <a:pt x="3714" y="377"/>
                </a:moveTo>
                <a:cubicBezTo>
                  <a:pt x="3714" y="385"/>
                  <a:pt x="3714" y="385"/>
                  <a:pt x="3714" y="385"/>
                </a:cubicBezTo>
                <a:cubicBezTo>
                  <a:pt x="3710" y="392"/>
                  <a:pt x="3710" y="392"/>
                  <a:pt x="3710" y="392"/>
                </a:cubicBezTo>
                <a:cubicBezTo>
                  <a:pt x="3708" y="392"/>
                  <a:pt x="3708" y="392"/>
                  <a:pt x="3708" y="392"/>
                </a:cubicBezTo>
                <a:cubicBezTo>
                  <a:pt x="3707" y="392"/>
                  <a:pt x="3707" y="392"/>
                  <a:pt x="3707" y="392"/>
                </a:cubicBezTo>
                <a:cubicBezTo>
                  <a:pt x="3705" y="411"/>
                  <a:pt x="3705" y="411"/>
                  <a:pt x="3705" y="411"/>
                </a:cubicBezTo>
                <a:cubicBezTo>
                  <a:pt x="3702" y="415"/>
                  <a:pt x="3702" y="415"/>
                  <a:pt x="3702" y="415"/>
                </a:cubicBezTo>
                <a:cubicBezTo>
                  <a:pt x="3702" y="416"/>
                  <a:pt x="3702" y="416"/>
                  <a:pt x="3702" y="416"/>
                </a:cubicBezTo>
                <a:cubicBezTo>
                  <a:pt x="3702" y="449"/>
                  <a:pt x="3702" y="449"/>
                  <a:pt x="3702" y="449"/>
                </a:cubicBezTo>
                <a:cubicBezTo>
                  <a:pt x="3705" y="449"/>
                  <a:pt x="3705" y="449"/>
                  <a:pt x="3705" y="449"/>
                </a:cubicBezTo>
                <a:cubicBezTo>
                  <a:pt x="3704" y="416"/>
                  <a:pt x="3704" y="416"/>
                  <a:pt x="3704" y="416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9" y="394"/>
                  <a:pt x="3709" y="394"/>
                  <a:pt x="3709" y="394"/>
                </a:cubicBezTo>
                <a:cubicBezTo>
                  <a:pt x="3711" y="394"/>
                  <a:pt x="3711" y="394"/>
                  <a:pt x="3711" y="394"/>
                </a:cubicBezTo>
                <a:cubicBezTo>
                  <a:pt x="3712" y="394"/>
                  <a:pt x="3712" y="394"/>
                  <a:pt x="3712" y="394"/>
                </a:cubicBezTo>
                <a:cubicBezTo>
                  <a:pt x="3716" y="386"/>
                  <a:pt x="3716" y="386"/>
                  <a:pt x="3716" y="386"/>
                </a:cubicBezTo>
                <a:cubicBezTo>
                  <a:pt x="3716" y="377"/>
                  <a:pt x="3716" y="377"/>
                  <a:pt x="3716" y="377"/>
                </a:cubicBezTo>
                <a:cubicBezTo>
                  <a:pt x="3714" y="377"/>
                  <a:pt x="3714" y="377"/>
                  <a:pt x="3714" y="377"/>
                </a:cubicBezTo>
                <a:moveTo>
                  <a:pt x="3718" y="491"/>
                </a:moveTo>
                <a:cubicBezTo>
                  <a:pt x="3753" y="491"/>
                  <a:pt x="3753" y="491"/>
                  <a:pt x="3753" y="491"/>
                </a:cubicBezTo>
                <a:cubicBezTo>
                  <a:pt x="3753" y="488"/>
                  <a:pt x="3753" y="488"/>
                  <a:pt x="3753" y="488"/>
                </a:cubicBezTo>
                <a:cubicBezTo>
                  <a:pt x="3718" y="488"/>
                  <a:pt x="3718" y="488"/>
                  <a:pt x="3718" y="488"/>
                </a:cubicBezTo>
                <a:lnTo>
                  <a:pt x="3718" y="491"/>
                </a:lnTo>
                <a:close/>
                <a:moveTo>
                  <a:pt x="3718" y="385"/>
                </a:moveTo>
                <a:cubicBezTo>
                  <a:pt x="3720" y="385"/>
                  <a:pt x="3720" y="385"/>
                  <a:pt x="3720" y="385"/>
                </a:cubicBezTo>
                <a:cubicBezTo>
                  <a:pt x="3720" y="375"/>
                  <a:pt x="3720" y="375"/>
                  <a:pt x="3720" y="375"/>
                </a:cubicBezTo>
                <a:cubicBezTo>
                  <a:pt x="3718" y="375"/>
                  <a:pt x="3718" y="375"/>
                  <a:pt x="3718" y="375"/>
                </a:cubicBezTo>
                <a:lnTo>
                  <a:pt x="3718" y="385"/>
                </a:lnTo>
                <a:close/>
                <a:moveTo>
                  <a:pt x="3731" y="500"/>
                </a:moveTo>
                <a:cubicBezTo>
                  <a:pt x="3753" y="500"/>
                  <a:pt x="3753" y="500"/>
                  <a:pt x="3753" y="500"/>
                </a:cubicBezTo>
                <a:cubicBezTo>
                  <a:pt x="3753" y="498"/>
                  <a:pt x="3753" y="498"/>
                  <a:pt x="3753" y="498"/>
                </a:cubicBezTo>
                <a:cubicBezTo>
                  <a:pt x="3731" y="498"/>
                  <a:pt x="3731" y="498"/>
                  <a:pt x="3731" y="498"/>
                </a:cubicBezTo>
                <a:lnTo>
                  <a:pt x="3731" y="500"/>
                </a:lnTo>
                <a:close/>
                <a:moveTo>
                  <a:pt x="3719" y="554"/>
                </a:moveTo>
                <a:cubicBezTo>
                  <a:pt x="3741" y="554"/>
                  <a:pt x="3741" y="554"/>
                  <a:pt x="3741" y="554"/>
                </a:cubicBezTo>
                <a:cubicBezTo>
                  <a:pt x="3741" y="551"/>
                  <a:pt x="3741" y="551"/>
                  <a:pt x="3741" y="551"/>
                </a:cubicBezTo>
                <a:cubicBezTo>
                  <a:pt x="3719" y="551"/>
                  <a:pt x="3719" y="551"/>
                  <a:pt x="3719" y="551"/>
                </a:cubicBezTo>
                <a:lnTo>
                  <a:pt x="3719" y="554"/>
                </a:lnTo>
                <a:close/>
                <a:moveTo>
                  <a:pt x="3730" y="558"/>
                </a:moveTo>
                <a:cubicBezTo>
                  <a:pt x="3752" y="558"/>
                  <a:pt x="3752" y="558"/>
                  <a:pt x="3752" y="558"/>
                </a:cubicBezTo>
                <a:cubicBezTo>
                  <a:pt x="3752" y="556"/>
                  <a:pt x="3752" y="556"/>
                  <a:pt x="3752" y="556"/>
                </a:cubicBezTo>
                <a:cubicBezTo>
                  <a:pt x="3730" y="556"/>
                  <a:pt x="3730" y="556"/>
                  <a:pt x="3730" y="556"/>
                </a:cubicBezTo>
                <a:lnTo>
                  <a:pt x="3730" y="558"/>
                </a:lnTo>
                <a:close/>
                <a:moveTo>
                  <a:pt x="3719" y="589"/>
                </a:moveTo>
                <a:cubicBezTo>
                  <a:pt x="3752" y="589"/>
                  <a:pt x="3752" y="589"/>
                  <a:pt x="3752" y="589"/>
                </a:cubicBezTo>
                <a:cubicBezTo>
                  <a:pt x="3752" y="586"/>
                  <a:pt x="3752" y="586"/>
                  <a:pt x="3752" y="586"/>
                </a:cubicBezTo>
                <a:cubicBezTo>
                  <a:pt x="3719" y="586"/>
                  <a:pt x="3719" y="586"/>
                  <a:pt x="3719" y="586"/>
                </a:cubicBezTo>
                <a:lnTo>
                  <a:pt x="3719" y="589"/>
                </a:lnTo>
                <a:close/>
                <a:moveTo>
                  <a:pt x="3719" y="594"/>
                </a:moveTo>
                <a:cubicBezTo>
                  <a:pt x="3748" y="594"/>
                  <a:pt x="3748" y="594"/>
                  <a:pt x="3748" y="594"/>
                </a:cubicBezTo>
                <a:cubicBezTo>
                  <a:pt x="3748" y="591"/>
                  <a:pt x="3748" y="591"/>
                  <a:pt x="3748" y="591"/>
                </a:cubicBezTo>
                <a:cubicBezTo>
                  <a:pt x="3719" y="591"/>
                  <a:pt x="3719" y="591"/>
                  <a:pt x="3719" y="591"/>
                </a:cubicBezTo>
                <a:lnTo>
                  <a:pt x="3719" y="594"/>
                </a:lnTo>
                <a:close/>
                <a:moveTo>
                  <a:pt x="3757" y="616"/>
                </a:moveTo>
                <a:cubicBezTo>
                  <a:pt x="3759" y="616"/>
                  <a:pt x="3759" y="616"/>
                  <a:pt x="3759" y="616"/>
                </a:cubicBezTo>
                <a:cubicBezTo>
                  <a:pt x="3759" y="420"/>
                  <a:pt x="3759" y="420"/>
                  <a:pt x="3759" y="420"/>
                </a:cubicBezTo>
                <a:cubicBezTo>
                  <a:pt x="3757" y="420"/>
                  <a:pt x="3757" y="420"/>
                  <a:pt x="3757" y="420"/>
                </a:cubicBezTo>
                <a:lnTo>
                  <a:pt x="3757" y="616"/>
                </a:lnTo>
                <a:close/>
                <a:moveTo>
                  <a:pt x="3710" y="607"/>
                </a:moveTo>
                <a:cubicBezTo>
                  <a:pt x="3713" y="607"/>
                  <a:pt x="3713" y="607"/>
                  <a:pt x="3713" y="607"/>
                </a:cubicBezTo>
                <a:cubicBezTo>
                  <a:pt x="3713" y="474"/>
                  <a:pt x="3713" y="474"/>
                  <a:pt x="3713" y="474"/>
                </a:cubicBezTo>
                <a:cubicBezTo>
                  <a:pt x="3710" y="474"/>
                  <a:pt x="3710" y="474"/>
                  <a:pt x="3710" y="474"/>
                </a:cubicBezTo>
                <a:lnTo>
                  <a:pt x="3710" y="607"/>
                </a:lnTo>
                <a:close/>
                <a:moveTo>
                  <a:pt x="3772" y="526"/>
                </a:moveTo>
                <a:cubicBezTo>
                  <a:pt x="3782" y="526"/>
                  <a:pt x="3782" y="526"/>
                  <a:pt x="3782" y="526"/>
                </a:cubicBezTo>
                <a:cubicBezTo>
                  <a:pt x="3782" y="565"/>
                  <a:pt x="3782" y="565"/>
                  <a:pt x="3782" y="565"/>
                </a:cubicBezTo>
                <a:cubicBezTo>
                  <a:pt x="3785" y="565"/>
                  <a:pt x="3785" y="565"/>
                  <a:pt x="3785" y="565"/>
                </a:cubicBezTo>
                <a:cubicBezTo>
                  <a:pt x="3785" y="524"/>
                  <a:pt x="3785" y="524"/>
                  <a:pt x="3785" y="524"/>
                </a:cubicBezTo>
                <a:cubicBezTo>
                  <a:pt x="3772" y="524"/>
                  <a:pt x="3772" y="524"/>
                  <a:pt x="3772" y="524"/>
                </a:cubicBezTo>
                <a:cubicBezTo>
                  <a:pt x="3772" y="526"/>
                  <a:pt x="3772" y="526"/>
                  <a:pt x="3772" y="526"/>
                </a:cubicBezTo>
                <a:moveTo>
                  <a:pt x="3784" y="497"/>
                </a:moveTo>
                <a:cubicBezTo>
                  <a:pt x="3784" y="456"/>
                  <a:pt x="3784" y="456"/>
                  <a:pt x="3784" y="456"/>
                </a:cubicBezTo>
                <a:cubicBezTo>
                  <a:pt x="3796" y="456"/>
                  <a:pt x="3796" y="456"/>
                  <a:pt x="3796" y="456"/>
                </a:cubicBezTo>
                <a:cubicBezTo>
                  <a:pt x="3796" y="454"/>
                  <a:pt x="3796" y="454"/>
                  <a:pt x="3796" y="454"/>
                </a:cubicBezTo>
                <a:cubicBezTo>
                  <a:pt x="3781" y="454"/>
                  <a:pt x="3781" y="454"/>
                  <a:pt x="3781" y="454"/>
                </a:cubicBezTo>
                <a:cubicBezTo>
                  <a:pt x="3781" y="497"/>
                  <a:pt x="3781" y="497"/>
                  <a:pt x="3781" y="497"/>
                </a:cubicBezTo>
                <a:cubicBezTo>
                  <a:pt x="3784" y="497"/>
                  <a:pt x="3784" y="497"/>
                  <a:pt x="3784" y="497"/>
                </a:cubicBezTo>
                <a:moveTo>
                  <a:pt x="3773" y="499"/>
                </a:moveTo>
                <a:cubicBezTo>
                  <a:pt x="3788" y="499"/>
                  <a:pt x="3788" y="499"/>
                  <a:pt x="3788" y="499"/>
                </a:cubicBezTo>
                <a:cubicBezTo>
                  <a:pt x="3788" y="513"/>
                  <a:pt x="3788" y="513"/>
                  <a:pt x="3788" y="513"/>
                </a:cubicBezTo>
                <a:cubicBezTo>
                  <a:pt x="3796" y="513"/>
                  <a:pt x="3796" y="513"/>
                  <a:pt x="3796" y="513"/>
                </a:cubicBezTo>
                <a:cubicBezTo>
                  <a:pt x="3796" y="511"/>
                  <a:pt x="3796" y="511"/>
                  <a:pt x="3796" y="511"/>
                </a:cubicBezTo>
                <a:cubicBezTo>
                  <a:pt x="3790" y="511"/>
                  <a:pt x="3790" y="511"/>
                  <a:pt x="3790" y="511"/>
                </a:cubicBezTo>
                <a:cubicBezTo>
                  <a:pt x="3790" y="496"/>
                  <a:pt x="3790" y="496"/>
                  <a:pt x="3790" y="496"/>
                </a:cubicBezTo>
                <a:cubicBezTo>
                  <a:pt x="3773" y="496"/>
                  <a:pt x="3773" y="496"/>
                  <a:pt x="3773" y="496"/>
                </a:cubicBezTo>
                <a:cubicBezTo>
                  <a:pt x="3773" y="499"/>
                  <a:pt x="3773" y="499"/>
                  <a:pt x="3773" y="499"/>
                </a:cubicBezTo>
                <a:moveTo>
                  <a:pt x="3772" y="566"/>
                </a:moveTo>
                <a:cubicBezTo>
                  <a:pt x="3788" y="566"/>
                  <a:pt x="3788" y="566"/>
                  <a:pt x="3788" y="566"/>
                </a:cubicBezTo>
                <a:cubicBezTo>
                  <a:pt x="3788" y="580"/>
                  <a:pt x="3788" y="580"/>
                  <a:pt x="3788" y="580"/>
                </a:cubicBezTo>
                <a:cubicBezTo>
                  <a:pt x="3793" y="580"/>
                  <a:pt x="3793" y="580"/>
                  <a:pt x="3793" y="580"/>
                </a:cubicBezTo>
                <a:cubicBezTo>
                  <a:pt x="3793" y="578"/>
                  <a:pt x="3793" y="578"/>
                  <a:pt x="3793" y="578"/>
                </a:cubicBezTo>
                <a:cubicBezTo>
                  <a:pt x="3790" y="578"/>
                  <a:pt x="3790" y="578"/>
                  <a:pt x="3790" y="578"/>
                </a:cubicBezTo>
                <a:cubicBezTo>
                  <a:pt x="3790" y="564"/>
                  <a:pt x="3790" y="564"/>
                  <a:pt x="3790" y="564"/>
                </a:cubicBezTo>
                <a:cubicBezTo>
                  <a:pt x="3772" y="564"/>
                  <a:pt x="3772" y="564"/>
                  <a:pt x="3772" y="564"/>
                </a:cubicBezTo>
                <a:cubicBezTo>
                  <a:pt x="3772" y="566"/>
                  <a:pt x="3772" y="566"/>
                  <a:pt x="3772" y="566"/>
                </a:cubicBezTo>
                <a:moveTo>
                  <a:pt x="3770" y="435"/>
                </a:moveTo>
                <a:cubicBezTo>
                  <a:pt x="3775" y="435"/>
                  <a:pt x="3775" y="435"/>
                  <a:pt x="3775" y="435"/>
                </a:cubicBezTo>
                <a:cubicBezTo>
                  <a:pt x="3778" y="432"/>
                  <a:pt x="3778" y="432"/>
                  <a:pt x="3778" y="432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7" y="436"/>
                  <a:pt x="3787" y="436"/>
                  <a:pt x="3787" y="436"/>
                </a:cubicBezTo>
                <a:cubicBezTo>
                  <a:pt x="3787" y="442"/>
                  <a:pt x="3787" y="442"/>
                  <a:pt x="3787" y="442"/>
                </a:cubicBezTo>
                <a:cubicBezTo>
                  <a:pt x="3795" y="442"/>
                  <a:pt x="3795" y="442"/>
                  <a:pt x="3795" y="442"/>
                </a:cubicBezTo>
                <a:cubicBezTo>
                  <a:pt x="3795" y="440"/>
                  <a:pt x="3795" y="440"/>
                  <a:pt x="3795" y="440"/>
                </a:cubicBezTo>
                <a:cubicBezTo>
                  <a:pt x="3789" y="440"/>
                  <a:pt x="3789" y="440"/>
                  <a:pt x="3789" y="440"/>
                </a:cubicBezTo>
                <a:cubicBezTo>
                  <a:pt x="3789" y="434"/>
                  <a:pt x="3789" y="434"/>
                  <a:pt x="3789" y="434"/>
                </a:cubicBezTo>
                <a:cubicBezTo>
                  <a:pt x="3783" y="434"/>
                  <a:pt x="3783" y="434"/>
                  <a:pt x="3783" y="434"/>
                </a:cubicBezTo>
                <a:cubicBezTo>
                  <a:pt x="3779" y="430"/>
                  <a:pt x="3779" y="430"/>
                  <a:pt x="3779" y="430"/>
                </a:cubicBezTo>
                <a:cubicBezTo>
                  <a:pt x="3778" y="429"/>
                  <a:pt x="3778" y="429"/>
                  <a:pt x="3778" y="429"/>
                </a:cubicBezTo>
                <a:cubicBezTo>
                  <a:pt x="3775" y="433"/>
                  <a:pt x="3775" y="433"/>
                  <a:pt x="3775" y="433"/>
                </a:cubicBezTo>
                <a:cubicBezTo>
                  <a:pt x="3770" y="433"/>
                  <a:pt x="3770" y="433"/>
                  <a:pt x="3770" y="433"/>
                </a:cubicBezTo>
                <a:cubicBezTo>
                  <a:pt x="3770" y="435"/>
                  <a:pt x="3770" y="435"/>
                  <a:pt x="3770" y="435"/>
                </a:cubicBezTo>
                <a:moveTo>
                  <a:pt x="3713" y="418"/>
                </a:moveTo>
                <a:cubicBezTo>
                  <a:pt x="3715" y="418"/>
                  <a:pt x="3715" y="418"/>
                  <a:pt x="3715" y="418"/>
                </a:cubicBezTo>
                <a:cubicBezTo>
                  <a:pt x="3715" y="387"/>
                  <a:pt x="3715" y="387"/>
                  <a:pt x="3715" y="387"/>
                </a:cubicBezTo>
                <a:cubicBezTo>
                  <a:pt x="3713" y="387"/>
                  <a:pt x="3713" y="387"/>
                  <a:pt x="3713" y="387"/>
                </a:cubicBezTo>
                <a:lnTo>
                  <a:pt x="3713" y="418"/>
                </a:lnTo>
                <a:close/>
                <a:moveTo>
                  <a:pt x="3807" y="323"/>
                </a:moveTo>
                <a:cubicBezTo>
                  <a:pt x="3823" y="318"/>
                  <a:pt x="3823" y="318"/>
                  <a:pt x="3823" y="318"/>
                </a:cubicBezTo>
                <a:cubicBezTo>
                  <a:pt x="3855" y="321"/>
                  <a:pt x="3855" y="321"/>
                  <a:pt x="3855" y="321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23" y="316"/>
                  <a:pt x="3823" y="316"/>
                  <a:pt x="3823" y="316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807" y="323"/>
                  <a:pt x="3807" y="323"/>
                  <a:pt x="3807" y="323"/>
                </a:cubicBezTo>
                <a:moveTo>
                  <a:pt x="3718" y="439"/>
                </a:moveTo>
                <a:cubicBezTo>
                  <a:pt x="3752" y="439"/>
                  <a:pt x="3752" y="439"/>
                  <a:pt x="3752" y="439"/>
                </a:cubicBezTo>
                <a:cubicBezTo>
                  <a:pt x="3752" y="437"/>
                  <a:pt x="3752" y="437"/>
                  <a:pt x="3752" y="437"/>
                </a:cubicBezTo>
                <a:cubicBezTo>
                  <a:pt x="3718" y="437"/>
                  <a:pt x="3718" y="437"/>
                  <a:pt x="3718" y="437"/>
                </a:cubicBezTo>
                <a:lnTo>
                  <a:pt x="3718" y="439"/>
                </a:lnTo>
                <a:close/>
                <a:moveTo>
                  <a:pt x="3730" y="449"/>
                </a:moveTo>
                <a:cubicBezTo>
                  <a:pt x="3752" y="449"/>
                  <a:pt x="3752" y="449"/>
                  <a:pt x="3752" y="449"/>
                </a:cubicBezTo>
                <a:cubicBezTo>
                  <a:pt x="3752" y="447"/>
                  <a:pt x="3752" y="447"/>
                  <a:pt x="3752" y="447"/>
                </a:cubicBezTo>
                <a:cubicBezTo>
                  <a:pt x="3730" y="447"/>
                  <a:pt x="3730" y="447"/>
                  <a:pt x="3730" y="447"/>
                </a:cubicBezTo>
                <a:lnTo>
                  <a:pt x="3730" y="449"/>
                </a:lnTo>
                <a:close/>
                <a:moveTo>
                  <a:pt x="3763" y="549"/>
                </a:moveTo>
                <a:cubicBezTo>
                  <a:pt x="3765" y="549"/>
                  <a:pt x="3765" y="549"/>
                  <a:pt x="3765" y="549"/>
                </a:cubicBezTo>
                <a:cubicBezTo>
                  <a:pt x="3765" y="416"/>
                  <a:pt x="3765" y="416"/>
                  <a:pt x="3765" y="416"/>
                </a:cubicBezTo>
                <a:cubicBezTo>
                  <a:pt x="3763" y="416"/>
                  <a:pt x="3763" y="416"/>
                  <a:pt x="3763" y="416"/>
                </a:cubicBezTo>
                <a:lnTo>
                  <a:pt x="3763" y="549"/>
                </a:lnTo>
                <a:close/>
                <a:moveTo>
                  <a:pt x="3762" y="606"/>
                </a:moveTo>
                <a:cubicBezTo>
                  <a:pt x="3764" y="606"/>
                  <a:pt x="3764" y="606"/>
                  <a:pt x="3764" y="606"/>
                </a:cubicBezTo>
                <a:cubicBezTo>
                  <a:pt x="3764" y="560"/>
                  <a:pt x="3764" y="560"/>
                  <a:pt x="3764" y="560"/>
                </a:cubicBezTo>
                <a:cubicBezTo>
                  <a:pt x="3762" y="560"/>
                  <a:pt x="3762" y="560"/>
                  <a:pt x="3762" y="560"/>
                </a:cubicBezTo>
                <a:lnTo>
                  <a:pt x="3762" y="606"/>
                </a:lnTo>
                <a:close/>
                <a:moveTo>
                  <a:pt x="3886" y="607"/>
                </a:moveTo>
                <a:cubicBezTo>
                  <a:pt x="3888" y="607"/>
                  <a:pt x="3888" y="607"/>
                  <a:pt x="3888" y="607"/>
                </a:cubicBezTo>
                <a:cubicBezTo>
                  <a:pt x="3888" y="440"/>
                  <a:pt x="3888" y="440"/>
                  <a:pt x="3888" y="440"/>
                </a:cubicBezTo>
                <a:cubicBezTo>
                  <a:pt x="3886" y="440"/>
                  <a:pt x="3886" y="440"/>
                  <a:pt x="3886" y="440"/>
                </a:cubicBezTo>
                <a:lnTo>
                  <a:pt x="3886" y="607"/>
                </a:lnTo>
                <a:close/>
                <a:moveTo>
                  <a:pt x="3860" y="607"/>
                </a:moveTo>
                <a:cubicBezTo>
                  <a:pt x="3862" y="607"/>
                  <a:pt x="3862" y="607"/>
                  <a:pt x="3862" y="607"/>
                </a:cubicBezTo>
                <a:cubicBezTo>
                  <a:pt x="3862" y="439"/>
                  <a:pt x="3862" y="439"/>
                  <a:pt x="3862" y="439"/>
                </a:cubicBezTo>
                <a:cubicBezTo>
                  <a:pt x="3860" y="439"/>
                  <a:pt x="3860" y="439"/>
                  <a:pt x="3860" y="439"/>
                </a:cubicBezTo>
                <a:lnTo>
                  <a:pt x="3860" y="607"/>
                </a:lnTo>
                <a:close/>
                <a:moveTo>
                  <a:pt x="3879" y="629"/>
                </a:moveTo>
                <a:cubicBezTo>
                  <a:pt x="4000" y="629"/>
                  <a:pt x="4000" y="629"/>
                  <a:pt x="4000" y="629"/>
                </a:cubicBezTo>
                <a:cubicBezTo>
                  <a:pt x="4000" y="627"/>
                  <a:pt x="4000" y="627"/>
                  <a:pt x="4000" y="627"/>
                </a:cubicBezTo>
                <a:cubicBezTo>
                  <a:pt x="3879" y="627"/>
                  <a:pt x="3879" y="627"/>
                  <a:pt x="3879" y="627"/>
                </a:cubicBezTo>
                <a:lnTo>
                  <a:pt x="3879" y="629"/>
                </a:lnTo>
                <a:close/>
                <a:moveTo>
                  <a:pt x="4000" y="564"/>
                </a:moveTo>
                <a:cubicBezTo>
                  <a:pt x="4016" y="564"/>
                  <a:pt x="4016" y="564"/>
                  <a:pt x="4016" y="564"/>
                </a:cubicBezTo>
                <a:cubicBezTo>
                  <a:pt x="4016" y="562"/>
                  <a:pt x="4016" y="562"/>
                  <a:pt x="4016" y="562"/>
                </a:cubicBezTo>
                <a:cubicBezTo>
                  <a:pt x="4000" y="562"/>
                  <a:pt x="4000" y="562"/>
                  <a:pt x="4000" y="562"/>
                </a:cubicBezTo>
                <a:lnTo>
                  <a:pt x="4000" y="564"/>
                </a:lnTo>
                <a:close/>
                <a:moveTo>
                  <a:pt x="3676" y="534"/>
                </a:moveTo>
                <a:cubicBezTo>
                  <a:pt x="3678" y="534"/>
                  <a:pt x="3678" y="534"/>
                  <a:pt x="3678" y="534"/>
                </a:cubicBezTo>
                <a:cubicBezTo>
                  <a:pt x="3678" y="451"/>
                  <a:pt x="3678" y="451"/>
                  <a:pt x="3678" y="451"/>
                </a:cubicBezTo>
                <a:cubicBezTo>
                  <a:pt x="3676" y="451"/>
                  <a:pt x="3676" y="451"/>
                  <a:pt x="3676" y="451"/>
                </a:cubicBezTo>
                <a:lnTo>
                  <a:pt x="3676" y="534"/>
                </a:lnTo>
                <a:close/>
                <a:moveTo>
                  <a:pt x="3676" y="453"/>
                </a:moveTo>
                <a:cubicBezTo>
                  <a:pt x="3676" y="537"/>
                  <a:pt x="3676" y="537"/>
                  <a:pt x="3676" y="537"/>
                </a:cubicBezTo>
                <a:cubicBezTo>
                  <a:pt x="3680" y="537"/>
                  <a:pt x="3680" y="537"/>
                  <a:pt x="3680" y="537"/>
                </a:cubicBezTo>
                <a:cubicBezTo>
                  <a:pt x="3680" y="586"/>
                  <a:pt x="3680" y="586"/>
                  <a:pt x="3680" y="586"/>
                </a:cubicBezTo>
                <a:cubicBezTo>
                  <a:pt x="3694" y="586"/>
                  <a:pt x="3694" y="586"/>
                  <a:pt x="3694" y="586"/>
                </a:cubicBezTo>
                <a:cubicBezTo>
                  <a:pt x="3694" y="584"/>
                  <a:pt x="3694" y="584"/>
                  <a:pt x="3694" y="584"/>
                </a:cubicBezTo>
                <a:cubicBezTo>
                  <a:pt x="3683" y="584"/>
                  <a:pt x="3683" y="584"/>
                  <a:pt x="3683" y="584"/>
                </a:cubicBezTo>
                <a:cubicBezTo>
                  <a:pt x="3683" y="535"/>
                  <a:pt x="3683" y="535"/>
                  <a:pt x="3683" y="535"/>
                </a:cubicBezTo>
                <a:cubicBezTo>
                  <a:pt x="3678" y="535"/>
                  <a:pt x="3678" y="535"/>
                  <a:pt x="3678" y="535"/>
                </a:cubicBezTo>
                <a:cubicBezTo>
                  <a:pt x="3678" y="453"/>
                  <a:pt x="3678" y="453"/>
                  <a:pt x="3678" y="453"/>
                </a:cubicBezTo>
                <a:cubicBezTo>
                  <a:pt x="3676" y="453"/>
                  <a:pt x="3676" y="453"/>
                  <a:pt x="3676" y="453"/>
                </a:cubicBezTo>
                <a:moveTo>
                  <a:pt x="3642" y="476"/>
                </a:moveTo>
                <a:cubicBezTo>
                  <a:pt x="3644" y="476"/>
                  <a:pt x="3644" y="476"/>
                  <a:pt x="3644" y="476"/>
                </a:cubicBezTo>
                <a:cubicBezTo>
                  <a:pt x="3644" y="433"/>
                  <a:pt x="3644" y="433"/>
                  <a:pt x="3644" y="433"/>
                </a:cubicBezTo>
                <a:cubicBezTo>
                  <a:pt x="3642" y="433"/>
                  <a:pt x="3642" y="433"/>
                  <a:pt x="3642" y="433"/>
                </a:cubicBezTo>
                <a:lnTo>
                  <a:pt x="3642" y="476"/>
                </a:lnTo>
                <a:close/>
                <a:moveTo>
                  <a:pt x="3652" y="476"/>
                </a:moveTo>
                <a:cubicBezTo>
                  <a:pt x="3655" y="476"/>
                  <a:pt x="3655" y="476"/>
                  <a:pt x="3655" y="476"/>
                </a:cubicBezTo>
                <a:cubicBezTo>
                  <a:pt x="3655" y="433"/>
                  <a:pt x="3655" y="433"/>
                  <a:pt x="3655" y="433"/>
                </a:cubicBezTo>
                <a:cubicBezTo>
                  <a:pt x="3652" y="433"/>
                  <a:pt x="3652" y="433"/>
                  <a:pt x="3652" y="433"/>
                </a:cubicBezTo>
                <a:lnTo>
                  <a:pt x="3652" y="476"/>
                </a:lnTo>
                <a:close/>
                <a:moveTo>
                  <a:pt x="3597" y="490"/>
                </a:moveTo>
                <a:cubicBezTo>
                  <a:pt x="3612" y="486"/>
                  <a:pt x="3612" y="486"/>
                  <a:pt x="3612" y="486"/>
                </a:cubicBezTo>
                <a:cubicBezTo>
                  <a:pt x="3661" y="486"/>
                  <a:pt x="3661" y="486"/>
                  <a:pt x="3661" y="486"/>
                </a:cubicBezTo>
                <a:cubicBezTo>
                  <a:pt x="3661" y="484"/>
                  <a:pt x="3661" y="484"/>
                  <a:pt x="3661" y="484"/>
                </a:cubicBezTo>
                <a:cubicBezTo>
                  <a:pt x="3611" y="484"/>
                  <a:pt x="3611" y="484"/>
                  <a:pt x="3611" y="484"/>
                </a:cubicBezTo>
                <a:cubicBezTo>
                  <a:pt x="3597" y="488"/>
                  <a:pt x="3597" y="488"/>
                  <a:pt x="3597" y="488"/>
                </a:cubicBezTo>
                <a:cubicBezTo>
                  <a:pt x="3597" y="490"/>
                  <a:pt x="3597" y="490"/>
                  <a:pt x="3597" y="490"/>
                </a:cubicBezTo>
                <a:moveTo>
                  <a:pt x="3670" y="626"/>
                </a:moveTo>
                <a:cubicBezTo>
                  <a:pt x="3672" y="626"/>
                  <a:pt x="3672" y="626"/>
                  <a:pt x="3672" y="626"/>
                </a:cubicBezTo>
                <a:cubicBezTo>
                  <a:pt x="3672" y="572"/>
                  <a:pt x="3672" y="572"/>
                  <a:pt x="3672" y="572"/>
                </a:cubicBezTo>
                <a:cubicBezTo>
                  <a:pt x="3670" y="572"/>
                  <a:pt x="3670" y="572"/>
                  <a:pt x="3670" y="572"/>
                </a:cubicBezTo>
                <a:lnTo>
                  <a:pt x="3670" y="626"/>
                </a:lnTo>
                <a:close/>
                <a:moveTo>
                  <a:pt x="3662" y="573"/>
                </a:moveTo>
                <a:cubicBezTo>
                  <a:pt x="3682" y="573"/>
                  <a:pt x="3682" y="573"/>
                  <a:pt x="3682" y="573"/>
                </a:cubicBezTo>
                <a:cubicBezTo>
                  <a:pt x="3682" y="571"/>
                  <a:pt x="3682" y="571"/>
                  <a:pt x="3682" y="571"/>
                </a:cubicBezTo>
                <a:cubicBezTo>
                  <a:pt x="3662" y="571"/>
                  <a:pt x="3662" y="571"/>
                  <a:pt x="3662" y="571"/>
                </a:cubicBezTo>
                <a:lnTo>
                  <a:pt x="3662" y="573"/>
                </a:lnTo>
                <a:close/>
                <a:moveTo>
                  <a:pt x="3560" y="7"/>
                </a:moveTo>
                <a:cubicBezTo>
                  <a:pt x="3561" y="9"/>
                  <a:pt x="3563" y="15"/>
                  <a:pt x="3564" y="19"/>
                </a:cubicBezTo>
                <a:cubicBezTo>
                  <a:pt x="3565" y="24"/>
                  <a:pt x="3565" y="28"/>
                  <a:pt x="3565" y="28"/>
                </a:cubicBezTo>
                <a:cubicBezTo>
                  <a:pt x="3568" y="28"/>
                  <a:pt x="3568" y="28"/>
                  <a:pt x="3568" y="28"/>
                </a:cubicBezTo>
                <a:cubicBezTo>
                  <a:pt x="3568" y="28"/>
                  <a:pt x="3567" y="23"/>
                  <a:pt x="3566" y="19"/>
                </a:cubicBezTo>
                <a:cubicBezTo>
                  <a:pt x="3565" y="14"/>
                  <a:pt x="3564" y="9"/>
                  <a:pt x="3561" y="6"/>
                </a:cubicBezTo>
                <a:cubicBezTo>
                  <a:pt x="3560" y="7"/>
                  <a:pt x="3560" y="7"/>
                  <a:pt x="3560" y="7"/>
                </a:cubicBezTo>
                <a:moveTo>
                  <a:pt x="3556" y="9"/>
                </a:moveTo>
                <a:cubicBezTo>
                  <a:pt x="3559" y="13"/>
                  <a:pt x="3559" y="22"/>
                  <a:pt x="3559" y="25"/>
                </a:cubicBezTo>
                <a:cubicBezTo>
                  <a:pt x="3559" y="26"/>
                  <a:pt x="3559" y="27"/>
                  <a:pt x="3559" y="27"/>
                </a:cubicBezTo>
                <a:cubicBezTo>
                  <a:pt x="3562" y="27"/>
                  <a:pt x="3562" y="27"/>
                  <a:pt x="3562" y="27"/>
                </a:cubicBezTo>
                <a:cubicBezTo>
                  <a:pt x="3562" y="27"/>
                  <a:pt x="3562" y="26"/>
                  <a:pt x="3562" y="25"/>
                </a:cubicBezTo>
                <a:cubicBezTo>
                  <a:pt x="3562" y="22"/>
                  <a:pt x="3561" y="13"/>
                  <a:pt x="3558" y="8"/>
                </a:cubicBezTo>
                <a:cubicBezTo>
                  <a:pt x="3556" y="9"/>
                  <a:pt x="3556" y="9"/>
                  <a:pt x="3556" y="9"/>
                </a:cubicBezTo>
                <a:moveTo>
                  <a:pt x="3551" y="8"/>
                </a:moveTo>
                <a:cubicBezTo>
                  <a:pt x="3553" y="10"/>
                  <a:pt x="3554" y="14"/>
                  <a:pt x="3554" y="17"/>
                </a:cubicBezTo>
                <a:cubicBezTo>
                  <a:pt x="3555" y="21"/>
                  <a:pt x="3555" y="24"/>
                  <a:pt x="3555" y="26"/>
                </a:cubicBezTo>
                <a:cubicBezTo>
                  <a:pt x="3555" y="27"/>
                  <a:pt x="3555" y="27"/>
                  <a:pt x="3555" y="27"/>
                </a:cubicBezTo>
                <a:cubicBezTo>
                  <a:pt x="3557" y="27"/>
                  <a:pt x="3557" y="27"/>
                  <a:pt x="3557" y="27"/>
                </a:cubicBezTo>
                <a:cubicBezTo>
                  <a:pt x="3557" y="26"/>
                  <a:pt x="3557" y="26"/>
                  <a:pt x="3557" y="26"/>
                </a:cubicBezTo>
                <a:cubicBezTo>
                  <a:pt x="3557" y="24"/>
                  <a:pt x="3557" y="21"/>
                  <a:pt x="3556" y="17"/>
                </a:cubicBezTo>
                <a:cubicBezTo>
                  <a:pt x="3556" y="13"/>
                  <a:pt x="3555" y="9"/>
                  <a:pt x="3553" y="7"/>
                </a:cubicBezTo>
                <a:cubicBezTo>
                  <a:pt x="3551" y="8"/>
                  <a:pt x="3551" y="8"/>
                  <a:pt x="3551" y="8"/>
                </a:cubicBezTo>
                <a:moveTo>
                  <a:pt x="3547" y="9"/>
                </a:moveTo>
                <a:cubicBezTo>
                  <a:pt x="3548" y="11"/>
                  <a:pt x="3548" y="15"/>
                  <a:pt x="3548" y="19"/>
                </a:cubicBezTo>
                <a:cubicBezTo>
                  <a:pt x="3549" y="22"/>
                  <a:pt x="3549" y="25"/>
                  <a:pt x="3549" y="25"/>
                </a:cubicBezTo>
                <a:cubicBezTo>
                  <a:pt x="3551" y="25"/>
                  <a:pt x="3551" y="25"/>
                  <a:pt x="3551" y="25"/>
                </a:cubicBezTo>
                <a:cubicBezTo>
                  <a:pt x="3551" y="25"/>
                  <a:pt x="3550" y="14"/>
                  <a:pt x="3549" y="8"/>
                </a:cubicBezTo>
                <a:cubicBezTo>
                  <a:pt x="3547" y="9"/>
                  <a:pt x="3547" y="9"/>
                  <a:pt x="3547" y="9"/>
                </a:cubicBezTo>
                <a:moveTo>
                  <a:pt x="3543" y="8"/>
                </a:moveTo>
                <a:cubicBezTo>
                  <a:pt x="3543" y="11"/>
                  <a:pt x="3544" y="15"/>
                  <a:pt x="3544" y="18"/>
                </a:cubicBezTo>
                <a:cubicBezTo>
                  <a:pt x="3544" y="22"/>
                  <a:pt x="3544" y="25"/>
                  <a:pt x="3544" y="25"/>
                </a:cubicBezTo>
                <a:cubicBezTo>
                  <a:pt x="3547" y="25"/>
                  <a:pt x="3547" y="25"/>
                  <a:pt x="3547" y="25"/>
                </a:cubicBezTo>
                <a:cubicBezTo>
                  <a:pt x="3547" y="25"/>
                  <a:pt x="3546" y="13"/>
                  <a:pt x="3545" y="8"/>
                </a:cubicBezTo>
                <a:cubicBezTo>
                  <a:pt x="3543" y="8"/>
                  <a:pt x="3543" y="8"/>
                  <a:pt x="3543" y="8"/>
                </a:cubicBezTo>
                <a:moveTo>
                  <a:pt x="3537" y="4"/>
                </a:moveTo>
                <a:cubicBezTo>
                  <a:pt x="3538" y="7"/>
                  <a:pt x="3539" y="13"/>
                  <a:pt x="3539" y="17"/>
                </a:cubicBezTo>
                <a:cubicBezTo>
                  <a:pt x="3540" y="21"/>
                  <a:pt x="3540" y="25"/>
                  <a:pt x="3540" y="25"/>
                </a:cubicBezTo>
                <a:cubicBezTo>
                  <a:pt x="3542" y="25"/>
                  <a:pt x="3542" y="25"/>
                  <a:pt x="3542" y="25"/>
                </a:cubicBezTo>
                <a:cubicBezTo>
                  <a:pt x="3542" y="25"/>
                  <a:pt x="3542" y="11"/>
                  <a:pt x="3539" y="3"/>
                </a:cubicBezTo>
                <a:cubicBezTo>
                  <a:pt x="3537" y="4"/>
                  <a:pt x="3537" y="4"/>
                  <a:pt x="3537" y="4"/>
                </a:cubicBezTo>
                <a:moveTo>
                  <a:pt x="3503" y="68"/>
                </a:moveTo>
                <a:cubicBezTo>
                  <a:pt x="3515" y="60"/>
                  <a:pt x="3515" y="60"/>
                  <a:pt x="3515" y="60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02" y="66"/>
                  <a:pt x="3502" y="66"/>
                  <a:pt x="3502" y="66"/>
                </a:cubicBezTo>
                <a:moveTo>
                  <a:pt x="3512" y="35"/>
                </a:moveTo>
                <a:cubicBezTo>
                  <a:pt x="3524" y="30"/>
                  <a:pt x="3524" y="30"/>
                  <a:pt x="3524" y="30"/>
                </a:cubicBezTo>
                <a:cubicBezTo>
                  <a:pt x="3523" y="28"/>
                  <a:pt x="3523" y="28"/>
                  <a:pt x="3523" y="28"/>
                </a:cubicBezTo>
                <a:cubicBezTo>
                  <a:pt x="3511" y="33"/>
                  <a:pt x="3511" y="33"/>
                  <a:pt x="3511" y="33"/>
                </a:cubicBezTo>
                <a:moveTo>
                  <a:pt x="3519" y="670"/>
                </a:moveTo>
                <a:cubicBezTo>
                  <a:pt x="3519" y="178"/>
                  <a:pt x="3519" y="178"/>
                  <a:pt x="3519" y="178"/>
                </a:cubicBezTo>
                <a:cubicBezTo>
                  <a:pt x="3518" y="178"/>
                  <a:pt x="3518" y="178"/>
                  <a:pt x="3518" y="178"/>
                </a:cubicBezTo>
                <a:cubicBezTo>
                  <a:pt x="3519" y="178"/>
                  <a:pt x="3519" y="178"/>
                  <a:pt x="3519" y="17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2" y="74"/>
                  <a:pt x="3522" y="74"/>
                  <a:pt x="3522" y="74"/>
                </a:cubicBezTo>
                <a:cubicBezTo>
                  <a:pt x="3524" y="72"/>
                  <a:pt x="3524" y="72"/>
                  <a:pt x="3524" y="72"/>
                </a:cubicBezTo>
                <a:cubicBezTo>
                  <a:pt x="3525" y="72"/>
                  <a:pt x="3525" y="72"/>
                  <a:pt x="3525" y="72"/>
                </a:cubicBezTo>
                <a:cubicBezTo>
                  <a:pt x="3528" y="46"/>
                  <a:pt x="3528" y="46"/>
                  <a:pt x="3528" y="46"/>
                </a:cubicBezTo>
                <a:cubicBezTo>
                  <a:pt x="3532" y="44"/>
                  <a:pt x="3532" y="44"/>
                  <a:pt x="3532" y="44"/>
                </a:cubicBezTo>
                <a:cubicBezTo>
                  <a:pt x="3538" y="45"/>
                  <a:pt x="3538" y="45"/>
                  <a:pt x="3538" y="45"/>
                </a:cubicBezTo>
                <a:cubicBezTo>
                  <a:pt x="3539" y="43"/>
                  <a:pt x="3539" y="43"/>
                  <a:pt x="3539" y="43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27" y="44"/>
                  <a:pt x="3527" y="44"/>
                  <a:pt x="3527" y="44"/>
                </a:cubicBezTo>
                <a:cubicBezTo>
                  <a:pt x="3526" y="44"/>
                  <a:pt x="3526" y="44"/>
                  <a:pt x="3526" y="44"/>
                </a:cubicBezTo>
                <a:cubicBezTo>
                  <a:pt x="3523" y="71"/>
                  <a:pt x="3523" y="71"/>
                  <a:pt x="3523" y="71"/>
                </a:cubicBezTo>
                <a:cubicBezTo>
                  <a:pt x="3521" y="73"/>
                  <a:pt x="3521" y="73"/>
                  <a:pt x="3521" y="73"/>
                </a:cubicBezTo>
                <a:cubicBezTo>
                  <a:pt x="3520" y="73"/>
                  <a:pt x="3520" y="73"/>
                  <a:pt x="3520" y="73"/>
                </a:cubicBezTo>
                <a:cubicBezTo>
                  <a:pt x="3518" y="108"/>
                  <a:pt x="3518" y="108"/>
                  <a:pt x="3518" y="108"/>
                </a:cubicBezTo>
                <a:cubicBezTo>
                  <a:pt x="3516" y="178"/>
                  <a:pt x="3516" y="178"/>
                  <a:pt x="3516" y="178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9" y="670"/>
                  <a:pt x="3519" y="670"/>
                  <a:pt x="3519" y="670"/>
                </a:cubicBezTo>
                <a:moveTo>
                  <a:pt x="3545" y="100"/>
                </a:moveTo>
                <a:cubicBezTo>
                  <a:pt x="3545" y="59"/>
                  <a:pt x="3545" y="59"/>
                  <a:pt x="3545" y="59"/>
                </a:cubicBezTo>
                <a:cubicBezTo>
                  <a:pt x="3580" y="62"/>
                  <a:pt x="3580" y="62"/>
                  <a:pt x="3580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64"/>
                  <a:pt x="3590" y="64"/>
                  <a:pt x="3590" y="64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42" y="56"/>
                  <a:pt x="3542" y="56"/>
                  <a:pt x="3542" y="56"/>
                </a:cubicBezTo>
                <a:cubicBezTo>
                  <a:pt x="3542" y="100"/>
                  <a:pt x="3542" y="100"/>
                  <a:pt x="3542" y="100"/>
                </a:cubicBezTo>
                <a:cubicBezTo>
                  <a:pt x="3545" y="100"/>
                  <a:pt x="3545" y="100"/>
                  <a:pt x="3545" y="100"/>
                </a:cubicBezTo>
                <a:moveTo>
                  <a:pt x="3537" y="37"/>
                </a:moveTo>
                <a:cubicBezTo>
                  <a:pt x="3577" y="41"/>
                  <a:pt x="3577" y="41"/>
                  <a:pt x="3577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37" y="35"/>
                  <a:pt x="3537" y="35"/>
                  <a:pt x="3537" y="35"/>
                </a:cubicBezTo>
                <a:moveTo>
                  <a:pt x="3507" y="51"/>
                </a:moveTo>
                <a:cubicBezTo>
                  <a:pt x="3522" y="40"/>
                  <a:pt x="3522" y="40"/>
                  <a:pt x="352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7" y="36"/>
                  <a:pt x="3537" y="36"/>
                  <a:pt x="3537" y="36"/>
                </a:cubicBezTo>
                <a:cubicBezTo>
                  <a:pt x="3536" y="35"/>
                  <a:pt x="3536" y="35"/>
                  <a:pt x="3536" y="35"/>
                </a:cubicBezTo>
                <a:cubicBezTo>
                  <a:pt x="3532" y="38"/>
                  <a:pt x="3532" y="38"/>
                  <a:pt x="3532" y="38"/>
                </a:cubicBezTo>
                <a:cubicBezTo>
                  <a:pt x="3522" y="38"/>
                  <a:pt x="3522" y="38"/>
                  <a:pt x="3522" y="38"/>
                </a:cubicBezTo>
                <a:cubicBezTo>
                  <a:pt x="3521" y="38"/>
                  <a:pt x="3521" y="38"/>
                  <a:pt x="3521" y="38"/>
                </a:cubicBezTo>
                <a:cubicBezTo>
                  <a:pt x="3506" y="50"/>
                  <a:pt x="3506" y="50"/>
                  <a:pt x="3506" y="50"/>
                </a:cubicBezTo>
                <a:cubicBezTo>
                  <a:pt x="3507" y="51"/>
                  <a:pt x="3507" y="51"/>
                  <a:pt x="3507" y="51"/>
                </a:cubicBezTo>
                <a:moveTo>
                  <a:pt x="3577" y="37"/>
                </a:moveTo>
                <a:cubicBezTo>
                  <a:pt x="3583" y="38"/>
                  <a:pt x="3583" y="38"/>
                  <a:pt x="3583" y="38"/>
                </a:cubicBezTo>
                <a:cubicBezTo>
                  <a:pt x="3584" y="36"/>
                  <a:pt x="3584" y="36"/>
                  <a:pt x="3584" y="36"/>
                </a:cubicBezTo>
                <a:cubicBezTo>
                  <a:pt x="3577" y="34"/>
                  <a:pt x="3577" y="34"/>
                  <a:pt x="3577" y="34"/>
                </a:cubicBezTo>
                <a:moveTo>
                  <a:pt x="3524" y="31"/>
                </a:moveTo>
                <a:cubicBezTo>
                  <a:pt x="3536" y="32"/>
                  <a:pt x="3536" y="32"/>
                  <a:pt x="3536" y="32"/>
                </a:cubicBezTo>
                <a:cubicBezTo>
                  <a:pt x="3536" y="29"/>
                  <a:pt x="3536" y="29"/>
                  <a:pt x="3536" y="29"/>
                </a:cubicBezTo>
                <a:cubicBezTo>
                  <a:pt x="3524" y="29"/>
                  <a:pt x="3524" y="29"/>
                  <a:pt x="3524" y="29"/>
                </a:cubicBezTo>
                <a:moveTo>
                  <a:pt x="3571" y="50"/>
                </a:moveTo>
                <a:cubicBezTo>
                  <a:pt x="3574" y="50"/>
                  <a:pt x="3574" y="50"/>
                  <a:pt x="3574" y="50"/>
                </a:cubicBezTo>
                <a:cubicBezTo>
                  <a:pt x="3574" y="41"/>
                  <a:pt x="3574" y="41"/>
                  <a:pt x="3574" y="41"/>
                </a:cubicBezTo>
                <a:cubicBezTo>
                  <a:pt x="3571" y="41"/>
                  <a:pt x="3571" y="41"/>
                  <a:pt x="3571" y="41"/>
                </a:cubicBezTo>
                <a:lnTo>
                  <a:pt x="3571" y="50"/>
                </a:lnTo>
                <a:close/>
                <a:moveTo>
                  <a:pt x="3566" y="59"/>
                </a:moveTo>
                <a:cubicBezTo>
                  <a:pt x="3568" y="59"/>
                  <a:pt x="3568" y="59"/>
                  <a:pt x="3568" y="59"/>
                </a:cubicBezTo>
                <a:cubicBezTo>
                  <a:pt x="3568" y="40"/>
                  <a:pt x="3568" y="40"/>
                  <a:pt x="3568" y="40"/>
                </a:cubicBezTo>
                <a:cubicBezTo>
                  <a:pt x="3566" y="40"/>
                  <a:pt x="3566" y="40"/>
                  <a:pt x="3566" y="40"/>
                </a:cubicBezTo>
                <a:lnTo>
                  <a:pt x="3566" y="59"/>
                </a:lnTo>
                <a:close/>
                <a:moveTo>
                  <a:pt x="3545" y="49"/>
                </a:moveTo>
                <a:cubicBezTo>
                  <a:pt x="3548" y="49"/>
                  <a:pt x="3548" y="49"/>
                  <a:pt x="3548" y="49"/>
                </a:cubicBezTo>
                <a:cubicBezTo>
                  <a:pt x="3548" y="30"/>
                  <a:pt x="3548" y="30"/>
                  <a:pt x="3548" y="30"/>
                </a:cubicBezTo>
                <a:cubicBezTo>
                  <a:pt x="3545" y="30"/>
                  <a:pt x="3545" y="30"/>
                  <a:pt x="3545" y="30"/>
                </a:cubicBezTo>
                <a:lnTo>
                  <a:pt x="3545" y="49"/>
                </a:lnTo>
                <a:close/>
                <a:moveTo>
                  <a:pt x="3496" y="282"/>
                </a:moveTo>
                <a:cubicBezTo>
                  <a:pt x="3509" y="276"/>
                  <a:pt x="3509" y="276"/>
                  <a:pt x="3509" y="276"/>
                </a:cubicBezTo>
                <a:cubicBezTo>
                  <a:pt x="3514" y="274"/>
                  <a:pt x="3514" y="274"/>
                  <a:pt x="3514" y="274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22" y="272"/>
                  <a:pt x="3522" y="272"/>
                  <a:pt x="3522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6" y="272"/>
                  <a:pt x="3536" y="272"/>
                  <a:pt x="3536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9" y="273"/>
                  <a:pt x="3539" y="273"/>
                  <a:pt x="3539" y="273"/>
                </a:cubicBezTo>
                <a:cubicBezTo>
                  <a:pt x="3540" y="273"/>
                  <a:pt x="3540" y="273"/>
                  <a:pt x="3540" y="273"/>
                </a:cubicBezTo>
                <a:cubicBezTo>
                  <a:pt x="3542" y="272"/>
                  <a:pt x="3542" y="272"/>
                  <a:pt x="3542" y="272"/>
                </a:cubicBezTo>
                <a:cubicBezTo>
                  <a:pt x="3580" y="274"/>
                  <a:pt x="3580" y="274"/>
                  <a:pt x="3580" y="274"/>
                </a:cubicBezTo>
                <a:cubicBezTo>
                  <a:pt x="3597" y="276"/>
                  <a:pt x="3597" y="276"/>
                  <a:pt x="3597" y="276"/>
                </a:cubicBezTo>
                <a:cubicBezTo>
                  <a:pt x="3597" y="274"/>
                  <a:pt x="3597" y="274"/>
                  <a:pt x="3597" y="274"/>
                </a:cubicBezTo>
                <a:cubicBezTo>
                  <a:pt x="3581" y="272"/>
                  <a:pt x="3581" y="272"/>
                  <a:pt x="3581" y="272"/>
                </a:cubicBezTo>
                <a:cubicBezTo>
                  <a:pt x="3542" y="270"/>
                  <a:pt x="3542" y="270"/>
                  <a:pt x="3542" y="270"/>
                </a:cubicBezTo>
                <a:cubicBezTo>
                  <a:pt x="3539" y="271"/>
                  <a:pt x="3539" y="271"/>
                  <a:pt x="3539" y="271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22" y="270"/>
                  <a:pt x="3522" y="270"/>
                  <a:pt x="3522" y="270"/>
                </a:cubicBezTo>
                <a:cubicBezTo>
                  <a:pt x="3518" y="271"/>
                  <a:pt x="3518" y="271"/>
                  <a:pt x="3518" y="271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509" y="275"/>
                  <a:pt x="3509" y="275"/>
                  <a:pt x="3509" y="275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495" y="280"/>
                  <a:pt x="3495" y="280"/>
                  <a:pt x="3495" y="280"/>
                </a:cubicBezTo>
                <a:cubicBezTo>
                  <a:pt x="3496" y="282"/>
                  <a:pt x="3496" y="282"/>
                  <a:pt x="3496" y="282"/>
                </a:cubicBezTo>
                <a:moveTo>
                  <a:pt x="3496" y="622"/>
                </a:moveTo>
                <a:cubicBezTo>
                  <a:pt x="3510" y="622"/>
                  <a:pt x="3510" y="622"/>
                  <a:pt x="3510" y="622"/>
                </a:cubicBezTo>
                <a:cubicBezTo>
                  <a:pt x="3518" y="620"/>
                  <a:pt x="3518" y="620"/>
                  <a:pt x="3518" y="620"/>
                </a:cubicBezTo>
                <a:cubicBezTo>
                  <a:pt x="3581" y="620"/>
                  <a:pt x="3581" y="620"/>
                  <a:pt x="3581" y="620"/>
                </a:cubicBezTo>
                <a:cubicBezTo>
                  <a:pt x="3581" y="617"/>
                  <a:pt x="3581" y="617"/>
                  <a:pt x="3581" y="617"/>
                </a:cubicBezTo>
                <a:cubicBezTo>
                  <a:pt x="3518" y="617"/>
                  <a:pt x="3518" y="617"/>
                  <a:pt x="3518" y="617"/>
                </a:cubicBezTo>
                <a:cubicBezTo>
                  <a:pt x="3509" y="619"/>
                  <a:pt x="3509" y="619"/>
                  <a:pt x="3509" y="619"/>
                </a:cubicBezTo>
                <a:cubicBezTo>
                  <a:pt x="3496" y="619"/>
                  <a:pt x="3496" y="619"/>
                  <a:pt x="3496" y="619"/>
                </a:cubicBezTo>
                <a:cubicBezTo>
                  <a:pt x="3496" y="622"/>
                  <a:pt x="3496" y="622"/>
                  <a:pt x="3496" y="622"/>
                </a:cubicBezTo>
                <a:moveTo>
                  <a:pt x="3545" y="629"/>
                </a:moveTo>
                <a:cubicBezTo>
                  <a:pt x="3580" y="629"/>
                  <a:pt x="3580" y="629"/>
                  <a:pt x="3580" y="629"/>
                </a:cubicBezTo>
                <a:cubicBezTo>
                  <a:pt x="3580" y="626"/>
                  <a:pt x="3580" y="626"/>
                  <a:pt x="3580" y="626"/>
                </a:cubicBezTo>
                <a:cubicBezTo>
                  <a:pt x="3545" y="626"/>
                  <a:pt x="3545" y="626"/>
                  <a:pt x="3545" y="626"/>
                </a:cubicBezTo>
                <a:lnTo>
                  <a:pt x="3545" y="629"/>
                </a:lnTo>
                <a:close/>
                <a:moveTo>
                  <a:pt x="3544" y="619"/>
                </a:moveTo>
                <a:cubicBezTo>
                  <a:pt x="3544" y="646"/>
                  <a:pt x="3544" y="646"/>
                  <a:pt x="3544" y="646"/>
                </a:cubicBezTo>
                <a:cubicBezTo>
                  <a:pt x="3596" y="646"/>
                  <a:pt x="3596" y="646"/>
                  <a:pt x="3596" y="646"/>
                </a:cubicBezTo>
                <a:cubicBezTo>
                  <a:pt x="3596" y="643"/>
                  <a:pt x="3596" y="643"/>
                  <a:pt x="3596" y="643"/>
                </a:cubicBezTo>
                <a:cubicBezTo>
                  <a:pt x="3546" y="643"/>
                  <a:pt x="3546" y="643"/>
                  <a:pt x="3546" y="643"/>
                </a:cubicBezTo>
                <a:cubicBezTo>
                  <a:pt x="3546" y="619"/>
                  <a:pt x="3546" y="619"/>
                  <a:pt x="3546" y="619"/>
                </a:cubicBezTo>
                <a:cubicBezTo>
                  <a:pt x="3544" y="619"/>
                  <a:pt x="3544" y="619"/>
                  <a:pt x="3544" y="619"/>
                </a:cubicBezTo>
                <a:moveTo>
                  <a:pt x="3545" y="637"/>
                </a:moveTo>
                <a:cubicBezTo>
                  <a:pt x="3581" y="637"/>
                  <a:pt x="3581" y="637"/>
                  <a:pt x="3581" y="637"/>
                </a:cubicBezTo>
                <a:cubicBezTo>
                  <a:pt x="3581" y="634"/>
                  <a:pt x="3581" y="634"/>
                  <a:pt x="3581" y="634"/>
                </a:cubicBezTo>
                <a:cubicBezTo>
                  <a:pt x="3545" y="634"/>
                  <a:pt x="3545" y="634"/>
                  <a:pt x="3545" y="634"/>
                </a:cubicBezTo>
                <a:lnTo>
                  <a:pt x="3545" y="637"/>
                </a:lnTo>
                <a:close/>
                <a:moveTo>
                  <a:pt x="3554" y="661"/>
                </a:moveTo>
                <a:cubicBezTo>
                  <a:pt x="3680" y="661"/>
                  <a:pt x="3680" y="661"/>
                  <a:pt x="3680" y="661"/>
                </a:cubicBezTo>
                <a:cubicBezTo>
                  <a:pt x="3680" y="659"/>
                  <a:pt x="3680" y="659"/>
                  <a:pt x="3680" y="659"/>
                </a:cubicBezTo>
                <a:cubicBezTo>
                  <a:pt x="3554" y="659"/>
                  <a:pt x="3554" y="659"/>
                  <a:pt x="3554" y="659"/>
                </a:cubicBezTo>
                <a:lnTo>
                  <a:pt x="3554" y="661"/>
                </a:lnTo>
                <a:close/>
                <a:moveTo>
                  <a:pt x="3480" y="637"/>
                </a:moveTo>
                <a:cubicBezTo>
                  <a:pt x="3496" y="637"/>
                  <a:pt x="3496" y="637"/>
                  <a:pt x="3496" y="637"/>
                </a:cubicBezTo>
                <a:cubicBezTo>
                  <a:pt x="3496" y="634"/>
                  <a:pt x="3496" y="634"/>
                  <a:pt x="3496" y="634"/>
                </a:cubicBezTo>
                <a:cubicBezTo>
                  <a:pt x="3480" y="634"/>
                  <a:pt x="3480" y="634"/>
                  <a:pt x="3480" y="634"/>
                </a:cubicBezTo>
                <a:lnTo>
                  <a:pt x="3480" y="637"/>
                </a:lnTo>
                <a:close/>
                <a:moveTo>
                  <a:pt x="3480" y="647"/>
                </a:moveTo>
                <a:cubicBezTo>
                  <a:pt x="3496" y="647"/>
                  <a:pt x="3496" y="647"/>
                  <a:pt x="3496" y="647"/>
                </a:cubicBezTo>
                <a:cubicBezTo>
                  <a:pt x="3496" y="644"/>
                  <a:pt x="3496" y="644"/>
                  <a:pt x="3496" y="644"/>
                </a:cubicBezTo>
                <a:cubicBezTo>
                  <a:pt x="3480" y="644"/>
                  <a:pt x="3480" y="644"/>
                  <a:pt x="3480" y="644"/>
                </a:cubicBezTo>
                <a:lnTo>
                  <a:pt x="3480" y="647"/>
                </a:lnTo>
                <a:close/>
                <a:moveTo>
                  <a:pt x="3480" y="657"/>
                </a:moveTo>
                <a:cubicBezTo>
                  <a:pt x="3496" y="657"/>
                  <a:pt x="3496" y="657"/>
                  <a:pt x="3496" y="657"/>
                </a:cubicBezTo>
                <a:cubicBezTo>
                  <a:pt x="3496" y="654"/>
                  <a:pt x="3496" y="654"/>
                  <a:pt x="3496" y="654"/>
                </a:cubicBezTo>
                <a:cubicBezTo>
                  <a:pt x="3480" y="654"/>
                  <a:pt x="3480" y="654"/>
                  <a:pt x="3480" y="654"/>
                </a:cubicBezTo>
                <a:lnTo>
                  <a:pt x="3480" y="657"/>
                </a:lnTo>
                <a:close/>
                <a:moveTo>
                  <a:pt x="3420" y="666"/>
                </a:moveTo>
                <a:cubicBezTo>
                  <a:pt x="3447" y="666"/>
                  <a:pt x="3447" y="666"/>
                  <a:pt x="3447" y="666"/>
                </a:cubicBezTo>
                <a:cubicBezTo>
                  <a:pt x="3447" y="664"/>
                  <a:pt x="3447" y="664"/>
                  <a:pt x="3447" y="664"/>
                </a:cubicBezTo>
                <a:cubicBezTo>
                  <a:pt x="3420" y="664"/>
                  <a:pt x="3420" y="664"/>
                  <a:pt x="3420" y="664"/>
                </a:cubicBezTo>
                <a:lnTo>
                  <a:pt x="3420" y="666"/>
                </a:lnTo>
                <a:close/>
                <a:moveTo>
                  <a:pt x="3363" y="425"/>
                </a:moveTo>
                <a:cubicBezTo>
                  <a:pt x="3371" y="420"/>
                  <a:pt x="3371" y="420"/>
                  <a:pt x="3371" y="420"/>
                </a:cubicBezTo>
                <a:cubicBezTo>
                  <a:pt x="3394" y="420"/>
                  <a:pt x="3394" y="420"/>
                  <a:pt x="3394" y="420"/>
                </a:cubicBezTo>
                <a:cubicBezTo>
                  <a:pt x="3394" y="418"/>
                  <a:pt x="3394" y="418"/>
                  <a:pt x="3394" y="418"/>
                </a:cubicBezTo>
                <a:cubicBezTo>
                  <a:pt x="3370" y="418"/>
                  <a:pt x="3370" y="418"/>
                  <a:pt x="3370" y="418"/>
                </a:cubicBezTo>
                <a:cubicBezTo>
                  <a:pt x="3361" y="423"/>
                  <a:pt x="3361" y="423"/>
                  <a:pt x="3361" y="423"/>
                </a:cubicBezTo>
                <a:cubicBezTo>
                  <a:pt x="3363" y="425"/>
                  <a:pt x="3363" y="425"/>
                  <a:pt x="3363" y="425"/>
                </a:cubicBezTo>
                <a:moveTo>
                  <a:pt x="3434" y="629"/>
                </a:moveTo>
                <a:cubicBezTo>
                  <a:pt x="3436" y="629"/>
                  <a:pt x="3436" y="629"/>
                  <a:pt x="3436" y="629"/>
                </a:cubicBezTo>
                <a:cubicBezTo>
                  <a:pt x="3436" y="412"/>
                  <a:pt x="3436" y="412"/>
                  <a:pt x="3436" y="412"/>
                </a:cubicBezTo>
                <a:cubicBezTo>
                  <a:pt x="3434" y="412"/>
                  <a:pt x="3434" y="412"/>
                  <a:pt x="3434" y="412"/>
                </a:cubicBezTo>
                <a:lnTo>
                  <a:pt x="3434" y="629"/>
                </a:lnTo>
                <a:close/>
                <a:moveTo>
                  <a:pt x="3427" y="665"/>
                </a:moveTo>
                <a:cubicBezTo>
                  <a:pt x="3427" y="640"/>
                  <a:pt x="3427" y="640"/>
                  <a:pt x="3427" y="640"/>
                </a:cubicBezTo>
                <a:cubicBezTo>
                  <a:pt x="3447" y="640"/>
                  <a:pt x="3447" y="640"/>
                  <a:pt x="3447" y="640"/>
                </a:cubicBezTo>
                <a:cubicBezTo>
                  <a:pt x="3447" y="638"/>
                  <a:pt x="3447" y="638"/>
                  <a:pt x="3447" y="638"/>
                </a:cubicBezTo>
                <a:cubicBezTo>
                  <a:pt x="3425" y="638"/>
                  <a:pt x="3425" y="638"/>
                  <a:pt x="3425" y="638"/>
                </a:cubicBezTo>
                <a:cubicBezTo>
                  <a:pt x="3425" y="665"/>
                  <a:pt x="3425" y="665"/>
                  <a:pt x="3425" y="665"/>
                </a:cubicBezTo>
                <a:cubicBezTo>
                  <a:pt x="3427" y="665"/>
                  <a:pt x="3427" y="665"/>
                  <a:pt x="3427" y="665"/>
                </a:cubicBezTo>
                <a:moveTo>
                  <a:pt x="3271" y="620"/>
                </a:moveTo>
                <a:cubicBezTo>
                  <a:pt x="3273" y="620"/>
                  <a:pt x="3273" y="620"/>
                  <a:pt x="3273" y="620"/>
                </a:cubicBezTo>
                <a:cubicBezTo>
                  <a:pt x="3273" y="431"/>
                  <a:pt x="3273" y="431"/>
                  <a:pt x="3273" y="431"/>
                </a:cubicBezTo>
                <a:cubicBezTo>
                  <a:pt x="3271" y="431"/>
                  <a:pt x="3271" y="431"/>
                  <a:pt x="3271" y="431"/>
                </a:cubicBezTo>
                <a:lnTo>
                  <a:pt x="3271" y="620"/>
                </a:lnTo>
                <a:close/>
                <a:moveTo>
                  <a:pt x="3276" y="620"/>
                </a:moveTo>
                <a:cubicBezTo>
                  <a:pt x="3279" y="620"/>
                  <a:pt x="3279" y="620"/>
                  <a:pt x="3279" y="620"/>
                </a:cubicBezTo>
                <a:cubicBezTo>
                  <a:pt x="3279" y="431"/>
                  <a:pt x="3279" y="431"/>
                  <a:pt x="3279" y="431"/>
                </a:cubicBezTo>
                <a:cubicBezTo>
                  <a:pt x="3276" y="431"/>
                  <a:pt x="3276" y="431"/>
                  <a:pt x="3276" y="431"/>
                </a:cubicBezTo>
                <a:lnTo>
                  <a:pt x="3276" y="620"/>
                </a:lnTo>
                <a:close/>
                <a:moveTo>
                  <a:pt x="3282" y="620"/>
                </a:moveTo>
                <a:cubicBezTo>
                  <a:pt x="3284" y="620"/>
                  <a:pt x="3284" y="620"/>
                  <a:pt x="3284" y="620"/>
                </a:cubicBezTo>
                <a:cubicBezTo>
                  <a:pt x="3284" y="431"/>
                  <a:pt x="3284" y="431"/>
                  <a:pt x="3284" y="431"/>
                </a:cubicBezTo>
                <a:cubicBezTo>
                  <a:pt x="3282" y="431"/>
                  <a:pt x="3282" y="431"/>
                  <a:pt x="3282" y="431"/>
                </a:cubicBezTo>
                <a:lnTo>
                  <a:pt x="3282" y="620"/>
                </a:lnTo>
                <a:close/>
                <a:moveTo>
                  <a:pt x="3287" y="620"/>
                </a:moveTo>
                <a:cubicBezTo>
                  <a:pt x="3289" y="620"/>
                  <a:pt x="3289" y="620"/>
                  <a:pt x="3289" y="620"/>
                </a:cubicBezTo>
                <a:cubicBezTo>
                  <a:pt x="3289" y="431"/>
                  <a:pt x="3289" y="431"/>
                  <a:pt x="3289" y="431"/>
                </a:cubicBezTo>
                <a:cubicBezTo>
                  <a:pt x="3287" y="431"/>
                  <a:pt x="3287" y="431"/>
                  <a:pt x="3287" y="431"/>
                </a:cubicBezTo>
                <a:lnTo>
                  <a:pt x="3287" y="620"/>
                </a:lnTo>
                <a:close/>
                <a:moveTo>
                  <a:pt x="3293" y="620"/>
                </a:moveTo>
                <a:cubicBezTo>
                  <a:pt x="3295" y="620"/>
                  <a:pt x="3295" y="620"/>
                  <a:pt x="3295" y="620"/>
                </a:cubicBezTo>
                <a:cubicBezTo>
                  <a:pt x="3295" y="431"/>
                  <a:pt x="3295" y="431"/>
                  <a:pt x="3295" y="431"/>
                </a:cubicBezTo>
                <a:cubicBezTo>
                  <a:pt x="3293" y="431"/>
                  <a:pt x="3293" y="431"/>
                  <a:pt x="3293" y="431"/>
                </a:cubicBezTo>
                <a:lnTo>
                  <a:pt x="3293" y="620"/>
                </a:lnTo>
                <a:close/>
                <a:moveTo>
                  <a:pt x="3298" y="620"/>
                </a:moveTo>
                <a:cubicBezTo>
                  <a:pt x="3300" y="620"/>
                  <a:pt x="3300" y="620"/>
                  <a:pt x="3300" y="620"/>
                </a:cubicBezTo>
                <a:cubicBezTo>
                  <a:pt x="3300" y="431"/>
                  <a:pt x="3300" y="431"/>
                  <a:pt x="3300" y="431"/>
                </a:cubicBezTo>
                <a:cubicBezTo>
                  <a:pt x="3298" y="431"/>
                  <a:pt x="3298" y="431"/>
                  <a:pt x="3298" y="431"/>
                </a:cubicBezTo>
                <a:lnTo>
                  <a:pt x="3298" y="620"/>
                </a:lnTo>
                <a:close/>
                <a:moveTo>
                  <a:pt x="3303" y="620"/>
                </a:moveTo>
                <a:cubicBezTo>
                  <a:pt x="3306" y="620"/>
                  <a:pt x="3306" y="620"/>
                  <a:pt x="3306" y="620"/>
                </a:cubicBezTo>
                <a:cubicBezTo>
                  <a:pt x="3306" y="431"/>
                  <a:pt x="3306" y="431"/>
                  <a:pt x="3306" y="431"/>
                </a:cubicBezTo>
                <a:cubicBezTo>
                  <a:pt x="3303" y="431"/>
                  <a:pt x="3303" y="431"/>
                  <a:pt x="3303" y="431"/>
                </a:cubicBezTo>
                <a:lnTo>
                  <a:pt x="3303" y="620"/>
                </a:lnTo>
                <a:close/>
                <a:moveTo>
                  <a:pt x="3220" y="647"/>
                </a:moveTo>
                <a:cubicBezTo>
                  <a:pt x="3232" y="642"/>
                  <a:pt x="3232" y="642"/>
                  <a:pt x="3232" y="642"/>
                </a:cubicBezTo>
                <a:cubicBezTo>
                  <a:pt x="3353" y="642"/>
                  <a:pt x="3353" y="642"/>
                  <a:pt x="3353" y="642"/>
                </a:cubicBezTo>
                <a:cubicBezTo>
                  <a:pt x="3353" y="640"/>
                  <a:pt x="3353" y="640"/>
                  <a:pt x="3353" y="640"/>
                </a:cubicBezTo>
                <a:cubicBezTo>
                  <a:pt x="3232" y="640"/>
                  <a:pt x="3232" y="640"/>
                  <a:pt x="3232" y="640"/>
                </a:cubicBezTo>
                <a:cubicBezTo>
                  <a:pt x="3219" y="645"/>
                  <a:pt x="3219" y="645"/>
                  <a:pt x="3219" y="645"/>
                </a:cubicBezTo>
                <a:cubicBezTo>
                  <a:pt x="3220" y="647"/>
                  <a:pt x="3220" y="647"/>
                  <a:pt x="3220" y="647"/>
                </a:cubicBezTo>
                <a:moveTo>
                  <a:pt x="3220" y="653"/>
                </a:moveTo>
                <a:cubicBezTo>
                  <a:pt x="3233" y="648"/>
                  <a:pt x="3233" y="648"/>
                  <a:pt x="3233" y="648"/>
                </a:cubicBezTo>
                <a:cubicBezTo>
                  <a:pt x="3353" y="648"/>
                  <a:pt x="3353" y="648"/>
                  <a:pt x="3353" y="648"/>
                </a:cubicBezTo>
                <a:cubicBezTo>
                  <a:pt x="3353" y="646"/>
                  <a:pt x="3353" y="646"/>
                  <a:pt x="3353" y="646"/>
                </a:cubicBezTo>
                <a:cubicBezTo>
                  <a:pt x="3232" y="646"/>
                  <a:pt x="3232" y="646"/>
                  <a:pt x="3232" y="646"/>
                </a:cubicBezTo>
                <a:cubicBezTo>
                  <a:pt x="3219" y="651"/>
                  <a:pt x="3219" y="651"/>
                  <a:pt x="3219" y="651"/>
                </a:cubicBezTo>
                <a:cubicBezTo>
                  <a:pt x="3220" y="653"/>
                  <a:pt x="3220" y="653"/>
                  <a:pt x="3220" y="653"/>
                </a:cubicBezTo>
                <a:moveTo>
                  <a:pt x="3234" y="659"/>
                </a:moveTo>
                <a:cubicBezTo>
                  <a:pt x="3355" y="659"/>
                  <a:pt x="3355" y="659"/>
                  <a:pt x="3355" y="659"/>
                </a:cubicBezTo>
                <a:cubicBezTo>
                  <a:pt x="3355" y="656"/>
                  <a:pt x="3355" y="656"/>
                  <a:pt x="3355" y="656"/>
                </a:cubicBezTo>
                <a:cubicBezTo>
                  <a:pt x="3234" y="656"/>
                  <a:pt x="3234" y="656"/>
                  <a:pt x="3234" y="656"/>
                </a:cubicBezTo>
                <a:lnTo>
                  <a:pt x="3234" y="659"/>
                </a:lnTo>
                <a:close/>
                <a:moveTo>
                  <a:pt x="3327" y="671"/>
                </a:moveTo>
                <a:cubicBezTo>
                  <a:pt x="3329" y="671"/>
                  <a:pt x="3329" y="671"/>
                  <a:pt x="3329" y="671"/>
                </a:cubicBezTo>
                <a:cubicBezTo>
                  <a:pt x="3329" y="659"/>
                  <a:pt x="3329" y="659"/>
                  <a:pt x="3329" y="659"/>
                </a:cubicBezTo>
                <a:cubicBezTo>
                  <a:pt x="3327" y="659"/>
                  <a:pt x="3327" y="659"/>
                  <a:pt x="3327" y="659"/>
                </a:cubicBezTo>
                <a:lnTo>
                  <a:pt x="3327" y="671"/>
                </a:lnTo>
                <a:close/>
                <a:moveTo>
                  <a:pt x="3273" y="636"/>
                </a:moveTo>
                <a:cubicBezTo>
                  <a:pt x="3352" y="636"/>
                  <a:pt x="3352" y="636"/>
                  <a:pt x="3352" y="636"/>
                </a:cubicBezTo>
                <a:cubicBezTo>
                  <a:pt x="3352" y="634"/>
                  <a:pt x="3352" y="634"/>
                  <a:pt x="3352" y="634"/>
                </a:cubicBezTo>
                <a:cubicBezTo>
                  <a:pt x="3273" y="634"/>
                  <a:pt x="3273" y="634"/>
                  <a:pt x="3273" y="634"/>
                </a:cubicBezTo>
                <a:lnTo>
                  <a:pt x="3273" y="636"/>
                </a:lnTo>
                <a:close/>
                <a:moveTo>
                  <a:pt x="3348" y="523"/>
                </a:moveTo>
                <a:cubicBezTo>
                  <a:pt x="3348" y="481"/>
                  <a:pt x="3348" y="481"/>
                  <a:pt x="3348" y="481"/>
                </a:cubicBezTo>
                <a:cubicBezTo>
                  <a:pt x="3363" y="464"/>
                  <a:pt x="3363" y="464"/>
                  <a:pt x="3363" y="464"/>
                </a:cubicBezTo>
                <a:cubicBezTo>
                  <a:pt x="3361" y="462"/>
                  <a:pt x="3361" y="462"/>
                  <a:pt x="3361" y="462"/>
                </a:cubicBezTo>
                <a:cubicBezTo>
                  <a:pt x="3346" y="480"/>
                  <a:pt x="3346" y="480"/>
                  <a:pt x="3346" y="480"/>
                </a:cubicBezTo>
                <a:cubicBezTo>
                  <a:pt x="3346" y="523"/>
                  <a:pt x="3346" y="523"/>
                  <a:pt x="3346" y="523"/>
                </a:cubicBezTo>
                <a:cubicBezTo>
                  <a:pt x="3348" y="523"/>
                  <a:pt x="3348" y="523"/>
                  <a:pt x="3348" y="523"/>
                </a:cubicBezTo>
                <a:moveTo>
                  <a:pt x="3347" y="483"/>
                </a:moveTo>
                <a:cubicBezTo>
                  <a:pt x="3361" y="482"/>
                  <a:pt x="3361" y="482"/>
                  <a:pt x="3361" y="482"/>
                </a:cubicBezTo>
                <a:cubicBezTo>
                  <a:pt x="3361" y="480"/>
                  <a:pt x="3361" y="480"/>
                  <a:pt x="3361" y="480"/>
                </a:cubicBezTo>
                <a:cubicBezTo>
                  <a:pt x="3347" y="481"/>
                  <a:pt x="3347" y="481"/>
                  <a:pt x="3347" y="481"/>
                </a:cubicBezTo>
                <a:moveTo>
                  <a:pt x="3346" y="504"/>
                </a:moveTo>
                <a:cubicBezTo>
                  <a:pt x="3361" y="503"/>
                  <a:pt x="3361" y="503"/>
                  <a:pt x="3361" y="503"/>
                </a:cubicBezTo>
                <a:cubicBezTo>
                  <a:pt x="3361" y="500"/>
                  <a:pt x="3361" y="500"/>
                  <a:pt x="3361" y="500"/>
                </a:cubicBezTo>
                <a:cubicBezTo>
                  <a:pt x="3346" y="502"/>
                  <a:pt x="3346" y="502"/>
                  <a:pt x="3346" y="502"/>
                </a:cubicBezTo>
                <a:moveTo>
                  <a:pt x="3495" y="432"/>
                </a:moveTo>
                <a:cubicBezTo>
                  <a:pt x="3509" y="426"/>
                  <a:pt x="3509" y="426"/>
                  <a:pt x="3509" y="426"/>
                </a:cubicBezTo>
                <a:cubicBezTo>
                  <a:pt x="3514" y="423"/>
                  <a:pt x="3514" y="423"/>
                  <a:pt x="3514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22" y="422"/>
                  <a:pt x="3522" y="422"/>
                  <a:pt x="3522" y="422"/>
                </a:cubicBezTo>
                <a:cubicBezTo>
                  <a:pt x="3536" y="422"/>
                  <a:pt x="3536" y="422"/>
                  <a:pt x="3536" y="422"/>
                </a:cubicBezTo>
                <a:cubicBezTo>
                  <a:pt x="3542" y="422"/>
                  <a:pt x="3542" y="422"/>
                  <a:pt x="3542" y="422"/>
                </a:cubicBezTo>
                <a:cubicBezTo>
                  <a:pt x="3580" y="424"/>
                  <a:pt x="3580" y="424"/>
                  <a:pt x="3580" y="424"/>
                </a:cubicBezTo>
                <a:cubicBezTo>
                  <a:pt x="3597" y="426"/>
                  <a:pt x="3597" y="426"/>
                  <a:pt x="3597" y="426"/>
                </a:cubicBezTo>
                <a:cubicBezTo>
                  <a:pt x="3597" y="424"/>
                  <a:pt x="3597" y="424"/>
                  <a:pt x="3597" y="424"/>
                </a:cubicBezTo>
                <a:cubicBezTo>
                  <a:pt x="3580" y="422"/>
                  <a:pt x="3580" y="422"/>
                  <a:pt x="3580" y="422"/>
                </a:cubicBezTo>
                <a:cubicBezTo>
                  <a:pt x="3542" y="420"/>
                  <a:pt x="3542" y="420"/>
                  <a:pt x="3542" y="420"/>
                </a:cubicBezTo>
                <a:cubicBezTo>
                  <a:pt x="3536" y="420"/>
                  <a:pt x="3536" y="420"/>
                  <a:pt x="3536" y="420"/>
                </a:cubicBezTo>
                <a:cubicBezTo>
                  <a:pt x="3521" y="419"/>
                  <a:pt x="3521" y="419"/>
                  <a:pt x="3521" y="419"/>
                </a:cubicBezTo>
                <a:cubicBezTo>
                  <a:pt x="3518" y="420"/>
                  <a:pt x="3518" y="420"/>
                  <a:pt x="3518" y="420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08" y="424"/>
                  <a:pt x="3508" y="424"/>
                  <a:pt x="3508" y="424"/>
                </a:cubicBezTo>
                <a:cubicBezTo>
                  <a:pt x="3494" y="430"/>
                  <a:pt x="3494" y="430"/>
                  <a:pt x="3494" y="430"/>
                </a:cubicBezTo>
                <a:cubicBezTo>
                  <a:pt x="3495" y="432"/>
                  <a:pt x="3495" y="432"/>
                  <a:pt x="3495" y="432"/>
                </a:cubicBezTo>
                <a:moveTo>
                  <a:pt x="3541" y="355"/>
                </a:moveTo>
                <a:cubicBezTo>
                  <a:pt x="3543" y="355"/>
                  <a:pt x="3543" y="355"/>
                  <a:pt x="3543" y="355"/>
                </a:cubicBezTo>
                <a:cubicBezTo>
                  <a:pt x="3543" y="272"/>
                  <a:pt x="3543" y="272"/>
                  <a:pt x="3543" y="272"/>
                </a:cubicBezTo>
                <a:cubicBezTo>
                  <a:pt x="3541" y="272"/>
                  <a:pt x="3541" y="272"/>
                  <a:pt x="3541" y="272"/>
                </a:cubicBezTo>
                <a:lnTo>
                  <a:pt x="3541" y="355"/>
                </a:lnTo>
                <a:close/>
                <a:moveTo>
                  <a:pt x="3546" y="421"/>
                </a:moveTo>
                <a:cubicBezTo>
                  <a:pt x="3548" y="421"/>
                  <a:pt x="3548" y="421"/>
                  <a:pt x="3548" y="421"/>
                </a:cubicBezTo>
                <a:cubicBezTo>
                  <a:pt x="3548" y="338"/>
                  <a:pt x="3548" y="338"/>
                  <a:pt x="3548" y="338"/>
                </a:cubicBezTo>
                <a:cubicBezTo>
                  <a:pt x="3546" y="338"/>
                  <a:pt x="3546" y="338"/>
                  <a:pt x="3546" y="338"/>
                </a:cubicBezTo>
                <a:lnTo>
                  <a:pt x="3546" y="421"/>
                </a:lnTo>
                <a:close/>
                <a:moveTo>
                  <a:pt x="3573" y="506"/>
                </a:moveTo>
                <a:cubicBezTo>
                  <a:pt x="3575" y="506"/>
                  <a:pt x="3575" y="506"/>
                  <a:pt x="3575" y="506"/>
                </a:cubicBezTo>
                <a:cubicBezTo>
                  <a:pt x="3575" y="423"/>
                  <a:pt x="3575" y="423"/>
                  <a:pt x="3575" y="423"/>
                </a:cubicBezTo>
                <a:cubicBezTo>
                  <a:pt x="3573" y="423"/>
                  <a:pt x="3573" y="423"/>
                  <a:pt x="3573" y="423"/>
                </a:cubicBezTo>
                <a:lnTo>
                  <a:pt x="3573" y="506"/>
                </a:lnTo>
                <a:close/>
                <a:moveTo>
                  <a:pt x="3551" y="617"/>
                </a:moveTo>
                <a:cubicBezTo>
                  <a:pt x="3553" y="617"/>
                  <a:pt x="3553" y="617"/>
                  <a:pt x="3553" y="617"/>
                </a:cubicBezTo>
                <a:cubicBezTo>
                  <a:pt x="3553" y="534"/>
                  <a:pt x="3553" y="534"/>
                  <a:pt x="3553" y="534"/>
                </a:cubicBezTo>
                <a:cubicBezTo>
                  <a:pt x="3551" y="534"/>
                  <a:pt x="3551" y="534"/>
                  <a:pt x="3551" y="534"/>
                </a:cubicBezTo>
                <a:lnTo>
                  <a:pt x="3551" y="617"/>
                </a:lnTo>
                <a:close/>
                <a:moveTo>
                  <a:pt x="3574" y="225"/>
                </a:moveTo>
                <a:cubicBezTo>
                  <a:pt x="3576" y="225"/>
                  <a:pt x="3576" y="225"/>
                  <a:pt x="3576" y="225"/>
                </a:cubicBezTo>
                <a:cubicBezTo>
                  <a:pt x="3576" y="178"/>
                  <a:pt x="3576" y="178"/>
                  <a:pt x="3576" y="178"/>
                </a:cubicBezTo>
                <a:cubicBezTo>
                  <a:pt x="3574" y="178"/>
                  <a:pt x="3574" y="178"/>
                  <a:pt x="3574" y="178"/>
                </a:cubicBezTo>
                <a:lnTo>
                  <a:pt x="3574" y="225"/>
                </a:lnTo>
                <a:close/>
                <a:moveTo>
                  <a:pt x="3568" y="194"/>
                </a:moveTo>
                <a:cubicBezTo>
                  <a:pt x="3570" y="194"/>
                  <a:pt x="3570" y="194"/>
                  <a:pt x="3570" y="194"/>
                </a:cubicBezTo>
                <a:cubicBezTo>
                  <a:pt x="3570" y="178"/>
                  <a:pt x="3570" y="178"/>
                  <a:pt x="3570" y="178"/>
                </a:cubicBezTo>
                <a:cubicBezTo>
                  <a:pt x="3568" y="178"/>
                  <a:pt x="3568" y="178"/>
                  <a:pt x="3568" y="178"/>
                </a:cubicBezTo>
                <a:lnTo>
                  <a:pt x="3568" y="194"/>
                </a:lnTo>
                <a:close/>
                <a:moveTo>
                  <a:pt x="3545" y="175"/>
                </a:moveTo>
                <a:cubicBezTo>
                  <a:pt x="3547" y="175"/>
                  <a:pt x="3547" y="175"/>
                  <a:pt x="3547" y="175"/>
                </a:cubicBezTo>
                <a:cubicBezTo>
                  <a:pt x="3547" y="139"/>
                  <a:pt x="3547" y="139"/>
                  <a:pt x="3547" y="139"/>
                </a:cubicBezTo>
                <a:cubicBezTo>
                  <a:pt x="3545" y="139"/>
                  <a:pt x="3545" y="139"/>
                  <a:pt x="3545" y="139"/>
                </a:cubicBezTo>
                <a:lnTo>
                  <a:pt x="3545" y="175"/>
                </a:lnTo>
                <a:close/>
                <a:moveTo>
                  <a:pt x="3549" y="186"/>
                </a:moveTo>
                <a:cubicBezTo>
                  <a:pt x="3551" y="186"/>
                  <a:pt x="3551" y="186"/>
                  <a:pt x="3551" y="186"/>
                </a:cubicBezTo>
                <a:cubicBezTo>
                  <a:pt x="3551" y="169"/>
                  <a:pt x="3551" y="169"/>
                  <a:pt x="3551" y="169"/>
                </a:cubicBezTo>
                <a:cubicBezTo>
                  <a:pt x="3549" y="169"/>
                  <a:pt x="3549" y="169"/>
                  <a:pt x="3549" y="169"/>
                </a:cubicBezTo>
                <a:lnTo>
                  <a:pt x="3549" y="186"/>
                </a:lnTo>
                <a:close/>
                <a:moveTo>
                  <a:pt x="3547" y="296"/>
                </a:moveTo>
                <a:cubicBezTo>
                  <a:pt x="3549" y="296"/>
                  <a:pt x="3549" y="296"/>
                  <a:pt x="3549" y="296"/>
                </a:cubicBezTo>
                <a:cubicBezTo>
                  <a:pt x="3549" y="264"/>
                  <a:pt x="3549" y="264"/>
                  <a:pt x="3549" y="264"/>
                </a:cubicBezTo>
                <a:cubicBezTo>
                  <a:pt x="3547" y="264"/>
                  <a:pt x="3547" y="264"/>
                  <a:pt x="3547" y="264"/>
                </a:cubicBezTo>
                <a:lnTo>
                  <a:pt x="3547" y="296"/>
                </a:lnTo>
                <a:close/>
                <a:moveTo>
                  <a:pt x="3597" y="497"/>
                </a:moveTo>
                <a:cubicBezTo>
                  <a:pt x="3612" y="493"/>
                  <a:pt x="3612" y="493"/>
                  <a:pt x="3612" y="493"/>
                </a:cubicBezTo>
                <a:cubicBezTo>
                  <a:pt x="3661" y="493"/>
                  <a:pt x="3661" y="493"/>
                  <a:pt x="3661" y="493"/>
                </a:cubicBezTo>
                <a:cubicBezTo>
                  <a:pt x="3661" y="491"/>
                  <a:pt x="3661" y="491"/>
                  <a:pt x="3661" y="491"/>
                </a:cubicBezTo>
                <a:cubicBezTo>
                  <a:pt x="3611" y="491"/>
                  <a:pt x="3611" y="491"/>
                  <a:pt x="3611" y="491"/>
                </a:cubicBezTo>
                <a:cubicBezTo>
                  <a:pt x="3597" y="494"/>
                  <a:pt x="3597" y="494"/>
                  <a:pt x="3597" y="494"/>
                </a:cubicBezTo>
                <a:cubicBezTo>
                  <a:pt x="3597" y="497"/>
                  <a:pt x="3597" y="497"/>
                  <a:pt x="3597" y="497"/>
                </a:cubicBezTo>
                <a:moveTo>
                  <a:pt x="3597" y="504"/>
                </a:moveTo>
                <a:cubicBezTo>
                  <a:pt x="3612" y="500"/>
                  <a:pt x="3612" y="500"/>
                  <a:pt x="3612" y="500"/>
                </a:cubicBezTo>
                <a:cubicBezTo>
                  <a:pt x="3661" y="500"/>
                  <a:pt x="3661" y="500"/>
                  <a:pt x="3661" y="500"/>
                </a:cubicBezTo>
                <a:cubicBezTo>
                  <a:pt x="3661" y="498"/>
                  <a:pt x="3661" y="498"/>
                  <a:pt x="3661" y="498"/>
                </a:cubicBezTo>
                <a:cubicBezTo>
                  <a:pt x="3611" y="498"/>
                  <a:pt x="3611" y="498"/>
                  <a:pt x="3611" y="498"/>
                </a:cubicBezTo>
                <a:cubicBezTo>
                  <a:pt x="3597" y="502"/>
                  <a:pt x="3597" y="502"/>
                  <a:pt x="3597" y="502"/>
                </a:cubicBezTo>
                <a:cubicBezTo>
                  <a:pt x="3597" y="504"/>
                  <a:pt x="3597" y="504"/>
                  <a:pt x="3597" y="504"/>
                </a:cubicBezTo>
                <a:moveTo>
                  <a:pt x="3597" y="511"/>
                </a:moveTo>
                <a:cubicBezTo>
                  <a:pt x="3612" y="508"/>
                  <a:pt x="3612" y="508"/>
                  <a:pt x="3612" y="508"/>
                </a:cubicBezTo>
                <a:cubicBezTo>
                  <a:pt x="3661" y="508"/>
                  <a:pt x="3661" y="508"/>
                  <a:pt x="3661" y="508"/>
                </a:cubicBezTo>
                <a:cubicBezTo>
                  <a:pt x="3661" y="505"/>
                  <a:pt x="3661" y="505"/>
                  <a:pt x="3661" y="505"/>
                </a:cubicBezTo>
                <a:cubicBezTo>
                  <a:pt x="3611" y="505"/>
                  <a:pt x="3611" y="505"/>
                  <a:pt x="3611" y="505"/>
                </a:cubicBezTo>
                <a:cubicBezTo>
                  <a:pt x="3597" y="509"/>
                  <a:pt x="3597" y="509"/>
                  <a:pt x="3597" y="509"/>
                </a:cubicBezTo>
                <a:cubicBezTo>
                  <a:pt x="3597" y="511"/>
                  <a:pt x="3597" y="511"/>
                  <a:pt x="3597" y="511"/>
                </a:cubicBezTo>
                <a:moveTo>
                  <a:pt x="3597" y="519"/>
                </a:moveTo>
                <a:cubicBezTo>
                  <a:pt x="3612" y="515"/>
                  <a:pt x="3612" y="515"/>
                  <a:pt x="3612" y="515"/>
                </a:cubicBezTo>
                <a:cubicBezTo>
                  <a:pt x="3661" y="515"/>
                  <a:pt x="3661" y="515"/>
                  <a:pt x="3661" y="515"/>
                </a:cubicBezTo>
                <a:cubicBezTo>
                  <a:pt x="3661" y="513"/>
                  <a:pt x="3661" y="513"/>
                  <a:pt x="3661" y="513"/>
                </a:cubicBezTo>
                <a:cubicBezTo>
                  <a:pt x="3611" y="513"/>
                  <a:pt x="3611" y="513"/>
                  <a:pt x="3611" y="513"/>
                </a:cubicBezTo>
                <a:cubicBezTo>
                  <a:pt x="3597" y="517"/>
                  <a:pt x="3597" y="517"/>
                  <a:pt x="3597" y="517"/>
                </a:cubicBezTo>
                <a:cubicBezTo>
                  <a:pt x="3597" y="519"/>
                  <a:pt x="3597" y="519"/>
                  <a:pt x="3597" y="519"/>
                </a:cubicBezTo>
                <a:moveTo>
                  <a:pt x="3597" y="526"/>
                </a:moveTo>
                <a:cubicBezTo>
                  <a:pt x="3612" y="522"/>
                  <a:pt x="3612" y="522"/>
                  <a:pt x="3612" y="522"/>
                </a:cubicBezTo>
                <a:cubicBezTo>
                  <a:pt x="3661" y="522"/>
                  <a:pt x="3661" y="522"/>
                  <a:pt x="3661" y="522"/>
                </a:cubicBezTo>
                <a:cubicBezTo>
                  <a:pt x="3661" y="520"/>
                  <a:pt x="3661" y="520"/>
                  <a:pt x="3661" y="520"/>
                </a:cubicBezTo>
                <a:cubicBezTo>
                  <a:pt x="3611" y="520"/>
                  <a:pt x="3611" y="520"/>
                  <a:pt x="3611" y="520"/>
                </a:cubicBezTo>
                <a:cubicBezTo>
                  <a:pt x="3597" y="524"/>
                  <a:pt x="3597" y="524"/>
                  <a:pt x="3597" y="524"/>
                </a:cubicBezTo>
                <a:cubicBezTo>
                  <a:pt x="3597" y="526"/>
                  <a:pt x="3597" y="526"/>
                  <a:pt x="3597" y="526"/>
                </a:cubicBezTo>
                <a:moveTo>
                  <a:pt x="3597" y="533"/>
                </a:moveTo>
                <a:cubicBezTo>
                  <a:pt x="3612" y="530"/>
                  <a:pt x="3612" y="530"/>
                  <a:pt x="3612" y="530"/>
                </a:cubicBezTo>
                <a:cubicBezTo>
                  <a:pt x="3661" y="530"/>
                  <a:pt x="3661" y="530"/>
                  <a:pt x="3661" y="530"/>
                </a:cubicBezTo>
                <a:cubicBezTo>
                  <a:pt x="3661" y="528"/>
                  <a:pt x="3661" y="528"/>
                  <a:pt x="3661" y="528"/>
                </a:cubicBezTo>
                <a:cubicBezTo>
                  <a:pt x="3611" y="528"/>
                  <a:pt x="3611" y="528"/>
                  <a:pt x="3611" y="528"/>
                </a:cubicBezTo>
                <a:cubicBezTo>
                  <a:pt x="3597" y="531"/>
                  <a:pt x="3597" y="531"/>
                  <a:pt x="3597" y="531"/>
                </a:cubicBezTo>
                <a:cubicBezTo>
                  <a:pt x="3597" y="533"/>
                  <a:pt x="3597" y="533"/>
                  <a:pt x="3597" y="533"/>
                </a:cubicBezTo>
                <a:moveTo>
                  <a:pt x="3597" y="541"/>
                </a:moveTo>
                <a:cubicBezTo>
                  <a:pt x="3612" y="537"/>
                  <a:pt x="3612" y="537"/>
                  <a:pt x="3612" y="537"/>
                </a:cubicBezTo>
                <a:cubicBezTo>
                  <a:pt x="3661" y="537"/>
                  <a:pt x="3661" y="537"/>
                  <a:pt x="3661" y="537"/>
                </a:cubicBezTo>
                <a:cubicBezTo>
                  <a:pt x="3661" y="535"/>
                  <a:pt x="3661" y="535"/>
                  <a:pt x="3661" y="535"/>
                </a:cubicBezTo>
                <a:cubicBezTo>
                  <a:pt x="3611" y="535"/>
                  <a:pt x="3611" y="535"/>
                  <a:pt x="3611" y="535"/>
                </a:cubicBezTo>
                <a:cubicBezTo>
                  <a:pt x="3597" y="539"/>
                  <a:pt x="3597" y="539"/>
                  <a:pt x="3597" y="539"/>
                </a:cubicBezTo>
                <a:cubicBezTo>
                  <a:pt x="3597" y="541"/>
                  <a:pt x="3597" y="541"/>
                  <a:pt x="3597" y="541"/>
                </a:cubicBezTo>
                <a:moveTo>
                  <a:pt x="3597" y="548"/>
                </a:moveTo>
                <a:cubicBezTo>
                  <a:pt x="3612" y="545"/>
                  <a:pt x="3612" y="545"/>
                  <a:pt x="3612" y="545"/>
                </a:cubicBezTo>
                <a:cubicBezTo>
                  <a:pt x="3661" y="545"/>
                  <a:pt x="3661" y="545"/>
                  <a:pt x="3661" y="545"/>
                </a:cubicBezTo>
                <a:cubicBezTo>
                  <a:pt x="3661" y="542"/>
                  <a:pt x="3661" y="542"/>
                  <a:pt x="3661" y="542"/>
                </a:cubicBezTo>
                <a:cubicBezTo>
                  <a:pt x="3611" y="542"/>
                  <a:pt x="3611" y="542"/>
                  <a:pt x="3611" y="542"/>
                </a:cubicBezTo>
                <a:cubicBezTo>
                  <a:pt x="3597" y="546"/>
                  <a:pt x="3597" y="546"/>
                  <a:pt x="3597" y="546"/>
                </a:cubicBezTo>
                <a:cubicBezTo>
                  <a:pt x="3597" y="548"/>
                  <a:pt x="3597" y="548"/>
                  <a:pt x="3597" y="548"/>
                </a:cubicBezTo>
                <a:moveTo>
                  <a:pt x="3597" y="556"/>
                </a:moveTo>
                <a:cubicBezTo>
                  <a:pt x="3612" y="552"/>
                  <a:pt x="3612" y="552"/>
                  <a:pt x="3612" y="552"/>
                </a:cubicBezTo>
                <a:cubicBezTo>
                  <a:pt x="3661" y="552"/>
                  <a:pt x="3661" y="552"/>
                  <a:pt x="3661" y="552"/>
                </a:cubicBezTo>
                <a:cubicBezTo>
                  <a:pt x="3661" y="550"/>
                  <a:pt x="3661" y="550"/>
                  <a:pt x="3661" y="550"/>
                </a:cubicBezTo>
                <a:cubicBezTo>
                  <a:pt x="3611" y="550"/>
                  <a:pt x="3611" y="550"/>
                  <a:pt x="3611" y="550"/>
                </a:cubicBezTo>
                <a:cubicBezTo>
                  <a:pt x="3597" y="554"/>
                  <a:pt x="3597" y="554"/>
                  <a:pt x="3597" y="554"/>
                </a:cubicBezTo>
                <a:cubicBezTo>
                  <a:pt x="3597" y="556"/>
                  <a:pt x="3597" y="556"/>
                  <a:pt x="3597" y="556"/>
                </a:cubicBezTo>
                <a:moveTo>
                  <a:pt x="3597" y="563"/>
                </a:moveTo>
                <a:cubicBezTo>
                  <a:pt x="3612" y="559"/>
                  <a:pt x="3612" y="559"/>
                  <a:pt x="3612" y="559"/>
                </a:cubicBezTo>
                <a:cubicBezTo>
                  <a:pt x="3661" y="559"/>
                  <a:pt x="3661" y="559"/>
                  <a:pt x="3661" y="559"/>
                </a:cubicBezTo>
                <a:cubicBezTo>
                  <a:pt x="3661" y="557"/>
                  <a:pt x="3661" y="557"/>
                  <a:pt x="3661" y="557"/>
                </a:cubicBezTo>
                <a:cubicBezTo>
                  <a:pt x="3611" y="557"/>
                  <a:pt x="3611" y="557"/>
                  <a:pt x="3611" y="557"/>
                </a:cubicBezTo>
                <a:cubicBezTo>
                  <a:pt x="3597" y="561"/>
                  <a:pt x="3597" y="561"/>
                  <a:pt x="3597" y="561"/>
                </a:cubicBezTo>
                <a:cubicBezTo>
                  <a:pt x="3597" y="563"/>
                  <a:pt x="3597" y="563"/>
                  <a:pt x="3597" y="563"/>
                </a:cubicBezTo>
                <a:moveTo>
                  <a:pt x="3597" y="570"/>
                </a:moveTo>
                <a:cubicBezTo>
                  <a:pt x="3612" y="567"/>
                  <a:pt x="3612" y="567"/>
                  <a:pt x="3612" y="567"/>
                </a:cubicBezTo>
                <a:cubicBezTo>
                  <a:pt x="3661" y="567"/>
                  <a:pt x="3661" y="567"/>
                  <a:pt x="3661" y="567"/>
                </a:cubicBezTo>
                <a:cubicBezTo>
                  <a:pt x="3661" y="564"/>
                  <a:pt x="3661" y="564"/>
                  <a:pt x="3661" y="564"/>
                </a:cubicBezTo>
                <a:cubicBezTo>
                  <a:pt x="3611" y="564"/>
                  <a:pt x="3611" y="564"/>
                  <a:pt x="3611" y="564"/>
                </a:cubicBezTo>
                <a:cubicBezTo>
                  <a:pt x="3597" y="568"/>
                  <a:pt x="3597" y="568"/>
                  <a:pt x="3597" y="568"/>
                </a:cubicBezTo>
                <a:cubicBezTo>
                  <a:pt x="3597" y="570"/>
                  <a:pt x="3597" y="570"/>
                  <a:pt x="3597" y="570"/>
                </a:cubicBezTo>
                <a:moveTo>
                  <a:pt x="3597" y="578"/>
                </a:moveTo>
                <a:cubicBezTo>
                  <a:pt x="3612" y="574"/>
                  <a:pt x="3612" y="574"/>
                  <a:pt x="3612" y="574"/>
                </a:cubicBezTo>
                <a:cubicBezTo>
                  <a:pt x="3661" y="574"/>
                  <a:pt x="3661" y="574"/>
                  <a:pt x="3661" y="574"/>
                </a:cubicBezTo>
                <a:cubicBezTo>
                  <a:pt x="3661" y="572"/>
                  <a:pt x="3661" y="572"/>
                  <a:pt x="3661" y="572"/>
                </a:cubicBezTo>
                <a:cubicBezTo>
                  <a:pt x="3611" y="572"/>
                  <a:pt x="3611" y="572"/>
                  <a:pt x="3611" y="572"/>
                </a:cubicBezTo>
                <a:cubicBezTo>
                  <a:pt x="3597" y="576"/>
                  <a:pt x="3597" y="576"/>
                  <a:pt x="3597" y="576"/>
                </a:cubicBezTo>
                <a:cubicBezTo>
                  <a:pt x="3597" y="578"/>
                  <a:pt x="3597" y="578"/>
                  <a:pt x="3597" y="578"/>
                </a:cubicBezTo>
                <a:moveTo>
                  <a:pt x="3597" y="585"/>
                </a:moveTo>
                <a:cubicBezTo>
                  <a:pt x="3612" y="581"/>
                  <a:pt x="3612" y="581"/>
                  <a:pt x="3612" y="581"/>
                </a:cubicBezTo>
                <a:cubicBezTo>
                  <a:pt x="3661" y="581"/>
                  <a:pt x="3661" y="581"/>
                  <a:pt x="3661" y="581"/>
                </a:cubicBezTo>
                <a:cubicBezTo>
                  <a:pt x="3661" y="579"/>
                  <a:pt x="3661" y="579"/>
                  <a:pt x="3661" y="579"/>
                </a:cubicBezTo>
                <a:cubicBezTo>
                  <a:pt x="3611" y="579"/>
                  <a:pt x="3611" y="579"/>
                  <a:pt x="3611" y="579"/>
                </a:cubicBezTo>
                <a:cubicBezTo>
                  <a:pt x="3597" y="583"/>
                  <a:pt x="3597" y="583"/>
                  <a:pt x="3597" y="583"/>
                </a:cubicBezTo>
                <a:cubicBezTo>
                  <a:pt x="3597" y="585"/>
                  <a:pt x="3597" y="585"/>
                  <a:pt x="3597" y="585"/>
                </a:cubicBezTo>
                <a:moveTo>
                  <a:pt x="3597" y="593"/>
                </a:moveTo>
                <a:cubicBezTo>
                  <a:pt x="3612" y="589"/>
                  <a:pt x="3612" y="589"/>
                  <a:pt x="3612" y="589"/>
                </a:cubicBezTo>
                <a:cubicBezTo>
                  <a:pt x="3661" y="589"/>
                  <a:pt x="3661" y="589"/>
                  <a:pt x="3661" y="589"/>
                </a:cubicBezTo>
                <a:cubicBezTo>
                  <a:pt x="3661" y="587"/>
                  <a:pt x="3661" y="587"/>
                  <a:pt x="3661" y="587"/>
                </a:cubicBezTo>
                <a:cubicBezTo>
                  <a:pt x="3611" y="587"/>
                  <a:pt x="3611" y="587"/>
                  <a:pt x="3611" y="587"/>
                </a:cubicBezTo>
                <a:cubicBezTo>
                  <a:pt x="3597" y="590"/>
                  <a:pt x="3597" y="590"/>
                  <a:pt x="3597" y="590"/>
                </a:cubicBezTo>
                <a:cubicBezTo>
                  <a:pt x="3597" y="593"/>
                  <a:pt x="3597" y="593"/>
                  <a:pt x="3597" y="593"/>
                </a:cubicBezTo>
                <a:moveTo>
                  <a:pt x="3597" y="600"/>
                </a:moveTo>
                <a:cubicBezTo>
                  <a:pt x="3612" y="596"/>
                  <a:pt x="3612" y="596"/>
                  <a:pt x="3612" y="596"/>
                </a:cubicBezTo>
                <a:cubicBezTo>
                  <a:pt x="3661" y="596"/>
                  <a:pt x="3661" y="596"/>
                  <a:pt x="3661" y="596"/>
                </a:cubicBezTo>
                <a:cubicBezTo>
                  <a:pt x="3661" y="594"/>
                  <a:pt x="3661" y="594"/>
                  <a:pt x="3661" y="594"/>
                </a:cubicBezTo>
                <a:cubicBezTo>
                  <a:pt x="3611" y="594"/>
                  <a:pt x="3611" y="594"/>
                  <a:pt x="3611" y="594"/>
                </a:cubicBezTo>
                <a:cubicBezTo>
                  <a:pt x="3597" y="598"/>
                  <a:pt x="3597" y="598"/>
                  <a:pt x="3597" y="598"/>
                </a:cubicBezTo>
                <a:cubicBezTo>
                  <a:pt x="3597" y="600"/>
                  <a:pt x="3597" y="600"/>
                  <a:pt x="3597" y="600"/>
                </a:cubicBezTo>
                <a:moveTo>
                  <a:pt x="3597" y="607"/>
                </a:moveTo>
                <a:cubicBezTo>
                  <a:pt x="3612" y="604"/>
                  <a:pt x="3612" y="604"/>
                  <a:pt x="3612" y="604"/>
                </a:cubicBezTo>
                <a:cubicBezTo>
                  <a:pt x="3661" y="604"/>
                  <a:pt x="3661" y="604"/>
                  <a:pt x="3661" y="604"/>
                </a:cubicBezTo>
                <a:cubicBezTo>
                  <a:pt x="3661" y="601"/>
                  <a:pt x="3661" y="601"/>
                  <a:pt x="3661" y="601"/>
                </a:cubicBezTo>
                <a:cubicBezTo>
                  <a:pt x="3611" y="601"/>
                  <a:pt x="3611" y="601"/>
                  <a:pt x="3611" y="601"/>
                </a:cubicBezTo>
                <a:cubicBezTo>
                  <a:pt x="3597" y="605"/>
                  <a:pt x="3597" y="605"/>
                  <a:pt x="3597" y="605"/>
                </a:cubicBezTo>
                <a:cubicBezTo>
                  <a:pt x="3597" y="607"/>
                  <a:pt x="3597" y="607"/>
                  <a:pt x="3597" y="607"/>
                </a:cubicBezTo>
                <a:moveTo>
                  <a:pt x="3597" y="615"/>
                </a:moveTo>
                <a:cubicBezTo>
                  <a:pt x="3612" y="611"/>
                  <a:pt x="3612" y="611"/>
                  <a:pt x="3612" y="611"/>
                </a:cubicBezTo>
                <a:cubicBezTo>
                  <a:pt x="3661" y="611"/>
                  <a:pt x="3661" y="611"/>
                  <a:pt x="3661" y="611"/>
                </a:cubicBezTo>
                <a:cubicBezTo>
                  <a:pt x="3661" y="609"/>
                  <a:pt x="3661" y="609"/>
                  <a:pt x="3661" y="609"/>
                </a:cubicBezTo>
                <a:cubicBezTo>
                  <a:pt x="3611" y="609"/>
                  <a:pt x="3611" y="609"/>
                  <a:pt x="3611" y="609"/>
                </a:cubicBezTo>
                <a:cubicBezTo>
                  <a:pt x="3597" y="613"/>
                  <a:pt x="3597" y="613"/>
                  <a:pt x="3597" y="613"/>
                </a:cubicBezTo>
                <a:cubicBezTo>
                  <a:pt x="3597" y="615"/>
                  <a:pt x="3597" y="615"/>
                  <a:pt x="3597" y="615"/>
                </a:cubicBezTo>
                <a:moveTo>
                  <a:pt x="3557" y="618"/>
                </a:moveTo>
                <a:cubicBezTo>
                  <a:pt x="3559" y="618"/>
                  <a:pt x="3559" y="618"/>
                  <a:pt x="3559" y="618"/>
                </a:cubicBezTo>
                <a:cubicBezTo>
                  <a:pt x="3559" y="585"/>
                  <a:pt x="3559" y="585"/>
                  <a:pt x="3559" y="585"/>
                </a:cubicBezTo>
                <a:cubicBezTo>
                  <a:pt x="3557" y="585"/>
                  <a:pt x="3557" y="585"/>
                  <a:pt x="3557" y="585"/>
                </a:cubicBezTo>
                <a:lnTo>
                  <a:pt x="3557" y="618"/>
                </a:lnTo>
                <a:close/>
                <a:moveTo>
                  <a:pt x="3187" y="391"/>
                </a:moveTo>
                <a:cubicBezTo>
                  <a:pt x="3189" y="391"/>
                  <a:pt x="3189" y="391"/>
                  <a:pt x="3189" y="391"/>
                </a:cubicBezTo>
                <a:cubicBezTo>
                  <a:pt x="3189" y="369"/>
                  <a:pt x="3189" y="369"/>
                  <a:pt x="3189" y="369"/>
                </a:cubicBezTo>
                <a:cubicBezTo>
                  <a:pt x="3187" y="369"/>
                  <a:pt x="3187" y="369"/>
                  <a:pt x="3187" y="369"/>
                </a:cubicBezTo>
                <a:lnTo>
                  <a:pt x="3187" y="391"/>
                </a:lnTo>
                <a:close/>
                <a:moveTo>
                  <a:pt x="3171" y="390"/>
                </a:moveTo>
                <a:cubicBezTo>
                  <a:pt x="3174" y="390"/>
                  <a:pt x="3174" y="390"/>
                  <a:pt x="3174" y="390"/>
                </a:cubicBezTo>
                <a:cubicBezTo>
                  <a:pt x="3174" y="376"/>
                  <a:pt x="3174" y="376"/>
                  <a:pt x="3174" y="376"/>
                </a:cubicBezTo>
                <a:cubicBezTo>
                  <a:pt x="3171" y="376"/>
                  <a:pt x="3171" y="376"/>
                  <a:pt x="3171" y="376"/>
                </a:cubicBezTo>
                <a:lnTo>
                  <a:pt x="3171" y="390"/>
                </a:lnTo>
                <a:close/>
                <a:moveTo>
                  <a:pt x="3231" y="424"/>
                </a:moveTo>
                <a:cubicBezTo>
                  <a:pt x="3234" y="424"/>
                  <a:pt x="3234" y="424"/>
                  <a:pt x="3234" y="424"/>
                </a:cubicBezTo>
                <a:cubicBezTo>
                  <a:pt x="3234" y="381"/>
                  <a:pt x="3234" y="381"/>
                  <a:pt x="3234" y="381"/>
                </a:cubicBezTo>
                <a:cubicBezTo>
                  <a:pt x="3231" y="381"/>
                  <a:pt x="3231" y="381"/>
                  <a:pt x="3231" y="381"/>
                </a:cubicBezTo>
                <a:lnTo>
                  <a:pt x="3231" y="424"/>
                </a:lnTo>
                <a:close/>
                <a:moveTo>
                  <a:pt x="3192" y="458"/>
                </a:moveTo>
                <a:cubicBezTo>
                  <a:pt x="3194" y="458"/>
                  <a:pt x="3194" y="458"/>
                  <a:pt x="3194" y="458"/>
                </a:cubicBezTo>
                <a:cubicBezTo>
                  <a:pt x="3194" y="411"/>
                  <a:pt x="3194" y="411"/>
                  <a:pt x="3194" y="411"/>
                </a:cubicBezTo>
                <a:cubicBezTo>
                  <a:pt x="3192" y="411"/>
                  <a:pt x="3192" y="411"/>
                  <a:pt x="3192" y="411"/>
                </a:cubicBezTo>
                <a:lnTo>
                  <a:pt x="3192" y="458"/>
                </a:lnTo>
                <a:close/>
                <a:moveTo>
                  <a:pt x="3162" y="459"/>
                </a:moveTo>
                <a:cubicBezTo>
                  <a:pt x="3164" y="459"/>
                  <a:pt x="3164" y="459"/>
                  <a:pt x="3164" y="459"/>
                </a:cubicBezTo>
                <a:cubicBezTo>
                  <a:pt x="3164" y="413"/>
                  <a:pt x="3164" y="413"/>
                  <a:pt x="3164" y="413"/>
                </a:cubicBezTo>
                <a:cubicBezTo>
                  <a:pt x="3162" y="413"/>
                  <a:pt x="3162" y="413"/>
                  <a:pt x="3162" y="413"/>
                </a:cubicBezTo>
                <a:lnTo>
                  <a:pt x="3162" y="459"/>
                </a:lnTo>
                <a:close/>
                <a:moveTo>
                  <a:pt x="3090" y="461"/>
                </a:moveTo>
                <a:cubicBezTo>
                  <a:pt x="3085" y="479"/>
                  <a:pt x="3085" y="479"/>
                  <a:pt x="3085" y="479"/>
                </a:cubicBezTo>
                <a:cubicBezTo>
                  <a:pt x="3085" y="484"/>
                  <a:pt x="3085" y="484"/>
                  <a:pt x="3085" y="484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82" y="486"/>
                  <a:pt x="3082" y="486"/>
                  <a:pt x="3082" y="486"/>
                </a:cubicBezTo>
                <a:cubicBezTo>
                  <a:pt x="3082" y="548"/>
                  <a:pt x="3082" y="548"/>
                  <a:pt x="3082" y="548"/>
                </a:cubicBezTo>
                <a:cubicBezTo>
                  <a:pt x="3084" y="548"/>
                  <a:pt x="3084" y="548"/>
                  <a:pt x="3084" y="548"/>
                </a:cubicBezTo>
                <a:cubicBezTo>
                  <a:pt x="3084" y="488"/>
                  <a:pt x="3084" y="488"/>
                  <a:pt x="3084" y="488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79"/>
                  <a:pt x="3087" y="479"/>
                  <a:pt x="3087" y="479"/>
                </a:cubicBezTo>
                <a:cubicBezTo>
                  <a:pt x="3092" y="461"/>
                  <a:pt x="3092" y="461"/>
                  <a:pt x="3092" y="461"/>
                </a:cubicBezTo>
                <a:cubicBezTo>
                  <a:pt x="3090" y="461"/>
                  <a:pt x="3090" y="461"/>
                  <a:pt x="3090" y="461"/>
                </a:cubicBezTo>
                <a:moveTo>
                  <a:pt x="3093" y="583"/>
                </a:moveTo>
                <a:cubicBezTo>
                  <a:pt x="3118" y="580"/>
                  <a:pt x="3118" y="580"/>
                  <a:pt x="3118" y="580"/>
                </a:cubicBezTo>
                <a:cubicBezTo>
                  <a:pt x="3169" y="580"/>
                  <a:pt x="3169" y="580"/>
                  <a:pt x="3169" y="580"/>
                </a:cubicBezTo>
                <a:cubicBezTo>
                  <a:pt x="3169" y="578"/>
                  <a:pt x="3169" y="578"/>
                  <a:pt x="3169" y="578"/>
                </a:cubicBezTo>
                <a:cubicBezTo>
                  <a:pt x="3118" y="578"/>
                  <a:pt x="3118" y="578"/>
                  <a:pt x="3118" y="578"/>
                </a:cubicBezTo>
                <a:cubicBezTo>
                  <a:pt x="3093" y="581"/>
                  <a:pt x="3093" y="581"/>
                  <a:pt x="3093" y="581"/>
                </a:cubicBezTo>
                <a:cubicBezTo>
                  <a:pt x="3093" y="583"/>
                  <a:pt x="3093" y="583"/>
                  <a:pt x="3093" y="583"/>
                </a:cubicBezTo>
                <a:moveTo>
                  <a:pt x="3103" y="671"/>
                </a:moveTo>
                <a:cubicBezTo>
                  <a:pt x="3103" y="665"/>
                  <a:pt x="3103" y="665"/>
                  <a:pt x="3103" y="665"/>
                </a:cubicBezTo>
                <a:cubicBezTo>
                  <a:pt x="3142" y="665"/>
                  <a:pt x="3142" y="665"/>
                  <a:pt x="3142" y="665"/>
                </a:cubicBezTo>
                <a:cubicBezTo>
                  <a:pt x="3142" y="660"/>
                  <a:pt x="3142" y="660"/>
                  <a:pt x="3142" y="660"/>
                </a:cubicBezTo>
                <a:cubicBezTo>
                  <a:pt x="3168" y="660"/>
                  <a:pt x="3168" y="660"/>
                  <a:pt x="3168" y="660"/>
                </a:cubicBezTo>
                <a:cubicBezTo>
                  <a:pt x="3168" y="658"/>
                  <a:pt x="3168" y="658"/>
                  <a:pt x="3168" y="658"/>
                </a:cubicBezTo>
                <a:cubicBezTo>
                  <a:pt x="3140" y="658"/>
                  <a:pt x="3140" y="658"/>
                  <a:pt x="3140" y="658"/>
                </a:cubicBezTo>
                <a:cubicBezTo>
                  <a:pt x="3140" y="663"/>
                  <a:pt x="3140" y="663"/>
                  <a:pt x="3140" y="663"/>
                </a:cubicBezTo>
                <a:cubicBezTo>
                  <a:pt x="3101" y="663"/>
                  <a:pt x="3101" y="663"/>
                  <a:pt x="3101" y="663"/>
                </a:cubicBezTo>
                <a:cubicBezTo>
                  <a:pt x="3101" y="671"/>
                  <a:pt x="3101" y="671"/>
                  <a:pt x="3101" y="671"/>
                </a:cubicBezTo>
                <a:cubicBezTo>
                  <a:pt x="3103" y="671"/>
                  <a:pt x="3103" y="671"/>
                  <a:pt x="3103" y="671"/>
                </a:cubicBezTo>
                <a:moveTo>
                  <a:pt x="3174" y="670"/>
                </a:moveTo>
                <a:cubicBezTo>
                  <a:pt x="3174" y="644"/>
                  <a:pt x="3174" y="644"/>
                  <a:pt x="3174" y="644"/>
                </a:cubicBezTo>
                <a:cubicBezTo>
                  <a:pt x="3181" y="644"/>
                  <a:pt x="3181" y="644"/>
                  <a:pt x="3181" y="644"/>
                </a:cubicBezTo>
                <a:cubicBezTo>
                  <a:pt x="3181" y="665"/>
                  <a:pt x="3181" y="665"/>
                  <a:pt x="3181" y="665"/>
                </a:cubicBezTo>
                <a:cubicBezTo>
                  <a:pt x="3219" y="665"/>
                  <a:pt x="3219" y="665"/>
                  <a:pt x="3219" y="665"/>
                </a:cubicBezTo>
                <a:cubicBezTo>
                  <a:pt x="3219" y="663"/>
                  <a:pt x="3219" y="663"/>
                  <a:pt x="3219" y="663"/>
                </a:cubicBezTo>
                <a:cubicBezTo>
                  <a:pt x="3183" y="663"/>
                  <a:pt x="3183" y="663"/>
                  <a:pt x="3183" y="663"/>
                </a:cubicBezTo>
                <a:cubicBezTo>
                  <a:pt x="3183" y="642"/>
                  <a:pt x="3183" y="642"/>
                  <a:pt x="3183" y="642"/>
                </a:cubicBezTo>
                <a:cubicBezTo>
                  <a:pt x="3171" y="642"/>
                  <a:pt x="3171" y="642"/>
                  <a:pt x="3171" y="642"/>
                </a:cubicBezTo>
                <a:cubicBezTo>
                  <a:pt x="3171" y="670"/>
                  <a:pt x="3171" y="670"/>
                  <a:pt x="3171" y="670"/>
                </a:cubicBezTo>
                <a:cubicBezTo>
                  <a:pt x="3174" y="670"/>
                  <a:pt x="3174" y="670"/>
                  <a:pt x="3174" y="670"/>
                </a:cubicBezTo>
                <a:moveTo>
                  <a:pt x="3152" y="515"/>
                </a:moveTo>
                <a:cubicBezTo>
                  <a:pt x="3193" y="515"/>
                  <a:pt x="3193" y="515"/>
                  <a:pt x="3193" y="515"/>
                </a:cubicBezTo>
                <a:cubicBezTo>
                  <a:pt x="3193" y="513"/>
                  <a:pt x="3193" y="513"/>
                  <a:pt x="3193" y="513"/>
                </a:cubicBezTo>
                <a:cubicBezTo>
                  <a:pt x="3152" y="513"/>
                  <a:pt x="3152" y="513"/>
                  <a:pt x="3152" y="513"/>
                </a:cubicBezTo>
                <a:lnTo>
                  <a:pt x="3152" y="515"/>
                </a:lnTo>
                <a:close/>
                <a:moveTo>
                  <a:pt x="3151" y="558"/>
                </a:moveTo>
                <a:cubicBezTo>
                  <a:pt x="3153" y="558"/>
                  <a:pt x="3153" y="558"/>
                  <a:pt x="3153" y="558"/>
                </a:cubicBezTo>
                <a:cubicBezTo>
                  <a:pt x="3153" y="506"/>
                  <a:pt x="3153" y="506"/>
                  <a:pt x="3153" y="506"/>
                </a:cubicBezTo>
                <a:cubicBezTo>
                  <a:pt x="3151" y="506"/>
                  <a:pt x="3151" y="506"/>
                  <a:pt x="3151" y="506"/>
                </a:cubicBezTo>
                <a:lnTo>
                  <a:pt x="3151" y="558"/>
                </a:lnTo>
                <a:close/>
                <a:moveTo>
                  <a:pt x="3192" y="547"/>
                </a:moveTo>
                <a:cubicBezTo>
                  <a:pt x="3194" y="547"/>
                  <a:pt x="3194" y="547"/>
                  <a:pt x="3194" y="547"/>
                </a:cubicBezTo>
                <a:cubicBezTo>
                  <a:pt x="3194" y="507"/>
                  <a:pt x="3194" y="507"/>
                  <a:pt x="3194" y="507"/>
                </a:cubicBezTo>
                <a:cubicBezTo>
                  <a:pt x="3192" y="507"/>
                  <a:pt x="3192" y="507"/>
                  <a:pt x="3192" y="507"/>
                </a:cubicBezTo>
                <a:lnTo>
                  <a:pt x="3192" y="547"/>
                </a:lnTo>
                <a:close/>
                <a:moveTo>
                  <a:pt x="3191" y="559"/>
                </a:moveTo>
                <a:cubicBezTo>
                  <a:pt x="3191" y="549"/>
                  <a:pt x="3191" y="549"/>
                  <a:pt x="3191" y="549"/>
                </a:cubicBezTo>
                <a:cubicBezTo>
                  <a:pt x="3206" y="545"/>
                  <a:pt x="3206" y="545"/>
                  <a:pt x="3206" y="545"/>
                </a:cubicBezTo>
                <a:cubicBezTo>
                  <a:pt x="3219" y="545"/>
                  <a:pt x="3219" y="545"/>
                  <a:pt x="3219" y="545"/>
                </a:cubicBezTo>
                <a:cubicBezTo>
                  <a:pt x="3219" y="557"/>
                  <a:pt x="3219" y="557"/>
                  <a:pt x="3219" y="557"/>
                </a:cubicBezTo>
                <a:cubicBezTo>
                  <a:pt x="3221" y="557"/>
                  <a:pt x="3221" y="557"/>
                  <a:pt x="3221" y="557"/>
                </a:cubicBezTo>
                <a:cubicBezTo>
                  <a:pt x="3221" y="543"/>
                  <a:pt x="3221" y="543"/>
                  <a:pt x="3221" y="543"/>
                </a:cubicBezTo>
                <a:cubicBezTo>
                  <a:pt x="3206" y="543"/>
                  <a:pt x="3206" y="543"/>
                  <a:pt x="3206" y="543"/>
                </a:cubicBezTo>
                <a:cubicBezTo>
                  <a:pt x="3189" y="547"/>
                  <a:pt x="3189" y="547"/>
                  <a:pt x="3189" y="547"/>
                </a:cubicBezTo>
                <a:cubicBezTo>
                  <a:pt x="3189" y="559"/>
                  <a:pt x="3189" y="559"/>
                  <a:pt x="3189" y="559"/>
                </a:cubicBezTo>
                <a:cubicBezTo>
                  <a:pt x="3191" y="559"/>
                  <a:pt x="3191" y="559"/>
                  <a:pt x="3191" y="559"/>
                </a:cubicBezTo>
                <a:moveTo>
                  <a:pt x="3205" y="558"/>
                </a:moveTo>
                <a:cubicBezTo>
                  <a:pt x="3207" y="558"/>
                  <a:pt x="3207" y="558"/>
                  <a:pt x="3207" y="558"/>
                </a:cubicBezTo>
                <a:cubicBezTo>
                  <a:pt x="3207" y="544"/>
                  <a:pt x="3207" y="544"/>
                  <a:pt x="3207" y="544"/>
                </a:cubicBezTo>
                <a:cubicBezTo>
                  <a:pt x="3205" y="544"/>
                  <a:pt x="3205" y="544"/>
                  <a:pt x="3205" y="544"/>
                </a:cubicBezTo>
                <a:lnTo>
                  <a:pt x="3205" y="558"/>
                </a:lnTo>
                <a:close/>
                <a:moveTo>
                  <a:pt x="3087" y="378"/>
                </a:moveTo>
                <a:cubicBezTo>
                  <a:pt x="3087" y="386"/>
                  <a:pt x="3087" y="386"/>
                  <a:pt x="3087" y="386"/>
                </a:cubicBezTo>
                <a:cubicBezTo>
                  <a:pt x="3087" y="387"/>
                  <a:pt x="3087" y="387"/>
                  <a:pt x="3087" y="387"/>
                </a:cubicBezTo>
                <a:cubicBezTo>
                  <a:pt x="3098" y="387"/>
                  <a:pt x="3098" y="387"/>
                  <a:pt x="3098" y="387"/>
                </a:cubicBezTo>
                <a:cubicBezTo>
                  <a:pt x="3098" y="385"/>
                  <a:pt x="3098" y="385"/>
                  <a:pt x="3098" y="385"/>
                </a:cubicBezTo>
                <a:cubicBezTo>
                  <a:pt x="3089" y="385"/>
                  <a:pt x="3089" y="385"/>
                  <a:pt x="3089" y="385"/>
                </a:cubicBezTo>
                <a:cubicBezTo>
                  <a:pt x="3090" y="378"/>
                  <a:pt x="3090" y="378"/>
                  <a:pt x="3090" y="378"/>
                </a:cubicBezTo>
                <a:cubicBezTo>
                  <a:pt x="3087" y="378"/>
                  <a:pt x="3087" y="378"/>
                  <a:pt x="3087" y="378"/>
                </a:cubicBezTo>
                <a:moveTo>
                  <a:pt x="3126" y="367"/>
                </a:moveTo>
                <a:cubicBezTo>
                  <a:pt x="3134" y="367"/>
                  <a:pt x="3134" y="367"/>
                  <a:pt x="3134" y="367"/>
                </a:cubicBezTo>
                <a:cubicBezTo>
                  <a:pt x="3134" y="387"/>
                  <a:pt x="3134" y="387"/>
                  <a:pt x="3134" y="387"/>
                </a:cubicBezTo>
                <a:cubicBezTo>
                  <a:pt x="3136" y="387"/>
                  <a:pt x="3136" y="387"/>
                  <a:pt x="3136" y="387"/>
                </a:cubicBezTo>
                <a:cubicBezTo>
                  <a:pt x="3136" y="365"/>
                  <a:pt x="3136" y="365"/>
                  <a:pt x="3136" y="365"/>
                </a:cubicBezTo>
                <a:cubicBezTo>
                  <a:pt x="3126" y="365"/>
                  <a:pt x="3126" y="365"/>
                  <a:pt x="3126" y="365"/>
                </a:cubicBezTo>
                <a:cubicBezTo>
                  <a:pt x="3126" y="367"/>
                  <a:pt x="3126" y="367"/>
                  <a:pt x="3126" y="367"/>
                </a:cubicBezTo>
                <a:moveTo>
                  <a:pt x="3118" y="360"/>
                </a:moveTo>
                <a:cubicBezTo>
                  <a:pt x="3120" y="360"/>
                  <a:pt x="3120" y="360"/>
                  <a:pt x="3120" y="360"/>
                </a:cubicBezTo>
                <a:cubicBezTo>
                  <a:pt x="3120" y="341"/>
                  <a:pt x="3120" y="341"/>
                  <a:pt x="3120" y="341"/>
                </a:cubicBezTo>
                <a:cubicBezTo>
                  <a:pt x="3118" y="341"/>
                  <a:pt x="3118" y="341"/>
                  <a:pt x="3118" y="341"/>
                </a:cubicBezTo>
                <a:lnTo>
                  <a:pt x="3118" y="360"/>
                </a:lnTo>
                <a:close/>
                <a:moveTo>
                  <a:pt x="3111" y="360"/>
                </a:moveTo>
                <a:cubicBezTo>
                  <a:pt x="3114" y="360"/>
                  <a:pt x="3114" y="360"/>
                  <a:pt x="3114" y="360"/>
                </a:cubicBezTo>
                <a:cubicBezTo>
                  <a:pt x="3114" y="352"/>
                  <a:pt x="3114" y="352"/>
                  <a:pt x="3114" y="352"/>
                </a:cubicBezTo>
                <a:cubicBezTo>
                  <a:pt x="3111" y="352"/>
                  <a:pt x="3111" y="352"/>
                  <a:pt x="3111" y="352"/>
                </a:cubicBezTo>
                <a:lnTo>
                  <a:pt x="3111" y="360"/>
                </a:lnTo>
                <a:close/>
                <a:moveTo>
                  <a:pt x="3178" y="448"/>
                </a:moveTo>
                <a:cubicBezTo>
                  <a:pt x="3180" y="448"/>
                  <a:pt x="3180" y="448"/>
                  <a:pt x="3180" y="448"/>
                </a:cubicBezTo>
                <a:cubicBezTo>
                  <a:pt x="3180" y="391"/>
                  <a:pt x="3180" y="391"/>
                  <a:pt x="3180" y="391"/>
                </a:cubicBezTo>
                <a:cubicBezTo>
                  <a:pt x="3178" y="391"/>
                  <a:pt x="3178" y="391"/>
                  <a:pt x="3178" y="391"/>
                </a:cubicBezTo>
                <a:lnTo>
                  <a:pt x="3178" y="448"/>
                </a:lnTo>
                <a:close/>
                <a:moveTo>
                  <a:pt x="3241" y="416"/>
                </a:moveTo>
                <a:cubicBezTo>
                  <a:pt x="3243" y="416"/>
                  <a:pt x="3243" y="416"/>
                  <a:pt x="3243" y="416"/>
                </a:cubicBezTo>
                <a:cubicBezTo>
                  <a:pt x="3243" y="381"/>
                  <a:pt x="3243" y="381"/>
                  <a:pt x="3243" y="381"/>
                </a:cubicBezTo>
                <a:cubicBezTo>
                  <a:pt x="3241" y="381"/>
                  <a:pt x="3241" y="381"/>
                  <a:pt x="3241" y="381"/>
                </a:cubicBezTo>
                <a:lnTo>
                  <a:pt x="3241" y="416"/>
                </a:lnTo>
                <a:close/>
                <a:moveTo>
                  <a:pt x="3176" y="481"/>
                </a:moveTo>
                <a:cubicBezTo>
                  <a:pt x="3225" y="481"/>
                  <a:pt x="3225" y="481"/>
                  <a:pt x="3225" y="481"/>
                </a:cubicBezTo>
                <a:cubicBezTo>
                  <a:pt x="3225" y="479"/>
                  <a:pt x="3225" y="479"/>
                  <a:pt x="3225" y="479"/>
                </a:cubicBezTo>
                <a:cubicBezTo>
                  <a:pt x="3176" y="479"/>
                  <a:pt x="3176" y="479"/>
                  <a:pt x="3176" y="479"/>
                </a:cubicBezTo>
                <a:lnTo>
                  <a:pt x="3176" y="481"/>
                </a:lnTo>
                <a:close/>
                <a:moveTo>
                  <a:pt x="2996" y="478"/>
                </a:moveTo>
                <a:cubicBezTo>
                  <a:pt x="3012" y="478"/>
                  <a:pt x="3012" y="478"/>
                  <a:pt x="3012" y="478"/>
                </a:cubicBezTo>
                <a:cubicBezTo>
                  <a:pt x="3012" y="493"/>
                  <a:pt x="3012" y="493"/>
                  <a:pt x="3012" y="493"/>
                </a:cubicBezTo>
                <a:cubicBezTo>
                  <a:pt x="3015" y="493"/>
                  <a:pt x="3015" y="493"/>
                  <a:pt x="3015" y="493"/>
                </a:cubicBezTo>
                <a:cubicBezTo>
                  <a:pt x="3015" y="476"/>
                  <a:pt x="3015" y="476"/>
                  <a:pt x="3015" y="476"/>
                </a:cubicBezTo>
                <a:cubicBezTo>
                  <a:pt x="2996" y="476"/>
                  <a:pt x="2996" y="476"/>
                  <a:pt x="2996" y="476"/>
                </a:cubicBezTo>
                <a:cubicBezTo>
                  <a:pt x="2996" y="478"/>
                  <a:pt x="2996" y="478"/>
                  <a:pt x="2996" y="478"/>
                </a:cubicBezTo>
                <a:moveTo>
                  <a:pt x="3027" y="387"/>
                </a:moveTo>
                <a:cubicBezTo>
                  <a:pt x="3029" y="387"/>
                  <a:pt x="3029" y="387"/>
                  <a:pt x="3029" y="387"/>
                </a:cubicBezTo>
                <a:cubicBezTo>
                  <a:pt x="3029" y="375"/>
                  <a:pt x="3029" y="375"/>
                  <a:pt x="3029" y="375"/>
                </a:cubicBezTo>
                <a:cubicBezTo>
                  <a:pt x="3027" y="375"/>
                  <a:pt x="3027" y="375"/>
                  <a:pt x="3027" y="375"/>
                </a:cubicBezTo>
                <a:lnTo>
                  <a:pt x="3027" y="387"/>
                </a:lnTo>
                <a:close/>
                <a:moveTo>
                  <a:pt x="3031" y="430"/>
                </a:moveTo>
                <a:cubicBezTo>
                  <a:pt x="3034" y="430"/>
                  <a:pt x="3034" y="430"/>
                  <a:pt x="3034" y="430"/>
                </a:cubicBezTo>
                <a:cubicBezTo>
                  <a:pt x="3034" y="410"/>
                  <a:pt x="3034" y="410"/>
                  <a:pt x="3034" y="410"/>
                </a:cubicBezTo>
                <a:cubicBezTo>
                  <a:pt x="3031" y="410"/>
                  <a:pt x="3031" y="410"/>
                  <a:pt x="3031" y="410"/>
                </a:cubicBezTo>
                <a:lnTo>
                  <a:pt x="3031" y="430"/>
                </a:lnTo>
                <a:close/>
                <a:moveTo>
                  <a:pt x="3060" y="492"/>
                </a:moveTo>
                <a:cubicBezTo>
                  <a:pt x="3062" y="492"/>
                  <a:pt x="3062" y="492"/>
                  <a:pt x="3062" y="492"/>
                </a:cubicBezTo>
                <a:cubicBezTo>
                  <a:pt x="3062" y="431"/>
                  <a:pt x="3062" y="431"/>
                  <a:pt x="3062" y="431"/>
                </a:cubicBezTo>
                <a:cubicBezTo>
                  <a:pt x="3060" y="431"/>
                  <a:pt x="3060" y="431"/>
                  <a:pt x="3060" y="431"/>
                </a:cubicBezTo>
                <a:lnTo>
                  <a:pt x="3060" y="492"/>
                </a:lnTo>
                <a:close/>
                <a:moveTo>
                  <a:pt x="3051" y="499"/>
                </a:moveTo>
                <a:cubicBezTo>
                  <a:pt x="3066" y="499"/>
                  <a:pt x="3066" y="499"/>
                  <a:pt x="3066" y="499"/>
                </a:cubicBezTo>
                <a:cubicBezTo>
                  <a:pt x="3066" y="497"/>
                  <a:pt x="3066" y="497"/>
                  <a:pt x="3066" y="497"/>
                </a:cubicBezTo>
                <a:cubicBezTo>
                  <a:pt x="3051" y="497"/>
                  <a:pt x="3051" y="497"/>
                  <a:pt x="3051" y="497"/>
                </a:cubicBezTo>
                <a:lnTo>
                  <a:pt x="3051" y="499"/>
                </a:lnTo>
                <a:close/>
                <a:moveTo>
                  <a:pt x="3065" y="492"/>
                </a:moveTo>
                <a:cubicBezTo>
                  <a:pt x="3083" y="488"/>
                  <a:pt x="3083" y="488"/>
                  <a:pt x="3083" y="488"/>
                </a:cubicBezTo>
                <a:cubicBezTo>
                  <a:pt x="3108" y="488"/>
                  <a:pt x="3108" y="488"/>
                  <a:pt x="3108" y="488"/>
                </a:cubicBezTo>
                <a:cubicBezTo>
                  <a:pt x="3108" y="486"/>
                  <a:pt x="3108" y="486"/>
                  <a:pt x="3108" y="486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65" y="490"/>
                  <a:pt x="3065" y="490"/>
                  <a:pt x="3065" y="490"/>
                </a:cubicBezTo>
                <a:cubicBezTo>
                  <a:pt x="3065" y="492"/>
                  <a:pt x="3065" y="492"/>
                  <a:pt x="3065" y="492"/>
                </a:cubicBezTo>
                <a:moveTo>
                  <a:pt x="3101" y="540"/>
                </a:moveTo>
                <a:cubicBezTo>
                  <a:pt x="3103" y="540"/>
                  <a:pt x="3103" y="540"/>
                  <a:pt x="3103" y="540"/>
                </a:cubicBezTo>
                <a:cubicBezTo>
                  <a:pt x="3103" y="497"/>
                  <a:pt x="3103" y="497"/>
                  <a:pt x="3103" y="497"/>
                </a:cubicBezTo>
                <a:cubicBezTo>
                  <a:pt x="3101" y="497"/>
                  <a:pt x="3101" y="497"/>
                  <a:pt x="3101" y="497"/>
                </a:cubicBezTo>
                <a:lnTo>
                  <a:pt x="3101" y="540"/>
                </a:lnTo>
                <a:close/>
                <a:moveTo>
                  <a:pt x="3121" y="498"/>
                </a:moveTo>
                <a:cubicBezTo>
                  <a:pt x="3121" y="412"/>
                  <a:pt x="3121" y="412"/>
                  <a:pt x="3121" y="412"/>
                </a:cubicBezTo>
                <a:cubicBezTo>
                  <a:pt x="3132" y="412"/>
                  <a:pt x="3132" y="412"/>
                  <a:pt x="3132" y="412"/>
                </a:cubicBezTo>
                <a:cubicBezTo>
                  <a:pt x="3132" y="410"/>
                  <a:pt x="3132" y="410"/>
                  <a:pt x="3132" y="410"/>
                </a:cubicBezTo>
                <a:cubicBezTo>
                  <a:pt x="3119" y="410"/>
                  <a:pt x="3119" y="410"/>
                  <a:pt x="3119" y="410"/>
                </a:cubicBezTo>
                <a:cubicBezTo>
                  <a:pt x="3119" y="498"/>
                  <a:pt x="3119" y="498"/>
                  <a:pt x="3119" y="498"/>
                </a:cubicBezTo>
                <a:cubicBezTo>
                  <a:pt x="3121" y="498"/>
                  <a:pt x="3121" y="498"/>
                  <a:pt x="3121" y="498"/>
                </a:cubicBezTo>
                <a:moveTo>
                  <a:pt x="3018" y="398"/>
                </a:moveTo>
                <a:cubicBezTo>
                  <a:pt x="3037" y="398"/>
                  <a:pt x="3037" y="398"/>
                  <a:pt x="3037" y="398"/>
                </a:cubicBezTo>
                <a:cubicBezTo>
                  <a:pt x="3037" y="396"/>
                  <a:pt x="3037" y="396"/>
                  <a:pt x="3037" y="396"/>
                </a:cubicBezTo>
                <a:cubicBezTo>
                  <a:pt x="3018" y="396"/>
                  <a:pt x="3018" y="396"/>
                  <a:pt x="3018" y="396"/>
                </a:cubicBezTo>
                <a:lnTo>
                  <a:pt x="3018" y="398"/>
                </a:lnTo>
                <a:close/>
                <a:moveTo>
                  <a:pt x="2960" y="521"/>
                </a:moveTo>
                <a:cubicBezTo>
                  <a:pt x="2991" y="521"/>
                  <a:pt x="2991" y="521"/>
                  <a:pt x="2991" y="521"/>
                </a:cubicBezTo>
                <a:cubicBezTo>
                  <a:pt x="2991" y="519"/>
                  <a:pt x="2991" y="519"/>
                  <a:pt x="2991" y="519"/>
                </a:cubicBezTo>
                <a:cubicBezTo>
                  <a:pt x="2960" y="519"/>
                  <a:pt x="2960" y="519"/>
                  <a:pt x="2960" y="519"/>
                </a:cubicBezTo>
                <a:lnTo>
                  <a:pt x="2960" y="521"/>
                </a:lnTo>
                <a:close/>
                <a:moveTo>
                  <a:pt x="2959" y="562"/>
                </a:moveTo>
                <a:cubicBezTo>
                  <a:pt x="2992" y="562"/>
                  <a:pt x="2992" y="562"/>
                  <a:pt x="2992" y="562"/>
                </a:cubicBezTo>
                <a:cubicBezTo>
                  <a:pt x="2992" y="560"/>
                  <a:pt x="2992" y="560"/>
                  <a:pt x="2992" y="560"/>
                </a:cubicBezTo>
                <a:cubicBezTo>
                  <a:pt x="2959" y="560"/>
                  <a:pt x="2959" y="560"/>
                  <a:pt x="2959" y="560"/>
                </a:cubicBezTo>
                <a:lnTo>
                  <a:pt x="2959" y="562"/>
                </a:lnTo>
                <a:close/>
                <a:moveTo>
                  <a:pt x="2966" y="670"/>
                </a:moveTo>
                <a:cubicBezTo>
                  <a:pt x="2966" y="596"/>
                  <a:pt x="2966" y="596"/>
                  <a:pt x="2966" y="596"/>
                </a:cubicBezTo>
                <a:cubicBezTo>
                  <a:pt x="2977" y="591"/>
                  <a:pt x="2977" y="591"/>
                  <a:pt x="2977" y="591"/>
                </a:cubicBezTo>
                <a:cubicBezTo>
                  <a:pt x="2976" y="589"/>
                  <a:pt x="2976" y="589"/>
                  <a:pt x="2976" y="589"/>
                </a:cubicBezTo>
                <a:cubicBezTo>
                  <a:pt x="2964" y="595"/>
                  <a:pt x="2964" y="595"/>
                  <a:pt x="2964" y="595"/>
                </a:cubicBezTo>
                <a:cubicBezTo>
                  <a:pt x="2964" y="670"/>
                  <a:pt x="2964" y="670"/>
                  <a:pt x="2964" y="670"/>
                </a:cubicBezTo>
                <a:cubicBezTo>
                  <a:pt x="2966" y="670"/>
                  <a:pt x="2966" y="670"/>
                  <a:pt x="2966" y="670"/>
                </a:cubicBezTo>
                <a:moveTo>
                  <a:pt x="2965" y="603"/>
                </a:moveTo>
                <a:cubicBezTo>
                  <a:pt x="2977" y="599"/>
                  <a:pt x="2977" y="599"/>
                  <a:pt x="2977" y="599"/>
                </a:cubicBezTo>
                <a:cubicBezTo>
                  <a:pt x="3022" y="599"/>
                  <a:pt x="3022" y="599"/>
                  <a:pt x="3022" y="599"/>
                </a:cubicBezTo>
                <a:cubicBezTo>
                  <a:pt x="3022" y="597"/>
                  <a:pt x="3022" y="597"/>
                  <a:pt x="3022" y="597"/>
                </a:cubicBezTo>
                <a:cubicBezTo>
                  <a:pt x="2976" y="597"/>
                  <a:pt x="2976" y="597"/>
                  <a:pt x="2976" y="597"/>
                </a:cubicBezTo>
                <a:cubicBezTo>
                  <a:pt x="2964" y="601"/>
                  <a:pt x="2964" y="601"/>
                  <a:pt x="2964" y="601"/>
                </a:cubicBezTo>
                <a:cubicBezTo>
                  <a:pt x="2965" y="603"/>
                  <a:pt x="2965" y="603"/>
                  <a:pt x="2965" y="603"/>
                </a:cubicBezTo>
                <a:moveTo>
                  <a:pt x="2956" y="643"/>
                </a:moveTo>
                <a:cubicBezTo>
                  <a:pt x="2958" y="643"/>
                  <a:pt x="2958" y="643"/>
                  <a:pt x="2958" y="643"/>
                </a:cubicBezTo>
                <a:cubicBezTo>
                  <a:pt x="2958" y="483"/>
                  <a:pt x="2958" y="483"/>
                  <a:pt x="2958" y="483"/>
                </a:cubicBezTo>
                <a:cubicBezTo>
                  <a:pt x="2956" y="483"/>
                  <a:pt x="2956" y="483"/>
                  <a:pt x="2956" y="483"/>
                </a:cubicBezTo>
                <a:lnTo>
                  <a:pt x="2956" y="643"/>
                </a:lnTo>
                <a:close/>
                <a:moveTo>
                  <a:pt x="2999" y="591"/>
                </a:moveTo>
                <a:cubicBezTo>
                  <a:pt x="3001" y="591"/>
                  <a:pt x="3001" y="591"/>
                  <a:pt x="3001" y="591"/>
                </a:cubicBezTo>
                <a:cubicBezTo>
                  <a:pt x="3001" y="483"/>
                  <a:pt x="3001" y="483"/>
                  <a:pt x="3001" y="483"/>
                </a:cubicBezTo>
                <a:cubicBezTo>
                  <a:pt x="2999" y="483"/>
                  <a:pt x="2999" y="483"/>
                  <a:pt x="2999" y="483"/>
                </a:cubicBezTo>
                <a:lnTo>
                  <a:pt x="2999" y="591"/>
                </a:lnTo>
                <a:close/>
                <a:moveTo>
                  <a:pt x="2902" y="459"/>
                </a:moveTo>
                <a:cubicBezTo>
                  <a:pt x="2911" y="459"/>
                  <a:pt x="2911" y="459"/>
                  <a:pt x="2911" y="459"/>
                </a:cubicBezTo>
                <a:cubicBezTo>
                  <a:pt x="2911" y="453"/>
                  <a:pt x="2911" y="453"/>
                  <a:pt x="2911" y="453"/>
                </a:cubicBezTo>
                <a:cubicBezTo>
                  <a:pt x="2925" y="453"/>
                  <a:pt x="2925" y="453"/>
                  <a:pt x="2925" y="453"/>
                </a:cubicBezTo>
                <a:cubicBezTo>
                  <a:pt x="2925" y="450"/>
                  <a:pt x="2925" y="450"/>
                  <a:pt x="2925" y="450"/>
                </a:cubicBezTo>
                <a:cubicBezTo>
                  <a:pt x="2935" y="450"/>
                  <a:pt x="2935" y="450"/>
                  <a:pt x="2935" y="450"/>
                </a:cubicBezTo>
                <a:cubicBezTo>
                  <a:pt x="2935" y="448"/>
                  <a:pt x="2935" y="448"/>
                  <a:pt x="2935" y="448"/>
                </a:cubicBezTo>
                <a:cubicBezTo>
                  <a:pt x="2923" y="448"/>
                  <a:pt x="2923" y="448"/>
                  <a:pt x="2923" y="448"/>
                </a:cubicBezTo>
                <a:cubicBezTo>
                  <a:pt x="2923" y="451"/>
                  <a:pt x="2923" y="451"/>
                  <a:pt x="2923" y="451"/>
                </a:cubicBezTo>
                <a:cubicBezTo>
                  <a:pt x="2908" y="451"/>
                  <a:pt x="2908" y="451"/>
                  <a:pt x="2908" y="451"/>
                </a:cubicBezTo>
                <a:cubicBezTo>
                  <a:pt x="2908" y="457"/>
                  <a:pt x="2908" y="457"/>
                  <a:pt x="2908" y="457"/>
                </a:cubicBezTo>
                <a:cubicBezTo>
                  <a:pt x="2902" y="457"/>
                  <a:pt x="2902" y="457"/>
                  <a:pt x="2902" y="457"/>
                </a:cubicBezTo>
                <a:cubicBezTo>
                  <a:pt x="2902" y="459"/>
                  <a:pt x="2902" y="459"/>
                  <a:pt x="2902" y="459"/>
                </a:cubicBezTo>
                <a:moveTo>
                  <a:pt x="2840" y="488"/>
                </a:moveTo>
                <a:cubicBezTo>
                  <a:pt x="2842" y="488"/>
                  <a:pt x="2842" y="488"/>
                  <a:pt x="2842" y="488"/>
                </a:cubicBezTo>
                <a:cubicBezTo>
                  <a:pt x="2842" y="440"/>
                  <a:pt x="2842" y="440"/>
                  <a:pt x="2842" y="440"/>
                </a:cubicBezTo>
                <a:cubicBezTo>
                  <a:pt x="2840" y="440"/>
                  <a:pt x="2840" y="440"/>
                  <a:pt x="2840" y="440"/>
                </a:cubicBezTo>
                <a:lnTo>
                  <a:pt x="2840" y="488"/>
                </a:lnTo>
                <a:close/>
                <a:moveTo>
                  <a:pt x="2830" y="506"/>
                </a:moveTo>
                <a:cubicBezTo>
                  <a:pt x="2840" y="502"/>
                  <a:pt x="2840" y="502"/>
                  <a:pt x="2840" y="502"/>
                </a:cubicBezTo>
                <a:cubicBezTo>
                  <a:pt x="2860" y="502"/>
                  <a:pt x="2860" y="502"/>
                  <a:pt x="2860" y="502"/>
                </a:cubicBezTo>
                <a:cubicBezTo>
                  <a:pt x="2860" y="499"/>
                  <a:pt x="2860" y="499"/>
                  <a:pt x="2860" y="499"/>
                </a:cubicBezTo>
                <a:cubicBezTo>
                  <a:pt x="2840" y="499"/>
                  <a:pt x="2840" y="499"/>
                  <a:pt x="2840" y="499"/>
                </a:cubicBezTo>
                <a:cubicBezTo>
                  <a:pt x="2830" y="503"/>
                  <a:pt x="2830" y="503"/>
                  <a:pt x="2830" y="503"/>
                </a:cubicBezTo>
                <a:cubicBezTo>
                  <a:pt x="2830" y="506"/>
                  <a:pt x="2830" y="506"/>
                  <a:pt x="2830" y="506"/>
                </a:cubicBezTo>
                <a:moveTo>
                  <a:pt x="2817" y="662"/>
                </a:moveTo>
                <a:cubicBezTo>
                  <a:pt x="2883" y="662"/>
                  <a:pt x="2883" y="662"/>
                  <a:pt x="2883" y="662"/>
                </a:cubicBezTo>
                <a:cubicBezTo>
                  <a:pt x="2883" y="670"/>
                  <a:pt x="2883" y="670"/>
                  <a:pt x="2883" y="670"/>
                </a:cubicBezTo>
                <a:cubicBezTo>
                  <a:pt x="2885" y="670"/>
                  <a:pt x="2885" y="670"/>
                  <a:pt x="2885" y="670"/>
                </a:cubicBezTo>
                <a:cubicBezTo>
                  <a:pt x="2885" y="659"/>
                  <a:pt x="2885" y="659"/>
                  <a:pt x="2885" y="659"/>
                </a:cubicBezTo>
                <a:cubicBezTo>
                  <a:pt x="2817" y="659"/>
                  <a:pt x="2817" y="659"/>
                  <a:pt x="2817" y="659"/>
                </a:cubicBezTo>
                <a:cubicBezTo>
                  <a:pt x="2817" y="662"/>
                  <a:pt x="2817" y="662"/>
                  <a:pt x="2817" y="662"/>
                </a:cubicBezTo>
                <a:moveTo>
                  <a:pt x="2759" y="628"/>
                </a:moveTo>
                <a:cubicBezTo>
                  <a:pt x="2815" y="628"/>
                  <a:pt x="2815" y="628"/>
                  <a:pt x="2815" y="628"/>
                </a:cubicBezTo>
                <a:cubicBezTo>
                  <a:pt x="2815" y="626"/>
                  <a:pt x="2815" y="626"/>
                  <a:pt x="2815" y="626"/>
                </a:cubicBezTo>
                <a:cubicBezTo>
                  <a:pt x="2759" y="626"/>
                  <a:pt x="2759" y="626"/>
                  <a:pt x="2759" y="626"/>
                </a:cubicBezTo>
                <a:lnTo>
                  <a:pt x="2759" y="628"/>
                </a:lnTo>
                <a:close/>
                <a:moveTo>
                  <a:pt x="2759" y="318"/>
                </a:moveTo>
                <a:cubicBezTo>
                  <a:pt x="2815" y="316"/>
                  <a:pt x="2815" y="316"/>
                  <a:pt x="2815" y="316"/>
                </a:cubicBezTo>
                <a:cubicBezTo>
                  <a:pt x="2830" y="326"/>
                  <a:pt x="2830" y="326"/>
                  <a:pt x="2830" y="326"/>
                </a:cubicBezTo>
                <a:cubicBezTo>
                  <a:pt x="2831" y="324"/>
                  <a:pt x="2831" y="324"/>
                  <a:pt x="2831" y="324"/>
                </a:cubicBezTo>
                <a:cubicBezTo>
                  <a:pt x="2815" y="314"/>
                  <a:pt x="2815" y="314"/>
                  <a:pt x="2815" y="314"/>
                </a:cubicBezTo>
                <a:cubicBezTo>
                  <a:pt x="2758" y="316"/>
                  <a:pt x="2758" y="316"/>
                  <a:pt x="2758" y="316"/>
                </a:cubicBezTo>
                <a:cubicBezTo>
                  <a:pt x="2759" y="318"/>
                  <a:pt x="2759" y="318"/>
                  <a:pt x="2759" y="318"/>
                </a:cubicBezTo>
                <a:moveTo>
                  <a:pt x="2760" y="421"/>
                </a:moveTo>
                <a:cubicBezTo>
                  <a:pt x="2815" y="420"/>
                  <a:pt x="2815" y="420"/>
                  <a:pt x="2815" y="420"/>
                </a:cubicBezTo>
                <a:cubicBezTo>
                  <a:pt x="2830" y="425"/>
                  <a:pt x="2830" y="425"/>
                  <a:pt x="2830" y="425"/>
                </a:cubicBezTo>
                <a:cubicBezTo>
                  <a:pt x="2831" y="423"/>
                  <a:pt x="2831" y="423"/>
                  <a:pt x="2831" y="423"/>
                </a:cubicBezTo>
                <a:cubicBezTo>
                  <a:pt x="2816" y="418"/>
                  <a:pt x="2816" y="418"/>
                  <a:pt x="2816" y="418"/>
                </a:cubicBezTo>
                <a:cubicBezTo>
                  <a:pt x="2760" y="419"/>
                  <a:pt x="2760" y="419"/>
                  <a:pt x="2760" y="419"/>
                </a:cubicBezTo>
                <a:cubicBezTo>
                  <a:pt x="2760" y="421"/>
                  <a:pt x="2760" y="421"/>
                  <a:pt x="2760" y="421"/>
                </a:cubicBezTo>
                <a:moveTo>
                  <a:pt x="2832" y="330"/>
                </a:moveTo>
                <a:cubicBezTo>
                  <a:pt x="2866" y="330"/>
                  <a:pt x="2866" y="330"/>
                  <a:pt x="2866" y="330"/>
                </a:cubicBezTo>
                <a:cubicBezTo>
                  <a:pt x="2866" y="347"/>
                  <a:pt x="2866" y="347"/>
                  <a:pt x="2866" y="347"/>
                </a:cubicBezTo>
                <a:cubicBezTo>
                  <a:pt x="2868" y="347"/>
                  <a:pt x="2868" y="347"/>
                  <a:pt x="2868" y="347"/>
                </a:cubicBezTo>
                <a:cubicBezTo>
                  <a:pt x="2868" y="328"/>
                  <a:pt x="2868" y="328"/>
                  <a:pt x="2868" y="328"/>
                </a:cubicBezTo>
                <a:cubicBezTo>
                  <a:pt x="2832" y="328"/>
                  <a:pt x="2832" y="328"/>
                  <a:pt x="2832" y="328"/>
                </a:cubicBezTo>
                <a:cubicBezTo>
                  <a:pt x="2832" y="330"/>
                  <a:pt x="2832" y="330"/>
                  <a:pt x="2832" y="330"/>
                </a:cubicBezTo>
                <a:moveTo>
                  <a:pt x="2643" y="277"/>
                </a:moveTo>
                <a:cubicBezTo>
                  <a:pt x="2657" y="286"/>
                  <a:pt x="2657" y="286"/>
                  <a:pt x="2657" y="286"/>
                </a:cubicBezTo>
                <a:cubicBezTo>
                  <a:pt x="2668" y="278"/>
                  <a:pt x="2668" y="278"/>
                  <a:pt x="2668" y="278"/>
                </a:cubicBezTo>
                <a:cubicBezTo>
                  <a:pt x="2666" y="276"/>
                  <a:pt x="2666" y="276"/>
                  <a:pt x="2666" y="276"/>
                </a:cubicBezTo>
                <a:cubicBezTo>
                  <a:pt x="2657" y="283"/>
                  <a:pt x="2657" y="283"/>
                  <a:pt x="2657" y="283"/>
                </a:cubicBezTo>
                <a:cubicBezTo>
                  <a:pt x="2645" y="275"/>
                  <a:pt x="2645" y="275"/>
                  <a:pt x="2645" y="275"/>
                </a:cubicBezTo>
                <a:cubicBezTo>
                  <a:pt x="2643" y="277"/>
                  <a:pt x="2643" y="277"/>
                  <a:pt x="2643" y="277"/>
                </a:cubicBezTo>
                <a:moveTo>
                  <a:pt x="2723" y="408"/>
                </a:moveTo>
                <a:cubicBezTo>
                  <a:pt x="2723" y="389"/>
                  <a:pt x="2723" y="389"/>
                  <a:pt x="2723" y="389"/>
                </a:cubicBezTo>
                <a:cubicBezTo>
                  <a:pt x="2736" y="389"/>
                  <a:pt x="2736" y="389"/>
                  <a:pt x="2736" y="389"/>
                </a:cubicBezTo>
                <a:cubicBezTo>
                  <a:pt x="2736" y="380"/>
                  <a:pt x="2736" y="380"/>
                  <a:pt x="2736" y="380"/>
                </a:cubicBezTo>
                <a:cubicBezTo>
                  <a:pt x="2759" y="380"/>
                  <a:pt x="2759" y="380"/>
                  <a:pt x="2759" y="380"/>
                </a:cubicBezTo>
                <a:cubicBezTo>
                  <a:pt x="2759" y="377"/>
                  <a:pt x="2759" y="377"/>
                  <a:pt x="2759" y="377"/>
                </a:cubicBezTo>
                <a:cubicBezTo>
                  <a:pt x="2734" y="377"/>
                  <a:pt x="2734" y="377"/>
                  <a:pt x="2734" y="377"/>
                </a:cubicBezTo>
                <a:cubicBezTo>
                  <a:pt x="2734" y="386"/>
                  <a:pt x="2734" y="386"/>
                  <a:pt x="2734" y="386"/>
                </a:cubicBezTo>
                <a:cubicBezTo>
                  <a:pt x="2721" y="386"/>
                  <a:pt x="2721" y="386"/>
                  <a:pt x="2721" y="386"/>
                </a:cubicBezTo>
                <a:cubicBezTo>
                  <a:pt x="2721" y="408"/>
                  <a:pt x="2721" y="408"/>
                  <a:pt x="2721" y="408"/>
                </a:cubicBezTo>
                <a:cubicBezTo>
                  <a:pt x="2723" y="408"/>
                  <a:pt x="2723" y="408"/>
                  <a:pt x="2723" y="408"/>
                </a:cubicBezTo>
                <a:moveTo>
                  <a:pt x="2872" y="401"/>
                </a:moveTo>
                <a:cubicBezTo>
                  <a:pt x="2880" y="405"/>
                  <a:pt x="2880" y="405"/>
                  <a:pt x="2880" y="405"/>
                </a:cubicBezTo>
                <a:cubicBezTo>
                  <a:pt x="2880" y="416"/>
                  <a:pt x="2880" y="416"/>
                  <a:pt x="2880" y="416"/>
                </a:cubicBezTo>
                <a:cubicBezTo>
                  <a:pt x="2896" y="416"/>
                  <a:pt x="2896" y="416"/>
                  <a:pt x="2896" y="416"/>
                </a:cubicBezTo>
                <a:cubicBezTo>
                  <a:pt x="2896" y="414"/>
                  <a:pt x="2896" y="414"/>
                  <a:pt x="2896" y="414"/>
                </a:cubicBezTo>
                <a:cubicBezTo>
                  <a:pt x="2882" y="414"/>
                  <a:pt x="2882" y="414"/>
                  <a:pt x="2882" y="414"/>
                </a:cubicBezTo>
                <a:cubicBezTo>
                  <a:pt x="2882" y="404"/>
                  <a:pt x="2882" y="404"/>
                  <a:pt x="2882" y="404"/>
                </a:cubicBezTo>
                <a:cubicBezTo>
                  <a:pt x="2873" y="399"/>
                  <a:pt x="2873" y="399"/>
                  <a:pt x="2873" y="399"/>
                </a:cubicBezTo>
                <a:cubicBezTo>
                  <a:pt x="2872" y="401"/>
                  <a:pt x="2872" y="401"/>
                  <a:pt x="2872" y="401"/>
                </a:cubicBezTo>
                <a:moveTo>
                  <a:pt x="2922" y="538"/>
                </a:moveTo>
                <a:cubicBezTo>
                  <a:pt x="2925" y="538"/>
                  <a:pt x="2925" y="538"/>
                  <a:pt x="2925" y="538"/>
                </a:cubicBezTo>
                <a:cubicBezTo>
                  <a:pt x="2925" y="467"/>
                  <a:pt x="2925" y="467"/>
                  <a:pt x="2925" y="467"/>
                </a:cubicBezTo>
                <a:cubicBezTo>
                  <a:pt x="2922" y="467"/>
                  <a:pt x="2922" y="467"/>
                  <a:pt x="2922" y="467"/>
                </a:cubicBezTo>
                <a:lnTo>
                  <a:pt x="2922" y="538"/>
                </a:lnTo>
                <a:close/>
                <a:moveTo>
                  <a:pt x="2437" y="455"/>
                </a:moveTo>
                <a:cubicBezTo>
                  <a:pt x="2453" y="455"/>
                  <a:pt x="2453" y="455"/>
                  <a:pt x="2453" y="455"/>
                </a:cubicBezTo>
                <a:cubicBezTo>
                  <a:pt x="2453" y="459"/>
                  <a:pt x="2453" y="459"/>
                  <a:pt x="2453" y="459"/>
                </a:cubicBezTo>
                <a:cubicBezTo>
                  <a:pt x="2441" y="459"/>
                  <a:pt x="2441" y="459"/>
                  <a:pt x="2441" y="459"/>
                </a:cubicBezTo>
                <a:cubicBezTo>
                  <a:pt x="2441" y="488"/>
                  <a:pt x="2441" y="488"/>
                  <a:pt x="2441" y="488"/>
                </a:cubicBezTo>
                <a:cubicBezTo>
                  <a:pt x="2454" y="488"/>
                  <a:pt x="2454" y="488"/>
                  <a:pt x="2454" y="488"/>
                </a:cubicBezTo>
                <a:cubicBezTo>
                  <a:pt x="2454" y="492"/>
                  <a:pt x="2454" y="492"/>
                  <a:pt x="2454" y="492"/>
                </a:cubicBezTo>
                <a:cubicBezTo>
                  <a:pt x="2436" y="492"/>
                  <a:pt x="2436" y="492"/>
                  <a:pt x="2436" y="492"/>
                </a:cubicBezTo>
                <a:cubicBezTo>
                  <a:pt x="2436" y="494"/>
                  <a:pt x="2436" y="494"/>
                  <a:pt x="2436" y="494"/>
                </a:cubicBezTo>
                <a:cubicBezTo>
                  <a:pt x="2456" y="494"/>
                  <a:pt x="2456" y="494"/>
                  <a:pt x="2456" y="494"/>
                </a:cubicBezTo>
                <a:cubicBezTo>
                  <a:pt x="2456" y="486"/>
                  <a:pt x="2456" y="486"/>
                  <a:pt x="2456" y="486"/>
                </a:cubicBezTo>
                <a:cubicBezTo>
                  <a:pt x="2443" y="486"/>
                  <a:pt x="2443" y="486"/>
                  <a:pt x="2443" y="486"/>
                </a:cubicBezTo>
                <a:cubicBezTo>
                  <a:pt x="2443" y="461"/>
                  <a:pt x="2443" y="461"/>
                  <a:pt x="2443" y="461"/>
                </a:cubicBezTo>
                <a:cubicBezTo>
                  <a:pt x="2455" y="461"/>
                  <a:pt x="2455" y="461"/>
                  <a:pt x="2455" y="461"/>
                </a:cubicBezTo>
                <a:cubicBezTo>
                  <a:pt x="2455" y="452"/>
                  <a:pt x="2455" y="452"/>
                  <a:pt x="2455" y="452"/>
                </a:cubicBezTo>
                <a:cubicBezTo>
                  <a:pt x="2437" y="452"/>
                  <a:pt x="2437" y="452"/>
                  <a:pt x="2437" y="452"/>
                </a:cubicBezTo>
                <a:cubicBezTo>
                  <a:pt x="2437" y="455"/>
                  <a:pt x="2437" y="455"/>
                  <a:pt x="2437" y="455"/>
                </a:cubicBezTo>
                <a:moveTo>
                  <a:pt x="2436" y="514"/>
                </a:moveTo>
                <a:cubicBezTo>
                  <a:pt x="2451" y="514"/>
                  <a:pt x="2451" y="514"/>
                  <a:pt x="2451" y="514"/>
                </a:cubicBezTo>
                <a:cubicBezTo>
                  <a:pt x="2451" y="518"/>
                  <a:pt x="2451" y="518"/>
                  <a:pt x="2451" y="518"/>
                </a:cubicBezTo>
                <a:cubicBezTo>
                  <a:pt x="2441" y="518"/>
                  <a:pt x="2441" y="518"/>
                  <a:pt x="2441" y="518"/>
                </a:cubicBezTo>
                <a:cubicBezTo>
                  <a:pt x="2441" y="553"/>
                  <a:pt x="2441" y="553"/>
                  <a:pt x="2441" y="553"/>
                </a:cubicBezTo>
                <a:cubicBezTo>
                  <a:pt x="2450" y="553"/>
                  <a:pt x="2450" y="553"/>
                  <a:pt x="2450" y="553"/>
                </a:cubicBezTo>
                <a:cubicBezTo>
                  <a:pt x="2450" y="557"/>
                  <a:pt x="2450" y="557"/>
                  <a:pt x="2450" y="557"/>
                </a:cubicBezTo>
                <a:cubicBezTo>
                  <a:pt x="2437" y="557"/>
                  <a:pt x="2437" y="557"/>
                  <a:pt x="2437" y="557"/>
                </a:cubicBezTo>
                <a:cubicBezTo>
                  <a:pt x="2437" y="559"/>
                  <a:pt x="2437" y="559"/>
                  <a:pt x="2437" y="559"/>
                </a:cubicBezTo>
                <a:cubicBezTo>
                  <a:pt x="2452" y="559"/>
                  <a:pt x="2452" y="559"/>
                  <a:pt x="2452" y="559"/>
                </a:cubicBezTo>
                <a:cubicBezTo>
                  <a:pt x="2452" y="551"/>
                  <a:pt x="2452" y="551"/>
                  <a:pt x="2452" y="551"/>
                </a:cubicBezTo>
                <a:cubicBezTo>
                  <a:pt x="2443" y="551"/>
                  <a:pt x="2443" y="551"/>
                  <a:pt x="2443" y="551"/>
                </a:cubicBezTo>
                <a:cubicBezTo>
                  <a:pt x="2443" y="520"/>
                  <a:pt x="2443" y="520"/>
                  <a:pt x="2443" y="520"/>
                </a:cubicBezTo>
                <a:cubicBezTo>
                  <a:pt x="2453" y="520"/>
                  <a:pt x="2453" y="520"/>
                  <a:pt x="2453" y="520"/>
                </a:cubicBezTo>
                <a:cubicBezTo>
                  <a:pt x="2453" y="511"/>
                  <a:pt x="2453" y="511"/>
                  <a:pt x="2453" y="511"/>
                </a:cubicBezTo>
                <a:cubicBezTo>
                  <a:pt x="2436" y="511"/>
                  <a:pt x="2436" y="511"/>
                  <a:pt x="2436" y="511"/>
                </a:cubicBezTo>
                <a:cubicBezTo>
                  <a:pt x="2436" y="514"/>
                  <a:pt x="2436" y="514"/>
                  <a:pt x="2436" y="514"/>
                </a:cubicBezTo>
                <a:moveTo>
                  <a:pt x="2436" y="578"/>
                </a:moveTo>
                <a:cubicBezTo>
                  <a:pt x="2451" y="578"/>
                  <a:pt x="2451" y="578"/>
                  <a:pt x="2451" y="578"/>
                </a:cubicBezTo>
                <a:cubicBezTo>
                  <a:pt x="2451" y="582"/>
                  <a:pt x="2451" y="582"/>
                  <a:pt x="2451" y="582"/>
                </a:cubicBezTo>
                <a:cubicBezTo>
                  <a:pt x="2441" y="582"/>
                  <a:pt x="2441" y="582"/>
                  <a:pt x="2441" y="582"/>
                </a:cubicBezTo>
                <a:cubicBezTo>
                  <a:pt x="2441" y="618"/>
                  <a:pt x="2441" y="618"/>
                  <a:pt x="2441" y="618"/>
                </a:cubicBezTo>
                <a:cubicBezTo>
                  <a:pt x="2451" y="618"/>
                  <a:pt x="2451" y="618"/>
                  <a:pt x="2451" y="618"/>
                </a:cubicBezTo>
                <a:cubicBezTo>
                  <a:pt x="2451" y="621"/>
                  <a:pt x="2451" y="621"/>
                  <a:pt x="2451" y="621"/>
                </a:cubicBezTo>
                <a:cubicBezTo>
                  <a:pt x="2436" y="621"/>
                  <a:pt x="2436" y="621"/>
                  <a:pt x="2436" y="621"/>
                </a:cubicBezTo>
                <a:cubicBezTo>
                  <a:pt x="2436" y="641"/>
                  <a:pt x="2436" y="641"/>
                  <a:pt x="2436" y="641"/>
                </a:cubicBezTo>
                <a:cubicBezTo>
                  <a:pt x="2439" y="641"/>
                  <a:pt x="2439" y="641"/>
                  <a:pt x="2439" y="641"/>
                </a:cubicBezTo>
                <a:cubicBezTo>
                  <a:pt x="2439" y="624"/>
                  <a:pt x="2439" y="624"/>
                  <a:pt x="2439" y="624"/>
                </a:cubicBezTo>
                <a:cubicBezTo>
                  <a:pt x="2453" y="624"/>
                  <a:pt x="2453" y="624"/>
                  <a:pt x="2453" y="624"/>
                </a:cubicBezTo>
                <a:cubicBezTo>
                  <a:pt x="2453" y="615"/>
                  <a:pt x="2453" y="615"/>
                  <a:pt x="2453" y="615"/>
                </a:cubicBezTo>
                <a:cubicBezTo>
                  <a:pt x="2443" y="615"/>
                  <a:pt x="2443" y="615"/>
                  <a:pt x="2443" y="615"/>
                </a:cubicBezTo>
                <a:cubicBezTo>
                  <a:pt x="2443" y="584"/>
                  <a:pt x="2443" y="584"/>
                  <a:pt x="2443" y="584"/>
                </a:cubicBezTo>
                <a:cubicBezTo>
                  <a:pt x="2454" y="584"/>
                  <a:pt x="2454" y="584"/>
                  <a:pt x="2454" y="584"/>
                </a:cubicBezTo>
                <a:cubicBezTo>
                  <a:pt x="2454" y="576"/>
                  <a:pt x="2454" y="576"/>
                  <a:pt x="2454" y="576"/>
                </a:cubicBezTo>
                <a:cubicBezTo>
                  <a:pt x="2436" y="576"/>
                  <a:pt x="2436" y="576"/>
                  <a:pt x="2436" y="576"/>
                </a:cubicBezTo>
                <a:cubicBezTo>
                  <a:pt x="2436" y="578"/>
                  <a:pt x="2436" y="578"/>
                  <a:pt x="2436" y="578"/>
                </a:cubicBezTo>
                <a:moveTo>
                  <a:pt x="2456" y="503"/>
                </a:moveTo>
                <a:cubicBezTo>
                  <a:pt x="2448" y="503"/>
                  <a:pt x="2448" y="503"/>
                  <a:pt x="2448" y="503"/>
                </a:cubicBezTo>
                <a:cubicBezTo>
                  <a:pt x="2448" y="499"/>
                  <a:pt x="2448" y="499"/>
                  <a:pt x="2448" y="499"/>
                </a:cubicBezTo>
                <a:cubicBezTo>
                  <a:pt x="2459" y="499"/>
                  <a:pt x="2459" y="499"/>
                  <a:pt x="2459" y="499"/>
                </a:cubicBezTo>
                <a:cubicBezTo>
                  <a:pt x="2459" y="497"/>
                  <a:pt x="2459" y="497"/>
                  <a:pt x="2459" y="497"/>
                </a:cubicBezTo>
                <a:cubicBezTo>
                  <a:pt x="2445" y="497"/>
                  <a:pt x="2445" y="497"/>
                  <a:pt x="2445" y="497"/>
                </a:cubicBezTo>
                <a:cubicBezTo>
                  <a:pt x="2445" y="506"/>
                  <a:pt x="2445" y="506"/>
                  <a:pt x="2445" y="506"/>
                </a:cubicBezTo>
                <a:cubicBezTo>
                  <a:pt x="2456" y="506"/>
                  <a:pt x="2456" y="506"/>
                  <a:pt x="2456" y="506"/>
                </a:cubicBezTo>
                <a:cubicBezTo>
                  <a:pt x="2456" y="503"/>
                  <a:pt x="2456" y="503"/>
                  <a:pt x="2456" y="503"/>
                </a:cubicBezTo>
                <a:moveTo>
                  <a:pt x="2456" y="528"/>
                </a:moveTo>
                <a:cubicBezTo>
                  <a:pt x="2448" y="528"/>
                  <a:pt x="2448" y="528"/>
                  <a:pt x="2448" y="528"/>
                </a:cubicBezTo>
                <a:cubicBezTo>
                  <a:pt x="2448" y="524"/>
                  <a:pt x="2448" y="524"/>
                  <a:pt x="2448" y="524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5" y="521"/>
                  <a:pt x="2455" y="521"/>
                  <a:pt x="2455" y="521"/>
                </a:cubicBezTo>
                <a:cubicBezTo>
                  <a:pt x="2446" y="521"/>
                  <a:pt x="2446" y="521"/>
                  <a:pt x="2446" y="521"/>
                </a:cubicBezTo>
                <a:cubicBezTo>
                  <a:pt x="2446" y="530"/>
                  <a:pt x="2446" y="530"/>
                  <a:pt x="2446" y="530"/>
                </a:cubicBezTo>
                <a:cubicBezTo>
                  <a:pt x="2456" y="530"/>
                  <a:pt x="2456" y="530"/>
                  <a:pt x="2456" y="530"/>
                </a:cubicBezTo>
                <a:cubicBezTo>
                  <a:pt x="2456" y="528"/>
                  <a:pt x="2456" y="528"/>
                  <a:pt x="2456" y="528"/>
                </a:cubicBezTo>
                <a:moveTo>
                  <a:pt x="2457" y="569"/>
                </a:moveTo>
                <a:cubicBezTo>
                  <a:pt x="2448" y="569"/>
                  <a:pt x="2448" y="569"/>
                  <a:pt x="2448" y="569"/>
                </a:cubicBezTo>
                <a:cubicBezTo>
                  <a:pt x="2448" y="565"/>
                  <a:pt x="2448" y="565"/>
                  <a:pt x="2448" y="565"/>
                </a:cubicBezTo>
                <a:cubicBezTo>
                  <a:pt x="2456" y="565"/>
                  <a:pt x="2456" y="565"/>
                  <a:pt x="2456" y="565"/>
                </a:cubicBezTo>
                <a:cubicBezTo>
                  <a:pt x="2456" y="563"/>
                  <a:pt x="2456" y="563"/>
                  <a:pt x="2456" y="563"/>
                </a:cubicBezTo>
                <a:cubicBezTo>
                  <a:pt x="2446" y="563"/>
                  <a:pt x="2446" y="563"/>
                  <a:pt x="2446" y="563"/>
                </a:cubicBezTo>
                <a:cubicBezTo>
                  <a:pt x="2446" y="571"/>
                  <a:pt x="2446" y="571"/>
                  <a:pt x="2446" y="571"/>
                </a:cubicBezTo>
                <a:cubicBezTo>
                  <a:pt x="2457" y="571"/>
                  <a:pt x="2457" y="571"/>
                  <a:pt x="2457" y="571"/>
                </a:cubicBezTo>
                <a:cubicBezTo>
                  <a:pt x="2457" y="569"/>
                  <a:pt x="2457" y="569"/>
                  <a:pt x="2457" y="569"/>
                </a:cubicBezTo>
                <a:moveTo>
                  <a:pt x="2457" y="592"/>
                </a:moveTo>
                <a:cubicBezTo>
                  <a:pt x="2448" y="592"/>
                  <a:pt x="2448" y="592"/>
                  <a:pt x="2448" y="592"/>
                </a:cubicBezTo>
                <a:cubicBezTo>
                  <a:pt x="2448" y="588"/>
                  <a:pt x="2448" y="588"/>
                  <a:pt x="2448" y="588"/>
                </a:cubicBezTo>
                <a:cubicBezTo>
                  <a:pt x="2456" y="588"/>
                  <a:pt x="2456" y="588"/>
                  <a:pt x="2456" y="588"/>
                </a:cubicBezTo>
                <a:cubicBezTo>
                  <a:pt x="2456" y="586"/>
                  <a:pt x="2456" y="586"/>
                  <a:pt x="2456" y="586"/>
                </a:cubicBezTo>
                <a:cubicBezTo>
                  <a:pt x="2446" y="586"/>
                  <a:pt x="2446" y="586"/>
                  <a:pt x="2446" y="586"/>
                </a:cubicBezTo>
                <a:cubicBezTo>
                  <a:pt x="2446" y="594"/>
                  <a:pt x="2446" y="594"/>
                  <a:pt x="2446" y="594"/>
                </a:cubicBezTo>
                <a:cubicBezTo>
                  <a:pt x="2457" y="594"/>
                  <a:pt x="2457" y="594"/>
                  <a:pt x="2457" y="594"/>
                </a:cubicBezTo>
                <a:cubicBezTo>
                  <a:pt x="2457" y="592"/>
                  <a:pt x="2457" y="592"/>
                  <a:pt x="2457" y="592"/>
                </a:cubicBezTo>
                <a:moveTo>
                  <a:pt x="2464" y="470"/>
                </a:moveTo>
                <a:cubicBezTo>
                  <a:pt x="2450" y="470"/>
                  <a:pt x="2450" y="470"/>
                  <a:pt x="2450" y="470"/>
                </a:cubicBezTo>
                <a:cubicBezTo>
                  <a:pt x="2450" y="466"/>
                  <a:pt x="2450" y="466"/>
                  <a:pt x="2450" y="466"/>
                </a:cubicBezTo>
                <a:cubicBezTo>
                  <a:pt x="2459" y="466"/>
                  <a:pt x="2459" y="466"/>
                  <a:pt x="2459" y="466"/>
                </a:cubicBezTo>
                <a:cubicBezTo>
                  <a:pt x="2459" y="463"/>
                  <a:pt x="2459" y="463"/>
                  <a:pt x="2459" y="463"/>
                </a:cubicBezTo>
                <a:cubicBezTo>
                  <a:pt x="2448" y="463"/>
                  <a:pt x="2448" y="463"/>
                  <a:pt x="2448" y="463"/>
                </a:cubicBezTo>
                <a:cubicBezTo>
                  <a:pt x="2448" y="472"/>
                  <a:pt x="2448" y="472"/>
                  <a:pt x="2448" y="472"/>
                </a:cubicBezTo>
                <a:cubicBezTo>
                  <a:pt x="2464" y="472"/>
                  <a:pt x="2464" y="472"/>
                  <a:pt x="2464" y="472"/>
                </a:cubicBezTo>
                <a:cubicBezTo>
                  <a:pt x="2464" y="470"/>
                  <a:pt x="2464" y="470"/>
                  <a:pt x="2464" y="470"/>
                </a:cubicBezTo>
                <a:moveTo>
                  <a:pt x="2437" y="444"/>
                </a:moveTo>
                <a:cubicBezTo>
                  <a:pt x="2460" y="441"/>
                  <a:pt x="2460" y="441"/>
                  <a:pt x="2460" y="441"/>
                </a:cubicBezTo>
                <a:cubicBezTo>
                  <a:pt x="2460" y="430"/>
                  <a:pt x="2460" y="430"/>
                  <a:pt x="2460" y="430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9"/>
                  <a:pt x="2458" y="439"/>
                  <a:pt x="2458" y="439"/>
                </a:cubicBezTo>
                <a:cubicBezTo>
                  <a:pt x="2437" y="441"/>
                  <a:pt x="2437" y="441"/>
                  <a:pt x="2437" y="441"/>
                </a:cubicBezTo>
                <a:cubicBezTo>
                  <a:pt x="2437" y="444"/>
                  <a:pt x="2437" y="444"/>
                  <a:pt x="2437" y="444"/>
                </a:cubicBezTo>
                <a:moveTo>
                  <a:pt x="2517" y="459"/>
                </a:moveTo>
                <a:cubicBezTo>
                  <a:pt x="2517" y="433"/>
                  <a:pt x="2517" y="433"/>
                  <a:pt x="2517" y="433"/>
                </a:cubicBezTo>
                <a:cubicBezTo>
                  <a:pt x="2531" y="433"/>
                  <a:pt x="2531" y="433"/>
                  <a:pt x="2531" y="433"/>
                </a:cubicBezTo>
                <a:cubicBezTo>
                  <a:pt x="2531" y="427"/>
                  <a:pt x="2531" y="427"/>
                  <a:pt x="2531" y="427"/>
                </a:cubicBezTo>
                <a:cubicBezTo>
                  <a:pt x="2535" y="427"/>
                  <a:pt x="2535" y="427"/>
                  <a:pt x="2535" y="427"/>
                </a:cubicBezTo>
                <a:cubicBezTo>
                  <a:pt x="2535" y="433"/>
                  <a:pt x="2535" y="433"/>
                  <a:pt x="2535" y="433"/>
                </a:cubicBezTo>
                <a:cubicBezTo>
                  <a:pt x="2548" y="433"/>
                  <a:pt x="2548" y="433"/>
                  <a:pt x="2548" y="43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50" y="470"/>
                  <a:pt x="2550" y="470"/>
                  <a:pt x="2550" y="470"/>
                </a:cubicBezTo>
                <a:cubicBezTo>
                  <a:pt x="2550" y="431"/>
                  <a:pt x="2550" y="431"/>
                  <a:pt x="2550" y="431"/>
                </a:cubicBezTo>
                <a:cubicBezTo>
                  <a:pt x="2537" y="431"/>
                  <a:pt x="2537" y="431"/>
                  <a:pt x="2537" y="431"/>
                </a:cubicBezTo>
                <a:cubicBezTo>
                  <a:pt x="2537" y="426"/>
                  <a:pt x="2537" y="426"/>
                  <a:pt x="2537" y="426"/>
                </a:cubicBezTo>
                <a:cubicBezTo>
                  <a:pt x="2537" y="425"/>
                  <a:pt x="2537" y="425"/>
                  <a:pt x="2537" y="425"/>
                </a:cubicBezTo>
                <a:cubicBezTo>
                  <a:pt x="2528" y="425"/>
                  <a:pt x="2528" y="425"/>
                  <a:pt x="2528" y="425"/>
                </a:cubicBezTo>
                <a:cubicBezTo>
                  <a:pt x="2528" y="431"/>
                  <a:pt x="2528" y="431"/>
                  <a:pt x="2528" y="431"/>
                </a:cubicBezTo>
                <a:cubicBezTo>
                  <a:pt x="2515" y="431"/>
                  <a:pt x="2515" y="431"/>
                  <a:pt x="2515" y="431"/>
                </a:cubicBezTo>
                <a:cubicBezTo>
                  <a:pt x="2515" y="459"/>
                  <a:pt x="2515" y="459"/>
                  <a:pt x="2515" y="459"/>
                </a:cubicBezTo>
                <a:cubicBezTo>
                  <a:pt x="2517" y="459"/>
                  <a:pt x="2517" y="459"/>
                  <a:pt x="2517" y="459"/>
                </a:cubicBezTo>
                <a:moveTo>
                  <a:pt x="2540" y="452"/>
                </a:moveTo>
                <a:cubicBezTo>
                  <a:pt x="2542" y="452"/>
                  <a:pt x="2542" y="452"/>
                  <a:pt x="2542" y="452"/>
                </a:cubicBezTo>
                <a:cubicBezTo>
                  <a:pt x="2542" y="433"/>
                  <a:pt x="2542" y="433"/>
                  <a:pt x="2542" y="433"/>
                </a:cubicBezTo>
                <a:cubicBezTo>
                  <a:pt x="2540" y="433"/>
                  <a:pt x="2540" y="433"/>
                  <a:pt x="2540" y="433"/>
                </a:cubicBezTo>
                <a:lnTo>
                  <a:pt x="2540" y="452"/>
                </a:lnTo>
                <a:close/>
                <a:moveTo>
                  <a:pt x="2524" y="480"/>
                </a:moveTo>
                <a:cubicBezTo>
                  <a:pt x="2526" y="480"/>
                  <a:pt x="2526" y="480"/>
                  <a:pt x="2526" y="480"/>
                </a:cubicBezTo>
                <a:cubicBezTo>
                  <a:pt x="2526" y="432"/>
                  <a:pt x="2526" y="432"/>
                  <a:pt x="2526" y="432"/>
                </a:cubicBezTo>
                <a:cubicBezTo>
                  <a:pt x="2524" y="432"/>
                  <a:pt x="2524" y="432"/>
                  <a:pt x="2524" y="432"/>
                </a:cubicBezTo>
                <a:lnTo>
                  <a:pt x="2524" y="480"/>
                </a:lnTo>
                <a:close/>
                <a:moveTo>
                  <a:pt x="2304" y="639"/>
                </a:moveTo>
                <a:cubicBezTo>
                  <a:pt x="2353" y="639"/>
                  <a:pt x="2353" y="639"/>
                  <a:pt x="2353" y="639"/>
                </a:cubicBezTo>
                <a:cubicBezTo>
                  <a:pt x="2353" y="637"/>
                  <a:pt x="2353" y="637"/>
                  <a:pt x="2353" y="637"/>
                </a:cubicBezTo>
                <a:cubicBezTo>
                  <a:pt x="2304" y="637"/>
                  <a:pt x="2304" y="637"/>
                  <a:pt x="2304" y="637"/>
                </a:cubicBezTo>
                <a:lnTo>
                  <a:pt x="2304" y="639"/>
                </a:lnTo>
                <a:close/>
                <a:moveTo>
                  <a:pt x="2576" y="390"/>
                </a:moveTo>
                <a:cubicBezTo>
                  <a:pt x="2576" y="366"/>
                  <a:pt x="2576" y="366"/>
                  <a:pt x="2576" y="366"/>
                </a:cubicBezTo>
                <a:cubicBezTo>
                  <a:pt x="2620" y="366"/>
                  <a:pt x="2620" y="366"/>
                  <a:pt x="2620" y="366"/>
                </a:cubicBezTo>
                <a:cubicBezTo>
                  <a:pt x="2620" y="363"/>
                  <a:pt x="2620" y="363"/>
                  <a:pt x="2620" y="363"/>
                </a:cubicBezTo>
                <a:cubicBezTo>
                  <a:pt x="2574" y="363"/>
                  <a:pt x="2574" y="363"/>
                  <a:pt x="2574" y="363"/>
                </a:cubicBezTo>
                <a:cubicBezTo>
                  <a:pt x="2574" y="390"/>
                  <a:pt x="2574" y="390"/>
                  <a:pt x="2574" y="390"/>
                </a:cubicBezTo>
                <a:cubicBezTo>
                  <a:pt x="2576" y="390"/>
                  <a:pt x="2576" y="390"/>
                  <a:pt x="2576" y="390"/>
                </a:cubicBezTo>
                <a:moveTo>
                  <a:pt x="2600" y="421"/>
                </a:moveTo>
                <a:cubicBezTo>
                  <a:pt x="2600" y="404"/>
                  <a:pt x="2600" y="404"/>
                  <a:pt x="2600" y="404"/>
                </a:cubicBezTo>
                <a:cubicBezTo>
                  <a:pt x="2619" y="404"/>
                  <a:pt x="2619" y="404"/>
                  <a:pt x="2619" y="404"/>
                </a:cubicBezTo>
                <a:cubicBezTo>
                  <a:pt x="2619" y="402"/>
                  <a:pt x="2619" y="402"/>
                  <a:pt x="2619" y="402"/>
                </a:cubicBezTo>
                <a:cubicBezTo>
                  <a:pt x="2598" y="402"/>
                  <a:pt x="2598" y="402"/>
                  <a:pt x="2598" y="402"/>
                </a:cubicBezTo>
                <a:cubicBezTo>
                  <a:pt x="2598" y="421"/>
                  <a:pt x="2598" y="421"/>
                  <a:pt x="2598" y="421"/>
                </a:cubicBezTo>
                <a:cubicBezTo>
                  <a:pt x="2600" y="421"/>
                  <a:pt x="2600" y="421"/>
                  <a:pt x="2600" y="421"/>
                </a:cubicBezTo>
                <a:moveTo>
                  <a:pt x="2540" y="514"/>
                </a:moveTo>
                <a:cubicBezTo>
                  <a:pt x="2547" y="510"/>
                  <a:pt x="2547" y="510"/>
                  <a:pt x="2547" y="510"/>
                </a:cubicBezTo>
                <a:cubicBezTo>
                  <a:pt x="2607" y="510"/>
                  <a:pt x="2607" y="510"/>
                  <a:pt x="2607" y="510"/>
                </a:cubicBezTo>
                <a:cubicBezTo>
                  <a:pt x="2607" y="508"/>
                  <a:pt x="2607" y="508"/>
                  <a:pt x="2607" y="508"/>
                </a:cubicBezTo>
                <a:cubicBezTo>
                  <a:pt x="2547" y="508"/>
                  <a:pt x="2547" y="508"/>
                  <a:pt x="2547" y="508"/>
                </a:cubicBezTo>
                <a:cubicBezTo>
                  <a:pt x="2539" y="512"/>
                  <a:pt x="2539" y="512"/>
                  <a:pt x="2539" y="512"/>
                </a:cubicBezTo>
                <a:cubicBezTo>
                  <a:pt x="2540" y="514"/>
                  <a:pt x="2540" y="514"/>
                  <a:pt x="2540" y="514"/>
                </a:cubicBezTo>
                <a:moveTo>
                  <a:pt x="2547" y="529"/>
                </a:moveTo>
                <a:cubicBezTo>
                  <a:pt x="2607" y="529"/>
                  <a:pt x="2607" y="529"/>
                  <a:pt x="2607" y="529"/>
                </a:cubicBezTo>
                <a:cubicBezTo>
                  <a:pt x="2607" y="527"/>
                  <a:pt x="2607" y="527"/>
                  <a:pt x="2607" y="527"/>
                </a:cubicBezTo>
                <a:cubicBezTo>
                  <a:pt x="2547" y="527"/>
                  <a:pt x="2547" y="527"/>
                  <a:pt x="2547" y="527"/>
                </a:cubicBezTo>
                <a:lnTo>
                  <a:pt x="2547" y="529"/>
                </a:lnTo>
                <a:close/>
                <a:moveTo>
                  <a:pt x="2539" y="546"/>
                </a:moveTo>
                <a:cubicBezTo>
                  <a:pt x="2547" y="543"/>
                  <a:pt x="2547" y="543"/>
                  <a:pt x="2547" y="543"/>
                </a:cubicBezTo>
                <a:cubicBezTo>
                  <a:pt x="2590" y="543"/>
                  <a:pt x="2590" y="543"/>
                  <a:pt x="2590" y="543"/>
                </a:cubicBezTo>
                <a:cubicBezTo>
                  <a:pt x="2590" y="541"/>
                  <a:pt x="2590" y="541"/>
                  <a:pt x="2590" y="541"/>
                </a:cubicBezTo>
                <a:cubicBezTo>
                  <a:pt x="2546" y="541"/>
                  <a:pt x="2546" y="541"/>
                  <a:pt x="2546" y="541"/>
                </a:cubicBezTo>
                <a:cubicBezTo>
                  <a:pt x="2539" y="544"/>
                  <a:pt x="2539" y="544"/>
                  <a:pt x="2539" y="544"/>
                </a:cubicBezTo>
                <a:cubicBezTo>
                  <a:pt x="2539" y="546"/>
                  <a:pt x="2539" y="546"/>
                  <a:pt x="2539" y="546"/>
                </a:cubicBezTo>
                <a:moveTo>
                  <a:pt x="2563" y="558"/>
                </a:moveTo>
                <a:cubicBezTo>
                  <a:pt x="2607" y="558"/>
                  <a:pt x="2607" y="558"/>
                  <a:pt x="2607" y="558"/>
                </a:cubicBezTo>
                <a:cubicBezTo>
                  <a:pt x="2607" y="556"/>
                  <a:pt x="2607" y="556"/>
                  <a:pt x="2607" y="556"/>
                </a:cubicBezTo>
                <a:cubicBezTo>
                  <a:pt x="2563" y="556"/>
                  <a:pt x="2563" y="556"/>
                  <a:pt x="2563" y="556"/>
                </a:cubicBezTo>
                <a:lnTo>
                  <a:pt x="2563" y="558"/>
                </a:lnTo>
                <a:close/>
                <a:moveTo>
                  <a:pt x="2539" y="575"/>
                </a:moveTo>
                <a:cubicBezTo>
                  <a:pt x="2547" y="572"/>
                  <a:pt x="2547" y="572"/>
                  <a:pt x="2547" y="572"/>
                </a:cubicBezTo>
                <a:cubicBezTo>
                  <a:pt x="2607" y="572"/>
                  <a:pt x="2607" y="572"/>
                  <a:pt x="2607" y="572"/>
                </a:cubicBezTo>
                <a:cubicBezTo>
                  <a:pt x="2607" y="570"/>
                  <a:pt x="2607" y="570"/>
                  <a:pt x="2607" y="570"/>
                </a:cubicBezTo>
                <a:cubicBezTo>
                  <a:pt x="2547" y="570"/>
                  <a:pt x="2547" y="570"/>
                  <a:pt x="2547" y="570"/>
                </a:cubicBezTo>
                <a:cubicBezTo>
                  <a:pt x="2538" y="573"/>
                  <a:pt x="2538" y="573"/>
                  <a:pt x="2538" y="573"/>
                </a:cubicBezTo>
                <a:cubicBezTo>
                  <a:pt x="2539" y="575"/>
                  <a:pt x="2539" y="575"/>
                  <a:pt x="2539" y="575"/>
                </a:cubicBezTo>
                <a:moveTo>
                  <a:pt x="2562" y="592"/>
                </a:moveTo>
                <a:cubicBezTo>
                  <a:pt x="2606" y="592"/>
                  <a:pt x="2606" y="592"/>
                  <a:pt x="2606" y="592"/>
                </a:cubicBezTo>
                <a:cubicBezTo>
                  <a:pt x="2606" y="590"/>
                  <a:pt x="2606" y="590"/>
                  <a:pt x="2606" y="590"/>
                </a:cubicBezTo>
                <a:cubicBezTo>
                  <a:pt x="2562" y="590"/>
                  <a:pt x="2562" y="590"/>
                  <a:pt x="2562" y="590"/>
                </a:cubicBezTo>
                <a:lnTo>
                  <a:pt x="2562" y="592"/>
                </a:lnTo>
                <a:close/>
                <a:moveTo>
                  <a:pt x="2540" y="608"/>
                </a:moveTo>
                <a:cubicBezTo>
                  <a:pt x="2548" y="607"/>
                  <a:pt x="2548" y="607"/>
                  <a:pt x="2548" y="607"/>
                </a:cubicBezTo>
                <a:cubicBezTo>
                  <a:pt x="2607" y="607"/>
                  <a:pt x="2607" y="607"/>
                  <a:pt x="2607" y="607"/>
                </a:cubicBezTo>
                <a:cubicBezTo>
                  <a:pt x="2607" y="605"/>
                  <a:pt x="2607" y="605"/>
                  <a:pt x="2607" y="605"/>
                </a:cubicBezTo>
                <a:cubicBezTo>
                  <a:pt x="2548" y="605"/>
                  <a:pt x="2548" y="605"/>
                  <a:pt x="2548" y="605"/>
                </a:cubicBezTo>
                <a:cubicBezTo>
                  <a:pt x="2540" y="606"/>
                  <a:pt x="2540" y="606"/>
                  <a:pt x="2540" y="606"/>
                </a:cubicBezTo>
                <a:cubicBezTo>
                  <a:pt x="2540" y="608"/>
                  <a:pt x="2540" y="608"/>
                  <a:pt x="2540" y="608"/>
                </a:cubicBezTo>
                <a:moveTo>
                  <a:pt x="2620" y="496"/>
                </a:moveTo>
                <a:cubicBezTo>
                  <a:pt x="2634" y="492"/>
                  <a:pt x="2634" y="492"/>
                  <a:pt x="2634" y="492"/>
                </a:cubicBezTo>
                <a:cubicBezTo>
                  <a:pt x="2633" y="490"/>
                  <a:pt x="2633" y="490"/>
                  <a:pt x="2633" y="490"/>
                </a:cubicBezTo>
                <a:cubicBezTo>
                  <a:pt x="2619" y="494"/>
                  <a:pt x="2619" y="494"/>
                  <a:pt x="2619" y="494"/>
                </a:cubicBezTo>
                <a:moveTo>
                  <a:pt x="2587" y="381"/>
                </a:moveTo>
                <a:cubicBezTo>
                  <a:pt x="2590" y="381"/>
                  <a:pt x="2590" y="381"/>
                  <a:pt x="2590" y="381"/>
                </a:cubicBezTo>
                <a:cubicBezTo>
                  <a:pt x="2590" y="365"/>
                  <a:pt x="2590" y="365"/>
                  <a:pt x="2590" y="365"/>
                </a:cubicBezTo>
                <a:cubicBezTo>
                  <a:pt x="2587" y="365"/>
                  <a:pt x="2587" y="365"/>
                  <a:pt x="2587" y="365"/>
                </a:cubicBezTo>
                <a:lnTo>
                  <a:pt x="2587" y="381"/>
                </a:lnTo>
                <a:close/>
                <a:moveTo>
                  <a:pt x="2604" y="394"/>
                </a:moveTo>
                <a:cubicBezTo>
                  <a:pt x="2606" y="394"/>
                  <a:pt x="2606" y="394"/>
                  <a:pt x="2606" y="394"/>
                </a:cubicBezTo>
                <a:cubicBezTo>
                  <a:pt x="2606" y="364"/>
                  <a:pt x="2606" y="364"/>
                  <a:pt x="2606" y="364"/>
                </a:cubicBezTo>
                <a:cubicBezTo>
                  <a:pt x="2604" y="364"/>
                  <a:pt x="2604" y="364"/>
                  <a:pt x="2604" y="364"/>
                </a:cubicBezTo>
                <a:lnTo>
                  <a:pt x="2604" y="394"/>
                </a:lnTo>
                <a:close/>
                <a:moveTo>
                  <a:pt x="2030" y="412"/>
                </a:moveTo>
                <a:cubicBezTo>
                  <a:pt x="2032" y="412"/>
                  <a:pt x="2032" y="412"/>
                  <a:pt x="2032" y="412"/>
                </a:cubicBezTo>
                <a:cubicBezTo>
                  <a:pt x="2032" y="396"/>
                  <a:pt x="2032" y="396"/>
                  <a:pt x="2032" y="396"/>
                </a:cubicBezTo>
                <a:cubicBezTo>
                  <a:pt x="2030" y="396"/>
                  <a:pt x="2030" y="396"/>
                  <a:pt x="2030" y="396"/>
                </a:cubicBezTo>
                <a:lnTo>
                  <a:pt x="2030" y="412"/>
                </a:lnTo>
                <a:close/>
                <a:moveTo>
                  <a:pt x="2079" y="441"/>
                </a:moveTo>
                <a:cubicBezTo>
                  <a:pt x="2081" y="441"/>
                  <a:pt x="2081" y="441"/>
                  <a:pt x="2081" y="441"/>
                </a:cubicBezTo>
                <a:cubicBezTo>
                  <a:pt x="2081" y="417"/>
                  <a:pt x="2081" y="417"/>
                  <a:pt x="2081" y="417"/>
                </a:cubicBezTo>
                <a:cubicBezTo>
                  <a:pt x="2079" y="417"/>
                  <a:pt x="2079" y="417"/>
                  <a:pt x="2079" y="417"/>
                </a:cubicBezTo>
                <a:lnTo>
                  <a:pt x="2079" y="441"/>
                </a:lnTo>
                <a:close/>
                <a:moveTo>
                  <a:pt x="2099" y="450"/>
                </a:moveTo>
                <a:cubicBezTo>
                  <a:pt x="2101" y="450"/>
                  <a:pt x="2101" y="450"/>
                  <a:pt x="2101" y="450"/>
                </a:cubicBezTo>
                <a:cubicBezTo>
                  <a:pt x="2101" y="418"/>
                  <a:pt x="2101" y="418"/>
                  <a:pt x="2101" y="418"/>
                </a:cubicBezTo>
                <a:cubicBezTo>
                  <a:pt x="2099" y="418"/>
                  <a:pt x="2099" y="418"/>
                  <a:pt x="2099" y="418"/>
                </a:cubicBezTo>
                <a:lnTo>
                  <a:pt x="2099" y="450"/>
                </a:lnTo>
                <a:close/>
                <a:moveTo>
                  <a:pt x="1539" y="540"/>
                </a:moveTo>
                <a:cubicBezTo>
                  <a:pt x="1574" y="540"/>
                  <a:pt x="1574" y="540"/>
                  <a:pt x="1574" y="540"/>
                </a:cubicBezTo>
                <a:cubicBezTo>
                  <a:pt x="1574" y="538"/>
                  <a:pt x="1574" y="538"/>
                  <a:pt x="1574" y="538"/>
                </a:cubicBezTo>
                <a:cubicBezTo>
                  <a:pt x="1539" y="538"/>
                  <a:pt x="1539" y="538"/>
                  <a:pt x="1539" y="538"/>
                </a:cubicBezTo>
                <a:lnTo>
                  <a:pt x="1539" y="540"/>
                </a:lnTo>
                <a:close/>
                <a:moveTo>
                  <a:pt x="1539" y="546"/>
                </a:moveTo>
                <a:cubicBezTo>
                  <a:pt x="1556" y="546"/>
                  <a:pt x="1556" y="546"/>
                  <a:pt x="1556" y="546"/>
                </a:cubicBezTo>
                <a:cubicBezTo>
                  <a:pt x="1556" y="543"/>
                  <a:pt x="1556" y="543"/>
                  <a:pt x="1556" y="543"/>
                </a:cubicBezTo>
                <a:cubicBezTo>
                  <a:pt x="1539" y="543"/>
                  <a:pt x="1539" y="543"/>
                  <a:pt x="1539" y="543"/>
                </a:cubicBezTo>
                <a:lnTo>
                  <a:pt x="1539" y="546"/>
                </a:lnTo>
                <a:close/>
                <a:moveTo>
                  <a:pt x="1538" y="552"/>
                </a:moveTo>
                <a:cubicBezTo>
                  <a:pt x="1562" y="552"/>
                  <a:pt x="1562" y="552"/>
                  <a:pt x="1562" y="552"/>
                </a:cubicBezTo>
                <a:cubicBezTo>
                  <a:pt x="1562" y="549"/>
                  <a:pt x="1562" y="549"/>
                  <a:pt x="1562" y="549"/>
                </a:cubicBezTo>
                <a:cubicBezTo>
                  <a:pt x="1538" y="549"/>
                  <a:pt x="1538" y="549"/>
                  <a:pt x="1538" y="549"/>
                </a:cubicBezTo>
                <a:lnTo>
                  <a:pt x="1538" y="552"/>
                </a:lnTo>
                <a:close/>
                <a:moveTo>
                  <a:pt x="1539" y="559"/>
                </a:moveTo>
                <a:cubicBezTo>
                  <a:pt x="1550" y="559"/>
                  <a:pt x="1550" y="559"/>
                  <a:pt x="1550" y="559"/>
                </a:cubicBezTo>
                <a:cubicBezTo>
                  <a:pt x="1550" y="556"/>
                  <a:pt x="1550" y="556"/>
                  <a:pt x="1550" y="556"/>
                </a:cubicBezTo>
                <a:cubicBezTo>
                  <a:pt x="1539" y="556"/>
                  <a:pt x="1539" y="556"/>
                  <a:pt x="1539" y="556"/>
                </a:cubicBezTo>
                <a:lnTo>
                  <a:pt x="1539" y="559"/>
                </a:lnTo>
                <a:close/>
                <a:moveTo>
                  <a:pt x="1538" y="570"/>
                </a:moveTo>
                <a:cubicBezTo>
                  <a:pt x="1573" y="570"/>
                  <a:pt x="1573" y="570"/>
                  <a:pt x="1573" y="570"/>
                </a:cubicBezTo>
                <a:cubicBezTo>
                  <a:pt x="1573" y="568"/>
                  <a:pt x="1573" y="568"/>
                  <a:pt x="1573" y="568"/>
                </a:cubicBezTo>
                <a:cubicBezTo>
                  <a:pt x="1538" y="568"/>
                  <a:pt x="1538" y="568"/>
                  <a:pt x="1538" y="568"/>
                </a:cubicBezTo>
                <a:lnTo>
                  <a:pt x="1538" y="570"/>
                </a:lnTo>
                <a:close/>
                <a:moveTo>
                  <a:pt x="1539" y="576"/>
                </a:moveTo>
                <a:cubicBezTo>
                  <a:pt x="1556" y="576"/>
                  <a:pt x="1556" y="576"/>
                  <a:pt x="1556" y="576"/>
                </a:cubicBezTo>
                <a:cubicBezTo>
                  <a:pt x="1556" y="574"/>
                  <a:pt x="1556" y="574"/>
                  <a:pt x="1556" y="574"/>
                </a:cubicBezTo>
                <a:cubicBezTo>
                  <a:pt x="1539" y="574"/>
                  <a:pt x="1539" y="574"/>
                  <a:pt x="1539" y="574"/>
                </a:cubicBezTo>
                <a:lnTo>
                  <a:pt x="1539" y="576"/>
                </a:lnTo>
                <a:close/>
                <a:moveTo>
                  <a:pt x="1538" y="582"/>
                </a:moveTo>
                <a:cubicBezTo>
                  <a:pt x="1562" y="582"/>
                  <a:pt x="1562" y="582"/>
                  <a:pt x="1562" y="582"/>
                </a:cubicBezTo>
                <a:cubicBezTo>
                  <a:pt x="1562" y="579"/>
                  <a:pt x="1562" y="579"/>
                  <a:pt x="1562" y="579"/>
                </a:cubicBezTo>
                <a:cubicBezTo>
                  <a:pt x="1538" y="579"/>
                  <a:pt x="1538" y="579"/>
                  <a:pt x="1538" y="579"/>
                </a:cubicBezTo>
                <a:lnTo>
                  <a:pt x="1538" y="582"/>
                </a:lnTo>
                <a:close/>
                <a:moveTo>
                  <a:pt x="1539" y="589"/>
                </a:moveTo>
                <a:cubicBezTo>
                  <a:pt x="1550" y="589"/>
                  <a:pt x="1550" y="589"/>
                  <a:pt x="1550" y="589"/>
                </a:cubicBezTo>
                <a:cubicBezTo>
                  <a:pt x="1550" y="586"/>
                  <a:pt x="1550" y="586"/>
                  <a:pt x="1550" y="586"/>
                </a:cubicBezTo>
                <a:cubicBezTo>
                  <a:pt x="1539" y="586"/>
                  <a:pt x="1539" y="586"/>
                  <a:pt x="1539" y="586"/>
                </a:cubicBezTo>
                <a:lnTo>
                  <a:pt x="1539" y="589"/>
                </a:lnTo>
                <a:close/>
                <a:moveTo>
                  <a:pt x="1530" y="655"/>
                </a:moveTo>
                <a:cubicBezTo>
                  <a:pt x="1573" y="655"/>
                  <a:pt x="1573" y="655"/>
                  <a:pt x="1573" y="655"/>
                </a:cubicBezTo>
                <a:cubicBezTo>
                  <a:pt x="1573" y="653"/>
                  <a:pt x="1573" y="653"/>
                  <a:pt x="1573" y="653"/>
                </a:cubicBezTo>
                <a:cubicBezTo>
                  <a:pt x="1530" y="653"/>
                  <a:pt x="1530" y="653"/>
                  <a:pt x="1530" y="653"/>
                </a:cubicBezTo>
                <a:lnTo>
                  <a:pt x="1530" y="655"/>
                </a:lnTo>
                <a:close/>
                <a:moveTo>
                  <a:pt x="1157" y="486"/>
                </a:moveTo>
                <a:cubicBezTo>
                  <a:pt x="1221" y="486"/>
                  <a:pt x="1221" y="486"/>
                  <a:pt x="1221" y="486"/>
                </a:cubicBezTo>
                <a:cubicBezTo>
                  <a:pt x="1221" y="484"/>
                  <a:pt x="1221" y="484"/>
                  <a:pt x="1221" y="484"/>
                </a:cubicBezTo>
                <a:cubicBezTo>
                  <a:pt x="1157" y="484"/>
                  <a:pt x="1157" y="484"/>
                  <a:pt x="1157" y="484"/>
                </a:cubicBezTo>
                <a:lnTo>
                  <a:pt x="1157" y="486"/>
                </a:lnTo>
                <a:close/>
                <a:moveTo>
                  <a:pt x="1157" y="572"/>
                </a:moveTo>
                <a:cubicBezTo>
                  <a:pt x="1221" y="572"/>
                  <a:pt x="1221" y="572"/>
                  <a:pt x="1221" y="572"/>
                </a:cubicBezTo>
                <a:cubicBezTo>
                  <a:pt x="1221" y="569"/>
                  <a:pt x="1221" y="569"/>
                  <a:pt x="1221" y="569"/>
                </a:cubicBezTo>
                <a:cubicBezTo>
                  <a:pt x="1157" y="569"/>
                  <a:pt x="1157" y="569"/>
                  <a:pt x="1157" y="569"/>
                </a:cubicBezTo>
                <a:lnTo>
                  <a:pt x="1157" y="572"/>
                </a:lnTo>
                <a:close/>
                <a:moveTo>
                  <a:pt x="1157" y="608"/>
                </a:moveTo>
                <a:cubicBezTo>
                  <a:pt x="1221" y="608"/>
                  <a:pt x="1221" y="608"/>
                  <a:pt x="1221" y="608"/>
                </a:cubicBezTo>
                <a:cubicBezTo>
                  <a:pt x="1221" y="606"/>
                  <a:pt x="1221" y="606"/>
                  <a:pt x="1221" y="606"/>
                </a:cubicBezTo>
                <a:cubicBezTo>
                  <a:pt x="1157" y="606"/>
                  <a:pt x="1157" y="606"/>
                  <a:pt x="1157" y="606"/>
                </a:cubicBezTo>
                <a:lnTo>
                  <a:pt x="1157" y="608"/>
                </a:lnTo>
                <a:close/>
                <a:moveTo>
                  <a:pt x="1172" y="644"/>
                </a:moveTo>
                <a:cubicBezTo>
                  <a:pt x="1211" y="644"/>
                  <a:pt x="1211" y="644"/>
                  <a:pt x="1211" y="644"/>
                </a:cubicBezTo>
                <a:cubicBezTo>
                  <a:pt x="1211" y="642"/>
                  <a:pt x="1211" y="642"/>
                  <a:pt x="1211" y="642"/>
                </a:cubicBezTo>
                <a:cubicBezTo>
                  <a:pt x="1172" y="642"/>
                  <a:pt x="1172" y="642"/>
                  <a:pt x="1172" y="642"/>
                </a:cubicBezTo>
                <a:lnTo>
                  <a:pt x="1172" y="644"/>
                </a:lnTo>
                <a:close/>
                <a:moveTo>
                  <a:pt x="882" y="248"/>
                </a:moveTo>
                <a:cubicBezTo>
                  <a:pt x="893" y="250"/>
                  <a:pt x="893" y="250"/>
                  <a:pt x="893" y="250"/>
                </a:cubicBezTo>
                <a:cubicBezTo>
                  <a:pt x="893" y="248"/>
                  <a:pt x="893" y="248"/>
                  <a:pt x="893" y="248"/>
                </a:cubicBezTo>
                <a:cubicBezTo>
                  <a:pt x="883" y="246"/>
                  <a:pt x="883" y="246"/>
                  <a:pt x="883" y="246"/>
                </a:cubicBezTo>
                <a:moveTo>
                  <a:pt x="875" y="285"/>
                </a:moveTo>
                <a:cubicBezTo>
                  <a:pt x="899" y="273"/>
                  <a:pt x="899" y="273"/>
                  <a:pt x="899" y="273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8" y="271"/>
                  <a:pt x="918" y="271"/>
                  <a:pt x="918" y="271"/>
                </a:cubicBezTo>
                <a:cubicBezTo>
                  <a:pt x="966" y="281"/>
                  <a:pt x="966" y="281"/>
                  <a:pt x="966" y="281"/>
                </a:cubicBezTo>
                <a:cubicBezTo>
                  <a:pt x="967" y="279"/>
                  <a:pt x="967" y="279"/>
                  <a:pt x="967" y="279"/>
                </a:cubicBezTo>
                <a:cubicBezTo>
                  <a:pt x="917" y="269"/>
                  <a:pt x="917" y="269"/>
                  <a:pt x="917" y="269"/>
                </a:cubicBezTo>
                <a:cubicBezTo>
                  <a:pt x="912" y="271"/>
                  <a:pt x="912" y="271"/>
                  <a:pt x="912" y="271"/>
                </a:cubicBezTo>
                <a:cubicBezTo>
                  <a:pt x="906" y="273"/>
                  <a:pt x="906" y="273"/>
                  <a:pt x="906" y="273"/>
                </a:cubicBezTo>
                <a:cubicBezTo>
                  <a:pt x="900" y="271"/>
                  <a:pt x="900" y="271"/>
                  <a:pt x="900" y="271"/>
                </a:cubicBezTo>
                <a:cubicBezTo>
                  <a:pt x="899" y="271"/>
                  <a:pt x="899" y="271"/>
                  <a:pt x="899" y="271"/>
                </a:cubicBezTo>
                <a:cubicBezTo>
                  <a:pt x="874" y="283"/>
                  <a:pt x="874" y="283"/>
                  <a:pt x="874" y="283"/>
                </a:cubicBezTo>
                <a:cubicBezTo>
                  <a:pt x="875" y="285"/>
                  <a:pt x="875" y="285"/>
                  <a:pt x="875" y="285"/>
                </a:cubicBezTo>
                <a:moveTo>
                  <a:pt x="902" y="600"/>
                </a:moveTo>
                <a:cubicBezTo>
                  <a:pt x="936" y="600"/>
                  <a:pt x="936" y="600"/>
                  <a:pt x="936" y="600"/>
                </a:cubicBezTo>
                <a:cubicBezTo>
                  <a:pt x="990" y="605"/>
                  <a:pt x="990" y="605"/>
                  <a:pt x="990" y="605"/>
                </a:cubicBezTo>
                <a:cubicBezTo>
                  <a:pt x="990" y="603"/>
                  <a:pt x="990" y="603"/>
                  <a:pt x="990" y="603"/>
                </a:cubicBezTo>
                <a:cubicBezTo>
                  <a:pt x="936" y="598"/>
                  <a:pt x="936" y="598"/>
                  <a:pt x="936" y="598"/>
                </a:cubicBezTo>
                <a:cubicBezTo>
                  <a:pt x="902" y="598"/>
                  <a:pt x="902" y="598"/>
                  <a:pt x="902" y="598"/>
                </a:cubicBezTo>
                <a:cubicBezTo>
                  <a:pt x="902" y="600"/>
                  <a:pt x="902" y="600"/>
                  <a:pt x="902" y="600"/>
                </a:cubicBezTo>
                <a:moveTo>
                  <a:pt x="941" y="600"/>
                </a:moveTo>
                <a:cubicBezTo>
                  <a:pt x="941" y="655"/>
                  <a:pt x="941" y="655"/>
                  <a:pt x="941" y="655"/>
                </a:cubicBezTo>
                <a:cubicBezTo>
                  <a:pt x="991" y="655"/>
                  <a:pt x="991" y="655"/>
                  <a:pt x="991" y="655"/>
                </a:cubicBezTo>
                <a:cubicBezTo>
                  <a:pt x="991" y="652"/>
                  <a:pt x="991" y="652"/>
                  <a:pt x="991" y="652"/>
                </a:cubicBezTo>
                <a:cubicBezTo>
                  <a:pt x="944" y="652"/>
                  <a:pt x="944" y="652"/>
                  <a:pt x="944" y="652"/>
                </a:cubicBezTo>
                <a:cubicBezTo>
                  <a:pt x="944" y="600"/>
                  <a:pt x="944" y="600"/>
                  <a:pt x="944" y="600"/>
                </a:cubicBezTo>
                <a:cubicBezTo>
                  <a:pt x="941" y="600"/>
                  <a:pt x="941" y="600"/>
                  <a:pt x="941" y="600"/>
                </a:cubicBezTo>
                <a:moveTo>
                  <a:pt x="949" y="619"/>
                </a:moveTo>
                <a:cubicBezTo>
                  <a:pt x="956" y="615"/>
                  <a:pt x="963" y="614"/>
                  <a:pt x="970" y="614"/>
                </a:cubicBezTo>
                <a:cubicBezTo>
                  <a:pt x="975" y="614"/>
                  <a:pt x="980" y="614"/>
                  <a:pt x="986" y="616"/>
                </a:cubicBezTo>
                <a:cubicBezTo>
                  <a:pt x="986" y="615"/>
                  <a:pt x="986" y="615"/>
                  <a:pt x="986" y="615"/>
                </a:cubicBezTo>
                <a:cubicBezTo>
                  <a:pt x="985" y="616"/>
                  <a:pt x="985" y="616"/>
                  <a:pt x="985" y="616"/>
                </a:cubicBezTo>
                <a:cubicBezTo>
                  <a:pt x="992" y="620"/>
                  <a:pt x="997" y="621"/>
                  <a:pt x="1004" y="621"/>
                </a:cubicBezTo>
                <a:cubicBezTo>
                  <a:pt x="1005" y="621"/>
                  <a:pt x="1005" y="621"/>
                  <a:pt x="1005" y="621"/>
                </a:cubicBezTo>
                <a:cubicBezTo>
                  <a:pt x="1011" y="621"/>
                  <a:pt x="1014" y="620"/>
                  <a:pt x="1015" y="619"/>
                </a:cubicBezTo>
                <a:cubicBezTo>
                  <a:pt x="1015" y="617"/>
                  <a:pt x="1015" y="617"/>
                  <a:pt x="1015" y="617"/>
                </a:cubicBezTo>
                <a:cubicBezTo>
                  <a:pt x="1013" y="618"/>
                  <a:pt x="1011" y="619"/>
                  <a:pt x="1005" y="619"/>
                </a:cubicBezTo>
                <a:cubicBezTo>
                  <a:pt x="1004" y="619"/>
                  <a:pt x="1004" y="619"/>
                  <a:pt x="1004" y="619"/>
                </a:cubicBezTo>
                <a:cubicBezTo>
                  <a:pt x="997" y="619"/>
                  <a:pt x="993" y="618"/>
                  <a:pt x="987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1" y="612"/>
                  <a:pt x="976" y="611"/>
                  <a:pt x="970" y="611"/>
                </a:cubicBezTo>
                <a:cubicBezTo>
                  <a:pt x="963" y="611"/>
                  <a:pt x="955" y="613"/>
                  <a:pt x="948" y="617"/>
                </a:cubicBezTo>
                <a:cubicBezTo>
                  <a:pt x="949" y="619"/>
                  <a:pt x="949" y="619"/>
                  <a:pt x="949" y="619"/>
                </a:cubicBezTo>
                <a:moveTo>
                  <a:pt x="948" y="619"/>
                </a:moveTo>
                <a:cubicBezTo>
                  <a:pt x="990" y="619"/>
                  <a:pt x="990" y="619"/>
                  <a:pt x="990" y="619"/>
                </a:cubicBezTo>
                <a:cubicBezTo>
                  <a:pt x="990" y="617"/>
                  <a:pt x="990" y="617"/>
                  <a:pt x="990" y="617"/>
                </a:cubicBezTo>
                <a:cubicBezTo>
                  <a:pt x="948" y="617"/>
                  <a:pt x="948" y="617"/>
                  <a:pt x="948" y="617"/>
                </a:cubicBezTo>
                <a:lnTo>
                  <a:pt x="948" y="619"/>
                </a:lnTo>
                <a:close/>
                <a:moveTo>
                  <a:pt x="453" y="636"/>
                </a:moveTo>
                <a:cubicBezTo>
                  <a:pt x="455" y="636"/>
                  <a:pt x="455" y="636"/>
                  <a:pt x="455" y="636"/>
                </a:cubicBezTo>
                <a:cubicBezTo>
                  <a:pt x="455" y="381"/>
                  <a:pt x="455" y="381"/>
                  <a:pt x="455" y="381"/>
                </a:cubicBezTo>
                <a:cubicBezTo>
                  <a:pt x="453" y="381"/>
                  <a:pt x="453" y="381"/>
                  <a:pt x="453" y="381"/>
                </a:cubicBezTo>
                <a:lnTo>
                  <a:pt x="453" y="636"/>
                </a:lnTo>
                <a:close/>
                <a:moveTo>
                  <a:pt x="843" y="616"/>
                </a:moveTo>
                <a:cubicBezTo>
                  <a:pt x="845" y="616"/>
                  <a:pt x="845" y="616"/>
                  <a:pt x="845" y="616"/>
                </a:cubicBezTo>
                <a:cubicBezTo>
                  <a:pt x="845" y="599"/>
                  <a:pt x="845" y="599"/>
                  <a:pt x="845" y="599"/>
                </a:cubicBezTo>
                <a:cubicBezTo>
                  <a:pt x="843" y="599"/>
                  <a:pt x="843" y="599"/>
                  <a:pt x="843" y="599"/>
                </a:cubicBezTo>
                <a:lnTo>
                  <a:pt x="843" y="616"/>
                </a:lnTo>
                <a:close/>
                <a:moveTo>
                  <a:pt x="762" y="654"/>
                </a:moveTo>
                <a:cubicBezTo>
                  <a:pt x="762" y="666"/>
                  <a:pt x="762" y="666"/>
                  <a:pt x="762" y="666"/>
                </a:cubicBezTo>
                <a:cubicBezTo>
                  <a:pt x="862" y="666"/>
                  <a:pt x="862" y="666"/>
                  <a:pt x="862" y="666"/>
                </a:cubicBezTo>
                <a:cubicBezTo>
                  <a:pt x="862" y="671"/>
                  <a:pt x="862" y="671"/>
                  <a:pt x="862" y="671"/>
                </a:cubicBezTo>
                <a:cubicBezTo>
                  <a:pt x="864" y="671"/>
                  <a:pt x="864" y="671"/>
                  <a:pt x="864" y="671"/>
                </a:cubicBezTo>
                <a:cubicBezTo>
                  <a:pt x="864" y="664"/>
                  <a:pt x="864" y="664"/>
                  <a:pt x="864" y="664"/>
                </a:cubicBezTo>
                <a:cubicBezTo>
                  <a:pt x="764" y="664"/>
                  <a:pt x="764" y="664"/>
                  <a:pt x="764" y="664"/>
                </a:cubicBezTo>
                <a:cubicBezTo>
                  <a:pt x="764" y="654"/>
                  <a:pt x="764" y="654"/>
                  <a:pt x="764" y="654"/>
                </a:cubicBezTo>
                <a:cubicBezTo>
                  <a:pt x="762" y="654"/>
                  <a:pt x="762" y="654"/>
                  <a:pt x="762" y="654"/>
                </a:cubicBezTo>
                <a:moveTo>
                  <a:pt x="734" y="634"/>
                </a:moveTo>
                <a:cubicBezTo>
                  <a:pt x="736" y="634"/>
                  <a:pt x="736" y="634"/>
                  <a:pt x="736" y="634"/>
                </a:cubicBezTo>
                <a:cubicBezTo>
                  <a:pt x="736" y="620"/>
                  <a:pt x="736" y="620"/>
                  <a:pt x="736" y="620"/>
                </a:cubicBezTo>
                <a:cubicBezTo>
                  <a:pt x="734" y="620"/>
                  <a:pt x="734" y="620"/>
                  <a:pt x="734" y="620"/>
                </a:cubicBezTo>
                <a:lnTo>
                  <a:pt x="734" y="634"/>
                </a:lnTo>
                <a:close/>
                <a:moveTo>
                  <a:pt x="734" y="652"/>
                </a:moveTo>
                <a:cubicBezTo>
                  <a:pt x="736" y="652"/>
                  <a:pt x="736" y="652"/>
                  <a:pt x="736" y="652"/>
                </a:cubicBezTo>
                <a:cubicBezTo>
                  <a:pt x="736" y="638"/>
                  <a:pt x="736" y="638"/>
                  <a:pt x="736" y="638"/>
                </a:cubicBezTo>
                <a:cubicBezTo>
                  <a:pt x="734" y="638"/>
                  <a:pt x="734" y="638"/>
                  <a:pt x="734" y="638"/>
                </a:cubicBezTo>
                <a:lnTo>
                  <a:pt x="734" y="652"/>
                </a:lnTo>
                <a:close/>
                <a:moveTo>
                  <a:pt x="882" y="670"/>
                </a:moveTo>
                <a:cubicBezTo>
                  <a:pt x="884" y="670"/>
                  <a:pt x="884" y="670"/>
                  <a:pt x="884" y="670"/>
                </a:cubicBezTo>
                <a:cubicBezTo>
                  <a:pt x="884" y="584"/>
                  <a:pt x="884" y="584"/>
                  <a:pt x="884" y="584"/>
                </a:cubicBezTo>
                <a:cubicBezTo>
                  <a:pt x="882" y="584"/>
                  <a:pt x="882" y="584"/>
                  <a:pt x="882" y="584"/>
                </a:cubicBezTo>
                <a:lnTo>
                  <a:pt x="882" y="670"/>
                </a:lnTo>
                <a:close/>
                <a:moveTo>
                  <a:pt x="521" y="671"/>
                </a:moveTo>
                <a:cubicBezTo>
                  <a:pt x="521" y="644"/>
                  <a:pt x="521" y="644"/>
                  <a:pt x="521" y="644"/>
                </a:cubicBezTo>
                <a:cubicBezTo>
                  <a:pt x="633" y="644"/>
                  <a:pt x="633" y="644"/>
                  <a:pt x="633" y="644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519" y="642"/>
                  <a:pt x="519" y="642"/>
                  <a:pt x="519" y="642"/>
                </a:cubicBezTo>
                <a:cubicBezTo>
                  <a:pt x="519" y="671"/>
                  <a:pt x="519" y="671"/>
                  <a:pt x="519" y="671"/>
                </a:cubicBezTo>
                <a:cubicBezTo>
                  <a:pt x="521" y="671"/>
                  <a:pt x="521" y="671"/>
                  <a:pt x="521" y="671"/>
                </a:cubicBezTo>
              </a:path>
            </a:pathLst>
          </a:custGeom>
          <a:noFill/>
          <a:ln w="0" cap="flat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CuadroTexto 5"/>
          <p:cNvSpPr txBox="1"/>
          <p:nvPr userDrawn="1"/>
        </p:nvSpPr>
        <p:spPr>
          <a:xfrm rot="16200000">
            <a:off x="-570651" y="1511451"/>
            <a:ext cx="27126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0">
                <a:solidFill>
                  <a:srgbClr val="E6404A"/>
                </a:solidFill>
                <a:latin typeface="Century Gothic" panose="020B0502020202020204" pitchFamily="34" charset="0"/>
              </a:rPr>
              <a:t>ÍNDICE</a:t>
            </a:r>
          </a:p>
        </p:txBody>
      </p:sp>
      <p:sp>
        <p:nvSpPr>
          <p:cNvPr id="3" name="Redondear rectángulo de esquina sencilla 2"/>
          <p:cNvSpPr/>
          <p:nvPr userDrawn="1"/>
        </p:nvSpPr>
        <p:spPr>
          <a:xfrm rot="10800000" flipV="1">
            <a:off x="1203512" y="781466"/>
            <a:ext cx="10988488" cy="4503906"/>
          </a:xfrm>
          <a:prstGeom prst="round1Rect">
            <a:avLst>
              <a:gd name="adj" fmla="val 10317"/>
            </a:avLst>
          </a:prstGeom>
          <a:solidFill>
            <a:schemeClr val="bg1">
              <a:alpha val="84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1419366" y="1175385"/>
            <a:ext cx="10563368" cy="3942525"/>
          </a:xfrm>
        </p:spPr>
        <p:txBody>
          <a:bodyPr>
            <a:normAutofit/>
          </a:bodyPr>
          <a:lstStyle>
            <a:lvl1pPr>
              <a:defRPr sz="1200">
                <a:latin typeface="Century Gothic" panose="020B0502020202020204" pitchFamily="34" charset="0"/>
              </a:defRPr>
            </a:lvl1pPr>
            <a:lvl2pPr>
              <a:defRPr sz="1200">
                <a:latin typeface="Century Gothic" panose="020B0502020202020204" pitchFamily="34" charset="0"/>
              </a:defRPr>
            </a:lvl2pPr>
            <a:lvl3pPr>
              <a:defRPr sz="1200">
                <a:latin typeface="Century Gothic" panose="020B0502020202020204" pitchFamily="34" charset="0"/>
              </a:defRPr>
            </a:lvl3pPr>
            <a:lvl4pPr>
              <a:defRPr sz="1200">
                <a:latin typeface="Century Gothic" panose="020B0502020202020204" pitchFamily="34" charset="0"/>
              </a:defRPr>
            </a:lvl4pPr>
            <a:lvl5pPr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5216275"/>
            <a:ext cx="12192000" cy="1641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9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499950" y="2828414"/>
            <a:ext cx="11266487" cy="1718110"/>
          </a:xfrm>
          <a:prstGeom prst="rect">
            <a:avLst/>
          </a:prstGeom>
          <a:noFill/>
          <a:ln w="101600">
            <a:gradFill>
              <a:gsLst>
                <a:gs pos="0">
                  <a:srgbClr val="CD3039"/>
                </a:gs>
                <a:gs pos="69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sz="3600" b="1">
              <a:solidFill>
                <a:schemeClr val="bg1"/>
              </a:solidFill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/>
          <p:cNvSpPr/>
          <p:nvPr userDrawn="1"/>
        </p:nvSpPr>
        <p:spPr>
          <a:xfrm>
            <a:off x="2916454" y="817556"/>
            <a:ext cx="1790299" cy="1294054"/>
          </a:xfrm>
          <a:prstGeom prst="rect">
            <a:avLst/>
          </a:prstGeom>
          <a:noFill/>
          <a:ln w="1016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>
              <a:solidFill>
                <a:schemeClr val="bg1"/>
              </a:solidFill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 userDrawn="1"/>
        </p:nvSpPr>
        <p:spPr>
          <a:xfrm>
            <a:off x="0" y="2785382"/>
            <a:ext cx="338667" cy="1814931"/>
          </a:xfrm>
          <a:prstGeom prst="rect">
            <a:avLst/>
          </a:prstGeom>
          <a:solidFill>
            <a:srgbClr val="CD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redondeado 13"/>
          <p:cNvSpPr/>
          <p:nvPr userDrawn="1"/>
        </p:nvSpPr>
        <p:spPr>
          <a:xfrm>
            <a:off x="-245271" y="344314"/>
            <a:ext cx="4374510" cy="938126"/>
          </a:xfrm>
          <a:prstGeom prst="roundRect">
            <a:avLst>
              <a:gd name="adj" fmla="val 0"/>
            </a:avLst>
          </a:prstGeom>
          <a:noFill/>
          <a:ln w="73025">
            <a:solidFill>
              <a:srgbClr val="C00000">
                <a:alpha val="2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823536"/>
            <a:ext cx="6278474" cy="457277"/>
          </a:xfrm>
        </p:spPr>
        <p:txBody>
          <a:bodyPr/>
          <a:lstStyle>
            <a:lvl1pPr marL="0" indent="0" algn="ctr">
              <a:buNone/>
              <a:defRPr sz="2400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7605" y="2902224"/>
            <a:ext cx="5514979" cy="1510719"/>
          </a:xfrm>
        </p:spPr>
        <p:txBody>
          <a:bodyPr anchor="ctr">
            <a:noAutofit/>
          </a:bodyPr>
          <a:lstStyle>
            <a:lvl1pPr algn="l">
              <a:defRPr sz="2800"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5" name="Grupo 4"/>
          <p:cNvGrpSpPr/>
          <p:nvPr userDrawn="1"/>
        </p:nvGrpSpPr>
        <p:grpSpPr>
          <a:xfrm>
            <a:off x="6536235" y="1703088"/>
            <a:ext cx="5456807" cy="3898595"/>
            <a:chOff x="6536235" y="1703088"/>
            <a:chExt cx="5456807" cy="3898595"/>
          </a:xfrm>
        </p:grpSpPr>
        <p:grpSp>
          <p:nvGrpSpPr>
            <p:cNvPr id="8" name="Grupo 7"/>
            <p:cNvGrpSpPr/>
            <p:nvPr userDrawn="1"/>
          </p:nvGrpSpPr>
          <p:grpSpPr>
            <a:xfrm>
              <a:off x="8150862" y="2991855"/>
              <a:ext cx="1336707" cy="1350778"/>
              <a:chOff x="776775" y="835852"/>
              <a:chExt cx="902988" cy="912493"/>
            </a:xfrm>
            <a:effectLst>
              <a:glow rad="190500">
                <a:schemeClr val="bg1"/>
              </a:glow>
            </a:effectLst>
          </p:grpSpPr>
          <p:grpSp>
            <p:nvGrpSpPr>
              <p:cNvPr id="9" name="Grupo 8"/>
              <p:cNvGrpSpPr/>
              <p:nvPr/>
            </p:nvGrpSpPr>
            <p:grpSpPr>
              <a:xfrm>
                <a:off x="776775" y="835852"/>
                <a:ext cx="902988" cy="912493"/>
                <a:chOff x="776775" y="835852"/>
                <a:chExt cx="902988" cy="912493"/>
              </a:xfrm>
            </p:grpSpPr>
            <p:sp>
              <p:nvSpPr>
                <p:cNvPr id="22" name="Oval 75"/>
                <p:cNvSpPr>
                  <a:spLocks noChangeArrowheads="1"/>
                </p:cNvSpPr>
                <p:nvPr/>
              </p:nvSpPr>
              <p:spPr bwMode="auto">
                <a:xfrm>
                  <a:off x="865490" y="927736"/>
                  <a:ext cx="722390" cy="735064"/>
                </a:xfrm>
                <a:prstGeom prst="ellipse">
                  <a:avLst/>
                </a:prstGeom>
                <a:solidFill>
                  <a:srgbClr val="E83F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/>
                </a:p>
              </p:txBody>
            </p:sp>
            <p:sp>
              <p:nvSpPr>
                <p:cNvPr id="23" name="Freeform 76"/>
                <p:cNvSpPr>
                  <a:spLocks noEditPoints="1"/>
                </p:cNvSpPr>
                <p:nvPr/>
              </p:nvSpPr>
              <p:spPr bwMode="auto">
                <a:xfrm>
                  <a:off x="776775" y="842189"/>
                  <a:ext cx="896652" cy="906156"/>
                </a:xfrm>
                <a:custGeom>
                  <a:avLst/>
                  <a:gdLst>
                    <a:gd name="T0" fmla="*/ 70 w 150"/>
                    <a:gd name="T1" fmla="*/ 4 h 150"/>
                    <a:gd name="T2" fmla="*/ 4 w 150"/>
                    <a:gd name="T3" fmla="*/ 75 h 150"/>
                    <a:gd name="T4" fmla="*/ 75 w 150"/>
                    <a:gd name="T5" fmla="*/ 146 h 150"/>
                    <a:gd name="T6" fmla="*/ 146 w 150"/>
                    <a:gd name="T7" fmla="*/ 78 h 150"/>
                    <a:gd name="T8" fmla="*/ 150 w 150"/>
                    <a:gd name="T9" fmla="*/ 78 h 150"/>
                    <a:gd name="T10" fmla="*/ 75 w 150"/>
                    <a:gd name="T11" fmla="*/ 150 h 150"/>
                    <a:gd name="T12" fmla="*/ 0 w 150"/>
                    <a:gd name="T13" fmla="*/ 75 h 150"/>
                    <a:gd name="T14" fmla="*/ 70 w 150"/>
                    <a:gd name="T15" fmla="*/ 0 h 150"/>
                    <a:gd name="T16" fmla="*/ 70 w 150"/>
                    <a:gd name="T17" fmla="*/ 4 h 150"/>
                    <a:gd name="T18" fmla="*/ 146 w 150"/>
                    <a:gd name="T19" fmla="*/ 75 h 150"/>
                    <a:gd name="T20" fmla="*/ 150 w 150"/>
                    <a:gd name="T21" fmla="*/ 75 h 150"/>
                    <a:gd name="T22" fmla="*/ 150 w 150"/>
                    <a:gd name="T23" fmla="*/ 75 h 150"/>
                    <a:gd name="T24" fmla="*/ 75 w 150"/>
                    <a:gd name="T25" fmla="*/ 0 h 150"/>
                    <a:gd name="T26" fmla="*/ 75 w 150"/>
                    <a:gd name="T27" fmla="*/ 4 h 150"/>
                    <a:gd name="T28" fmla="*/ 146 w 150"/>
                    <a:gd name="T29" fmla="*/ 7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0" h="150">
                      <a:moveTo>
                        <a:pt x="70" y="4"/>
                      </a:moveTo>
                      <a:cubicBezTo>
                        <a:pt x="34" y="7"/>
                        <a:pt x="4" y="38"/>
                        <a:pt x="4" y="75"/>
                      </a:cubicBezTo>
                      <a:cubicBezTo>
                        <a:pt x="4" y="114"/>
                        <a:pt x="36" y="146"/>
                        <a:pt x="75" y="146"/>
                      </a:cubicBezTo>
                      <a:cubicBezTo>
                        <a:pt x="113" y="146"/>
                        <a:pt x="144" y="116"/>
                        <a:pt x="146" y="78"/>
                      </a:cubicBezTo>
                      <a:cubicBezTo>
                        <a:pt x="150" y="78"/>
                        <a:pt x="150" y="78"/>
                        <a:pt x="150" y="78"/>
                      </a:cubicBezTo>
                      <a:cubicBezTo>
                        <a:pt x="149" y="118"/>
                        <a:pt x="116" y="150"/>
                        <a:pt x="75" y="150"/>
                      </a:cubicBezTo>
                      <a:cubicBezTo>
                        <a:pt x="34" y="150"/>
                        <a:pt x="0" y="116"/>
                        <a:pt x="0" y="75"/>
                      </a:cubicBezTo>
                      <a:cubicBezTo>
                        <a:pt x="0" y="35"/>
                        <a:pt x="31" y="2"/>
                        <a:pt x="70" y="0"/>
                      </a:cubicBezTo>
                      <a:cubicBezTo>
                        <a:pt x="70" y="4"/>
                        <a:pt x="70" y="4"/>
                        <a:pt x="70" y="4"/>
                      </a:cubicBezTo>
                      <a:close/>
                      <a:moveTo>
                        <a:pt x="146" y="75"/>
                      </a:moveTo>
                      <a:cubicBezTo>
                        <a:pt x="150" y="75"/>
                        <a:pt x="150" y="75"/>
                        <a:pt x="150" y="75"/>
                      </a:cubicBezTo>
                      <a:cubicBezTo>
                        <a:pt x="150" y="75"/>
                        <a:pt x="150" y="75"/>
                        <a:pt x="150" y="75"/>
                      </a:cubicBezTo>
                      <a:cubicBezTo>
                        <a:pt x="150" y="33"/>
                        <a:pt x="117" y="0"/>
                        <a:pt x="75" y="0"/>
                      </a:cubicBezTo>
                      <a:cubicBezTo>
                        <a:pt x="75" y="4"/>
                        <a:pt x="75" y="4"/>
                        <a:pt x="75" y="4"/>
                      </a:cubicBezTo>
                      <a:cubicBezTo>
                        <a:pt x="114" y="4"/>
                        <a:pt x="146" y="36"/>
                        <a:pt x="146" y="75"/>
                      </a:cubicBezTo>
                      <a:close/>
                    </a:path>
                  </a:pathLst>
                </a:custGeom>
                <a:solidFill>
                  <a:srgbClr val="8FA0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/>
                </a:p>
              </p:txBody>
            </p:sp>
            <p:sp>
              <p:nvSpPr>
                <p:cNvPr id="24" name="Freeform 77"/>
                <p:cNvSpPr>
                  <a:spLocks/>
                </p:cNvSpPr>
                <p:nvPr/>
              </p:nvSpPr>
              <p:spPr bwMode="auto">
                <a:xfrm>
                  <a:off x="1223517" y="835852"/>
                  <a:ext cx="456246" cy="459416"/>
                </a:xfrm>
                <a:custGeom>
                  <a:avLst/>
                  <a:gdLst>
                    <a:gd name="T0" fmla="*/ 76 w 76"/>
                    <a:gd name="T1" fmla="*/ 76 h 76"/>
                    <a:gd name="T2" fmla="*/ 70 w 76"/>
                    <a:gd name="T3" fmla="*/ 76 h 76"/>
                    <a:gd name="T4" fmla="*/ 0 w 76"/>
                    <a:gd name="T5" fmla="*/ 6 h 76"/>
                    <a:gd name="T6" fmla="*/ 0 w 76"/>
                    <a:gd name="T7" fmla="*/ 0 h 76"/>
                    <a:gd name="T8" fmla="*/ 76 w 76"/>
                    <a:gd name="T9" fmla="*/ 76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" h="76">
                      <a:moveTo>
                        <a:pt x="76" y="76"/>
                      </a:moveTo>
                      <a:cubicBezTo>
                        <a:pt x="70" y="76"/>
                        <a:pt x="70" y="76"/>
                        <a:pt x="70" y="76"/>
                      </a:cubicBezTo>
                      <a:cubicBezTo>
                        <a:pt x="70" y="37"/>
                        <a:pt x="39" y="6"/>
                        <a:pt x="0" y="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2" y="0"/>
                        <a:pt x="76" y="34"/>
                        <a:pt x="76" y="76"/>
                      </a:cubicBezTo>
                      <a:close/>
                    </a:path>
                  </a:pathLst>
                </a:custGeom>
                <a:solidFill>
                  <a:srgbClr val="E83F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12" name="Grupo 11"/>
              <p:cNvGrpSpPr/>
              <p:nvPr/>
            </p:nvGrpSpPr>
            <p:grpSpPr>
              <a:xfrm>
                <a:off x="944265" y="1182578"/>
                <a:ext cx="563739" cy="225597"/>
                <a:chOff x="944265" y="1182578"/>
                <a:chExt cx="563739" cy="225597"/>
              </a:xfrm>
            </p:grpSpPr>
            <p:sp>
              <p:nvSpPr>
                <p:cNvPr id="15" name="Estrella de 5 puntas 14"/>
                <p:cNvSpPr/>
                <p:nvPr/>
              </p:nvSpPr>
              <p:spPr>
                <a:xfrm>
                  <a:off x="944265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6" name="Estrella de 5 puntas 15"/>
                <p:cNvSpPr/>
                <p:nvPr/>
              </p:nvSpPr>
              <p:spPr>
                <a:xfrm>
                  <a:off x="1090316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Estrella de 5 puntas 16"/>
                <p:cNvSpPr/>
                <p:nvPr/>
              </p:nvSpPr>
              <p:spPr>
                <a:xfrm>
                  <a:off x="1018083" y="1282590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8" name="Estrella de 5 puntas 17"/>
                <p:cNvSpPr/>
                <p:nvPr/>
              </p:nvSpPr>
              <p:spPr>
                <a:xfrm>
                  <a:off x="1164531" y="1282590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" name="Estrella de 5 puntas 18"/>
                <p:cNvSpPr/>
                <p:nvPr/>
              </p:nvSpPr>
              <p:spPr>
                <a:xfrm>
                  <a:off x="1310979" y="1282590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0" name="Estrella de 5 puntas 19"/>
                <p:cNvSpPr/>
                <p:nvPr/>
              </p:nvSpPr>
              <p:spPr>
                <a:xfrm>
                  <a:off x="1236367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1" name="Estrella de 5 puntas 20"/>
                <p:cNvSpPr/>
                <p:nvPr/>
              </p:nvSpPr>
              <p:spPr>
                <a:xfrm>
                  <a:off x="1382419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sp>
          <p:nvSpPr>
            <p:cNvPr id="26" name="Trapecio 1"/>
            <p:cNvSpPr/>
            <p:nvPr/>
          </p:nvSpPr>
          <p:spPr>
            <a:xfrm>
              <a:off x="8583751" y="460707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Trapecio 1"/>
            <p:cNvSpPr/>
            <p:nvPr/>
          </p:nvSpPr>
          <p:spPr>
            <a:xfrm rot="20431647">
              <a:off x="9070984" y="452258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Trapecio 1"/>
            <p:cNvSpPr/>
            <p:nvPr/>
          </p:nvSpPr>
          <p:spPr>
            <a:xfrm rot="19323297">
              <a:off x="9509230" y="4292966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Trapecio 1"/>
            <p:cNvSpPr/>
            <p:nvPr/>
          </p:nvSpPr>
          <p:spPr>
            <a:xfrm rot="18063655">
              <a:off x="9829228" y="3907400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Trapecio 1"/>
            <p:cNvSpPr/>
            <p:nvPr/>
          </p:nvSpPr>
          <p:spPr>
            <a:xfrm rot="14328352">
              <a:off x="9815603" y="2400822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Trapecio 1"/>
            <p:cNvSpPr/>
            <p:nvPr/>
          </p:nvSpPr>
          <p:spPr>
            <a:xfrm rot="13163390">
              <a:off x="9493837" y="2037506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Trapecio 1"/>
            <p:cNvSpPr/>
            <p:nvPr/>
          </p:nvSpPr>
          <p:spPr>
            <a:xfrm rot="11956148">
              <a:off x="9067506" y="1789858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Trapecio 1"/>
            <p:cNvSpPr/>
            <p:nvPr/>
          </p:nvSpPr>
          <p:spPr>
            <a:xfrm rot="10800000">
              <a:off x="8583751" y="1703088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Trapecio 1"/>
            <p:cNvSpPr/>
            <p:nvPr/>
          </p:nvSpPr>
          <p:spPr>
            <a:xfrm rot="9576918">
              <a:off x="8095978" y="179655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Trapecio 1"/>
            <p:cNvSpPr/>
            <p:nvPr/>
          </p:nvSpPr>
          <p:spPr>
            <a:xfrm rot="8372291">
              <a:off x="7681520" y="2064045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Trapecio 1"/>
            <p:cNvSpPr/>
            <p:nvPr/>
          </p:nvSpPr>
          <p:spPr>
            <a:xfrm rot="7199189">
              <a:off x="7369241" y="2446528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Trapecio 1"/>
            <p:cNvSpPr/>
            <p:nvPr/>
          </p:nvSpPr>
          <p:spPr>
            <a:xfrm rot="6041318">
              <a:off x="7202608" y="2903107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Trapecio 1"/>
            <p:cNvSpPr/>
            <p:nvPr/>
          </p:nvSpPr>
          <p:spPr>
            <a:xfrm rot="4824027">
              <a:off x="7214348" y="340115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Trapecio 1"/>
            <p:cNvSpPr/>
            <p:nvPr/>
          </p:nvSpPr>
          <p:spPr>
            <a:xfrm rot="3652284">
              <a:off x="7374687" y="3871827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Trapecio 1"/>
            <p:cNvSpPr/>
            <p:nvPr/>
          </p:nvSpPr>
          <p:spPr>
            <a:xfrm rot="2391762">
              <a:off x="7681520" y="4260515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Trapecio 1"/>
            <p:cNvSpPr/>
            <p:nvPr/>
          </p:nvSpPr>
          <p:spPr>
            <a:xfrm rot="1224926">
              <a:off x="8115752" y="4513093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Elipse 41"/>
            <p:cNvSpPr/>
            <p:nvPr/>
          </p:nvSpPr>
          <p:spPr>
            <a:xfrm>
              <a:off x="7865457" y="2709807"/>
              <a:ext cx="1885131" cy="1885131"/>
            </a:xfrm>
            <a:prstGeom prst="ellipse">
              <a:avLst/>
            </a:prstGeom>
            <a:noFill/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Triángulo isósceles 3"/>
            <p:cNvSpPr/>
            <p:nvPr/>
          </p:nvSpPr>
          <p:spPr>
            <a:xfrm rot="5400000">
              <a:off x="6985018" y="3163693"/>
              <a:ext cx="245958" cy="287291"/>
            </a:xfrm>
            <a:custGeom>
              <a:avLst/>
              <a:gdLst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0 w 524165"/>
                <a:gd name="connsiteY3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96348 h 612251"/>
                <a:gd name="connsiteX4" fmla="*/ 0 w 524165"/>
                <a:gd name="connsiteY4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24786 h 612251"/>
                <a:gd name="connsiteX4" fmla="*/ 0 w 524165"/>
                <a:gd name="connsiteY4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165" h="612251">
                  <a:moveTo>
                    <a:pt x="0" y="612251"/>
                  </a:moveTo>
                  <a:lnTo>
                    <a:pt x="262083" y="0"/>
                  </a:lnTo>
                  <a:lnTo>
                    <a:pt x="524165" y="612251"/>
                  </a:lnTo>
                  <a:lnTo>
                    <a:pt x="262393" y="524786"/>
                  </a:lnTo>
                  <a:lnTo>
                    <a:pt x="0" y="612251"/>
                  </a:lnTo>
                  <a:close/>
                </a:path>
              </a:pathLst>
            </a:custGeom>
            <a:solidFill>
              <a:srgbClr val="E64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Triángulo isósceles 3"/>
            <p:cNvSpPr/>
            <p:nvPr/>
          </p:nvSpPr>
          <p:spPr>
            <a:xfrm rot="5400000">
              <a:off x="6556902" y="3572450"/>
              <a:ext cx="245958" cy="287291"/>
            </a:xfrm>
            <a:custGeom>
              <a:avLst/>
              <a:gdLst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0 w 524165"/>
                <a:gd name="connsiteY3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96348 h 612251"/>
                <a:gd name="connsiteX4" fmla="*/ 0 w 524165"/>
                <a:gd name="connsiteY4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24786 h 612251"/>
                <a:gd name="connsiteX4" fmla="*/ 0 w 524165"/>
                <a:gd name="connsiteY4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165" h="612251">
                  <a:moveTo>
                    <a:pt x="0" y="612251"/>
                  </a:moveTo>
                  <a:lnTo>
                    <a:pt x="262083" y="0"/>
                  </a:lnTo>
                  <a:lnTo>
                    <a:pt x="524165" y="612251"/>
                  </a:lnTo>
                  <a:lnTo>
                    <a:pt x="262393" y="524786"/>
                  </a:lnTo>
                  <a:lnTo>
                    <a:pt x="0" y="612251"/>
                  </a:lnTo>
                  <a:close/>
                </a:path>
              </a:pathLst>
            </a:custGeom>
            <a:solidFill>
              <a:srgbClr val="E64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5" name="Grupo 44"/>
            <p:cNvGrpSpPr/>
            <p:nvPr/>
          </p:nvGrpSpPr>
          <p:grpSpPr>
            <a:xfrm>
              <a:off x="6570991" y="3947534"/>
              <a:ext cx="176674" cy="1003824"/>
              <a:chOff x="6570991" y="3815182"/>
              <a:chExt cx="176674" cy="1003824"/>
            </a:xfrm>
          </p:grpSpPr>
          <p:cxnSp>
            <p:nvCxnSpPr>
              <p:cNvPr id="138" name="Conector recto 137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ector recto 138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ector recto 139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ector recto 140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onector recto 141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Conector recto 142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ector recto 143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Conector recto 144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ector recto 145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Conector recto 146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ector recto 147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ector recto 148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ector recto 149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upo 45"/>
            <p:cNvGrpSpPr/>
            <p:nvPr/>
          </p:nvGrpSpPr>
          <p:grpSpPr>
            <a:xfrm>
              <a:off x="6573120" y="2501919"/>
              <a:ext cx="176674" cy="1003824"/>
              <a:chOff x="6570991" y="3815182"/>
              <a:chExt cx="176674" cy="1003824"/>
            </a:xfrm>
          </p:grpSpPr>
          <p:cxnSp>
            <p:nvCxnSpPr>
              <p:cNvPr id="125" name="Conector recto 124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ector recto 125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ector recto 126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ector recto 127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ector recto 128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ector recto 129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ector recto 130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recto 131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ector recto 132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ector recto 133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ector recto 134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Conector recto 135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ector recto 136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upo 46"/>
            <p:cNvGrpSpPr/>
            <p:nvPr/>
          </p:nvGrpSpPr>
          <p:grpSpPr>
            <a:xfrm>
              <a:off x="7204014" y="2619601"/>
              <a:ext cx="193037" cy="1987473"/>
              <a:chOff x="7204014" y="2487249"/>
              <a:chExt cx="193037" cy="1987473"/>
            </a:xfrm>
          </p:grpSpPr>
          <p:cxnSp>
            <p:nvCxnSpPr>
              <p:cNvPr id="114" name="Conector recto 113"/>
              <p:cNvCxnSpPr/>
              <p:nvPr/>
            </p:nvCxnSpPr>
            <p:spPr>
              <a:xfrm>
                <a:off x="7301877" y="2487249"/>
                <a:ext cx="0" cy="1987473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ector recto 114"/>
              <p:cNvCxnSpPr/>
              <p:nvPr/>
            </p:nvCxnSpPr>
            <p:spPr>
              <a:xfrm flipH="1">
                <a:off x="7204014" y="249201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ector recto 115"/>
              <p:cNvCxnSpPr/>
              <p:nvPr/>
            </p:nvCxnSpPr>
            <p:spPr>
              <a:xfrm flipH="1">
                <a:off x="7214650" y="270198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ector recto 116"/>
              <p:cNvCxnSpPr/>
              <p:nvPr/>
            </p:nvCxnSpPr>
            <p:spPr>
              <a:xfrm flipH="1">
                <a:off x="7204014" y="291196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ector recto 117"/>
              <p:cNvCxnSpPr/>
              <p:nvPr/>
            </p:nvCxnSpPr>
            <p:spPr>
              <a:xfrm flipH="1">
                <a:off x="7215614" y="312193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ector recto 118"/>
              <p:cNvCxnSpPr/>
              <p:nvPr/>
            </p:nvCxnSpPr>
            <p:spPr>
              <a:xfrm flipH="1">
                <a:off x="7220377" y="333190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ector recto 119"/>
              <p:cNvCxnSpPr/>
              <p:nvPr/>
            </p:nvCxnSpPr>
            <p:spPr>
              <a:xfrm flipH="1">
                <a:off x="7204014" y="3628659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ector recto 120"/>
              <p:cNvCxnSpPr/>
              <p:nvPr/>
            </p:nvCxnSpPr>
            <p:spPr>
              <a:xfrm flipH="1">
                <a:off x="7214650" y="3838633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ector recto 121"/>
              <p:cNvCxnSpPr/>
              <p:nvPr/>
            </p:nvCxnSpPr>
            <p:spPr>
              <a:xfrm flipH="1">
                <a:off x="7204014" y="4048607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ector recto 122"/>
              <p:cNvCxnSpPr/>
              <p:nvPr/>
            </p:nvCxnSpPr>
            <p:spPr>
              <a:xfrm flipH="1">
                <a:off x="7215614" y="4258581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ector recto 123"/>
              <p:cNvCxnSpPr/>
              <p:nvPr/>
            </p:nvCxnSpPr>
            <p:spPr>
              <a:xfrm flipH="1">
                <a:off x="7220377" y="4468555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upo 47"/>
            <p:cNvGrpSpPr/>
            <p:nvPr/>
          </p:nvGrpSpPr>
          <p:grpSpPr>
            <a:xfrm rot="5400000">
              <a:off x="8689544" y="1476634"/>
              <a:ext cx="193037" cy="1987473"/>
              <a:chOff x="7204014" y="2487249"/>
              <a:chExt cx="193037" cy="1987473"/>
            </a:xfrm>
          </p:grpSpPr>
          <p:cxnSp>
            <p:nvCxnSpPr>
              <p:cNvPr id="103" name="Conector recto 102"/>
              <p:cNvCxnSpPr/>
              <p:nvPr/>
            </p:nvCxnSpPr>
            <p:spPr>
              <a:xfrm>
                <a:off x="7301877" y="2487249"/>
                <a:ext cx="0" cy="1987473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ector recto 103"/>
              <p:cNvCxnSpPr/>
              <p:nvPr/>
            </p:nvCxnSpPr>
            <p:spPr>
              <a:xfrm flipH="1">
                <a:off x="7204014" y="249201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ector recto 104"/>
              <p:cNvCxnSpPr/>
              <p:nvPr/>
            </p:nvCxnSpPr>
            <p:spPr>
              <a:xfrm flipH="1">
                <a:off x="7214650" y="270198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ector recto 105"/>
              <p:cNvCxnSpPr/>
              <p:nvPr/>
            </p:nvCxnSpPr>
            <p:spPr>
              <a:xfrm flipH="1">
                <a:off x="7204014" y="291196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ector recto 106"/>
              <p:cNvCxnSpPr/>
              <p:nvPr/>
            </p:nvCxnSpPr>
            <p:spPr>
              <a:xfrm flipH="1">
                <a:off x="7215614" y="312193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ector recto 107"/>
              <p:cNvCxnSpPr/>
              <p:nvPr/>
            </p:nvCxnSpPr>
            <p:spPr>
              <a:xfrm flipH="1">
                <a:off x="7220377" y="333190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ector recto 108"/>
              <p:cNvCxnSpPr/>
              <p:nvPr/>
            </p:nvCxnSpPr>
            <p:spPr>
              <a:xfrm flipH="1">
                <a:off x="7204014" y="3628659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ector recto 109"/>
              <p:cNvCxnSpPr/>
              <p:nvPr/>
            </p:nvCxnSpPr>
            <p:spPr>
              <a:xfrm flipH="1">
                <a:off x="7214650" y="3838633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ector recto 110"/>
              <p:cNvCxnSpPr/>
              <p:nvPr/>
            </p:nvCxnSpPr>
            <p:spPr>
              <a:xfrm flipH="1">
                <a:off x="7204014" y="4048607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ector recto 111"/>
              <p:cNvCxnSpPr/>
              <p:nvPr/>
            </p:nvCxnSpPr>
            <p:spPr>
              <a:xfrm flipH="1">
                <a:off x="7215614" y="4258581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ector recto 112"/>
              <p:cNvCxnSpPr/>
              <p:nvPr/>
            </p:nvCxnSpPr>
            <p:spPr>
              <a:xfrm flipH="1">
                <a:off x="7220377" y="4468555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riángulo isósceles 3"/>
            <p:cNvSpPr/>
            <p:nvPr/>
          </p:nvSpPr>
          <p:spPr>
            <a:xfrm rot="10800000">
              <a:off x="8708196" y="2240176"/>
              <a:ext cx="179849" cy="210073"/>
            </a:xfrm>
            <a:custGeom>
              <a:avLst/>
              <a:gdLst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0 w 524165"/>
                <a:gd name="connsiteY3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96348 h 612251"/>
                <a:gd name="connsiteX4" fmla="*/ 0 w 524165"/>
                <a:gd name="connsiteY4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24786 h 612251"/>
                <a:gd name="connsiteX4" fmla="*/ 0 w 524165"/>
                <a:gd name="connsiteY4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165" h="612251">
                  <a:moveTo>
                    <a:pt x="0" y="612251"/>
                  </a:moveTo>
                  <a:lnTo>
                    <a:pt x="262083" y="0"/>
                  </a:lnTo>
                  <a:lnTo>
                    <a:pt x="524165" y="612251"/>
                  </a:lnTo>
                  <a:lnTo>
                    <a:pt x="262393" y="524786"/>
                  </a:lnTo>
                  <a:lnTo>
                    <a:pt x="0" y="612251"/>
                  </a:lnTo>
                  <a:close/>
                </a:path>
              </a:pathLst>
            </a:custGeom>
            <a:solidFill>
              <a:srgbClr val="E64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0" name="Grupo 49"/>
            <p:cNvGrpSpPr/>
            <p:nvPr/>
          </p:nvGrpSpPr>
          <p:grpSpPr>
            <a:xfrm rot="5400000">
              <a:off x="10970970" y="2876518"/>
              <a:ext cx="176674" cy="1003824"/>
              <a:chOff x="6570991" y="3815182"/>
              <a:chExt cx="176674" cy="1003824"/>
            </a:xfrm>
          </p:grpSpPr>
          <p:cxnSp>
            <p:nvCxnSpPr>
              <p:cNvPr id="90" name="Conector recto 89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cto 91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96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cto 97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98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ector recto 99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ector recto 100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ector recto 101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upo 50"/>
            <p:cNvGrpSpPr/>
            <p:nvPr/>
          </p:nvGrpSpPr>
          <p:grpSpPr>
            <a:xfrm>
              <a:off x="9563660" y="3552335"/>
              <a:ext cx="2318203" cy="176674"/>
              <a:chOff x="9563660" y="3419983"/>
              <a:chExt cx="2318203" cy="176674"/>
            </a:xfrm>
          </p:grpSpPr>
          <p:cxnSp>
            <p:nvCxnSpPr>
              <p:cNvPr id="74" name="Conector recto 73"/>
              <p:cNvCxnSpPr/>
              <p:nvPr/>
            </p:nvCxnSpPr>
            <p:spPr>
              <a:xfrm flipH="1">
                <a:off x="9563660" y="3509666"/>
                <a:ext cx="2318203" cy="0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/>
              <p:cNvCxnSpPr/>
              <p:nvPr/>
            </p:nvCxnSpPr>
            <p:spPr>
              <a:xfrm rot="5400000" flipH="1">
                <a:off x="11436766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cto 75"/>
              <p:cNvCxnSpPr/>
              <p:nvPr/>
            </p:nvCxnSpPr>
            <p:spPr>
              <a:xfrm rot="5400000" flipH="1">
                <a:off x="11269321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/>
              <p:cNvCxnSpPr/>
              <p:nvPr/>
            </p:nvCxnSpPr>
            <p:spPr>
              <a:xfrm rot="5400000" flipH="1">
                <a:off x="10942388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/>
              <p:cNvCxnSpPr/>
              <p:nvPr/>
            </p:nvCxnSpPr>
            <p:spPr>
              <a:xfrm rot="5400000" flipH="1">
                <a:off x="10774948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/>
              <p:cNvCxnSpPr/>
              <p:nvPr/>
            </p:nvCxnSpPr>
            <p:spPr>
              <a:xfrm rot="5400000" flipH="1">
                <a:off x="10618135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/>
              <p:cNvCxnSpPr/>
              <p:nvPr/>
            </p:nvCxnSpPr>
            <p:spPr>
              <a:xfrm rot="5400000" flipH="1">
                <a:off x="10119366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/>
              <p:cNvCxnSpPr/>
              <p:nvPr/>
            </p:nvCxnSpPr>
            <p:spPr>
              <a:xfrm rot="5400000" flipH="1">
                <a:off x="9957237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81"/>
              <p:cNvCxnSpPr/>
              <p:nvPr/>
            </p:nvCxnSpPr>
            <p:spPr>
              <a:xfrm rot="5400000" flipH="1">
                <a:off x="9800425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82"/>
              <p:cNvCxnSpPr/>
              <p:nvPr/>
            </p:nvCxnSpPr>
            <p:spPr>
              <a:xfrm rot="5400000" flipH="1">
                <a:off x="9617036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 recto 83"/>
              <p:cNvCxnSpPr/>
              <p:nvPr/>
            </p:nvCxnSpPr>
            <p:spPr>
              <a:xfrm rot="5400000" flipH="1">
                <a:off x="9481488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84"/>
              <p:cNvCxnSpPr/>
              <p:nvPr/>
            </p:nvCxnSpPr>
            <p:spPr>
              <a:xfrm rot="5400000" flipH="1">
                <a:off x="10293031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ector recto 85"/>
              <p:cNvCxnSpPr/>
              <p:nvPr/>
            </p:nvCxnSpPr>
            <p:spPr>
              <a:xfrm rot="5400000" flipH="1">
                <a:off x="11101105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recto 86"/>
              <p:cNvCxnSpPr/>
              <p:nvPr/>
            </p:nvCxnSpPr>
            <p:spPr>
              <a:xfrm rot="5400000" flipH="1">
                <a:off x="11594482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/>
              <p:cNvCxnSpPr/>
              <p:nvPr/>
            </p:nvCxnSpPr>
            <p:spPr>
              <a:xfrm rot="5400000" flipH="1">
                <a:off x="11782533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upo 51"/>
            <p:cNvGrpSpPr/>
            <p:nvPr/>
          </p:nvGrpSpPr>
          <p:grpSpPr>
            <a:xfrm rot="5400000">
              <a:off x="11598285" y="3526381"/>
              <a:ext cx="118159" cy="671354"/>
              <a:chOff x="6570991" y="3815182"/>
              <a:chExt cx="176674" cy="1003824"/>
            </a:xfrm>
          </p:grpSpPr>
          <p:cxnSp>
            <p:nvCxnSpPr>
              <p:cNvPr id="61" name="Conector recto 60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63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66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67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ector recto 70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72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upo 52"/>
            <p:cNvGrpSpPr/>
            <p:nvPr/>
          </p:nvGrpSpPr>
          <p:grpSpPr>
            <a:xfrm>
              <a:off x="9892127" y="2217843"/>
              <a:ext cx="231588" cy="1287157"/>
              <a:chOff x="9892127" y="2085491"/>
              <a:chExt cx="231588" cy="1287157"/>
            </a:xfrm>
          </p:grpSpPr>
          <p:cxnSp>
            <p:nvCxnSpPr>
              <p:cNvPr id="58" name="Conector recto 57"/>
              <p:cNvCxnSpPr/>
              <p:nvPr/>
            </p:nvCxnSpPr>
            <p:spPr>
              <a:xfrm>
                <a:off x="9990306" y="2209990"/>
                <a:ext cx="0" cy="108028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/>
              <p:cNvCxnSpPr/>
              <p:nvPr/>
            </p:nvCxnSpPr>
            <p:spPr>
              <a:xfrm flipV="1">
                <a:off x="9988732" y="2085491"/>
                <a:ext cx="134983" cy="124499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/>
              <p:cNvCxnSpPr/>
              <p:nvPr/>
            </p:nvCxnSpPr>
            <p:spPr>
              <a:xfrm flipV="1">
                <a:off x="9892127" y="3282253"/>
                <a:ext cx="98008" cy="9039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upo 53"/>
            <p:cNvGrpSpPr/>
            <p:nvPr/>
          </p:nvGrpSpPr>
          <p:grpSpPr>
            <a:xfrm flipH="1">
              <a:off x="9874935" y="3763671"/>
              <a:ext cx="230400" cy="1287157"/>
              <a:chOff x="9892127" y="2085491"/>
              <a:chExt cx="231588" cy="1287157"/>
            </a:xfrm>
          </p:grpSpPr>
          <p:cxnSp>
            <p:nvCxnSpPr>
              <p:cNvPr id="55" name="Conector recto 54"/>
              <p:cNvCxnSpPr/>
              <p:nvPr/>
            </p:nvCxnSpPr>
            <p:spPr>
              <a:xfrm>
                <a:off x="9990306" y="2209990"/>
                <a:ext cx="0" cy="108028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/>
              <p:cNvCxnSpPr/>
              <p:nvPr/>
            </p:nvCxnSpPr>
            <p:spPr>
              <a:xfrm flipV="1">
                <a:off x="9988732" y="2085491"/>
                <a:ext cx="134983" cy="124499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/>
              <p:cNvCxnSpPr/>
              <p:nvPr/>
            </p:nvCxnSpPr>
            <p:spPr>
              <a:xfrm flipV="1">
                <a:off x="9892127" y="3282253"/>
                <a:ext cx="98008" cy="9039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6671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redondeado 14"/>
          <p:cNvSpPr/>
          <p:nvPr userDrawn="1"/>
        </p:nvSpPr>
        <p:spPr>
          <a:xfrm>
            <a:off x="251651" y="266701"/>
            <a:ext cx="9787700" cy="5763456"/>
          </a:xfrm>
          <a:prstGeom prst="roundRect">
            <a:avLst>
              <a:gd name="adj" fmla="val 2485"/>
            </a:avLst>
          </a:prstGeom>
          <a:gradFill>
            <a:gsLst>
              <a:gs pos="0">
                <a:srgbClr val="E63F4A">
                  <a:alpha val="50000"/>
                </a:srgbClr>
              </a:gs>
              <a:gs pos="100000">
                <a:srgbClr val="E83F4B">
                  <a:alpha val="43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" sz="1351"/>
          </a:p>
        </p:txBody>
      </p:sp>
      <p:sp>
        <p:nvSpPr>
          <p:cNvPr id="9" name="Rectángulo redondeado 8"/>
          <p:cNvSpPr/>
          <p:nvPr userDrawn="1"/>
        </p:nvSpPr>
        <p:spPr>
          <a:xfrm>
            <a:off x="237928" y="782042"/>
            <a:ext cx="11713946" cy="5868287"/>
          </a:xfrm>
          <a:prstGeom prst="roundRect">
            <a:avLst>
              <a:gd name="adj" fmla="val 19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" sz="1351"/>
          </a:p>
        </p:txBody>
      </p:sp>
      <p:sp>
        <p:nvSpPr>
          <p:cNvPr id="2" name="Rectángulo 1"/>
          <p:cNvSpPr/>
          <p:nvPr userDrawn="1"/>
        </p:nvSpPr>
        <p:spPr>
          <a:xfrm>
            <a:off x="0" y="4671060"/>
            <a:ext cx="12192000" cy="21869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8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10999361" y="6487901"/>
            <a:ext cx="1030705" cy="365125"/>
          </a:xfrm>
        </p:spPr>
        <p:txBody>
          <a:bodyPr/>
          <a:lstStyle>
            <a:lvl1pPr>
              <a:defRPr sz="1000" b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4CA65D7A-BCA5-4C28-B1AE-28746C7C8EFA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518160" y="360664"/>
            <a:ext cx="9253637" cy="381945"/>
          </a:xfrm>
        </p:spPr>
        <p:txBody>
          <a:bodyPr anchor="ctr">
            <a:normAutofit/>
          </a:bodyPr>
          <a:lstStyle>
            <a:lvl1pPr algn="l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1" name="Subtítulo 2"/>
          <p:cNvSpPr>
            <a:spLocks noGrp="1"/>
          </p:cNvSpPr>
          <p:nvPr>
            <p:ph type="subTitle" idx="14"/>
          </p:nvPr>
        </p:nvSpPr>
        <p:spPr>
          <a:xfrm>
            <a:off x="518160" y="786262"/>
            <a:ext cx="11164324" cy="349690"/>
          </a:xfrm>
        </p:spPr>
        <p:txBody>
          <a:bodyPr>
            <a:noAutofit/>
          </a:bodyPr>
          <a:lstStyle>
            <a:lvl1pPr marL="0" indent="0" algn="l">
              <a:buNone/>
              <a:defRPr sz="1400" b="1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12" name="Marcador de contenido 2"/>
          <p:cNvSpPr>
            <a:spLocks noGrp="1"/>
          </p:cNvSpPr>
          <p:nvPr>
            <p:ph idx="1"/>
          </p:nvPr>
        </p:nvSpPr>
        <p:spPr>
          <a:xfrm>
            <a:off x="518160" y="1175385"/>
            <a:ext cx="11164324" cy="5317490"/>
          </a:xfrm>
        </p:spPr>
        <p:txBody>
          <a:bodyPr>
            <a:normAutofit/>
          </a:bodyPr>
          <a:lstStyle>
            <a:lvl1pPr>
              <a:defRPr sz="1200">
                <a:latin typeface="Century Gothic" panose="020B0502020202020204" pitchFamily="34" charset="0"/>
              </a:defRPr>
            </a:lvl1pPr>
            <a:lvl2pPr>
              <a:defRPr sz="1200">
                <a:latin typeface="Century Gothic" panose="020B0502020202020204" pitchFamily="34" charset="0"/>
              </a:defRPr>
            </a:lvl2pPr>
            <a:lvl3pPr>
              <a:defRPr sz="1200">
                <a:latin typeface="Century Gothic" panose="020B0502020202020204" pitchFamily="34" charset="0"/>
              </a:defRPr>
            </a:lvl3pPr>
            <a:lvl4pPr>
              <a:defRPr sz="1200">
                <a:latin typeface="Century Gothic" panose="020B0502020202020204" pitchFamily="34" charset="0"/>
              </a:defRPr>
            </a:lvl4pPr>
            <a:lvl5pPr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5884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6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10999361" y="6556269"/>
            <a:ext cx="1030705" cy="365125"/>
          </a:xfrm>
        </p:spPr>
        <p:txBody>
          <a:bodyPr/>
          <a:lstStyle>
            <a:lvl1pPr>
              <a:defRPr sz="1000" b="1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4CA65D7A-BCA5-4C28-B1AE-28746C7C8EF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165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 userDrawn="1"/>
        </p:nvSpPr>
        <p:spPr>
          <a:xfrm>
            <a:off x="628646" y="2217844"/>
            <a:ext cx="11563354" cy="2970756"/>
          </a:xfrm>
          <a:prstGeom prst="roundRect">
            <a:avLst>
              <a:gd name="adj" fmla="val 0"/>
            </a:avLst>
          </a:prstGeom>
          <a:solidFill>
            <a:schemeClr val="bg1">
              <a:alpha val="21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/>
          <p:cNvSpPr/>
          <p:nvPr userDrawn="1"/>
        </p:nvSpPr>
        <p:spPr>
          <a:xfrm>
            <a:off x="6570991" y="1360425"/>
            <a:ext cx="4505824" cy="4505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ángulo 11"/>
          <p:cNvSpPr/>
          <p:nvPr userDrawn="1"/>
        </p:nvSpPr>
        <p:spPr>
          <a:xfrm>
            <a:off x="-1494" y="2240176"/>
            <a:ext cx="340161" cy="2948424"/>
          </a:xfrm>
          <a:prstGeom prst="rect">
            <a:avLst/>
          </a:prstGeom>
          <a:solidFill>
            <a:srgbClr val="E83F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ítulo 1"/>
          <p:cNvSpPr>
            <a:spLocks noGrp="1"/>
          </p:cNvSpPr>
          <p:nvPr>
            <p:ph type="ctrTitle"/>
          </p:nvPr>
        </p:nvSpPr>
        <p:spPr>
          <a:xfrm>
            <a:off x="1040413" y="3512945"/>
            <a:ext cx="4818355" cy="580065"/>
          </a:xfrm>
          <a:noFill/>
        </p:spPr>
        <p:txBody>
          <a:bodyPr bIns="0" anchor="ctr">
            <a:noAutofit/>
          </a:bodyPr>
          <a:lstStyle>
            <a:lvl1pPr algn="l">
              <a:defRPr sz="28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30" name="Grupo 29"/>
          <p:cNvGrpSpPr/>
          <p:nvPr userDrawn="1"/>
        </p:nvGrpSpPr>
        <p:grpSpPr>
          <a:xfrm>
            <a:off x="8150862" y="2991855"/>
            <a:ext cx="1336707" cy="1350778"/>
            <a:chOff x="776775" y="835852"/>
            <a:chExt cx="902988" cy="912493"/>
          </a:xfrm>
          <a:effectLst>
            <a:glow rad="190500">
              <a:schemeClr val="bg1"/>
            </a:glow>
          </a:effectLst>
        </p:grpSpPr>
        <p:grpSp>
          <p:nvGrpSpPr>
            <p:cNvPr id="31" name="Grupo 30"/>
            <p:cNvGrpSpPr/>
            <p:nvPr/>
          </p:nvGrpSpPr>
          <p:grpSpPr>
            <a:xfrm>
              <a:off x="776775" y="835852"/>
              <a:ext cx="902988" cy="912493"/>
              <a:chOff x="776775" y="835852"/>
              <a:chExt cx="902988" cy="912493"/>
            </a:xfrm>
          </p:grpSpPr>
          <p:sp>
            <p:nvSpPr>
              <p:cNvPr id="40" name="Oval 75"/>
              <p:cNvSpPr>
                <a:spLocks noChangeArrowheads="1"/>
              </p:cNvSpPr>
              <p:nvPr/>
            </p:nvSpPr>
            <p:spPr bwMode="auto">
              <a:xfrm>
                <a:off x="865490" y="927736"/>
                <a:ext cx="722390" cy="735064"/>
              </a:xfrm>
              <a:prstGeom prst="ellipse">
                <a:avLst/>
              </a:prstGeom>
              <a:solidFill>
                <a:srgbClr val="E83F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" name="Freeform 76"/>
              <p:cNvSpPr>
                <a:spLocks noEditPoints="1"/>
              </p:cNvSpPr>
              <p:nvPr/>
            </p:nvSpPr>
            <p:spPr bwMode="auto">
              <a:xfrm>
                <a:off x="776775" y="842189"/>
                <a:ext cx="896652" cy="906156"/>
              </a:xfrm>
              <a:custGeom>
                <a:avLst/>
                <a:gdLst>
                  <a:gd name="T0" fmla="*/ 70 w 150"/>
                  <a:gd name="T1" fmla="*/ 4 h 150"/>
                  <a:gd name="T2" fmla="*/ 4 w 150"/>
                  <a:gd name="T3" fmla="*/ 75 h 150"/>
                  <a:gd name="T4" fmla="*/ 75 w 150"/>
                  <a:gd name="T5" fmla="*/ 146 h 150"/>
                  <a:gd name="T6" fmla="*/ 146 w 150"/>
                  <a:gd name="T7" fmla="*/ 78 h 150"/>
                  <a:gd name="T8" fmla="*/ 150 w 150"/>
                  <a:gd name="T9" fmla="*/ 78 h 150"/>
                  <a:gd name="T10" fmla="*/ 75 w 150"/>
                  <a:gd name="T11" fmla="*/ 150 h 150"/>
                  <a:gd name="T12" fmla="*/ 0 w 150"/>
                  <a:gd name="T13" fmla="*/ 75 h 150"/>
                  <a:gd name="T14" fmla="*/ 70 w 150"/>
                  <a:gd name="T15" fmla="*/ 0 h 150"/>
                  <a:gd name="T16" fmla="*/ 70 w 150"/>
                  <a:gd name="T17" fmla="*/ 4 h 150"/>
                  <a:gd name="T18" fmla="*/ 146 w 150"/>
                  <a:gd name="T19" fmla="*/ 75 h 150"/>
                  <a:gd name="T20" fmla="*/ 150 w 150"/>
                  <a:gd name="T21" fmla="*/ 75 h 150"/>
                  <a:gd name="T22" fmla="*/ 150 w 150"/>
                  <a:gd name="T23" fmla="*/ 75 h 150"/>
                  <a:gd name="T24" fmla="*/ 75 w 150"/>
                  <a:gd name="T25" fmla="*/ 0 h 150"/>
                  <a:gd name="T26" fmla="*/ 75 w 150"/>
                  <a:gd name="T27" fmla="*/ 4 h 150"/>
                  <a:gd name="T28" fmla="*/ 146 w 150"/>
                  <a:gd name="T29" fmla="*/ 7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0" h="150">
                    <a:moveTo>
                      <a:pt x="70" y="4"/>
                    </a:moveTo>
                    <a:cubicBezTo>
                      <a:pt x="34" y="7"/>
                      <a:pt x="4" y="38"/>
                      <a:pt x="4" y="75"/>
                    </a:cubicBezTo>
                    <a:cubicBezTo>
                      <a:pt x="4" y="114"/>
                      <a:pt x="36" y="146"/>
                      <a:pt x="75" y="146"/>
                    </a:cubicBezTo>
                    <a:cubicBezTo>
                      <a:pt x="113" y="146"/>
                      <a:pt x="144" y="116"/>
                      <a:pt x="146" y="78"/>
                    </a:cubicBezTo>
                    <a:cubicBezTo>
                      <a:pt x="150" y="78"/>
                      <a:pt x="150" y="78"/>
                      <a:pt x="150" y="78"/>
                    </a:cubicBezTo>
                    <a:cubicBezTo>
                      <a:pt x="149" y="118"/>
                      <a:pt x="116" y="150"/>
                      <a:pt x="75" y="150"/>
                    </a:cubicBezTo>
                    <a:cubicBezTo>
                      <a:pt x="34" y="150"/>
                      <a:pt x="0" y="116"/>
                      <a:pt x="0" y="75"/>
                    </a:cubicBezTo>
                    <a:cubicBezTo>
                      <a:pt x="0" y="35"/>
                      <a:pt x="31" y="2"/>
                      <a:pt x="70" y="0"/>
                    </a:cubicBezTo>
                    <a:cubicBezTo>
                      <a:pt x="70" y="4"/>
                      <a:pt x="70" y="4"/>
                      <a:pt x="70" y="4"/>
                    </a:cubicBezTo>
                    <a:close/>
                    <a:moveTo>
                      <a:pt x="146" y="75"/>
                    </a:move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33"/>
                      <a:pt x="117" y="0"/>
                      <a:pt x="75" y="0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114" y="4"/>
                      <a:pt x="146" y="36"/>
                      <a:pt x="146" y="75"/>
                    </a:cubicBezTo>
                    <a:close/>
                  </a:path>
                </a:pathLst>
              </a:custGeom>
              <a:solidFill>
                <a:srgbClr val="8F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" name="Freeform 77"/>
              <p:cNvSpPr>
                <a:spLocks/>
              </p:cNvSpPr>
              <p:nvPr/>
            </p:nvSpPr>
            <p:spPr bwMode="auto">
              <a:xfrm>
                <a:off x="1223517" y="835852"/>
                <a:ext cx="456246" cy="459416"/>
              </a:xfrm>
              <a:custGeom>
                <a:avLst/>
                <a:gdLst>
                  <a:gd name="T0" fmla="*/ 76 w 76"/>
                  <a:gd name="T1" fmla="*/ 76 h 76"/>
                  <a:gd name="T2" fmla="*/ 70 w 76"/>
                  <a:gd name="T3" fmla="*/ 76 h 76"/>
                  <a:gd name="T4" fmla="*/ 0 w 76"/>
                  <a:gd name="T5" fmla="*/ 6 h 76"/>
                  <a:gd name="T6" fmla="*/ 0 w 76"/>
                  <a:gd name="T7" fmla="*/ 0 h 76"/>
                  <a:gd name="T8" fmla="*/ 76 w 76"/>
                  <a:gd name="T9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76">
                    <a:moveTo>
                      <a:pt x="76" y="76"/>
                    </a:moveTo>
                    <a:cubicBezTo>
                      <a:pt x="70" y="76"/>
                      <a:pt x="70" y="76"/>
                      <a:pt x="70" y="76"/>
                    </a:cubicBezTo>
                    <a:cubicBezTo>
                      <a:pt x="70" y="37"/>
                      <a:pt x="39" y="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2" y="0"/>
                      <a:pt x="76" y="34"/>
                      <a:pt x="76" y="76"/>
                    </a:cubicBezTo>
                    <a:close/>
                  </a:path>
                </a:pathLst>
              </a:custGeom>
              <a:solidFill>
                <a:srgbClr val="E83F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upo 31"/>
            <p:cNvGrpSpPr/>
            <p:nvPr/>
          </p:nvGrpSpPr>
          <p:grpSpPr>
            <a:xfrm>
              <a:off x="944265" y="1182578"/>
              <a:ext cx="563739" cy="225597"/>
              <a:chOff x="944265" y="1182578"/>
              <a:chExt cx="563739" cy="225597"/>
            </a:xfrm>
          </p:grpSpPr>
          <p:sp>
            <p:nvSpPr>
              <p:cNvPr id="33" name="Estrella de 5 puntas 32"/>
              <p:cNvSpPr/>
              <p:nvPr/>
            </p:nvSpPr>
            <p:spPr>
              <a:xfrm>
                <a:off x="944265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4" name="Estrella de 5 puntas 33"/>
              <p:cNvSpPr/>
              <p:nvPr/>
            </p:nvSpPr>
            <p:spPr>
              <a:xfrm>
                <a:off x="1090316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5" name="Estrella de 5 puntas 34"/>
              <p:cNvSpPr/>
              <p:nvPr/>
            </p:nvSpPr>
            <p:spPr>
              <a:xfrm>
                <a:off x="1018083" y="1282590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6" name="Estrella de 5 puntas 35"/>
              <p:cNvSpPr/>
              <p:nvPr/>
            </p:nvSpPr>
            <p:spPr>
              <a:xfrm>
                <a:off x="1164531" y="1282590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7" name="Estrella de 5 puntas 36"/>
              <p:cNvSpPr/>
              <p:nvPr/>
            </p:nvSpPr>
            <p:spPr>
              <a:xfrm>
                <a:off x="1310979" y="1282590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8" name="Estrella de 5 puntas 37"/>
              <p:cNvSpPr/>
              <p:nvPr/>
            </p:nvSpPr>
            <p:spPr>
              <a:xfrm>
                <a:off x="1236367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Estrella de 5 puntas 38"/>
              <p:cNvSpPr/>
              <p:nvPr/>
            </p:nvSpPr>
            <p:spPr>
              <a:xfrm>
                <a:off x="1382419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43" name="Trapecio 1"/>
          <p:cNvSpPr/>
          <p:nvPr userDrawn="1"/>
        </p:nvSpPr>
        <p:spPr>
          <a:xfrm>
            <a:off x="8583751" y="460707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Trapecio 1"/>
          <p:cNvSpPr/>
          <p:nvPr userDrawn="1"/>
        </p:nvSpPr>
        <p:spPr>
          <a:xfrm rot="20431647">
            <a:off x="9070984" y="452258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Trapecio 1"/>
          <p:cNvSpPr/>
          <p:nvPr userDrawn="1"/>
        </p:nvSpPr>
        <p:spPr>
          <a:xfrm rot="19323297">
            <a:off x="9509230" y="4292966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apecio 1"/>
          <p:cNvSpPr/>
          <p:nvPr userDrawn="1"/>
        </p:nvSpPr>
        <p:spPr>
          <a:xfrm rot="18063655">
            <a:off x="9831149" y="3909321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Trapecio 1"/>
          <p:cNvSpPr/>
          <p:nvPr userDrawn="1"/>
        </p:nvSpPr>
        <p:spPr>
          <a:xfrm rot="14328352">
            <a:off x="9815603" y="2400822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Trapecio 1"/>
          <p:cNvSpPr/>
          <p:nvPr userDrawn="1"/>
        </p:nvSpPr>
        <p:spPr>
          <a:xfrm rot="13163390">
            <a:off x="9493837" y="2037506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Trapecio 1"/>
          <p:cNvSpPr/>
          <p:nvPr userDrawn="1"/>
        </p:nvSpPr>
        <p:spPr>
          <a:xfrm rot="11956148">
            <a:off x="9067506" y="1789858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Trapecio 1"/>
          <p:cNvSpPr/>
          <p:nvPr userDrawn="1"/>
        </p:nvSpPr>
        <p:spPr>
          <a:xfrm rot="10800000">
            <a:off x="8583751" y="1703088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Trapecio 1"/>
          <p:cNvSpPr/>
          <p:nvPr userDrawn="1"/>
        </p:nvSpPr>
        <p:spPr>
          <a:xfrm rot="9576918">
            <a:off x="8095978" y="179655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Trapecio 1"/>
          <p:cNvSpPr/>
          <p:nvPr userDrawn="1"/>
        </p:nvSpPr>
        <p:spPr>
          <a:xfrm rot="8372291">
            <a:off x="7681520" y="2064045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Trapecio 1"/>
          <p:cNvSpPr/>
          <p:nvPr userDrawn="1"/>
        </p:nvSpPr>
        <p:spPr>
          <a:xfrm rot="7199189">
            <a:off x="7369241" y="2446528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Trapecio 1"/>
          <p:cNvSpPr/>
          <p:nvPr userDrawn="1"/>
        </p:nvSpPr>
        <p:spPr>
          <a:xfrm rot="6041318">
            <a:off x="7202608" y="2903107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Trapecio 1"/>
          <p:cNvSpPr/>
          <p:nvPr userDrawn="1"/>
        </p:nvSpPr>
        <p:spPr>
          <a:xfrm rot="4824027">
            <a:off x="7214348" y="340115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Trapecio 1"/>
          <p:cNvSpPr/>
          <p:nvPr userDrawn="1"/>
        </p:nvSpPr>
        <p:spPr>
          <a:xfrm rot="3652284">
            <a:off x="7374687" y="3871827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Trapecio 1"/>
          <p:cNvSpPr/>
          <p:nvPr userDrawn="1"/>
        </p:nvSpPr>
        <p:spPr>
          <a:xfrm rot="2391762">
            <a:off x="7681520" y="4260515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Trapecio 1"/>
          <p:cNvSpPr/>
          <p:nvPr userDrawn="1"/>
        </p:nvSpPr>
        <p:spPr>
          <a:xfrm rot="1224926">
            <a:off x="8115752" y="4513093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Elipse 58"/>
          <p:cNvSpPr/>
          <p:nvPr userDrawn="1"/>
        </p:nvSpPr>
        <p:spPr>
          <a:xfrm>
            <a:off x="7865457" y="2709807"/>
            <a:ext cx="1885131" cy="1885131"/>
          </a:xfrm>
          <a:prstGeom prst="ellipse">
            <a:avLst/>
          </a:prstGeom>
          <a:noFill/>
          <a:ln w="508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Triángulo isósceles 3"/>
          <p:cNvSpPr/>
          <p:nvPr userDrawn="1"/>
        </p:nvSpPr>
        <p:spPr>
          <a:xfrm rot="5400000">
            <a:off x="6985018" y="3163693"/>
            <a:ext cx="245958" cy="287291"/>
          </a:xfrm>
          <a:custGeom>
            <a:avLst/>
            <a:gdLst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0 w 524165"/>
              <a:gd name="connsiteY3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96348 h 612251"/>
              <a:gd name="connsiteX4" fmla="*/ 0 w 524165"/>
              <a:gd name="connsiteY4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24786 h 612251"/>
              <a:gd name="connsiteX4" fmla="*/ 0 w 524165"/>
              <a:gd name="connsiteY4" fmla="*/ 612251 h 61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65" h="612251">
                <a:moveTo>
                  <a:pt x="0" y="612251"/>
                </a:moveTo>
                <a:lnTo>
                  <a:pt x="262083" y="0"/>
                </a:lnTo>
                <a:lnTo>
                  <a:pt x="524165" y="612251"/>
                </a:lnTo>
                <a:lnTo>
                  <a:pt x="262393" y="524786"/>
                </a:lnTo>
                <a:lnTo>
                  <a:pt x="0" y="612251"/>
                </a:lnTo>
                <a:close/>
              </a:path>
            </a:pathLst>
          </a:custGeom>
          <a:solidFill>
            <a:srgbClr val="E64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Triángulo isósceles 3"/>
          <p:cNvSpPr/>
          <p:nvPr userDrawn="1"/>
        </p:nvSpPr>
        <p:spPr>
          <a:xfrm rot="5400000">
            <a:off x="6556902" y="3572450"/>
            <a:ext cx="245958" cy="287291"/>
          </a:xfrm>
          <a:custGeom>
            <a:avLst/>
            <a:gdLst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0 w 524165"/>
              <a:gd name="connsiteY3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96348 h 612251"/>
              <a:gd name="connsiteX4" fmla="*/ 0 w 524165"/>
              <a:gd name="connsiteY4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24786 h 612251"/>
              <a:gd name="connsiteX4" fmla="*/ 0 w 524165"/>
              <a:gd name="connsiteY4" fmla="*/ 612251 h 61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65" h="612251">
                <a:moveTo>
                  <a:pt x="0" y="612251"/>
                </a:moveTo>
                <a:lnTo>
                  <a:pt x="262083" y="0"/>
                </a:lnTo>
                <a:lnTo>
                  <a:pt x="524165" y="612251"/>
                </a:lnTo>
                <a:lnTo>
                  <a:pt x="262393" y="524786"/>
                </a:lnTo>
                <a:lnTo>
                  <a:pt x="0" y="612251"/>
                </a:lnTo>
                <a:close/>
              </a:path>
            </a:pathLst>
          </a:custGeom>
          <a:solidFill>
            <a:srgbClr val="E64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2" name="Grupo 61"/>
          <p:cNvGrpSpPr/>
          <p:nvPr userDrawn="1"/>
        </p:nvGrpSpPr>
        <p:grpSpPr>
          <a:xfrm>
            <a:off x="6570991" y="3947534"/>
            <a:ext cx="176674" cy="1003824"/>
            <a:chOff x="6570991" y="3815182"/>
            <a:chExt cx="176674" cy="1003824"/>
          </a:xfrm>
        </p:grpSpPr>
        <p:cxnSp>
          <p:nvCxnSpPr>
            <p:cNvPr id="63" name="Conector recto 62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o 75"/>
          <p:cNvGrpSpPr/>
          <p:nvPr userDrawn="1"/>
        </p:nvGrpSpPr>
        <p:grpSpPr>
          <a:xfrm>
            <a:off x="6573120" y="2501919"/>
            <a:ext cx="176674" cy="1003824"/>
            <a:chOff x="6570991" y="3815182"/>
            <a:chExt cx="176674" cy="1003824"/>
          </a:xfrm>
        </p:grpSpPr>
        <p:cxnSp>
          <p:nvCxnSpPr>
            <p:cNvPr id="77" name="Conector recto 76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upo 89"/>
          <p:cNvGrpSpPr/>
          <p:nvPr userDrawn="1"/>
        </p:nvGrpSpPr>
        <p:grpSpPr>
          <a:xfrm>
            <a:off x="7204014" y="2619601"/>
            <a:ext cx="193037" cy="1987473"/>
            <a:chOff x="7204014" y="2487249"/>
            <a:chExt cx="193037" cy="1987473"/>
          </a:xfrm>
        </p:grpSpPr>
        <p:cxnSp>
          <p:nvCxnSpPr>
            <p:cNvPr id="91" name="Conector recto 90"/>
            <p:cNvCxnSpPr/>
            <p:nvPr/>
          </p:nvCxnSpPr>
          <p:spPr>
            <a:xfrm>
              <a:off x="7301877" y="2487249"/>
              <a:ext cx="0" cy="1987473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/>
            <p:cNvCxnSpPr/>
            <p:nvPr/>
          </p:nvCxnSpPr>
          <p:spPr>
            <a:xfrm flipH="1">
              <a:off x="7204014" y="249201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/>
            <p:cNvCxnSpPr/>
            <p:nvPr/>
          </p:nvCxnSpPr>
          <p:spPr>
            <a:xfrm flipH="1">
              <a:off x="7214650" y="270198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/>
            <p:cNvCxnSpPr/>
            <p:nvPr/>
          </p:nvCxnSpPr>
          <p:spPr>
            <a:xfrm flipH="1">
              <a:off x="7204014" y="291196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/>
            <p:cNvCxnSpPr/>
            <p:nvPr/>
          </p:nvCxnSpPr>
          <p:spPr>
            <a:xfrm flipH="1">
              <a:off x="7215614" y="312193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/>
            <p:cNvCxnSpPr/>
            <p:nvPr/>
          </p:nvCxnSpPr>
          <p:spPr>
            <a:xfrm flipH="1">
              <a:off x="7220377" y="333190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/>
            <p:cNvCxnSpPr/>
            <p:nvPr/>
          </p:nvCxnSpPr>
          <p:spPr>
            <a:xfrm flipH="1">
              <a:off x="7204014" y="3628659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/>
            <p:cNvCxnSpPr/>
            <p:nvPr/>
          </p:nvCxnSpPr>
          <p:spPr>
            <a:xfrm flipH="1">
              <a:off x="7214650" y="3838633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/>
            <p:cNvCxnSpPr/>
            <p:nvPr/>
          </p:nvCxnSpPr>
          <p:spPr>
            <a:xfrm flipH="1">
              <a:off x="7204014" y="4048607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/>
            <p:cNvCxnSpPr/>
            <p:nvPr/>
          </p:nvCxnSpPr>
          <p:spPr>
            <a:xfrm flipH="1">
              <a:off x="7215614" y="4258581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/>
            <p:cNvCxnSpPr/>
            <p:nvPr/>
          </p:nvCxnSpPr>
          <p:spPr>
            <a:xfrm flipH="1">
              <a:off x="7220377" y="4468555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upo 101"/>
          <p:cNvGrpSpPr/>
          <p:nvPr userDrawn="1"/>
        </p:nvGrpSpPr>
        <p:grpSpPr>
          <a:xfrm rot="5400000">
            <a:off x="8689544" y="1476634"/>
            <a:ext cx="193037" cy="1987473"/>
            <a:chOff x="7204014" y="2487249"/>
            <a:chExt cx="193037" cy="1987473"/>
          </a:xfrm>
        </p:grpSpPr>
        <p:cxnSp>
          <p:nvCxnSpPr>
            <p:cNvPr id="103" name="Conector recto 102"/>
            <p:cNvCxnSpPr/>
            <p:nvPr/>
          </p:nvCxnSpPr>
          <p:spPr>
            <a:xfrm>
              <a:off x="7301877" y="2487249"/>
              <a:ext cx="0" cy="1987473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103"/>
            <p:cNvCxnSpPr/>
            <p:nvPr/>
          </p:nvCxnSpPr>
          <p:spPr>
            <a:xfrm flipH="1">
              <a:off x="7204014" y="249201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cto 104"/>
            <p:cNvCxnSpPr/>
            <p:nvPr/>
          </p:nvCxnSpPr>
          <p:spPr>
            <a:xfrm flipH="1">
              <a:off x="7214650" y="270198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/>
            <p:cNvCxnSpPr/>
            <p:nvPr/>
          </p:nvCxnSpPr>
          <p:spPr>
            <a:xfrm flipH="1">
              <a:off x="7204014" y="291196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cto 106"/>
            <p:cNvCxnSpPr/>
            <p:nvPr/>
          </p:nvCxnSpPr>
          <p:spPr>
            <a:xfrm flipH="1">
              <a:off x="7215614" y="312193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cto 107"/>
            <p:cNvCxnSpPr/>
            <p:nvPr/>
          </p:nvCxnSpPr>
          <p:spPr>
            <a:xfrm flipH="1">
              <a:off x="7220377" y="333190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cto 108"/>
            <p:cNvCxnSpPr/>
            <p:nvPr/>
          </p:nvCxnSpPr>
          <p:spPr>
            <a:xfrm flipH="1">
              <a:off x="7204014" y="3628659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cto 109"/>
            <p:cNvCxnSpPr/>
            <p:nvPr/>
          </p:nvCxnSpPr>
          <p:spPr>
            <a:xfrm flipH="1">
              <a:off x="7214650" y="3838633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/>
            <p:cNvCxnSpPr/>
            <p:nvPr/>
          </p:nvCxnSpPr>
          <p:spPr>
            <a:xfrm flipH="1">
              <a:off x="7204014" y="4048607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/>
            <p:cNvCxnSpPr/>
            <p:nvPr/>
          </p:nvCxnSpPr>
          <p:spPr>
            <a:xfrm flipH="1">
              <a:off x="7215614" y="4258581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/>
            <p:cNvCxnSpPr/>
            <p:nvPr/>
          </p:nvCxnSpPr>
          <p:spPr>
            <a:xfrm flipH="1">
              <a:off x="7220377" y="4468555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riángulo isósceles 3"/>
          <p:cNvSpPr/>
          <p:nvPr userDrawn="1"/>
        </p:nvSpPr>
        <p:spPr>
          <a:xfrm rot="10800000">
            <a:off x="8708196" y="2240176"/>
            <a:ext cx="179849" cy="210073"/>
          </a:xfrm>
          <a:custGeom>
            <a:avLst/>
            <a:gdLst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0 w 524165"/>
              <a:gd name="connsiteY3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96348 h 612251"/>
              <a:gd name="connsiteX4" fmla="*/ 0 w 524165"/>
              <a:gd name="connsiteY4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24786 h 612251"/>
              <a:gd name="connsiteX4" fmla="*/ 0 w 524165"/>
              <a:gd name="connsiteY4" fmla="*/ 612251 h 61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65" h="612251">
                <a:moveTo>
                  <a:pt x="0" y="612251"/>
                </a:moveTo>
                <a:lnTo>
                  <a:pt x="262083" y="0"/>
                </a:lnTo>
                <a:lnTo>
                  <a:pt x="524165" y="612251"/>
                </a:lnTo>
                <a:lnTo>
                  <a:pt x="262393" y="524786"/>
                </a:lnTo>
                <a:lnTo>
                  <a:pt x="0" y="612251"/>
                </a:lnTo>
                <a:close/>
              </a:path>
            </a:pathLst>
          </a:custGeom>
          <a:solidFill>
            <a:srgbClr val="E64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5" name="Grupo 114"/>
          <p:cNvGrpSpPr/>
          <p:nvPr userDrawn="1"/>
        </p:nvGrpSpPr>
        <p:grpSpPr>
          <a:xfrm rot="5400000">
            <a:off x="10970970" y="2876518"/>
            <a:ext cx="176674" cy="1003824"/>
            <a:chOff x="6570991" y="3815182"/>
            <a:chExt cx="176674" cy="1003824"/>
          </a:xfrm>
        </p:grpSpPr>
        <p:cxnSp>
          <p:nvCxnSpPr>
            <p:cNvPr id="116" name="Conector recto 115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recto 116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recto 118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recto 120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recto 122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recto 124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recto 125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ector recto 126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recto 127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upo 128"/>
          <p:cNvGrpSpPr/>
          <p:nvPr userDrawn="1"/>
        </p:nvGrpSpPr>
        <p:grpSpPr>
          <a:xfrm>
            <a:off x="9563660" y="3552335"/>
            <a:ext cx="2318203" cy="176674"/>
            <a:chOff x="9563660" y="3419983"/>
            <a:chExt cx="2318203" cy="176674"/>
          </a:xfrm>
        </p:grpSpPr>
        <p:cxnSp>
          <p:nvCxnSpPr>
            <p:cNvPr id="130" name="Conector recto 129"/>
            <p:cNvCxnSpPr/>
            <p:nvPr/>
          </p:nvCxnSpPr>
          <p:spPr>
            <a:xfrm flipH="1">
              <a:off x="9563660" y="3509666"/>
              <a:ext cx="2318203" cy="0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/>
            <p:cNvCxnSpPr/>
            <p:nvPr/>
          </p:nvCxnSpPr>
          <p:spPr>
            <a:xfrm rot="5400000" flipH="1">
              <a:off x="11436766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cto 131"/>
            <p:cNvCxnSpPr/>
            <p:nvPr/>
          </p:nvCxnSpPr>
          <p:spPr>
            <a:xfrm rot="5400000" flipH="1">
              <a:off x="11269321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/>
            <p:cNvCxnSpPr/>
            <p:nvPr/>
          </p:nvCxnSpPr>
          <p:spPr>
            <a:xfrm rot="5400000" flipH="1">
              <a:off x="10942388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ector recto 133"/>
            <p:cNvCxnSpPr/>
            <p:nvPr/>
          </p:nvCxnSpPr>
          <p:spPr>
            <a:xfrm rot="5400000" flipH="1">
              <a:off x="10774948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recto 134"/>
            <p:cNvCxnSpPr/>
            <p:nvPr/>
          </p:nvCxnSpPr>
          <p:spPr>
            <a:xfrm rot="5400000" flipH="1">
              <a:off x="1061813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recto 135"/>
            <p:cNvCxnSpPr/>
            <p:nvPr/>
          </p:nvCxnSpPr>
          <p:spPr>
            <a:xfrm rot="5400000" flipH="1">
              <a:off x="10119366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cto 136"/>
            <p:cNvCxnSpPr/>
            <p:nvPr/>
          </p:nvCxnSpPr>
          <p:spPr>
            <a:xfrm rot="5400000" flipH="1">
              <a:off x="9957237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recto 137"/>
            <p:cNvCxnSpPr/>
            <p:nvPr/>
          </p:nvCxnSpPr>
          <p:spPr>
            <a:xfrm rot="5400000" flipH="1">
              <a:off x="980042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cto 138"/>
            <p:cNvCxnSpPr/>
            <p:nvPr/>
          </p:nvCxnSpPr>
          <p:spPr>
            <a:xfrm rot="5400000" flipH="1">
              <a:off x="9617036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cto 139"/>
            <p:cNvCxnSpPr/>
            <p:nvPr/>
          </p:nvCxnSpPr>
          <p:spPr>
            <a:xfrm rot="5400000" flipH="1">
              <a:off x="9481488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140"/>
            <p:cNvCxnSpPr/>
            <p:nvPr/>
          </p:nvCxnSpPr>
          <p:spPr>
            <a:xfrm rot="5400000" flipH="1">
              <a:off x="10293031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cto 141"/>
            <p:cNvCxnSpPr/>
            <p:nvPr/>
          </p:nvCxnSpPr>
          <p:spPr>
            <a:xfrm rot="5400000" flipH="1">
              <a:off x="1110110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ector recto 142"/>
            <p:cNvCxnSpPr/>
            <p:nvPr/>
          </p:nvCxnSpPr>
          <p:spPr>
            <a:xfrm rot="5400000" flipH="1">
              <a:off x="11594482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143"/>
            <p:cNvCxnSpPr/>
            <p:nvPr/>
          </p:nvCxnSpPr>
          <p:spPr>
            <a:xfrm rot="5400000" flipH="1">
              <a:off x="1178637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upo 144"/>
          <p:cNvGrpSpPr/>
          <p:nvPr userDrawn="1"/>
        </p:nvGrpSpPr>
        <p:grpSpPr>
          <a:xfrm rot="5400000">
            <a:off x="11598285" y="3526381"/>
            <a:ext cx="118159" cy="671354"/>
            <a:chOff x="6570991" y="3815182"/>
            <a:chExt cx="176674" cy="1003824"/>
          </a:xfrm>
        </p:grpSpPr>
        <p:cxnSp>
          <p:nvCxnSpPr>
            <p:cNvPr id="146" name="Conector recto 145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ector recto 146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ector recto 147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recto 148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recto 149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recto 150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recto 151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ector recto 152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ector recto 153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recto 154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cto 155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cto 156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upo 158"/>
          <p:cNvGrpSpPr/>
          <p:nvPr userDrawn="1"/>
        </p:nvGrpSpPr>
        <p:grpSpPr>
          <a:xfrm>
            <a:off x="9892127" y="2217843"/>
            <a:ext cx="231588" cy="1287157"/>
            <a:chOff x="9892127" y="2085491"/>
            <a:chExt cx="231588" cy="1287157"/>
          </a:xfrm>
        </p:grpSpPr>
        <p:cxnSp>
          <p:nvCxnSpPr>
            <p:cNvPr id="160" name="Conector recto 159"/>
            <p:cNvCxnSpPr/>
            <p:nvPr/>
          </p:nvCxnSpPr>
          <p:spPr>
            <a:xfrm>
              <a:off x="9990306" y="2209990"/>
              <a:ext cx="0" cy="108028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/>
            <p:cNvCxnSpPr/>
            <p:nvPr/>
          </p:nvCxnSpPr>
          <p:spPr>
            <a:xfrm flipV="1">
              <a:off x="9988732" y="2085491"/>
              <a:ext cx="134983" cy="124499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/>
            <p:cNvCxnSpPr/>
            <p:nvPr/>
          </p:nvCxnSpPr>
          <p:spPr>
            <a:xfrm flipV="1">
              <a:off x="9892127" y="3282253"/>
              <a:ext cx="98008" cy="9039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upo 162"/>
          <p:cNvGrpSpPr/>
          <p:nvPr userDrawn="1"/>
        </p:nvGrpSpPr>
        <p:grpSpPr>
          <a:xfrm flipH="1">
            <a:off x="9874935" y="3763671"/>
            <a:ext cx="230400" cy="1287157"/>
            <a:chOff x="9892127" y="2085491"/>
            <a:chExt cx="231588" cy="1287157"/>
          </a:xfrm>
        </p:grpSpPr>
        <p:cxnSp>
          <p:nvCxnSpPr>
            <p:cNvPr id="164" name="Conector recto 163"/>
            <p:cNvCxnSpPr/>
            <p:nvPr/>
          </p:nvCxnSpPr>
          <p:spPr>
            <a:xfrm>
              <a:off x="9990306" y="2209990"/>
              <a:ext cx="0" cy="108028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/>
            <p:cNvCxnSpPr/>
            <p:nvPr/>
          </p:nvCxnSpPr>
          <p:spPr>
            <a:xfrm flipV="1">
              <a:off x="9988732" y="2085491"/>
              <a:ext cx="134983" cy="124499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/>
            <p:cNvCxnSpPr/>
            <p:nvPr/>
          </p:nvCxnSpPr>
          <p:spPr>
            <a:xfrm flipV="1">
              <a:off x="9892127" y="3282253"/>
              <a:ext cx="98008" cy="9039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2801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FB508-FECB-4945-A08B-E33F7C3AA1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402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699" r:id="rId2"/>
    <p:sldLayoutId id="2147483705" r:id="rId3"/>
    <p:sldLayoutId id="2147483695" r:id="rId4"/>
    <p:sldLayoutId id="2147483700" r:id="rId5"/>
    <p:sldLayoutId id="214748370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1" y="6042768"/>
            <a:ext cx="1970676" cy="665010"/>
          </a:xfrm>
          <a:prstGeom prst="rect">
            <a:avLst/>
          </a:prstGeom>
        </p:spPr>
      </p:pic>
      <p:sp>
        <p:nvSpPr>
          <p:cNvPr id="40" name="CuadroTexto 39"/>
          <p:cNvSpPr txBox="1"/>
          <p:nvPr/>
        </p:nvSpPr>
        <p:spPr>
          <a:xfrm>
            <a:off x="9448800" y="643151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Century Gothic" panose="020B0502020202020204" pitchFamily="34" charset="0"/>
              </a:rPr>
              <a:t>29 Septiembre 2026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Identificación Pain Points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s-ES" dirty="0"/>
              <a:t>Servicio de minería de procesos para la consejería de "Familia, Juventud y Asuntos sociales​</a:t>
            </a:r>
            <a:br>
              <a:rPr lang="es-ES" dirty="0"/>
            </a:br>
            <a:r>
              <a:rPr lang="es-ES" sz="2000" dirty="0">
                <a:solidFill>
                  <a:srgbClr val="C00000"/>
                </a:solidFill>
              </a:rPr>
              <a:t>Dependencia y discapacidad</a:t>
            </a:r>
            <a:endParaRPr lang="es-E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10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98CA-1042-F86B-A39F-E3EEF7DF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CAA48D2A-C1F0-4809-1E46-4090FF6203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CAA48D2A-C1F0-4809-1E46-4090FF6203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Imagen 20">
            <a:extLst>
              <a:ext uri="{FF2B5EF4-FFF2-40B4-BE49-F238E27FC236}">
                <a16:creationId xmlns:a16="http://schemas.microsoft.com/office/drawing/2014/main" id="{2A3AE94A-EF47-FE27-7488-890C0BBAB3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48" y="5904689"/>
            <a:ext cx="2870721" cy="72957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D56E0DC-E097-C6FC-F916-B95FF9CEA5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832" y="5897758"/>
            <a:ext cx="2097007" cy="707640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4ED457-4EAA-41A6-D552-208FBC5A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/>
              <a:t>1. Pain points · Dependencia</a:t>
            </a:r>
          </a:p>
          <a:p>
            <a:pPr marL="0" indent="0">
              <a:buNone/>
            </a:pPr>
            <a:endParaRPr lang="es-ES" sz="1800" b="1" dirty="0"/>
          </a:p>
          <a:p>
            <a:pPr marL="0" indent="0">
              <a:buNone/>
            </a:pPr>
            <a:r>
              <a:rPr lang="es-ES" sz="1800" b="1" dirty="0"/>
              <a:t>2. Pain points · Discapacidad</a:t>
            </a:r>
          </a:p>
          <a:p>
            <a:pPr marL="0" indent="0">
              <a:buNone/>
            </a:pPr>
            <a:endParaRPr lang="es-ES" sz="1800" b="1" dirty="0"/>
          </a:p>
          <a:p>
            <a:pPr marL="0" indent="0">
              <a:buNone/>
            </a:pPr>
            <a:r>
              <a:rPr lang="es-ES" sz="1800" b="1" dirty="0"/>
              <a:t>3. Próximos pasos</a:t>
            </a:r>
          </a:p>
          <a:p>
            <a:pPr marL="0" indent="0">
              <a:buNone/>
            </a:pPr>
            <a:endParaRPr lang="es-ES" sz="1800" b="1" dirty="0"/>
          </a:p>
        </p:txBody>
      </p:sp>
    </p:spTree>
    <p:extLst>
      <p:ext uri="{BB962C8B-B14F-4D97-AF65-F5344CB8AC3E}">
        <p14:creationId xmlns:p14="http://schemas.microsoft.com/office/powerpoint/2010/main" val="32972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360664"/>
            <a:ext cx="9253637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entury Gothic"/>
              </a:rPr>
              <a:t>Pain points · Dependencia — CU1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838" y="900000"/>
            <a:ext cx="105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67C86"/>
                </a:solidFill>
                <a:latin typeface="Century Gothic"/>
              </a:rPr>
              <a:t>Solicitud y reconocimiento de la dependencia, grado y PIA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8199" y="1419336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199" y="1419336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8199" y="1634336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199" y="1869336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Subsanación documental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199" y="2359336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961628"/>
                </a:solidFill>
                <a:latin typeface="Century Gothic"/>
              </a:rPr>
              <a:t>54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199" y="2739336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bloqueado de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199" y="2939336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El expediente se detiene esperando documentación que no se validó en el alta.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638" y="1419336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3638" y="1419336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3638" y="1634336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638" y="1869336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Citación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3638" y="2359336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961628"/>
                </a:solidFill>
                <a:latin typeface="Century Gothic"/>
              </a:rPr>
              <a:t>13 %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3638" y="2739336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requiere una segunda cita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3638" y="2939336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Sin agenda integrada ni recordatorios: incomparecencias y recitaciones.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9077" y="1419336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09077" y="1419336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9077" y="1634336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9077" y="1869336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Valoración en papel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9077" y="2359336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91 %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9077" y="2739336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de las valoraciones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9077" y="2939336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Se recoge fuera de sistema y se transcribe después, con riesgo de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8199" y="3609336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199" y="3609336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8199" y="3824336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99" y="4059336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Reparto desigual de la carga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99" y="4549336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62–128 %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99" y="4929336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carga por técnico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99" y="5129336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Del técnico infrautilizado al saturado, sin reglas de asignación.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3638" y="3609336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23638" y="3609336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3638" y="3824336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3638" y="4059336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Resolución de Grado y PIA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3638" y="4549336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62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3638" y="4929336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de media tras la valoración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3638" y="5129336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Dictamen, comisión y resolución encadenados y manuales.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9077" y="3609336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09077" y="3609336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09077" y="3824336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9077" y="4059336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Documentación inicial incompleta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9077" y="4549336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+65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9077" y="4929336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adicionales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9077" y="5129336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Los expedientes sin informe médico se desvían del flujo estándar.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841" y="6140000"/>
            <a:ext cx="10796318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Beneficio estimado en la PoC: entre −25 % y −60 % del plazo según la oportunidad · Fuente: SIDEMA · cuadro de mando de gestión de equipo.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360664"/>
            <a:ext cx="9253637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entury Gothic"/>
              </a:rPr>
              <a:t>Pain points · Dependencia — CU2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838" y="900000"/>
            <a:ext cx="105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67C86"/>
                </a:solidFill>
                <a:latin typeface="Century Gothic"/>
              </a:rPr>
              <a:t>Adjudicación de servicios comunitarios (EELL)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7841" y="170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7841" y="170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7841" y="1915000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841" y="2150000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Espera hasta el servicio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7841" y="2640000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67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841" y="3020000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frente a 45 de 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841" y="3220000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Desde que se resuelve el PIA hasta que la prestación se activa.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280" y="170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33280" y="170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3280" y="1915000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3280" y="2150000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Prelación por grado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3280" y="2640000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280" y="3020000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Grado III fuera de umbral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3280" y="3220000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La gran dependencia no se atiende antes que la moderada.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8719" y="170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18719" y="170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8719" y="1915000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719" y="2150000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Personas no localizadas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719" y="2640000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34 %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719" y="3020000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de las exclusiones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8719" y="3220000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Se excluye a quien no responde al teléfono, sin registro del intento.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841" y="389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7841" y="389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841" y="4105000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841" y="4340000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Reingresos sin antigüedad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841" y="4830000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841" y="5210000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personas reincorporadas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841" y="5410000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Al volver ocupan nueva posición y empiezan la espera de cero.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3280" y="389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33280" y="389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33280" y="4105000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3280" y="4340000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Desigualdad territorial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3280" y="4830000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34–112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3280" y="5210000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según el municipio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3280" y="5410000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El plazo depende del lote: la Sierra Norte espera el triple.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8719" y="389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18719" y="389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18719" y="4105000"/>
            <a:ext cx="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8719" y="4340000"/>
            <a:ext cx="2925439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Lista de espera creciente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8719" y="4830000"/>
            <a:ext cx="2925439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312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8719" y="5210000"/>
            <a:ext cx="2925439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expedientes por encima de 90 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719" y="5410000"/>
            <a:ext cx="2925439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Las entradas superan a las activaciones de forma sostenida desde marzo.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841" y="6140000"/>
            <a:ext cx="10796318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Beneficio pendiente de cuantificar: este caso de uso no cuenta todavía con PoC de ahorro · Fuente: SIDEMA y SAP · cuadro de mando de lista de espera.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6" name="Obje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7109" y="3440028"/>
            <a:ext cx="5284933" cy="580065"/>
          </a:xfrm>
        </p:spPr>
        <p:txBody>
          <a:bodyPr>
            <a:noAutofit/>
          </a:bodyPr>
          <a:lstStyle/>
          <a:p>
            <a:pPr marL="352425" indent="-352425"/>
            <a:r>
              <a:rPr lang="en-US" sz="8800" b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681503552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8160" y="360664"/>
            <a:ext cx="9253637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entury Gothic"/>
              </a:rPr>
              <a:t>Pain points · Discapacidad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838" y="900000"/>
            <a:ext cx="105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67C86"/>
                </a:solidFill>
                <a:latin typeface="Century Gothic"/>
              </a:rPr>
              <a:t>Reconocimiento del grado de discapacidad · solicitudes de entrada en los centros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7841" y="170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47841" y="170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7841" y="1915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841" y="2150000"/>
            <a:ext cx="2925439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Plazo de gestión de la solicitud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7841" y="2640000"/>
            <a:ext cx="292543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77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841" y="3020000"/>
            <a:ext cx="2925439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de media por expediente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841" y="3220000"/>
            <a:ext cx="29254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Tiempo promedio de gestión que mide el panel para el periodo analizado.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280" y="170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33280" y="170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33280" y="1915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3280" y="2150000"/>
            <a:ext cx="2925439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Un solo tramo se lleva la mitad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3280" y="2640000"/>
            <a:ext cx="292543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44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280" y="3020000"/>
            <a:ext cx="2925439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el mayor de los cuatro tramos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3280" y="3220000"/>
            <a:ext cx="29254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Más de la mitad del plazo total se consume en una única fase.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8719" y="170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18719" y="170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18719" y="1915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719" y="2150000"/>
            <a:ext cx="2925439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Reclamaciones previas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719" y="2640000"/>
            <a:ext cx="292543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1.249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719" y="3020000"/>
            <a:ext cx="2925439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el 5,3 % de las entradas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8719" y="3220000"/>
            <a:ext cx="29254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Expedientes que vuelven a entrar y generan retrabajo sobre lo ya resuelto.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841" y="389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47841" y="389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47841" y="4105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841" y="4340000"/>
            <a:ext cx="2925439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Carga desigual entre centros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841" y="4830000"/>
            <a:ext cx="292543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1.712–4.609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841" y="5210000"/>
            <a:ext cx="2925439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solicitudes por centro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841" y="5410000"/>
            <a:ext cx="29254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El centro más cargado recibe casi el triple que el menos cargado.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3280" y="389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533280" y="389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633280" y="4105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3280" y="4340000"/>
            <a:ext cx="2925439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Calidad del dato por centro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3280" y="4830000"/>
            <a:ext cx="292543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100 %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3280" y="5210000"/>
            <a:ext cx="2925439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del Centro Base 10 como &lt;18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3280" y="5410000"/>
            <a:ext cx="29254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Un centro entero con el tramo de edad y el despistaje sin informar bien.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8719" y="3890000"/>
            <a:ext cx="3425439" cy="193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218719" y="3890000"/>
            <a:ext cx="320000" cy="52000"/>
          </a:xfrm>
          <a:prstGeom prst="rect">
            <a:avLst/>
          </a:prstGeom>
          <a:solidFill>
            <a:srgbClr val="96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18719" y="4105000"/>
            <a:ext cx="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67C86"/>
                </a:solidFill>
                <a:latin typeface="Century Gothic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8719" y="4340000"/>
            <a:ext cx="2925439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Century Gothic"/>
              </a:rPr>
              <a:t>Entradas sin despistaje asignado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8719" y="4830000"/>
            <a:ext cx="2925439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961628"/>
                </a:solidFill>
                <a:latin typeface="Century Gothic"/>
              </a:rPr>
              <a:t>44,3 %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8719" y="5210000"/>
            <a:ext cx="2925439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figuran como «Ninguno»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719" y="5410000"/>
            <a:ext cx="29254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67C86"/>
                </a:solidFill>
                <a:latin typeface="Century Gothic"/>
              </a:rPr>
              <a:t>Casi la mitad de las solicitudes entran sin tipo de despistaje.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841" y="6140000"/>
            <a:ext cx="10796318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67C86"/>
                </a:solidFill>
                <a:latin typeface="Century Gothic"/>
              </a:rPr>
              <a:t>Fuente: Celonis · Discapacidad (PROD) · Panel de Entradas, vistas ejecutiva y directiva · periodo 01/01/2026 – 30/04/2026 · Centros base 01 a 10.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D3AE529E32054A8978655A6B00BD28" ma:contentTypeVersion="10" ma:contentTypeDescription="Crear nuevo documento." ma:contentTypeScope="" ma:versionID="471274ee153b20e762301b505fa42d27">
  <xsd:schema xmlns:xsd="http://www.w3.org/2001/XMLSchema" xmlns:xs="http://www.w3.org/2001/XMLSchema" xmlns:p="http://schemas.microsoft.com/office/2006/metadata/properties" xmlns:ns2="97addc6c-b1e4-4411-90d0-91e612ae66f9" targetNamespace="http://schemas.microsoft.com/office/2006/metadata/properties" ma:root="true" ma:fieldsID="ee55ca544dd342a43670f42c632b29a8" ns2:_="">
    <xsd:import namespace="97addc6c-b1e4-4411-90d0-91e612ae66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addc6c-b1e4-4411-90d0-91e612ae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addc6c-b1e4-4411-90d0-91e612ae66f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B157B8-4E50-4BC8-AEE8-EE4834471F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44879B-24FB-4786-ABEE-FF7F2641D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addc6c-b1e4-4411-90d0-91e612ae66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95B490-509A-491C-B17B-2413D450327A}">
  <ds:schemaRefs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97addc6c-b1e4-4411-90d0-91e612ae66f9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281412e0-2f0e-4e2b-8790-1e1d44ea0a80}" enabled="0" method="" siteId="{281412e0-2f0e-4e2b-8790-1e1d44ea0a80}" removed="1"/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Panorámica</PresentationFormat>
  <Paragraphs>76</Paragraphs>
  <Slides>5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Tema de Office</vt:lpstr>
      <vt:lpstr>Diapositiva de think-cell</vt:lpstr>
      <vt:lpstr>Servicio de minería de procesos para la consejería de "Familia, Juventud y Asuntos sociales​ Dependencia y discapacidad</vt:lpstr>
      <vt:lpstr>Presentación de PowerPoint</vt:lpstr>
      <vt:lpstr>Presentación de PowerPoint</vt:lpstr>
      <vt:lpstr>Presentación de PowerPoint</vt:lpstr>
      <vt:lpstr>GRACIAS</vt:lpstr>
    </vt:vector>
  </TitlesOfParts>
  <Company>Comunidad de Madrid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Madrid Digital</dc:creator>
  <cp:lastModifiedBy>Anthony Sebastian Xerri Hawley</cp:lastModifiedBy>
  <cp:revision>4</cp:revision>
  <dcterms:created xsi:type="dcterms:W3CDTF">2024-02-05T12:05:57Z</dcterms:created>
  <dcterms:modified xsi:type="dcterms:W3CDTF">2026-09-30T08:39:31Z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0x0101000DD3AE529E32054A8978655A6B00BD28</vt:lpwstr>
  </property>
</Properties>
</file>